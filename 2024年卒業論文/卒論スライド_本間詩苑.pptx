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78" r:id="rId4"/>
    <p:sldId id="258" r:id="rId5"/>
    <p:sldId id="277" r:id="rId6"/>
    <p:sldId id="259" r:id="rId7"/>
    <p:sldId id="264" r:id="rId8"/>
    <p:sldId id="276" r:id="rId9"/>
    <p:sldId id="273" r:id="rId10"/>
    <p:sldId id="272" r:id="rId11"/>
    <p:sldId id="261" r:id="rId12"/>
    <p:sldId id="274" r:id="rId13"/>
    <p:sldId id="275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FE027F"/>
    <a:srgbClr val="00A7FB"/>
    <a:srgbClr val="6565FE"/>
    <a:srgbClr val="BEA5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162" autoAdjust="0"/>
    <p:restoredTop sz="94660"/>
  </p:normalViewPr>
  <p:slideViewPr>
    <p:cSldViewPr snapToGrid="0">
      <p:cViewPr varScale="1">
        <p:scale>
          <a:sx n="66" d="100"/>
          <a:sy n="66" d="100"/>
        </p:scale>
        <p:origin x="200" y="2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\hommashion\Documents\4&#24180;&#21069;&#26399;2024\&#21330;&#35542;\&#20013;&#38291;&#30330;&#34920;\&#27083;&#36896;&#22240;&#23376;_10%5e12dump300k190000_main\s(q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\hommashion\Documents\4&#24180;&#21069;&#26399;2024\&#21330;&#35542;\&#20013;&#38291;&#30330;&#34920;\&#26368;&#32066;&#35519;&#25972;1:20~\out&#29992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\hommashion\Documents\4&#24180;&#21069;&#26399;2024\&#21330;&#35542;\&#20013;&#38291;&#30330;&#34920;\&#27083;&#36896;&#22240;&#23376;_10%5e12dump300k190000_main\s(q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\hommashion\Documents\4&#24180;&#21069;&#26399;2024\&#21330;&#35542;\&#20013;&#38291;&#30330;&#34920;\2&#23550;&#20998;&#24067;&#38306;&#25968;10%5e12\graph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\hommashion\Documents\4&#24180;&#21069;&#26399;2024\&#21330;&#35542;\&#20013;&#38291;&#30330;&#34920;\2&#23550;&#20998;&#24067;&#38306;&#25968;10%5e13\graph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\hommashion\Documents\4&#24180;&#21069;&#26399;2024\&#21330;&#35542;\&#20013;&#38291;&#30330;&#34920;\&#26368;&#32066;&#35519;&#25972;1:20~\&#27083;&#36896;&#22240;&#23376;10%5e13\&#12507;&#12441;&#12525;&#12494;&#12452;\&#31532;3&#22238;\&#21517;&#31216;&#26410;&#35373;&#23450;&#12501;&#12457;&#12523;&#12479;&#12441;\input_std_Al.txt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\hommashion\Documents\4&#24180;&#21069;&#26399;2024\&#21330;&#35542;\&#20013;&#38291;&#30330;&#34920;\&#26368;&#32066;&#35519;&#25972;1:20~\&#27083;&#36896;&#22240;&#23376;10%5e13\&#12507;&#12441;&#12525;&#12494;&#12452;\&#31532;3&#22238;\&#21517;&#31216;&#26410;&#35373;&#23450;&#12501;&#12457;&#12523;&#12479;&#12441;\input_std_Sm.txt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\hommashion\Documents\4&#24180;&#21069;&#26399;2024\&#21330;&#35542;\&#20013;&#38291;&#30330;&#34920;\&#26368;&#32066;&#35519;&#25972;1:20~\&#27083;&#36896;&#22240;&#23376;10%5e12\&#12507;&#12441;&#12525;&#12494;&#12452;\&#31532;3&#22238;\input_std_Al.txt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\hommashion\Documents\4&#24180;&#21069;&#26399;2024\&#21330;&#35542;\&#20013;&#38291;&#30330;&#34920;\&#26368;&#32066;&#35519;&#25972;1:20~\&#27083;&#36896;&#22240;&#23376;10%5e12\&#12507;&#12441;&#12525;&#12494;&#12452;\&#31532;3&#22238;\input_std_Sm.txt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Sheet1!$C$2</c:f>
              <c:strCache>
                <c:ptCount val="1"/>
                <c:pt idx="0">
                  <c:v>温度(K)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Sheet1!$B$3:$B$6</c:f>
              <c:numCache>
                <c:formatCode>General</c:formatCode>
                <c:ptCount val="4"/>
                <c:pt idx="0">
                  <c:v>0</c:v>
                </c:pt>
                <c:pt idx="1">
                  <c:v>300</c:v>
                </c:pt>
                <c:pt idx="2">
                  <c:v>470</c:v>
                </c:pt>
                <c:pt idx="3">
                  <c:v>600</c:v>
                </c:pt>
              </c:numCache>
            </c:numRef>
          </c:xVal>
          <c:yVal>
            <c:numRef>
              <c:f>Sheet1!$C$3:$C$6</c:f>
              <c:numCache>
                <c:formatCode>General</c:formatCode>
                <c:ptCount val="4"/>
                <c:pt idx="0">
                  <c:v>2000</c:v>
                </c:pt>
                <c:pt idx="1">
                  <c:v>2000</c:v>
                </c:pt>
                <c:pt idx="2">
                  <c:v>300</c:v>
                </c:pt>
                <c:pt idx="3">
                  <c:v>300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CE7-1247-AF12-4AADF2DA13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36761704"/>
        <c:axId val="736762032"/>
      </c:scatterChart>
      <c:valAx>
        <c:axId val="736761704"/>
        <c:scaling>
          <c:orientation val="minMax"/>
        </c:scaling>
        <c:delete val="1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b="1"/>
                  <a:t>時間</a:t>
                </a:r>
                <a:r>
                  <a:rPr lang="en-US" altLang="ja-JP" b="1" dirty="0"/>
                  <a:t>[s]</a:t>
                </a:r>
                <a:endParaRPr lang="ja-JP" altLang="en-US" b="1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 altLang="en-US"/>
            </a:p>
          </c:txPr>
        </c:title>
        <c:numFmt formatCode="General" sourceLinked="1"/>
        <c:majorTickMark val="out"/>
        <c:minorTickMark val="none"/>
        <c:tickLblPos val="nextTo"/>
        <c:crossAx val="736762032"/>
        <c:crosses val="autoZero"/>
        <c:crossBetween val="midCat"/>
      </c:valAx>
      <c:valAx>
        <c:axId val="736762032"/>
        <c:scaling>
          <c:orientation val="minMax"/>
        </c:scaling>
        <c:delete val="1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b="1"/>
                  <a:t>温度</a:t>
                </a:r>
                <a:r>
                  <a:rPr lang="en-US" altLang="ja-JP" b="1" dirty="0"/>
                  <a:t>[K]</a:t>
                </a:r>
                <a:endParaRPr lang="ja-JP" altLang="en-US" b="1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 altLang="en-US"/>
            </a:p>
          </c:txPr>
        </c:title>
        <c:numFmt formatCode="General" sourceLinked="1"/>
        <c:majorTickMark val="out"/>
        <c:minorTickMark val="none"/>
        <c:tickLblPos val="nextTo"/>
        <c:crossAx val="73676170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ja-JP" sz="1400">
                <a:effectLst/>
              </a:rPr>
              <a:t>冷却速度が</a:t>
            </a:r>
            <a:r>
              <a:rPr lang="en-US" altLang="ja-JP" sz="1400">
                <a:effectLst/>
              </a:rPr>
              <a:t>1.0×10¹</a:t>
            </a:r>
            <a:r>
              <a:rPr lang="en-US" altLang="ja-JP" sz="1400" baseline="30000">
                <a:effectLst/>
              </a:rPr>
              <a:t>3</a:t>
            </a:r>
            <a:r>
              <a:rPr lang="en-US" altLang="ja-JP" sz="1400">
                <a:effectLst/>
              </a:rPr>
              <a:t>K/s</a:t>
            </a:r>
            <a:r>
              <a:rPr lang="ja-JP" altLang="ja-JP" sz="1400">
                <a:effectLst/>
              </a:rPr>
              <a:t>での構造因子</a:t>
            </a:r>
            <a:r>
              <a:rPr lang="en-US" altLang="ja-JP" sz="1400">
                <a:effectLst/>
              </a:rPr>
              <a:t>S(Q)</a:t>
            </a:r>
            <a:endParaRPr lang="ja-JP" altLang="ja-JP" sz="140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ja-JP"/>
        </a:p>
      </c:txPr>
    </c:title>
    <c:autoTitleDeleted val="0"/>
    <c:plotArea>
      <c:layout/>
      <c:scatterChart>
        <c:scatterStyle val="smoothMarker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axId val="1402966960"/>
        <c:axId val="1437582016"/>
      </c:scatterChart>
      <c:valAx>
        <c:axId val="140296696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ja-JP" dirty="0"/>
                  <a:t>Q(Å</a:t>
                </a:r>
                <a:r>
                  <a:rPr lang="en-US" altLang="ja-JP" b="1" dirty="0"/>
                  <a:t>⁻¹</a:t>
                </a:r>
                <a:r>
                  <a:rPr lang="en-US" altLang="ja-JP" dirty="0"/>
                  <a:t>)</a:t>
                </a:r>
                <a:endParaRPr lang="ja-JP" alt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 alt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437582016"/>
        <c:crosses val="autoZero"/>
        <c:crossBetween val="midCat"/>
      </c:valAx>
      <c:valAx>
        <c:axId val="1437582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ja-JP"/>
                  <a:t>S(Q)</a:t>
                </a:r>
                <a:endParaRPr lang="ja-JP" alt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 altLang="en-US"/>
            </a:p>
          </c:txPr>
        </c:title>
        <c:numFmt formatCode="0.00E+00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40296696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Sheet5!$B$1</c:f>
              <c:strCache>
                <c:ptCount val="1"/>
                <c:pt idx="0">
                  <c:v>10^13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Sheet5!$A$2:$A$151</c:f>
              <c:numCache>
                <c:formatCode>General</c:formatCode>
                <c:ptCount val="150"/>
                <c:pt idx="0">
                  <c:v>1.4357740000000001</c:v>
                </c:pt>
                <c:pt idx="1">
                  <c:v>1.5075210000000001</c:v>
                </c:pt>
                <c:pt idx="2">
                  <c:v>1.5792630000000001</c:v>
                </c:pt>
                <c:pt idx="3">
                  <c:v>1.650998</c:v>
                </c:pt>
                <c:pt idx="4">
                  <c:v>1.722726</c:v>
                </c:pt>
                <c:pt idx="5">
                  <c:v>1.794448</c:v>
                </c:pt>
                <c:pt idx="6">
                  <c:v>1.8661620000000001</c:v>
                </c:pt>
                <c:pt idx="7">
                  <c:v>1.9378690000000001</c:v>
                </c:pt>
                <c:pt idx="8">
                  <c:v>2.0095689999999999</c:v>
                </c:pt>
                <c:pt idx="9">
                  <c:v>2.0812599999999999</c:v>
                </c:pt>
                <c:pt idx="10">
                  <c:v>2.1529430000000001</c:v>
                </c:pt>
                <c:pt idx="11">
                  <c:v>2.2246169999999998</c:v>
                </c:pt>
                <c:pt idx="12">
                  <c:v>2.2962820000000002</c:v>
                </c:pt>
                <c:pt idx="13">
                  <c:v>2.3679389999999998</c:v>
                </c:pt>
                <c:pt idx="14">
                  <c:v>2.4395850000000001</c:v>
                </c:pt>
                <c:pt idx="15">
                  <c:v>2.5112220000000001</c:v>
                </c:pt>
                <c:pt idx="16">
                  <c:v>2.582849</c:v>
                </c:pt>
                <c:pt idx="17">
                  <c:v>2.6544660000000002</c:v>
                </c:pt>
                <c:pt idx="18">
                  <c:v>2.7260719999999998</c:v>
                </c:pt>
                <c:pt idx="19">
                  <c:v>2.7976670000000001</c:v>
                </c:pt>
                <c:pt idx="20">
                  <c:v>2.8692510000000002</c:v>
                </c:pt>
                <c:pt idx="21">
                  <c:v>2.940823</c:v>
                </c:pt>
                <c:pt idx="22">
                  <c:v>3.0123829999999998</c:v>
                </c:pt>
                <c:pt idx="23">
                  <c:v>3.0839319999999999</c:v>
                </c:pt>
                <c:pt idx="24">
                  <c:v>3.1554679999999999</c:v>
                </c:pt>
                <c:pt idx="25">
                  <c:v>3.2269920000000001</c:v>
                </c:pt>
                <c:pt idx="26">
                  <c:v>3.2985030000000002</c:v>
                </c:pt>
                <c:pt idx="27">
                  <c:v>3.37</c:v>
                </c:pt>
                <c:pt idx="28">
                  <c:v>3.441484</c:v>
                </c:pt>
                <c:pt idx="29">
                  <c:v>3.5129540000000001</c:v>
                </c:pt>
                <c:pt idx="30">
                  <c:v>3.5844109999999998</c:v>
                </c:pt>
                <c:pt idx="31">
                  <c:v>3.655853</c:v>
                </c:pt>
                <c:pt idx="32">
                  <c:v>3.7272799999999999</c:v>
                </c:pt>
                <c:pt idx="33">
                  <c:v>3.798692</c:v>
                </c:pt>
                <c:pt idx="34">
                  <c:v>3.8700890000000001</c:v>
                </c:pt>
                <c:pt idx="35">
                  <c:v>3.9414709999999999</c:v>
                </c:pt>
                <c:pt idx="36">
                  <c:v>4.0128370000000002</c:v>
                </c:pt>
                <c:pt idx="37">
                  <c:v>4.084187</c:v>
                </c:pt>
                <c:pt idx="38">
                  <c:v>4.1555200000000001</c:v>
                </c:pt>
                <c:pt idx="39">
                  <c:v>4.2268369999999997</c:v>
                </c:pt>
                <c:pt idx="40">
                  <c:v>4.2981369999999997</c:v>
                </c:pt>
                <c:pt idx="41">
                  <c:v>4.3694199999999999</c:v>
                </c:pt>
                <c:pt idx="42">
                  <c:v>4.4406850000000002</c:v>
                </c:pt>
                <c:pt idx="43">
                  <c:v>4.511933</c:v>
                </c:pt>
                <c:pt idx="44">
                  <c:v>4.5831619999999997</c:v>
                </c:pt>
                <c:pt idx="45">
                  <c:v>4.6543729999999996</c:v>
                </c:pt>
                <c:pt idx="46">
                  <c:v>4.7255659999999997</c:v>
                </c:pt>
                <c:pt idx="47">
                  <c:v>4.7967399999999998</c:v>
                </c:pt>
                <c:pt idx="48">
                  <c:v>4.8678939999999997</c:v>
                </c:pt>
                <c:pt idx="49">
                  <c:v>4.9390289999999997</c:v>
                </c:pt>
                <c:pt idx="50">
                  <c:v>5.0101440000000004</c:v>
                </c:pt>
                <c:pt idx="51">
                  <c:v>5.0812400000000002</c:v>
                </c:pt>
                <c:pt idx="52">
                  <c:v>5.1523139999999996</c:v>
                </c:pt>
                <c:pt idx="53">
                  <c:v>5.2233689999999999</c:v>
                </c:pt>
                <c:pt idx="54">
                  <c:v>5.2944019999999998</c:v>
                </c:pt>
                <c:pt idx="55">
                  <c:v>5.3654140000000003</c:v>
                </c:pt>
                <c:pt idx="56">
                  <c:v>5.4364049999999997</c:v>
                </c:pt>
                <c:pt idx="57">
                  <c:v>5.5073740000000004</c:v>
                </c:pt>
                <c:pt idx="58">
                  <c:v>5.5783209999999999</c:v>
                </c:pt>
                <c:pt idx="59">
                  <c:v>5.6492449999999996</c:v>
                </c:pt>
                <c:pt idx="60">
                  <c:v>5.720148</c:v>
                </c:pt>
                <c:pt idx="61">
                  <c:v>5.7910269999999997</c:v>
                </c:pt>
                <c:pt idx="62">
                  <c:v>5.8618829999999997</c:v>
                </c:pt>
                <c:pt idx="63">
                  <c:v>5.932715</c:v>
                </c:pt>
                <c:pt idx="64">
                  <c:v>6.0035239999999996</c:v>
                </c:pt>
                <c:pt idx="65">
                  <c:v>6.0743090000000004</c:v>
                </c:pt>
                <c:pt idx="66">
                  <c:v>6.1450699999999996</c:v>
                </c:pt>
                <c:pt idx="67">
                  <c:v>6.2158059999999997</c:v>
                </c:pt>
                <c:pt idx="68">
                  <c:v>6.2865159999999998</c:v>
                </c:pt>
                <c:pt idx="69">
                  <c:v>6.357202</c:v>
                </c:pt>
                <c:pt idx="70">
                  <c:v>6.4278630000000003</c:v>
                </c:pt>
                <c:pt idx="71">
                  <c:v>6.4984970000000004</c:v>
                </c:pt>
                <c:pt idx="72">
                  <c:v>6.5691059999999997</c:v>
                </c:pt>
                <c:pt idx="73">
                  <c:v>6.6396889999999997</c:v>
                </c:pt>
                <c:pt idx="74">
                  <c:v>6.7102449999999996</c:v>
                </c:pt>
                <c:pt idx="75">
                  <c:v>6.7807740000000001</c:v>
                </c:pt>
                <c:pt idx="76">
                  <c:v>6.8512760000000004</c:v>
                </c:pt>
                <c:pt idx="77">
                  <c:v>6.9217510000000004</c:v>
                </c:pt>
                <c:pt idx="78">
                  <c:v>6.9921980000000001</c:v>
                </c:pt>
                <c:pt idx="79">
                  <c:v>7.0626160000000002</c:v>
                </c:pt>
                <c:pt idx="80">
                  <c:v>7.1330070000000001</c:v>
                </c:pt>
                <c:pt idx="81">
                  <c:v>7.2033690000000004</c:v>
                </c:pt>
                <c:pt idx="82">
                  <c:v>7.2737030000000003</c:v>
                </c:pt>
                <c:pt idx="83">
                  <c:v>7.3440070000000004</c:v>
                </c:pt>
                <c:pt idx="84">
                  <c:v>7.4142809999999999</c:v>
                </c:pt>
                <c:pt idx="85">
                  <c:v>7.4845269999999999</c:v>
                </c:pt>
                <c:pt idx="86">
                  <c:v>7.5547420000000001</c:v>
                </c:pt>
                <c:pt idx="87">
                  <c:v>7.6249269999999996</c:v>
                </c:pt>
                <c:pt idx="88">
                  <c:v>7.6950820000000002</c:v>
                </c:pt>
                <c:pt idx="89">
                  <c:v>7.7652049999999999</c:v>
                </c:pt>
                <c:pt idx="90">
                  <c:v>7.8352979999999999</c:v>
                </c:pt>
                <c:pt idx="91">
                  <c:v>7.9053589999999998</c:v>
                </c:pt>
                <c:pt idx="92">
                  <c:v>7.9753889999999998</c:v>
                </c:pt>
                <c:pt idx="93">
                  <c:v>8.0453869999999998</c:v>
                </c:pt>
                <c:pt idx="94">
                  <c:v>8.1153530000000007</c:v>
                </c:pt>
                <c:pt idx="95">
                  <c:v>8.1852859999999996</c:v>
                </c:pt>
                <c:pt idx="96">
                  <c:v>8.2551860000000001</c:v>
                </c:pt>
                <c:pt idx="97">
                  <c:v>8.3250539999999997</c:v>
                </c:pt>
                <c:pt idx="98">
                  <c:v>8.3948879999999999</c:v>
                </c:pt>
                <c:pt idx="99">
                  <c:v>8.4646880000000007</c:v>
                </c:pt>
                <c:pt idx="100">
                  <c:v>8.5344549999999995</c:v>
                </c:pt>
                <c:pt idx="101">
                  <c:v>8.6041880000000006</c:v>
                </c:pt>
                <c:pt idx="102">
                  <c:v>8.6738859999999995</c:v>
                </c:pt>
                <c:pt idx="103">
                  <c:v>8.7435489999999998</c:v>
                </c:pt>
                <c:pt idx="104">
                  <c:v>8.8131780000000006</c:v>
                </c:pt>
                <c:pt idx="105">
                  <c:v>8.882771</c:v>
                </c:pt>
                <c:pt idx="106">
                  <c:v>8.9523290000000006</c:v>
                </c:pt>
                <c:pt idx="107">
                  <c:v>9.0218509999999998</c:v>
                </c:pt>
                <c:pt idx="108">
                  <c:v>9.0913360000000001</c:v>
                </c:pt>
                <c:pt idx="109">
                  <c:v>9.1607859999999999</c:v>
                </c:pt>
                <c:pt idx="110">
                  <c:v>9.2301990000000007</c:v>
                </c:pt>
                <c:pt idx="111">
                  <c:v>9.2995750000000008</c:v>
                </c:pt>
                <c:pt idx="112">
                  <c:v>9.3689129999999992</c:v>
                </c:pt>
                <c:pt idx="113">
                  <c:v>9.4382140000000003</c:v>
                </c:pt>
                <c:pt idx="114">
                  <c:v>9.5074780000000008</c:v>
                </c:pt>
                <c:pt idx="115">
                  <c:v>9.5767030000000002</c:v>
                </c:pt>
                <c:pt idx="116">
                  <c:v>9.6458899999999996</c:v>
                </c:pt>
                <c:pt idx="117">
                  <c:v>9.7150379999999998</c:v>
                </c:pt>
                <c:pt idx="118">
                  <c:v>9.7841480000000001</c:v>
                </c:pt>
                <c:pt idx="119">
                  <c:v>9.8532189999999993</c:v>
                </c:pt>
                <c:pt idx="120">
                  <c:v>9.92225</c:v>
                </c:pt>
                <c:pt idx="121">
                  <c:v>9.9912410000000005</c:v>
                </c:pt>
                <c:pt idx="122">
                  <c:v>10.06019</c:v>
                </c:pt>
                <c:pt idx="123">
                  <c:v>10.129099999999999</c:v>
                </c:pt>
                <c:pt idx="124">
                  <c:v>10.197979999999999</c:v>
                </c:pt>
                <c:pt idx="125">
                  <c:v>10.2668</c:v>
                </c:pt>
                <c:pt idx="126">
                  <c:v>10.33559</c:v>
                </c:pt>
                <c:pt idx="127">
                  <c:v>10.404339999999999</c:v>
                </c:pt>
                <c:pt idx="128">
                  <c:v>10.473050000000001</c:v>
                </c:pt>
                <c:pt idx="129">
                  <c:v>10.54171</c:v>
                </c:pt>
                <c:pt idx="130">
                  <c:v>10.610329999999999</c:v>
                </c:pt>
                <c:pt idx="131">
                  <c:v>10.67891</c:v>
                </c:pt>
                <c:pt idx="132">
                  <c:v>10.747450000000001</c:v>
                </c:pt>
                <c:pt idx="133">
                  <c:v>10.815939999999999</c:v>
                </c:pt>
                <c:pt idx="134">
                  <c:v>10.88439</c:v>
                </c:pt>
                <c:pt idx="135">
                  <c:v>10.9528</c:v>
                </c:pt>
                <c:pt idx="136">
                  <c:v>11.02116</c:v>
                </c:pt>
                <c:pt idx="137">
                  <c:v>11.08948</c:v>
                </c:pt>
                <c:pt idx="138">
                  <c:v>11.15776</c:v>
                </c:pt>
                <c:pt idx="139">
                  <c:v>11.225989999999999</c:v>
                </c:pt>
                <c:pt idx="140">
                  <c:v>11.294169999999999</c:v>
                </c:pt>
                <c:pt idx="141">
                  <c:v>11.362310000000001</c:v>
                </c:pt>
                <c:pt idx="142">
                  <c:v>11.43041</c:v>
                </c:pt>
                <c:pt idx="143">
                  <c:v>11.49845</c:v>
                </c:pt>
                <c:pt idx="144">
                  <c:v>11.566459999999999</c:v>
                </c:pt>
                <c:pt idx="145">
                  <c:v>11.634410000000001</c:v>
                </c:pt>
                <c:pt idx="146">
                  <c:v>11.70232</c:v>
                </c:pt>
                <c:pt idx="147">
                  <c:v>11.770189999999999</c:v>
                </c:pt>
                <c:pt idx="148">
                  <c:v>11.837999999999999</c:v>
                </c:pt>
                <c:pt idx="149">
                  <c:v>11.90577</c:v>
                </c:pt>
              </c:numCache>
            </c:numRef>
          </c:xVal>
          <c:yVal>
            <c:numRef>
              <c:f>Sheet5!$B$2:$B$151</c:f>
              <c:numCache>
                <c:formatCode>General</c:formatCode>
                <c:ptCount val="150"/>
                <c:pt idx="0">
                  <c:v>-0.97088189999999996</c:v>
                </c:pt>
                <c:pt idx="1">
                  <c:v>-0.99100639999999995</c:v>
                </c:pt>
                <c:pt idx="2">
                  <c:v>-0.91852259999999997</c:v>
                </c:pt>
                <c:pt idx="3">
                  <c:v>-0.90316019999999997</c:v>
                </c:pt>
                <c:pt idx="4">
                  <c:v>-0.87704689999999996</c:v>
                </c:pt>
                <c:pt idx="5">
                  <c:v>-0.85297699999999999</c:v>
                </c:pt>
                <c:pt idx="6">
                  <c:v>-0.79417629999999995</c:v>
                </c:pt>
                <c:pt idx="7">
                  <c:v>-0.73171470000000005</c:v>
                </c:pt>
                <c:pt idx="8">
                  <c:v>-0.62431899999999996</c:v>
                </c:pt>
                <c:pt idx="9">
                  <c:v>-0.54422090000000001</c:v>
                </c:pt>
                <c:pt idx="10">
                  <c:v>-0.32533600000000001</c:v>
                </c:pt>
                <c:pt idx="11" formatCode="0.00E+00">
                  <c:v>-8.9273483000000001E-2</c:v>
                </c:pt>
                <c:pt idx="12">
                  <c:v>0.34393790000000002</c:v>
                </c:pt>
                <c:pt idx="13">
                  <c:v>0.98018000000000005</c:v>
                </c:pt>
                <c:pt idx="14">
                  <c:v>1.5552539999999999</c:v>
                </c:pt>
                <c:pt idx="15">
                  <c:v>2.2128399999999999</c:v>
                </c:pt>
                <c:pt idx="16">
                  <c:v>2.2933400000000002</c:v>
                </c:pt>
                <c:pt idx="17">
                  <c:v>1.9656990000000001</c:v>
                </c:pt>
                <c:pt idx="18">
                  <c:v>1.297094</c:v>
                </c:pt>
                <c:pt idx="19">
                  <c:v>0.49967119999999998</c:v>
                </c:pt>
                <c:pt idx="20">
                  <c:v>-0.117893</c:v>
                </c:pt>
                <c:pt idx="21">
                  <c:v>-0.52264540000000004</c:v>
                </c:pt>
                <c:pt idx="22">
                  <c:v>-0.71439359999999996</c:v>
                </c:pt>
                <c:pt idx="23">
                  <c:v>-0.77959599999999996</c:v>
                </c:pt>
                <c:pt idx="24">
                  <c:v>-0.73732690000000001</c:v>
                </c:pt>
                <c:pt idx="25">
                  <c:v>-0.68845339999999999</c:v>
                </c:pt>
                <c:pt idx="26">
                  <c:v>-0.60819020000000001</c:v>
                </c:pt>
                <c:pt idx="27">
                  <c:v>-0.54886000000000001</c:v>
                </c:pt>
                <c:pt idx="28">
                  <c:v>-0.50709159999999998</c:v>
                </c:pt>
                <c:pt idx="29">
                  <c:v>-0.44414140000000002</c:v>
                </c:pt>
                <c:pt idx="30">
                  <c:v>-0.37324180000000001</c:v>
                </c:pt>
                <c:pt idx="31">
                  <c:v>-0.31976379999999999</c:v>
                </c:pt>
                <c:pt idx="32">
                  <c:v>-0.2421584</c:v>
                </c:pt>
                <c:pt idx="33">
                  <c:v>-0.1501866</c:v>
                </c:pt>
                <c:pt idx="34" formatCode="0.00E+00">
                  <c:v>-4.5828863999999997E-2</c:v>
                </c:pt>
                <c:pt idx="35" formatCode="0.00E+00">
                  <c:v>2.0869282999999999E-2</c:v>
                </c:pt>
                <c:pt idx="36" formatCode="0.00E+00">
                  <c:v>8.6018263999999997E-2</c:v>
                </c:pt>
                <c:pt idx="37">
                  <c:v>0.1441779</c:v>
                </c:pt>
                <c:pt idx="38">
                  <c:v>0.19738620000000001</c:v>
                </c:pt>
                <c:pt idx="39">
                  <c:v>0.25248789999999999</c:v>
                </c:pt>
                <c:pt idx="40">
                  <c:v>0.31740380000000001</c:v>
                </c:pt>
                <c:pt idx="41">
                  <c:v>0.30621920000000002</c:v>
                </c:pt>
                <c:pt idx="42">
                  <c:v>0.29680230000000002</c:v>
                </c:pt>
                <c:pt idx="43">
                  <c:v>0.27749069999999998</c:v>
                </c:pt>
                <c:pt idx="44">
                  <c:v>0.21376100000000001</c:v>
                </c:pt>
                <c:pt idx="45">
                  <c:v>0.17198869999999999</c:v>
                </c:pt>
                <c:pt idx="46">
                  <c:v>0.11852890000000001</c:v>
                </c:pt>
                <c:pt idx="47" formatCode="0.00E+00">
                  <c:v>6.5197698999999998E-2</c:v>
                </c:pt>
                <c:pt idx="48" formatCode="0.00E+00">
                  <c:v>4.3559831E-2</c:v>
                </c:pt>
                <c:pt idx="49" formatCode="0.00E+00">
                  <c:v>4.1476591000000002E-3</c:v>
                </c:pt>
                <c:pt idx="50" formatCode="0.00E+00">
                  <c:v>-4.9869873000000002E-2</c:v>
                </c:pt>
                <c:pt idx="51" formatCode="0.00E+00">
                  <c:v>-7.9316802000000006E-2</c:v>
                </c:pt>
                <c:pt idx="52">
                  <c:v>-0.134745</c:v>
                </c:pt>
                <c:pt idx="53">
                  <c:v>-0.128471</c:v>
                </c:pt>
                <c:pt idx="54">
                  <c:v>-0.14256369999999999</c:v>
                </c:pt>
                <c:pt idx="55">
                  <c:v>-0.14371819999999999</c:v>
                </c:pt>
                <c:pt idx="56">
                  <c:v>-0.1201969</c:v>
                </c:pt>
                <c:pt idx="57">
                  <c:v>-0.1233518</c:v>
                </c:pt>
                <c:pt idx="58">
                  <c:v>-0.1023023</c:v>
                </c:pt>
                <c:pt idx="59" formatCode="0.00E+00">
                  <c:v>-8.0568492000000005E-2</c:v>
                </c:pt>
                <c:pt idx="60" formatCode="0.00E+00">
                  <c:v>-4.9483508000000002E-2</c:v>
                </c:pt>
                <c:pt idx="61" formatCode="0.00E+00">
                  <c:v>-3.2925657999999997E-2</c:v>
                </c:pt>
                <c:pt idx="62" formatCode="0.00E+00">
                  <c:v>-9.9209268000000003E-3</c:v>
                </c:pt>
                <c:pt idx="63" formatCode="0.00E+00">
                  <c:v>2.7893926999999999E-2</c:v>
                </c:pt>
                <c:pt idx="64" formatCode="0.00E+00">
                  <c:v>4.8638164999999997E-2</c:v>
                </c:pt>
                <c:pt idx="65" formatCode="0.00E+00">
                  <c:v>5.7228621E-2</c:v>
                </c:pt>
                <c:pt idx="66" formatCode="0.00E+00">
                  <c:v>8.4809169000000004E-2</c:v>
                </c:pt>
                <c:pt idx="67">
                  <c:v>0.10610070000000001</c:v>
                </c:pt>
                <c:pt idx="68" formatCode="0.00E+00">
                  <c:v>8.3225756999999997E-2</c:v>
                </c:pt>
                <c:pt idx="69" formatCode="0.00E+00">
                  <c:v>8.3104968000000001E-2</c:v>
                </c:pt>
                <c:pt idx="70" formatCode="0.00E+00">
                  <c:v>4.7992956000000003E-2</c:v>
                </c:pt>
                <c:pt idx="71" formatCode="0.00E+00">
                  <c:v>3.4894913E-2</c:v>
                </c:pt>
                <c:pt idx="72" formatCode="0.00E+00">
                  <c:v>1.4532681E-2</c:v>
                </c:pt>
                <c:pt idx="73" formatCode="0.00E+00">
                  <c:v>-7.1560177000000004E-3</c:v>
                </c:pt>
                <c:pt idx="74" formatCode="0.00E+00">
                  <c:v>-2.3213907999999998E-2</c:v>
                </c:pt>
                <c:pt idx="75" formatCode="0.00E+00">
                  <c:v>-4.9610831000000001E-2</c:v>
                </c:pt>
                <c:pt idx="76" formatCode="0.00E+00">
                  <c:v>-4.4236223999999998E-2</c:v>
                </c:pt>
                <c:pt idx="77" formatCode="0.00E+00">
                  <c:v>-6.9670080999999995E-2</c:v>
                </c:pt>
                <c:pt idx="78" formatCode="0.00E+00">
                  <c:v>-4.3122720000000003E-2</c:v>
                </c:pt>
                <c:pt idx="79" formatCode="0.00E+00">
                  <c:v>-5.5338822000000003E-2</c:v>
                </c:pt>
                <c:pt idx="80" formatCode="0.00E+00">
                  <c:v>-3.5805534999999999E-2</c:v>
                </c:pt>
                <c:pt idx="81" formatCode="0.00E+00">
                  <c:v>-1.7686507000000001E-2</c:v>
                </c:pt>
                <c:pt idx="82" formatCode="0.00E+00">
                  <c:v>-1.0801785E-2</c:v>
                </c:pt>
                <c:pt idx="83" formatCode="0.00E+00">
                  <c:v>-6.2063204999999999E-5</c:v>
                </c:pt>
                <c:pt idx="84" formatCode="0.00E+00">
                  <c:v>-1.9802356000000001E-3</c:v>
                </c:pt>
                <c:pt idx="85" formatCode="0.00E+00">
                  <c:v>1.7572879999999999E-2</c:v>
                </c:pt>
                <c:pt idx="86" formatCode="0.00E+00">
                  <c:v>2.3963641000000001E-2</c:v>
                </c:pt>
                <c:pt idx="87" formatCode="0.00E+00">
                  <c:v>3.2240033000000001E-2</c:v>
                </c:pt>
                <c:pt idx="88" formatCode="0.00E+00">
                  <c:v>8.5750856000000007E-3</c:v>
                </c:pt>
                <c:pt idx="89" formatCode="0.00E+00">
                  <c:v>1.9683061000000002E-2</c:v>
                </c:pt>
                <c:pt idx="90" formatCode="0.00E+00">
                  <c:v>1.3930339E-2</c:v>
                </c:pt>
                <c:pt idx="91" formatCode="0.00E+00">
                  <c:v>7.4383058000000004E-3</c:v>
                </c:pt>
                <c:pt idx="92" formatCode="0.00E+00">
                  <c:v>1.3688693E-2</c:v>
                </c:pt>
                <c:pt idx="93" formatCode="0.00E+00">
                  <c:v>2.7746610000000001E-2</c:v>
                </c:pt>
                <c:pt idx="94" formatCode="0.00E+00">
                  <c:v>3.3900850000000003E-2</c:v>
                </c:pt>
                <c:pt idx="95" formatCode="0.00E+00">
                  <c:v>3.7514929000000002E-2</c:v>
                </c:pt>
                <c:pt idx="96" formatCode="0.00E+00">
                  <c:v>3.2411568000000002E-2</c:v>
                </c:pt>
                <c:pt idx="97" formatCode="0.00E+00">
                  <c:v>3.3946004000000002E-2</c:v>
                </c:pt>
                <c:pt idx="98" formatCode="0.00E+00">
                  <c:v>4.8715185000000001E-2</c:v>
                </c:pt>
                <c:pt idx="99" formatCode="0.00E+00">
                  <c:v>2.9363921000000001E-2</c:v>
                </c:pt>
                <c:pt idx="100" formatCode="0.00E+00">
                  <c:v>2.9227079999999999E-2</c:v>
                </c:pt>
                <c:pt idx="101" formatCode="0.00E+00">
                  <c:v>8.6081130000000006E-3</c:v>
                </c:pt>
                <c:pt idx="102" formatCode="0.00E+00">
                  <c:v>-3.9230174999999997E-3</c:v>
                </c:pt>
                <c:pt idx="103" formatCode="0.00E+00">
                  <c:v>-2.5893444000000002E-2</c:v>
                </c:pt>
                <c:pt idx="104" formatCode="0.00E+00">
                  <c:v>-6.7659572000000001E-2</c:v>
                </c:pt>
                <c:pt idx="105" formatCode="0.00E+00">
                  <c:v>-6.7981020000000003E-2</c:v>
                </c:pt>
                <c:pt idx="106" formatCode="0.00E+00">
                  <c:v>-8.2385778000000007E-2</c:v>
                </c:pt>
                <c:pt idx="107" formatCode="0.00E+00">
                  <c:v>-9.8217240999999997E-2</c:v>
                </c:pt>
                <c:pt idx="108" formatCode="0.00E+00">
                  <c:v>-7.7772610000000006E-2</c:v>
                </c:pt>
                <c:pt idx="109" formatCode="0.00E+00">
                  <c:v>-7.3427007000000002E-2</c:v>
                </c:pt>
                <c:pt idx="110" formatCode="0.00E+00">
                  <c:v>-5.7312578000000003E-2</c:v>
                </c:pt>
                <c:pt idx="111" formatCode="0.00E+00">
                  <c:v>-2.7025654999999999E-2</c:v>
                </c:pt>
                <c:pt idx="112" formatCode="0.00E+00">
                  <c:v>-8.5111726000000002E-3</c:v>
                </c:pt>
                <c:pt idx="113" formatCode="0.00E+00">
                  <c:v>7.7154939000000002E-3</c:v>
                </c:pt>
                <c:pt idx="114" formatCode="0.00E+00">
                  <c:v>2.3579853000000001E-2</c:v>
                </c:pt>
                <c:pt idx="115" formatCode="0.00E+00">
                  <c:v>4.4912592000000001E-2</c:v>
                </c:pt>
                <c:pt idx="116" formatCode="0.00E+00">
                  <c:v>5.3685620000000003E-2</c:v>
                </c:pt>
                <c:pt idx="117" formatCode="0.00E+00">
                  <c:v>5.3599163999999998E-2</c:v>
                </c:pt>
                <c:pt idx="118" formatCode="0.00E+00">
                  <c:v>5.1420525000000002E-2</c:v>
                </c:pt>
                <c:pt idx="119" formatCode="0.00E+00">
                  <c:v>6.0820184999999999E-2</c:v>
                </c:pt>
                <c:pt idx="120" formatCode="0.00E+00">
                  <c:v>5.9165120000000002E-2</c:v>
                </c:pt>
                <c:pt idx="121" formatCode="0.00E+00">
                  <c:v>5.9742320000000002E-2</c:v>
                </c:pt>
                <c:pt idx="122" formatCode="0.00E+00">
                  <c:v>3.6220773999999997E-2</c:v>
                </c:pt>
                <c:pt idx="123" formatCode="0.00E+00">
                  <c:v>2.6511393000000001E-2</c:v>
                </c:pt>
                <c:pt idx="124" formatCode="0.00E+00">
                  <c:v>2.5656768999999999E-2</c:v>
                </c:pt>
                <c:pt idx="125" formatCode="0.00E+00">
                  <c:v>1.0768635E-2</c:v>
                </c:pt>
                <c:pt idx="126" formatCode="0.00E+00">
                  <c:v>2.8333612000000001E-2</c:v>
                </c:pt>
                <c:pt idx="127" formatCode="0.00E+00">
                  <c:v>3.3312874999999998E-3</c:v>
                </c:pt>
                <c:pt idx="128" formatCode="0.00E+00">
                  <c:v>-3.9421678999999998E-3</c:v>
                </c:pt>
                <c:pt idx="129" formatCode="0.00E+00">
                  <c:v>-2.6109548E-2</c:v>
                </c:pt>
                <c:pt idx="130" formatCode="0.00E+00">
                  <c:v>-3.7239883000000001E-2</c:v>
                </c:pt>
                <c:pt idx="131" formatCode="0.00E+00">
                  <c:v>-1.3235449E-2</c:v>
                </c:pt>
                <c:pt idx="132" formatCode="0.00E+00">
                  <c:v>-2.0840094999999999E-2</c:v>
                </c:pt>
                <c:pt idx="133" formatCode="0.00E+00">
                  <c:v>-2.8944384E-2</c:v>
                </c:pt>
                <c:pt idx="134" formatCode="0.00E+00">
                  <c:v>-3.8709976E-2</c:v>
                </c:pt>
                <c:pt idx="135" formatCode="0.00E+00">
                  <c:v>-2.9363452000000002E-2</c:v>
                </c:pt>
                <c:pt idx="136" formatCode="0.00E+00">
                  <c:v>-4.2110993999999999E-2</c:v>
                </c:pt>
                <c:pt idx="137" formatCode="0.00E+00">
                  <c:v>-3.3044916000000001E-2</c:v>
                </c:pt>
                <c:pt idx="138" formatCode="0.00E+00">
                  <c:v>-2.3621725E-2</c:v>
                </c:pt>
                <c:pt idx="139" formatCode="0.00E+00">
                  <c:v>-3.5584558000000002E-2</c:v>
                </c:pt>
                <c:pt idx="140" formatCode="0.00E+00">
                  <c:v>-3.4223194999999998E-2</c:v>
                </c:pt>
                <c:pt idx="141" formatCode="0.00E+00">
                  <c:v>-1.8778875E-2</c:v>
                </c:pt>
                <c:pt idx="142" formatCode="0.00E+00">
                  <c:v>-1.7755697000000001E-2</c:v>
                </c:pt>
                <c:pt idx="143" formatCode="0.00E+00">
                  <c:v>-1.7010665000000001E-2</c:v>
                </c:pt>
                <c:pt idx="144" formatCode="0.00E+00">
                  <c:v>1.1681240000000001E-2</c:v>
                </c:pt>
                <c:pt idx="145" formatCode="0.00E+00">
                  <c:v>7.8471293999999997E-3</c:v>
                </c:pt>
                <c:pt idx="146" formatCode="0.00E+00">
                  <c:v>1.7524709999999999E-2</c:v>
                </c:pt>
                <c:pt idx="147" formatCode="0.00E+00">
                  <c:v>1.6331792000000001E-2</c:v>
                </c:pt>
                <c:pt idx="148" formatCode="0.00E+00">
                  <c:v>2.8815277E-2</c:v>
                </c:pt>
                <c:pt idx="149" formatCode="0.00E+00">
                  <c:v>3.5364556999999998E-2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A5CC-FA4F-A1E2-DA8B99290B77}"/>
            </c:ext>
          </c:extLst>
        </c:ser>
        <c:ser>
          <c:idx val="1"/>
          <c:order val="1"/>
          <c:tx>
            <c:strRef>
              <c:f>Sheet5!$C$1</c:f>
              <c:strCache>
                <c:ptCount val="1"/>
                <c:pt idx="0">
                  <c:v>10^12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Sheet5!$A$2:$A$151</c:f>
              <c:numCache>
                <c:formatCode>General</c:formatCode>
                <c:ptCount val="150"/>
                <c:pt idx="0">
                  <c:v>1.4357740000000001</c:v>
                </c:pt>
                <c:pt idx="1">
                  <c:v>1.5075210000000001</c:v>
                </c:pt>
                <c:pt idx="2">
                  <c:v>1.5792630000000001</c:v>
                </c:pt>
                <c:pt idx="3">
                  <c:v>1.650998</c:v>
                </c:pt>
                <c:pt idx="4">
                  <c:v>1.722726</c:v>
                </c:pt>
                <c:pt idx="5">
                  <c:v>1.794448</c:v>
                </c:pt>
                <c:pt idx="6">
                  <c:v>1.8661620000000001</c:v>
                </c:pt>
                <c:pt idx="7">
                  <c:v>1.9378690000000001</c:v>
                </c:pt>
                <c:pt idx="8">
                  <c:v>2.0095689999999999</c:v>
                </c:pt>
                <c:pt idx="9">
                  <c:v>2.0812599999999999</c:v>
                </c:pt>
                <c:pt idx="10">
                  <c:v>2.1529430000000001</c:v>
                </c:pt>
                <c:pt idx="11">
                  <c:v>2.2246169999999998</c:v>
                </c:pt>
                <c:pt idx="12">
                  <c:v>2.2962820000000002</c:v>
                </c:pt>
                <c:pt idx="13">
                  <c:v>2.3679389999999998</c:v>
                </c:pt>
                <c:pt idx="14">
                  <c:v>2.4395850000000001</c:v>
                </c:pt>
                <c:pt idx="15">
                  <c:v>2.5112220000000001</c:v>
                </c:pt>
                <c:pt idx="16">
                  <c:v>2.582849</c:v>
                </c:pt>
                <c:pt idx="17">
                  <c:v>2.6544660000000002</c:v>
                </c:pt>
                <c:pt idx="18">
                  <c:v>2.7260719999999998</c:v>
                </c:pt>
                <c:pt idx="19">
                  <c:v>2.7976670000000001</c:v>
                </c:pt>
                <c:pt idx="20">
                  <c:v>2.8692510000000002</c:v>
                </c:pt>
                <c:pt idx="21">
                  <c:v>2.940823</c:v>
                </c:pt>
                <c:pt idx="22">
                  <c:v>3.0123829999999998</c:v>
                </c:pt>
                <c:pt idx="23">
                  <c:v>3.0839319999999999</c:v>
                </c:pt>
                <c:pt idx="24">
                  <c:v>3.1554679999999999</c:v>
                </c:pt>
                <c:pt idx="25">
                  <c:v>3.2269920000000001</c:v>
                </c:pt>
                <c:pt idx="26">
                  <c:v>3.2985030000000002</c:v>
                </c:pt>
                <c:pt idx="27">
                  <c:v>3.37</c:v>
                </c:pt>
                <c:pt idx="28">
                  <c:v>3.441484</c:v>
                </c:pt>
                <c:pt idx="29">
                  <c:v>3.5129540000000001</c:v>
                </c:pt>
                <c:pt idx="30">
                  <c:v>3.5844109999999998</c:v>
                </c:pt>
                <c:pt idx="31">
                  <c:v>3.655853</c:v>
                </c:pt>
                <c:pt idx="32">
                  <c:v>3.7272799999999999</c:v>
                </c:pt>
                <c:pt idx="33">
                  <c:v>3.798692</c:v>
                </c:pt>
                <c:pt idx="34">
                  <c:v>3.8700890000000001</c:v>
                </c:pt>
                <c:pt idx="35">
                  <c:v>3.9414709999999999</c:v>
                </c:pt>
                <c:pt idx="36">
                  <c:v>4.0128370000000002</c:v>
                </c:pt>
                <c:pt idx="37">
                  <c:v>4.084187</c:v>
                </c:pt>
                <c:pt idx="38">
                  <c:v>4.1555200000000001</c:v>
                </c:pt>
                <c:pt idx="39">
                  <c:v>4.2268369999999997</c:v>
                </c:pt>
                <c:pt idx="40">
                  <c:v>4.2981369999999997</c:v>
                </c:pt>
                <c:pt idx="41">
                  <c:v>4.3694199999999999</c:v>
                </c:pt>
                <c:pt idx="42">
                  <c:v>4.4406850000000002</c:v>
                </c:pt>
                <c:pt idx="43">
                  <c:v>4.511933</c:v>
                </c:pt>
                <c:pt idx="44">
                  <c:v>4.5831619999999997</c:v>
                </c:pt>
                <c:pt idx="45">
                  <c:v>4.6543729999999996</c:v>
                </c:pt>
                <c:pt idx="46">
                  <c:v>4.7255659999999997</c:v>
                </c:pt>
                <c:pt idx="47">
                  <c:v>4.7967399999999998</c:v>
                </c:pt>
                <c:pt idx="48">
                  <c:v>4.8678939999999997</c:v>
                </c:pt>
                <c:pt idx="49">
                  <c:v>4.9390289999999997</c:v>
                </c:pt>
                <c:pt idx="50">
                  <c:v>5.0101440000000004</c:v>
                </c:pt>
                <c:pt idx="51">
                  <c:v>5.0812400000000002</c:v>
                </c:pt>
                <c:pt idx="52">
                  <c:v>5.1523139999999996</c:v>
                </c:pt>
                <c:pt idx="53">
                  <c:v>5.2233689999999999</c:v>
                </c:pt>
                <c:pt idx="54">
                  <c:v>5.2944019999999998</c:v>
                </c:pt>
                <c:pt idx="55">
                  <c:v>5.3654140000000003</c:v>
                </c:pt>
                <c:pt idx="56">
                  <c:v>5.4364049999999997</c:v>
                </c:pt>
                <c:pt idx="57">
                  <c:v>5.5073740000000004</c:v>
                </c:pt>
                <c:pt idx="58">
                  <c:v>5.5783209999999999</c:v>
                </c:pt>
                <c:pt idx="59">
                  <c:v>5.6492449999999996</c:v>
                </c:pt>
                <c:pt idx="60">
                  <c:v>5.720148</c:v>
                </c:pt>
                <c:pt idx="61">
                  <c:v>5.7910269999999997</c:v>
                </c:pt>
                <c:pt idx="62">
                  <c:v>5.8618829999999997</c:v>
                </c:pt>
                <c:pt idx="63">
                  <c:v>5.932715</c:v>
                </c:pt>
                <c:pt idx="64">
                  <c:v>6.0035239999999996</c:v>
                </c:pt>
                <c:pt idx="65">
                  <c:v>6.0743090000000004</c:v>
                </c:pt>
                <c:pt idx="66">
                  <c:v>6.1450699999999996</c:v>
                </c:pt>
                <c:pt idx="67">
                  <c:v>6.2158059999999997</c:v>
                </c:pt>
                <c:pt idx="68">
                  <c:v>6.2865159999999998</c:v>
                </c:pt>
                <c:pt idx="69">
                  <c:v>6.357202</c:v>
                </c:pt>
                <c:pt idx="70">
                  <c:v>6.4278630000000003</c:v>
                </c:pt>
                <c:pt idx="71">
                  <c:v>6.4984970000000004</c:v>
                </c:pt>
                <c:pt idx="72">
                  <c:v>6.5691059999999997</c:v>
                </c:pt>
                <c:pt idx="73">
                  <c:v>6.6396889999999997</c:v>
                </c:pt>
                <c:pt idx="74">
                  <c:v>6.7102449999999996</c:v>
                </c:pt>
                <c:pt idx="75">
                  <c:v>6.7807740000000001</c:v>
                </c:pt>
                <c:pt idx="76">
                  <c:v>6.8512760000000004</c:v>
                </c:pt>
                <c:pt idx="77">
                  <c:v>6.9217510000000004</c:v>
                </c:pt>
                <c:pt idx="78">
                  <c:v>6.9921980000000001</c:v>
                </c:pt>
                <c:pt idx="79">
                  <c:v>7.0626160000000002</c:v>
                </c:pt>
                <c:pt idx="80">
                  <c:v>7.1330070000000001</c:v>
                </c:pt>
                <c:pt idx="81">
                  <c:v>7.2033690000000004</c:v>
                </c:pt>
                <c:pt idx="82">
                  <c:v>7.2737030000000003</c:v>
                </c:pt>
                <c:pt idx="83">
                  <c:v>7.3440070000000004</c:v>
                </c:pt>
                <c:pt idx="84">
                  <c:v>7.4142809999999999</c:v>
                </c:pt>
                <c:pt idx="85">
                  <c:v>7.4845269999999999</c:v>
                </c:pt>
                <c:pt idx="86">
                  <c:v>7.5547420000000001</c:v>
                </c:pt>
                <c:pt idx="87">
                  <c:v>7.6249269999999996</c:v>
                </c:pt>
                <c:pt idx="88">
                  <c:v>7.6950820000000002</c:v>
                </c:pt>
                <c:pt idx="89">
                  <c:v>7.7652049999999999</c:v>
                </c:pt>
                <c:pt idx="90">
                  <c:v>7.8352979999999999</c:v>
                </c:pt>
                <c:pt idx="91">
                  <c:v>7.9053589999999998</c:v>
                </c:pt>
                <c:pt idx="92">
                  <c:v>7.9753889999999998</c:v>
                </c:pt>
                <c:pt idx="93">
                  <c:v>8.0453869999999998</c:v>
                </c:pt>
                <c:pt idx="94">
                  <c:v>8.1153530000000007</c:v>
                </c:pt>
                <c:pt idx="95">
                  <c:v>8.1852859999999996</c:v>
                </c:pt>
                <c:pt idx="96">
                  <c:v>8.2551860000000001</c:v>
                </c:pt>
                <c:pt idx="97">
                  <c:v>8.3250539999999997</c:v>
                </c:pt>
                <c:pt idx="98">
                  <c:v>8.3948879999999999</c:v>
                </c:pt>
                <c:pt idx="99">
                  <c:v>8.4646880000000007</c:v>
                </c:pt>
                <c:pt idx="100">
                  <c:v>8.5344549999999995</c:v>
                </c:pt>
                <c:pt idx="101">
                  <c:v>8.6041880000000006</c:v>
                </c:pt>
                <c:pt idx="102">
                  <c:v>8.6738859999999995</c:v>
                </c:pt>
                <c:pt idx="103">
                  <c:v>8.7435489999999998</c:v>
                </c:pt>
                <c:pt idx="104">
                  <c:v>8.8131780000000006</c:v>
                </c:pt>
                <c:pt idx="105">
                  <c:v>8.882771</c:v>
                </c:pt>
                <c:pt idx="106">
                  <c:v>8.9523290000000006</c:v>
                </c:pt>
                <c:pt idx="107">
                  <c:v>9.0218509999999998</c:v>
                </c:pt>
                <c:pt idx="108">
                  <c:v>9.0913360000000001</c:v>
                </c:pt>
                <c:pt idx="109">
                  <c:v>9.1607859999999999</c:v>
                </c:pt>
                <c:pt idx="110">
                  <c:v>9.2301990000000007</c:v>
                </c:pt>
                <c:pt idx="111">
                  <c:v>9.2995750000000008</c:v>
                </c:pt>
                <c:pt idx="112">
                  <c:v>9.3689129999999992</c:v>
                </c:pt>
                <c:pt idx="113">
                  <c:v>9.4382140000000003</c:v>
                </c:pt>
                <c:pt idx="114">
                  <c:v>9.5074780000000008</c:v>
                </c:pt>
                <c:pt idx="115">
                  <c:v>9.5767030000000002</c:v>
                </c:pt>
                <c:pt idx="116">
                  <c:v>9.6458899999999996</c:v>
                </c:pt>
                <c:pt idx="117">
                  <c:v>9.7150379999999998</c:v>
                </c:pt>
                <c:pt idx="118">
                  <c:v>9.7841480000000001</c:v>
                </c:pt>
                <c:pt idx="119">
                  <c:v>9.8532189999999993</c:v>
                </c:pt>
                <c:pt idx="120">
                  <c:v>9.92225</c:v>
                </c:pt>
                <c:pt idx="121">
                  <c:v>9.9912410000000005</c:v>
                </c:pt>
                <c:pt idx="122">
                  <c:v>10.06019</c:v>
                </c:pt>
                <c:pt idx="123">
                  <c:v>10.129099999999999</c:v>
                </c:pt>
                <c:pt idx="124">
                  <c:v>10.197979999999999</c:v>
                </c:pt>
                <c:pt idx="125">
                  <c:v>10.2668</c:v>
                </c:pt>
                <c:pt idx="126">
                  <c:v>10.33559</c:v>
                </c:pt>
                <c:pt idx="127">
                  <c:v>10.404339999999999</c:v>
                </c:pt>
                <c:pt idx="128">
                  <c:v>10.473050000000001</c:v>
                </c:pt>
                <c:pt idx="129">
                  <c:v>10.54171</c:v>
                </c:pt>
                <c:pt idx="130">
                  <c:v>10.610329999999999</c:v>
                </c:pt>
                <c:pt idx="131">
                  <c:v>10.67891</c:v>
                </c:pt>
                <c:pt idx="132">
                  <c:v>10.747450000000001</c:v>
                </c:pt>
                <c:pt idx="133">
                  <c:v>10.815939999999999</c:v>
                </c:pt>
                <c:pt idx="134">
                  <c:v>10.88439</c:v>
                </c:pt>
                <c:pt idx="135">
                  <c:v>10.9528</c:v>
                </c:pt>
                <c:pt idx="136">
                  <c:v>11.02116</c:v>
                </c:pt>
                <c:pt idx="137">
                  <c:v>11.08948</c:v>
                </c:pt>
                <c:pt idx="138">
                  <c:v>11.15776</c:v>
                </c:pt>
                <c:pt idx="139">
                  <c:v>11.225989999999999</c:v>
                </c:pt>
                <c:pt idx="140">
                  <c:v>11.294169999999999</c:v>
                </c:pt>
                <c:pt idx="141">
                  <c:v>11.362310000000001</c:v>
                </c:pt>
                <c:pt idx="142">
                  <c:v>11.43041</c:v>
                </c:pt>
                <c:pt idx="143">
                  <c:v>11.49845</c:v>
                </c:pt>
                <c:pt idx="144">
                  <c:v>11.566459999999999</c:v>
                </c:pt>
                <c:pt idx="145">
                  <c:v>11.634410000000001</c:v>
                </c:pt>
                <c:pt idx="146">
                  <c:v>11.70232</c:v>
                </c:pt>
                <c:pt idx="147">
                  <c:v>11.770189999999999</c:v>
                </c:pt>
                <c:pt idx="148">
                  <c:v>11.837999999999999</c:v>
                </c:pt>
                <c:pt idx="149">
                  <c:v>11.90577</c:v>
                </c:pt>
              </c:numCache>
            </c:numRef>
          </c:xVal>
          <c:yVal>
            <c:numRef>
              <c:f>Sheet5!$C$2:$C$151</c:f>
              <c:numCache>
                <c:formatCode>General</c:formatCode>
                <c:ptCount val="150"/>
                <c:pt idx="0">
                  <c:v>-1.0013399999999999</c:v>
                </c:pt>
                <c:pt idx="1">
                  <c:v>-0.99681730000000002</c:v>
                </c:pt>
                <c:pt idx="2">
                  <c:v>-0.9204251</c:v>
                </c:pt>
                <c:pt idx="3">
                  <c:v>-0.91764310000000004</c:v>
                </c:pt>
                <c:pt idx="4">
                  <c:v>-0.88955759999999995</c:v>
                </c:pt>
                <c:pt idx="5">
                  <c:v>-0.85196930000000004</c:v>
                </c:pt>
                <c:pt idx="6">
                  <c:v>-0.80439530000000004</c:v>
                </c:pt>
                <c:pt idx="7">
                  <c:v>-0.73546750000000005</c:v>
                </c:pt>
                <c:pt idx="8">
                  <c:v>-0.68416299999999997</c:v>
                </c:pt>
                <c:pt idx="9">
                  <c:v>-0.54839970000000005</c:v>
                </c:pt>
                <c:pt idx="10">
                  <c:v>-0.35517130000000002</c:v>
                </c:pt>
                <c:pt idx="11" formatCode="0.00E+00">
                  <c:v>-5.0395190999999999E-2</c:v>
                </c:pt>
                <c:pt idx="12">
                  <c:v>0.33898240000000002</c:v>
                </c:pt>
                <c:pt idx="13">
                  <c:v>0.94041189999999997</c:v>
                </c:pt>
                <c:pt idx="14">
                  <c:v>1.5729679999999999</c:v>
                </c:pt>
                <c:pt idx="15">
                  <c:v>2.3002359999999999</c:v>
                </c:pt>
                <c:pt idx="16">
                  <c:v>2.47139</c:v>
                </c:pt>
                <c:pt idx="17">
                  <c:v>2.0118689999999999</c:v>
                </c:pt>
                <c:pt idx="18">
                  <c:v>1.2615780000000001</c:v>
                </c:pt>
                <c:pt idx="19">
                  <c:v>0.4758693</c:v>
                </c:pt>
                <c:pt idx="20">
                  <c:v>-0.12569640000000001</c:v>
                </c:pt>
                <c:pt idx="21">
                  <c:v>-0.56836070000000005</c:v>
                </c:pt>
                <c:pt idx="22">
                  <c:v>-0.77433819999999998</c:v>
                </c:pt>
                <c:pt idx="23">
                  <c:v>-0.82372009999999996</c:v>
                </c:pt>
                <c:pt idx="24">
                  <c:v>-0.76300570000000001</c:v>
                </c:pt>
                <c:pt idx="25">
                  <c:v>-0.71434750000000002</c:v>
                </c:pt>
                <c:pt idx="26">
                  <c:v>-0.61476850000000005</c:v>
                </c:pt>
                <c:pt idx="27">
                  <c:v>-0.58722759999999996</c:v>
                </c:pt>
                <c:pt idx="28">
                  <c:v>-0.50592950000000003</c:v>
                </c:pt>
                <c:pt idx="29">
                  <c:v>-0.42329800000000001</c:v>
                </c:pt>
                <c:pt idx="30">
                  <c:v>-0.36798649999999999</c:v>
                </c:pt>
                <c:pt idx="31">
                  <c:v>-0.30191990000000002</c:v>
                </c:pt>
                <c:pt idx="32">
                  <c:v>-0.23298830000000001</c:v>
                </c:pt>
                <c:pt idx="33">
                  <c:v>-0.15653349999999999</c:v>
                </c:pt>
                <c:pt idx="34" formatCode="0.00E+00">
                  <c:v>-6.5784276000000003E-2</c:v>
                </c:pt>
                <c:pt idx="35" formatCode="0.00E+00">
                  <c:v>5.8631497999999997E-2</c:v>
                </c:pt>
                <c:pt idx="36">
                  <c:v>0.1073891</c:v>
                </c:pt>
                <c:pt idx="37">
                  <c:v>0.16692199999999999</c:v>
                </c:pt>
                <c:pt idx="38">
                  <c:v>0.25117020000000001</c:v>
                </c:pt>
                <c:pt idx="39">
                  <c:v>0.29744009999999999</c:v>
                </c:pt>
                <c:pt idx="40">
                  <c:v>0.30030590000000001</c:v>
                </c:pt>
                <c:pt idx="41">
                  <c:v>0.29255829999999999</c:v>
                </c:pt>
                <c:pt idx="42">
                  <c:v>0.2876513</c:v>
                </c:pt>
                <c:pt idx="43">
                  <c:v>0.27542119999999998</c:v>
                </c:pt>
                <c:pt idx="44">
                  <c:v>0.21531990000000001</c:v>
                </c:pt>
                <c:pt idx="45">
                  <c:v>0.15864329999999999</c:v>
                </c:pt>
                <c:pt idx="46" formatCode="0.00E+00">
                  <c:v>9.8654522999999994E-2</c:v>
                </c:pt>
                <c:pt idx="47" formatCode="0.00E+00">
                  <c:v>4.7351450000000003E-2</c:v>
                </c:pt>
                <c:pt idx="48" formatCode="0.00E+00">
                  <c:v>3.9652814000000003E-3</c:v>
                </c:pt>
                <c:pt idx="49" formatCode="0.00E+00">
                  <c:v>-1.7854960999999999E-2</c:v>
                </c:pt>
                <c:pt idx="50" formatCode="0.00E+00">
                  <c:v>-3.879432E-2</c:v>
                </c:pt>
                <c:pt idx="51" formatCode="0.00E+00">
                  <c:v>-9.8571979000000004E-2</c:v>
                </c:pt>
                <c:pt idx="52">
                  <c:v>-0.1094511</c:v>
                </c:pt>
                <c:pt idx="53">
                  <c:v>-0.1387861</c:v>
                </c:pt>
                <c:pt idx="54">
                  <c:v>-0.14935960000000001</c:v>
                </c:pt>
                <c:pt idx="55">
                  <c:v>-0.13239380000000001</c:v>
                </c:pt>
                <c:pt idx="56">
                  <c:v>-0.1310547</c:v>
                </c:pt>
                <c:pt idx="57">
                  <c:v>-0.1209711</c:v>
                </c:pt>
                <c:pt idx="58" formatCode="0.00E+00">
                  <c:v>-8.3302625000000005E-2</c:v>
                </c:pt>
                <c:pt idx="59" formatCode="0.00E+00">
                  <c:v>-6.1431639000000003E-2</c:v>
                </c:pt>
                <c:pt idx="60" formatCode="0.00E+00">
                  <c:v>-7.0217400999999999E-2</c:v>
                </c:pt>
                <c:pt idx="61" formatCode="0.00E+00">
                  <c:v>-1.4272959999999999E-2</c:v>
                </c:pt>
                <c:pt idx="62" formatCode="0.00E+00">
                  <c:v>1.2633488999999999E-2</c:v>
                </c:pt>
                <c:pt idx="63" formatCode="0.00E+00">
                  <c:v>2.3110025999999999E-2</c:v>
                </c:pt>
                <c:pt idx="64" formatCode="0.00E+00">
                  <c:v>6.3954800000000006E-2</c:v>
                </c:pt>
                <c:pt idx="65" formatCode="0.00E+00">
                  <c:v>8.3168395000000006E-2</c:v>
                </c:pt>
                <c:pt idx="66" formatCode="0.00E+00">
                  <c:v>8.3437770999999994E-2</c:v>
                </c:pt>
                <c:pt idx="67" formatCode="0.00E+00">
                  <c:v>9.5573902000000002E-2</c:v>
                </c:pt>
                <c:pt idx="68" formatCode="0.00E+00">
                  <c:v>9.6003278999999997E-2</c:v>
                </c:pt>
                <c:pt idx="69" formatCode="0.00E+00">
                  <c:v>7.1139834999999998E-2</c:v>
                </c:pt>
                <c:pt idx="70" formatCode="0.00E+00">
                  <c:v>6.2056988E-2</c:v>
                </c:pt>
                <c:pt idx="71" formatCode="0.00E+00">
                  <c:v>2.3697544000000001E-2</c:v>
                </c:pt>
                <c:pt idx="72" formatCode="0.00E+00">
                  <c:v>-6.3409540000000002E-3</c:v>
                </c:pt>
                <c:pt idx="73" formatCode="0.00E+00">
                  <c:v>-2.7846806000000002E-2</c:v>
                </c:pt>
                <c:pt idx="74" formatCode="0.00E+00">
                  <c:v>-3.5607550000000002E-2</c:v>
                </c:pt>
                <c:pt idx="75" formatCode="0.00E+00">
                  <c:v>-6.1916552E-2</c:v>
                </c:pt>
                <c:pt idx="76" formatCode="0.00E+00">
                  <c:v>-6.8248964999999995E-2</c:v>
                </c:pt>
                <c:pt idx="77" formatCode="0.00E+00">
                  <c:v>-5.6342694999999998E-2</c:v>
                </c:pt>
                <c:pt idx="78" formatCode="0.00E+00">
                  <c:v>-7.6721884000000004E-2</c:v>
                </c:pt>
                <c:pt idx="79" formatCode="0.00E+00">
                  <c:v>-4.2003959E-2</c:v>
                </c:pt>
                <c:pt idx="80" formatCode="0.00E+00">
                  <c:v>-1.8621944000000001E-2</c:v>
                </c:pt>
                <c:pt idx="81" formatCode="0.00E+00">
                  <c:v>-1.7848224999999999E-2</c:v>
                </c:pt>
                <c:pt idx="82" formatCode="0.00E+00">
                  <c:v>4.2375581999999998E-3</c:v>
                </c:pt>
                <c:pt idx="83" formatCode="0.00E+00">
                  <c:v>2.1182614999999998E-2</c:v>
                </c:pt>
                <c:pt idx="84" formatCode="0.00E+00">
                  <c:v>-3.7975586000000001E-3</c:v>
                </c:pt>
                <c:pt idx="85" formatCode="0.00E+00">
                  <c:v>2.2060496999999998E-2</c:v>
                </c:pt>
                <c:pt idx="86" formatCode="0.00E+00">
                  <c:v>3.8520999E-2</c:v>
                </c:pt>
                <c:pt idx="87" formatCode="0.00E+00">
                  <c:v>2.7200015000000001E-2</c:v>
                </c:pt>
                <c:pt idx="88" formatCode="0.00E+00">
                  <c:v>2.0775492999999999E-2</c:v>
                </c:pt>
                <c:pt idx="89" formatCode="0.00E+00">
                  <c:v>-5.9391034000000001E-5</c:v>
                </c:pt>
                <c:pt idx="90" formatCode="0.00E+00">
                  <c:v>2.4645160999999999E-2</c:v>
                </c:pt>
                <c:pt idx="91" formatCode="0.00E+00">
                  <c:v>2.0851234E-2</c:v>
                </c:pt>
                <c:pt idx="92" formatCode="0.00E+00">
                  <c:v>1.8745912E-2</c:v>
                </c:pt>
                <c:pt idx="93" formatCode="0.00E+00">
                  <c:v>8.7884338999999999E-3</c:v>
                </c:pt>
                <c:pt idx="94" formatCode="0.00E+00">
                  <c:v>3.3203288999999997E-2</c:v>
                </c:pt>
                <c:pt idx="95" formatCode="0.00E+00">
                  <c:v>3.9977263999999998E-2</c:v>
                </c:pt>
                <c:pt idx="96" formatCode="0.00E+00">
                  <c:v>2.4901889E-2</c:v>
                </c:pt>
                <c:pt idx="97" formatCode="0.00E+00">
                  <c:v>4.5546304000000003E-2</c:v>
                </c:pt>
                <c:pt idx="98" formatCode="0.00E+00">
                  <c:v>4.4058841000000001E-2</c:v>
                </c:pt>
                <c:pt idx="99" formatCode="0.00E+00">
                  <c:v>4.0524422999999997E-2</c:v>
                </c:pt>
                <c:pt idx="100" formatCode="0.00E+00">
                  <c:v>2.0364431999999998E-2</c:v>
                </c:pt>
                <c:pt idx="101" formatCode="0.00E+00">
                  <c:v>5.5557423999999999E-3</c:v>
                </c:pt>
                <c:pt idx="102" formatCode="0.00E+00">
                  <c:v>-2.2660863E-2</c:v>
                </c:pt>
                <c:pt idx="103" formatCode="0.00E+00">
                  <c:v>-3.6483094000000001E-2</c:v>
                </c:pt>
                <c:pt idx="104" formatCode="0.00E+00">
                  <c:v>-6.7052647000000007E-2</c:v>
                </c:pt>
                <c:pt idx="105" formatCode="0.00E+00">
                  <c:v>-8.6331493999999995E-2</c:v>
                </c:pt>
                <c:pt idx="106" formatCode="0.00E+00">
                  <c:v>-8.6313024000000002E-2</c:v>
                </c:pt>
                <c:pt idx="107" formatCode="0.00E+00">
                  <c:v>-9.7193636E-2</c:v>
                </c:pt>
                <c:pt idx="108" formatCode="0.00E+00">
                  <c:v>-8.3156339999999995E-2</c:v>
                </c:pt>
                <c:pt idx="109" formatCode="0.00E+00">
                  <c:v>-6.6922261999999996E-2</c:v>
                </c:pt>
                <c:pt idx="110" formatCode="0.00E+00">
                  <c:v>-4.2669042999999997E-2</c:v>
                </c:pt>
                <c:pt idx="111" formatCode="0.00E+00">
                  <c:v>-3.1474206999999997E-2</c:v>
                </c:pt>
                <c:pt idx="112" formatCode="0.00E+00">
                  <c:v>-9.8470812999999994E-3</c:v>
                </c:pt>
                <c:pt idx="113" formatCode="0.00E+00">
                  <c:v>1.6283188000000001E-2</c:v>
                </c:pt>
                <c:pt idx="114" formatCode="0.00E+00">
                  <c:v>4.2495731000000002E-2</c:v>
                </c:pt>
                <c:pt idx="115" formatCode="0.00E+00">
                  <c:v>5.5090737000000001E-2</c:v>
                </c:pt>
                <c:pt idx="116" formatCode="0.00E+00">
                  <c:v>7.2723940000000001E-2</c:v>
                </c:pt>
                <c:pt idx="117" formatCode="0.00E+00">
                  <c:v>6.5758496999999999E-2</c:v>
                </c:pt>
                <c:pt idx="118" formatCode="0.00E+00">
                  <c:v>4.8492397999999999E-2</c:v>
                </c:pt>
                <c:pt idx="119" formatCode="0.00E+00">
                  <c:v>5.7774376000000002E-2</c:v>
                </c:pt>
                <c:pt idx="120" formatCode="0.00E+00">
                  <c:v>4.4887844000000003E-2</c:v>
                </c:pt>
                <c:pt idx="121" formatCode="0.00E+00">
                  <c:v>4.8763464999999999E-2</c:v>
                </c:pt>
                <c:pt idx="122" formatCode="0.00E+00">
                  <c:v>3.9077356000000001E-2</c:v>
                </c:pt>
                <c:pt idx="123" formatCode="0.00E+00">
                  <c:v>3.4948643000000001E-2</c:v>
                </c:pt>
                <c:pt idx="124" formatCode="0.00E+00">
                  <c:v>2.6309861E-2</c:v>
                </c:pt>
                <c:pt idx="125" formatCode="0.00E+00">
                  <c:v>1.3622762E-2</c:v>
                </c:pt>
                <c:pt idx="126" formatCode="0.00E+00">
                  <c:v>-2.9349664999999997E-4</c:v>
                </c:pt>
                <c:pt idx="127" formatCode="0.00E+00">
                  <c:v>-7.6251384000000002E-3</c:v>
                </c:pt>
                <c:pt idx="128" formatCode="0.00E+00">
                  <c:v>-1.8701295000000001E-3</c:v>
                </c:pt>
                <c:pt idx="129" formatCode="0.00E+00">
                  <c:v>-3.1709790000000002E-2</c:v>
                </c:pt>
                <c:pt idx="130" formatCode="0.00E+00">
                  <c:v>-2.6989695000000001E-2</c:v>
                </c:pt>
                <c:pt idx="131" formatCode="0.00E+00">
                  <c:v>-2.7764374000000001E-2</c:v>
                </c:pt>
                <c:pt idx="132" formatCode="0.00E+00">
                  <c:v>-3.2094490000000003E-2</c:v>
                </c:pt>
                <c:pt idx="133" formatCode="0.00E+00">
                  <c:v>-2.5655708999999999E-2</c:v>
                </c:pt>
                <c:pt idx="134" formatCode="0.00E+00">
                  <c:v>-3.0964255E-2</c:v>
                </c:pt>
                <c:pt idx="135" formatCode="0.00E+00">
                  <c:v>-2.6157995999999999E-2</c:v>
                </c:pt>
                <c:pt idx="136" formatCode="0.00E+00">
                  <c:v>-3.4725934E-2</c:v>
                </c:pt>
                <c:pt idx="137" formatCode="0.00E+00">
                  <c:v>-3.2947693E-2</c:v>
                </c:pt>
                <c:pt idx="138" formatCode="0.00E+00">
                  <c:v>-9.3381283999999995E-3</c:v>
                </c:pt>
                <c:pt idx="139" formatCode="0.00E+00">
                  <c:v>-2.4447599E-2</c:v>
                </c:pt>
                <c:pt idx="140" formatCode="0.00E+00">
                  <c:v>-5.4370246999999997E-2</c:v>
                </c:pt>
                <c:pt idx="141" formatCode="0.00E+00">
                  <c:v>-1.6421029E-2</c:v>
                </c:pt>
                <c:pt idx="142" formatCode="0.00E+00">
                  <c:v>-1.1865267000000001E-2</c:v>
                </c:pt>
                <c:pt idx="143" formatCode="0.00E+00">
                  <c:v>-1.4286024E-2</c:v>
                </c:pt>
                <c:pt idx="144" formatCode="0.00E+00">
                  <c:v>5.1920270000000001E-3</c:v>
                </c:pt>
                <c:pt idx="145" formatCode="0.00E+00">
                  <c:v>5.4968067000000002E-4</c:v>
                </c:pt>
                <c:pt idx="146" formatCode="0.00E+00">
                  <c:v>2.1090853999999999E-2</c:v>
                </c:pt>
                <c:pt idx="147" formatCode="0.00E+00">
                  <c:v>2.7531777E-2</c:v>
                </c:pt>
                <c:pt idx="148" formatCode="0.00E+00">
                  <c:v>3.7833810000000002E-2</c:v>
                </c:pt>
                <c:pt idx="149" formatCode="0.00E+00">
                  <c:v>3.4818515000000001E-2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A5CC-FA4F-A1E2-DA8B99290B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81780047"/>
        <c:axId val="1044962303"/>
      </c:scatterChart>
      <c:valAx>
        <c:axId val="781780047"/>
        <c:scaling>
          <c:orientation val="minMax"/>
          <c:max val="12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 altLang="ja-JP" sz="18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q(Å</a:t>
                </a:r>
                <a:r>
                  <a:rPr lang="en-US" altLang="ja-JP" sz="1800" baseline="30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-1</a:t>
                </a:r>
                <a:r>
                  <a:rPr lang="en-US" altLang="ja-JP" sz="18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ja-JP" altLang="en-US" sz="18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ja-JP" alt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ja-JP"/>
          </a:p>
        </c:txPr>
        <c:crossAx val="1044962303"/>
        <c:crosses val="autoZero"/>
        <c:crossBetween val="midCat"/>
      </c:valAx>
      <c:valAx>
        <c:axId val="1044962303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 altLang="ja-JP" sz="18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s(q)</a:t>
                </a:r>
                <a:endParaRPr lang="ja-JP" altLang="en-US" sz="18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ja-JP" alt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ja-JP"/>
          </a:p>
        </c:txPr>
        <c:crossAx val="781780047"/>
        <c:crosses val="autoZero"/>
        <c:crossBetween val="midCat"/>
      </c:valAx>
      <c:spPr>
        <a:noFill/>
        <a:ln>
          <a:solidFill>
            <a:schemeClr val="tx1"/>
          </a:solidFill>
        </a:ln>
        <a:effectLst/>
      </c:spPr>
    </c:plotArea>
    <c:legend>
      <c:legendPos val="tr"/>
      <c:layout>
        <c:manualLayout>
          <c:xMode val="edge"/>
          <c:yMode val="edge"/>
          <c:x val="0.55081980354164484"/>
          <c:y val="8.5440407020266396E-2"/>
          <c:w val="0.27925865298050928"/>
          <c:h val="0.26771889171707303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ja-JP" sz="1400">
                <a:effectLst/>
              </a:rPr>
              <a:t>冷却速度が</a:t>
            </a:r>
            <a:r>
              <a:rPr lang="en-US" altLang="ja-JP" sz="1400">
                <a:effectLst/>
              </a:rPr>
              <a:t>1.0×10¹</a:t>
            </a:r>
            <a:r>
              <a:rPr lang="en-US" altLang="ja-JP" sz="1400" baseline="30000">
                <a:effectLst/>
              </a:rPr>
              <a:t>3</a:t>
            </a:r>
            <a:r>
              <a:rPr lang="en-US" altLang="ja-JP" sz="1400">
                <a:effectLst/>
              </a:rPr>
              <a:t>K/s</a:t>
            </a:r>
            <a:r>
              <a:rPr lang="ja-JP" altLang="ja-JP" sz="1400">
                <a:effectLst/>
              </a:rPr>
              <a:t>での構造因子</a:t>
            </a:r>
            <a:r>
              <a:rPr lang="en-US" altLang="ja-JP" sz="1400">
                <a:effectLst/>
              </a:rPr>
              <a:t>S(Q)</a:t>
            </a:r>
            <a:endParaRPr lang="ja-JP" altLang="ja-JP" sz="140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ja-JP"/>
        </a:p>
      </c:txPr>
    </c:title>
    <c:autoTitleDeleted val="0"/>
    <c:plotArea>
      <c:layout/>
      <c:scatterChart>
        <c:scatterStyle val="smoothMarker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axId val="1402966960"/>
        <c:axId val="1437582016"/>
      </c:scatterChart>
      <c:valAx>
        <c:axId val="140296696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ja-JP" dirty="0"/>
                  <a:t>Q(Å</a:t>
                </a:r>
                <a:r>
                  <a:rPr lang="en-US" altLang="ja-JP" b="1" dirty="0"/>
                  <a:t>⁻¹</a:t>
                </a:r>
                <a:r>
                  <a:rPr lang="en-US" altLang="ja-JP" dirty="0"/>
                  <a:t>)</a:t>
                </a:r>
                <a:endParaRPr lang="ja-JP" alt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 alt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437582016"/>
        <c:crosses val="autoZero"/>
        <c:crossBetween val="midCat"/>
      </c:valAx>
      <c:valAx>
        <c:axId val="1437582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ja-JP"/>
                  <a:t>S(Q)</a:t>
                </a:r>
                <a:endParaRPr lang="ja-JP" alt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 altLang="en-US"/>
            </a:p>
          </c:txPr>
        </c:title>
        <c:numFmt formatCode="0.00E+00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40296696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ja-JP" sz="2000" dirty="0"/>
              <a:t>部分</a:t>
            </a:r>
            <a:r>
              <a:rPr lang="en-US" sz="2000" dirty="0"/>
              <a:t>2</a:t>
            </a:r>
            <a:r>
              <a:rPr lang="ja-JP" sz="2000" dirty="0"/>
              <a:t>体分布関数</a:t>
            </a:r>
            <a:r>
              <a:rPr lang="en-US" sz="2000" dirty="0"/>
              <a:t>(1.0×10</a:t>
            </a:r>
            <a:r>
              <a:rPr lang="en-US" sz="2000" baseline="30000" dirty="0"/>
              <a:t>12</a:t>
            </a:r>
            <a:r>
              <a:rPr lang="en-US" altLang="ja-JP" sz="2000" dirty="0"/>
              <a:t>K</a:t>
            </a:r>
            <a:r>
              <a:rPr lang="en-US" sz="2000" dirty="0"/>
              <a:t>/s)</a:t>
            </a:r>
            <a:endParaRPr lang="ja-JP" sz="2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Al-Al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xVal>
            <c:numRef>
              <c:f>Sheet1!$A$2:$A$201</c:f>
              <c:numCache>
                <c:formatCode>General</c:formatCode>
                <c:ptCount val="200"/>
                <c:pt idx="0">
                  <c:v>1.7500000000000002E-2</c:v>
                </c:pt>
                <c:pt idx="1">
                  <c:v>5.2499999999999998E-2</c:v>
                </c:pt>
                <c:pt idx="2">
                  <c:v>8.7499999999999994E-2</c:v>
                </c:pt>
                <c:pt idx="3">
                  <c:v>0.1225</c:v>
                </c:pt>
                <c:pt idx="4">
                  <c:v>0.1575</c:v>
                </c:pt>
                <c:pt idx="5">
                  <c:v>0.1925</c:v>
                </c:pt>
                <c:pt idx="6">
                  <c:v>0.22750000000000001</c:v>
                </c:pt>
                <c:pt idx="7">
                  <c:v>0.26250000000000001</c:v>
                </c:pt>
                <c:pt idx="8">
                  <c:v>0.29749999999999999</c:v>
                </c:pt>
                <c:pt idx="9">
                  <c:v>0.33250000000000002</c:v>
                </c:pt>
                <c:pt idx="10">
                  <c:v>0.36749999999999999</c:v>
                </c:pt>
                <c:pt idx="11">
                  <c:v>0.40250000000000002</c:v>
                </c:pt>
                <c:pt idx="12">
                  <c:v>0.4375</c:v>
                </c:pt>
                <c:pt idx="13">
                  <c:v>0.47249999999999998</c:v>
                </c:pt>
                <c:pt idx="14">
                  <c:v>0.50749999999999995</c:v>
                </c:pt>
                <c:pt idx="15">
                  <c:v>0.54249999999999998</c:v>
                </c:pt>
                <c:pt idx="16">
                  <c:v>0.57750000000000001</c:v>
                </c:pt>
                <c:pt idx="17">
                  <c:v>0.61250000000000004</c:v>
                </c:pt>
                <c:pt idx="18">
                  <c:v>0.64749999999999996</c:v>
                </c:pt>
                <c:pt idx="19">
                  <c:v>0.6825</c:v>
                </c:pt>
                <c:pt idx="20">
                  <c:v>0.71750000000000003</c:v>
                </c:pt>
                <c:pt idx="21">
                  <c:v>0.75249999999999995</c:v>
                </c:pt>
                <c:pt idx="22">
                  <c:v>0.78749999999999998</c:v>
                </c:pt>
                <c:pt idx="23">
                  <c:v>0.82250000000000001</c:v>
                </c:pt>
                <c:pt idx="24">
                  <c:v>0.85750000000000004</c:v>
                </c:pt>
                <c:pt idx="25">
                  <c:v>0.89249999999999996</c:v>
                </c:pt>
                <c:pt idx="26">
                  <c:v>0.92749999999999999</c:v>
                </c:pt>
                <c:pt idx="27">
                  <c:v>0.96250000000000002</c:v>
                </c:pt>
                <c:pt idx="28">
                  <c:v>0.99750000000000005</c:v>
                </c:pt>
                <c:pt idx="29">
                  <c:v>1.0325</c:v>
                </c:pt>
                <c:pt idx="30">
                  <c:v>1.0674999999999999</c:v>
                </c:pt>
                <c:pt idx="31">
                  <c:v>1.1025</c:v>
                </c:pt>
                <c:pt idx="32">
                  <c:v>1.1375</c:v>
                </c:pt>
                <c:pt idx="33">
                  <c:v>1.1725000000000001</c:v>
                </c:pt>
                <c:pt idx="34">
                  <c:v>1.2075</c:v>
                </c:pt>
                <c:pt idx="35">
                  <c:v>1.2424999999999999</c:v>
                </c:pt>
                <c:pt idx="36">
                  <c:v>1.2775000000000001</c:v>
                </c:pt>
                <c:pt idx="37">
                  <c:v>1.3125</c:v>
                </c:pt>
                <c:pt idx="38">
                  <c:v>1.3474999999999999</c:v>
                </c:pt>
                <c:pt idx="39">
                  <c:v>1.3825000000000001</c:v>
                </c:pt>
                <c:pt idx="40">
                  <c:v>1.4175</c:v>
                </c:pt>
                <c:pt idx="41">
                  <c:v>1.4524999999999999</c:v>
                </c:pt>
                <c:pt idx="42">
                  <c:v>1.4875</c:v>
                </c:pt>
                <c:pt idx="43">
                  <c:v>1.5225</c:v>
                </c:pt>
                <c:pt idx="44">
                  <c:v>1.5575000000000001</c:v>
                </c:pt>
                <c:pt idx="45">
                  <c:v>1.5925</c:v>
                </c:pt>
                <c:pt idx="46">
                  <c:v>1.6274999999999999</c:v>
                </c:pt>
                <c:pt idx="47">
                  <c:v>1.6625000000000001</c:v>
                </c:pt>
                <c:pt idx="48">
                  <c:v>1.6975</c:v>
                </c:pt>
                <c:pt idx="49">
                  <c:v>1.7324999999999999</c:v>
                </c:pt>
                <c:pt idx="50">
                  <c:v>1.7675000000000001</c:v>
                </c:pt>
                <c:pt idx="51">
                  <c:v>1.8025</c:v>
                </c:pt>
                <c:pt idx="52">
                  <c:v>1.8374999999999999</c:v>
                </c:pt>
                <c:pt idx="53">
                  <c:v>1.8725000000000001</c:v>
                </c:pt>
                <c:pt idx="54">
                  <c:v>1.9075</c:v>
                </c:pt>
                <c:pt idx="55">
                  <c:v>1.9424999999999999</c:v>
                </c:pt>
                <c:pt idx="56">
                  <c:v>1.9775</c:v>
                </c:pt>
                <c:pt idx="57">
                  <c:v>2.0125000000000002</c:v>
                </c:pt>
                <c:pt idx="58">
                  <c:v>2.0474999999999999</c:v>
                </c:pt>
                <c:pt idx="59">
                  <c:v>2.0825</c:v>
                </c:pt>
                <c:pt idx="60">
                  <c:v>2.1175000000000002</c:v>
                </c:pt>
                <c:pt idx="61">
                  <c:v>2.1524999999999999</c:v>
                </c:pt>
                <c:pt idx="62">
                  <c:v>2.1875</c:v>
                </c:pt>
                <c:pt idx="63">
                  <c:v>2.2225000000000001</c:v>
                </c:pt>
                <c:pt idx="64">
                  <c:v>2.2574999999999998</c:v>
                </c:pt>
                <c:pt idx="65">
                  <c:v>2.2925</c:v>
                </c:pt>
                <c:pt idx="66">
                  <c:v>2.3275000000000001</c:v>
                </c:pt>
                <c:pt idx="67">
                  <c:v>2.3624999999999998</c:v>
                </c:pt>
                <c:pt idx="68">
                  <c:v>2.3975</c:v>
                </c:pt>
                <c:pt idx="69">
                  <c:v>2.4325000000000001</c:v>
                </c:pt>
                <c:pt idx="70">
                  <c:v>2.4674999999999998</c:v>
                </c:pt>
                <c:pt idx="71">
                  <c:v>2.5024999999999999</c:v>
                </c:pt>
                <c:pt idx="72">
                  <c:v>2.5375000000000001</c:v>
                </c:pt>
                <c:pt idx="73">
                  <c:v>2.5724999999999998</c:v>
                </c:pt>
                <c:pt idx="74">
                  <c:v>2.6074999999999999</c:v>
                </c:pt>
                <c:pt idx="75">
                  <c:v>2.6425000000000001</c:v>
                </c:pt>
                <c:pt idx="76">
                  <c:v>2.6775000000000002</c:v>
                </c:pt>
                <c:pt idx="77">
                  <c:v>2.7124999999999999</c:v>
                </c:pt>
                <c:pt idx="78">
                  <c:v>2.7475000000000001</c:v>
                </c:pt>
                <c:pt idx="79">
                  <c:v>2.7825000000000002</c:v>
                </c:pt>
                <c:pt idx="80">
                  <c:v>2.8174999999999999</c:v>
                </c:pt>
                <c:pt idx="81">
                  <c:v>2.8525</c:v>
                </c:pt>
                <c:pt idx="82">
                  <c:v>2.8875000000000002</c:v>
                </c:pt>
                <c:pt idx="83">
                  <c:v>2.9224999999999999</c:v>
                </c:pt>
                <c:pt idx="84">
                  <c:v>2.9575</c:v>
                </c:pt>
                <c:pt idx="85">
                  <c:v>2.9925000000000002</c:v>
                </c:pt>
                <c:pt idx="86">
                  <c:v>3.0274999999999999</c:v>
                </c:pt>
                <c:pt idx="87">
                  <c:v>3.0625</c:v>
                </c:pt>
                <c:pt idx="88">
                  <c:v>3.0975000000000001</c:v>
                </c:pt>
                <c:pt idx="89">
                  <c:v>3.1324999999999998</c:v>
                </c:pt>
                <c:pt idx="90">
                  <c:v>3.1675</c:v>
                </c:pt>
                <c:pt idx="91">
                  <c:v>3.2025000000000001</c:v>
                </c:pt>
                <c:pt idx="92">
                  <c:v>3.2374999999999998</c:v>
                </c:pt>
                <c:pt idx="93">
                  <c:v>3.2725</c:v>
                </c:pt>
                <c:pt idx="94">
                  <c:v>3.3075000000000001</c:v>
                </c:pt>
                <c:pt idx="95">
                  <c:v>3.3424999999999998</c:v>
                </c:pt>
                <c:pt idx="96">
                  <c:v>3.3774999999999999</c:v>
                </c:pt>
                <c:pt idx="97">
                  <c:v>3.4125000000000001</c:v>
                </c:pt>
                <c:pt idx="98">
                  <c:v>3.4474999999999998</c:v>
                </c:pt>
                <c:pt idx="99">
                  <c:v>3.4824999999999999</c:v>
                </c:pt>
                <c:pt idx="100">
                  <c:v>3.5175000000000001</c:v>
                </c:pt>
                <c:pt idx="101">
                  <c:v>3.5525000000000002</c:v>
                </c:pt>
                <c:pt idx="102">
                  <c:v>3.5874999999999999</c:v>
                </c:pt>
                <c:pt idx="103">
                  <c:v>3.6225000000000001</c:v>
                </c:pt>
                <c:pt idx="104">
                  <c:v>3.6575000000000002</c:v>
                </c:pt>
                <c:pt idx="105">
                  <c:v>3.6924999999999999</c:v>
                </c:pt>
                <c:pt idx="106">
                  <c:v>3.7275</c:v>
                </c:pt>
                <c:pt idx="107">
                  <c:v>3.7625000000000002</c:v>
                </c:pt>
                <c:pt idx="108">
                  <c:v>3.7974999999999999</c:v>
                </c:pt>
                <c:pt idx="109">
                  <c:v>3.8325</c:v>
                </c:pt>
                <c:pt idx="110">
                  <c:v>3.8675000000000002</c:v>
                </c:pt>
                <c:pt idx="111">
                  <c:v>3.9024999999999999</c:v>
                </c:pt>
                <c:pt idx="112">
                  <c:v>3.9375</c:v>
                </c:pt>
                <c:pt idx="113">
                  <c:v>3.9725000000000001</c:v>
                </c:pt>
                <c:pt idx="114">
                  <c:v>4.0075000000000003</c:v>
                </c:pt>
                <c:pt idx="115">
                  <c:v>4.0425000000000004</c:v>
                </c:pt>
                <c:pt idx="116">
                  <c:v>4.0774999999999997</c:v>
                </c:pt>
                <c:pt idx="117">
                  <c:v>4.1124999999999998</c:v>
                </c:pt>
                <c:pt idx="118">
                  <c:v>4.1475</c:v>
                </c:pt>
                <c:pt idx="119">
                  <c:v>4.1825000000000001</c:v>
                </c:pt>
                <c:pt idx="120">
                  <c:v>4.2175000000000002</c:v>
                </c:pt>
                <c:pt idx="121">
                  <c:v>4.2525000000000004</c:v>
                </c:pt>
                <c:pt idx="122">
                  <c:v>4.2874999999999996</c:v>
                </c:pt>
                <c:pt idx="123">
                  <c:v>4.3224999999999998</c:v>
                </c:pt>
                <c:pt idx="124">
                  <c:v>4.3574999999999999</c:v>
                </c:pt>
                <c:pt idx="125">
                  <c:v>4.3925000000000001</c:v>
                </c:pt>
                <c:pt idx="126">
                  <c:v>4.4275000000000002</c:v>
                </c:pt>
                <c:pt idx="127">
                  <c:v>4.4625000000000004</c:v>
                </c:pt>
                <c:pt idx="128">
                  <c:v>4.4974999999999996</c:v>
                </c:pt>
                <c:pt idx="129">
                  <c:v>4.5324999999999998</c:v>
                </c:pt>
                <c:pt idx="130">
                  <c:v>4.5674999999999999</c:v>
                </c:pt>
                <c:pt idx="131">
                  <c:v>4.6025</c:v>
                </c:pt>
                <c:pt idx="132">
                  <c:v>4.6375000000000002</c:v>
                </c:pt>
                <c:pt idx="133">
                  <c:v>4.6725000000000003</c:v>
                </c:pt>
                <c:pt idx="134">
                  <c:v>4.7074999999999996</c:v>
                </c:pt>
                <c:pt idx="135">
                  <c:v>4.7424999999999997</c:v>
                </c:pt>
                <c:pt idx="136">
                  <c:v>4.7774999999999999</c:v>
                </c:pt>
                <c:pt idx="137">
                  <c:v>4.8125</c:v>
                </c:pt>
                <c:pt idx="138">
                  <c:v>4.8475000000000001</c:v>
                </c:pt>
                <c:pt idx="139">
                  <c:v>4.8825000000000003</c:v>
                </c:pt>
                <c:pt idx="140">
                  <c:v>4.9175000000000004</c:v>
                </c:pt>
                <c:pt idx="141">
                  <c:v>4.9524999999999997</c:v>
                </c:pt>
                <c:pt idx="142">
                  <c:v>4.9874999999999998</c:v>
                </c:pt>
                <c:pt idx="143">
                  <c:v>5.0225</c:v>
                </c:pt>
                <c:pt idx="144">
                  <c:v>5.0575000000000001</c:v>
                </c:pt>
                <c:pt idx="145">
                  <c:v>5.0925000000000002</c:v>
                </c:pt>
                <c:pt idx="146">
                  <c:v>5.1275000000000004</c:v>
                </c:pt>
                <c:pt idx="147">
                  <c:v>5.1624999999999996</c:v>
                </c:pt>
                <c:pt idx="148">
                  <c:v>5.1974999999999998</c:v>
                </c:pt>
                <c:pt idx="149">
                  <c:v>5.2324999999999999</c:v>
                </c:pt>
                <c:pt idx="150">
                  <c:v>5.2675000000000001</c:v>
                </c:pt>
                <c:pt idx="151">
                  <c:v>5.3025000000000002</c:v>
                </c:pt>
                <c:pt idx="152">
                  <c:v>5.3375000000000004</c:v>
                </c:pt>
                <c:pt idx="153">
                  <c:v>5.3724999999999996</c:v>
                </c:pt>
                <c:pt idx="154">
                  <c:v>5.4074999999999998</c:v>
                </c:pt>
                <c:pt idx="155">
                  <c:v>5.4424999999999999</c:v>
                </c:pt>
                <c:pt idx="156">
                  <c:v>5.4775</c:v>
                </c:pt>
                <c:pt idx="157">
                  <c:v>5.5125000000000002</c:v>
                </c:pt>
                <c:pt idx="158">
                  <c:v>5.5475000000000003</c:v>
                </c:pt>
                <c:pt idx="159">
                  <c:v>5.5824999999999996</c:v>
                </c:pt>
                <c:pt idx="160">
                  <c:v>5.6174999999999997</c:v>
                </c:pt>
                <c:pt idx="161">
                  <c:v>5.6524999999999999</c:v>
                </c:pt>
                <c:pt idx="162">
                  <c:v>5.6875</c:v>
                </c:pt>
                <c:pt idx="163">
                  <c:v>5.7225000000000001</c:v>
                </c:pt>
                <c:pt idx="164">
                  <c:v>5.7575000000000003</c:v>
                </c:pt>
                <c:pt idx="165">
                  <c:v>5.7925000000000004</c:v>
                </c:pt>
                <c:pt idx="166">
                  <c:v>5.8274999999999997</c:v>
                </c:pt>
                <c:pt idx="167">
                  <c:v>5.8624999999999998</c:v>
                </c:pt>
                <c:pt idx="168">
                  <c:v>5.8975</c:v>
                </c:pt>
                <c:pt idx="169">
                  <c:v>5.9325000000000001</c:v>
                </c:pt>
                <c:pt idx="170">
                  <c:v>5.9675000000000002</c:v>
                </c:pt>
                <c:pt idx="171">
                  <c:v>6.0025000000000004</c:v>
                </c:pt>
                <c:pt idx="172">
                  <c:v>6.0374999999999996</c:v>
                </c:pt>
                <c:pt idx="173">
                  <c:v>6.0724999999999998</c:v>
                </c:pt>
                <c:pt idx="174">
                  <c:v>6.1074999999999999</c:v>
                </c:pt>
                <c:pt idx="175">
                  <c:v>6.1425000000000001</c:v>
                </c:pt>
                <c:pt idx="176">
                  <c:v>6.1775000000000002</c:v>
                </c:pt>
                <c:pt idx="177">
                  <c:v>6.2125000000000004</c:v>
                </c:pt>
                <c:pt idx="178">
                  <c:v>6.2474999999999996</c:v>
                </c:pt>
                <c:pt idx="179">
                  <c:v>6.2824999999999998</c:v>
                </c:pt>
                <c:pt idx="180">
                  <c:v>6.3174999999999999</c:v>
                </c:pt>
                <c:pt idx="181">
                  <c:v>6.3525</c:v>
                </c:pt>
                <c:pt idx="182">
                  <c:v>6.3875000000000002</c:v>
                </c:pt>
                <c:pt idx="183">
                  <c:v>6.4225000000000003</c:v>
                </c:pt>
                <c:pt idx="184">
                  <c:v>6.4574999999999996</c:v>
                </c:pt>
                <c:pt idx="185">
                  <c:v>6.4924999999999997</c:v>
                </c:pt>
                <c:pt idx="186">
                  <c:v>6.5274999999999999</c:v>
                </c:pt>
                <c:pt idx="187">
                  <c:v>6.5625</c:v>
                </c:pt>
                <c:pt idx="188">
                  <c:v>6.5975000000000001</c:v>
                </c:pt>
                <c:pt idx="189">
                  <c:v>6.6325000000000003</c:v>
                </c:pt>
                <c:pt idx="190">
                  <c:v>6.6675000000000004</c:v>
                </c:pt>
                <c:pt idx="191">
                  <c:v>6.7024999999999997</c:v>
                </c:pt>
                <c:pt idx="192">
                  <c:v>6.7374999999999998</c:v>
                </c:pt>
                <c:pt idx="193">
                  <c:v>6.7725</c:v>
                </c:pt>
                <c:pt idx="194">
                  <c:v>6.8075000000000001</c:v>
                </c:pt>
                <c:pt idx="195">
                  <c:v>6.8425000000000002</c:v>
                </c:pt>
                <c:pt idx="196">
                  <c:v>6.8775000000000004</c:v>
                </c:pt>
                <c:pt idx="197">
                  <c:v>6.9124999999999996</c:v>
                </c:pt>
                <c:pt idx="198">
                  <c:v>6.9474999999999998</c:v>
                </c:pt>
                <c:pt idx="199">
                  <c:v>6.9824999999999999</c:v>
                </c:pt>
              </c:numCache>
            </c:numRef>
          </c:xVal>
          <c:yVal>
            <c:numRef>
              <c:f>Sheet1!$B$2:$B$201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4.0589535999999999E-3</c:v>
                </c:pt>
                <c:pt idx="69">
                  <c:v>2.19680958E-2</c:v>
                </c:pt>
                <c:pt idx="70">
                  <c:v>8.4302433900000001E-2</c:v>
                </c:pt>
                <c:pt idx="71">
                  <c:v>0.23044837039999999</c:v>
                </c:pt>
                <c:pt idx="72">
                  <c:v>0.55438501169999999</c:v>
                </c:pt>
                <c:pt idx="73">
                  <c:v>1.0742723205</c:v>
                </c:pt>
                <c:pt idx="74">
                  <c:v>1.7260440173</c:v>
                </c:pt>
                <c:pt idx="75">
                  <c:v>2.5545873681</c:v>
                </c:pt>
                <c:pt idx="76">
                  <c:v>3.3562391206000002</c:v>
                </c:pt>
                <c:pt idx="77">
                  <c:v>3.9913579586000001</c:v>
                </c:pt>
                <c:pt idx="78">
                  <c:v>4.4797582644</c:v>
                </c:pt>
                <c:pt idx="79">
                  <c:v>4.4715187479000003</c:v>
                </c:pt>
                <c:pt idx="80">
                  <c:v>4.3502001198000002</c:v>
                </c:pt>
                <c:pt idx="81">
                  <c:v>4.1589014364999999</c:v>
                </c:pt>
                <c:pt idx="82">
                  <c:v>3.7984526717999998</c:v>
                </c:pt>
                <c:pt idx="83">
                  <c:v>3.3587568808000001</c:v>
                </c:pt>
                <c:pt idx="84">
                  <c:v>2.9314477234999998</c:v>
                </c:pt>
                <c:pt idx="85">
                  <c:v>2.5781781017999998</c:v>
                </c:pt>
                <c:pt idx="86">
                  <c:v>2.2443664778999999</c:v>
                </c:pt>
                <c:pt idx="87">
                  <c:v>1.912971301</c:v>
                </c:pt>
                <c:pt idx="88">
                  <c:v>1.6254244600000001</c:v>
                </c:pt>
                <c:pt idx="89">
                  <c:v>1.3861841027999999</c:v>
                </c:pt>
                <c:pt idx="90">
                  <c:v>1.1716793889999999</c:v>
                </c:pt>
                <c:pt idx="91">
                  <c:v>0.95966983500000003</c:v>
                </c:pt>
                <c:pt idx="92">
                  <c:v>0.78830401650000004</c:v>
                </c:pt>
                <c:pt idx="93">
                  <c:v>0.68469984120000005</c:v>
                </c:pt>
                <c:pt idx="94">
                  <c:v>0.5657820201</c:v>
                </c:pt>
                <c:pt idx="95">
                  <c:v>0.50685948189999996</c:v>
                </c:pt>
                <c:pt idx="96">
                  <c:v>0.39210186740000003</c:v>
                </c:pt>
                <c:pt idx="97">
                  <c:v>0.38610357159999997</c:v>
                </c:pt>
                <c:pt idx="98">
                  <c:v>0.35082135879999998</c:v>
                </c:pt>
                <c:pt idx="99">
                  <c:v>0.29103890710000002</c:v>
                </c:pt>
                <c:pt idx="100">
                  <c:v>0.27153744880000003</c:v>
                </c:pt>
                <c:pt idx="101">
                  <c:v>0.27255177060000002</c:v>
                </c:pt>
                <c:pt idx="102">
                  <c:v>0.25793665929999998</c:v>
                </c:pt>
                <c:pt idx="103">
                  <c:v>0.24230880990000001</c:v>
                </c:pt>
                <c:pt idx="104">
                  <c:v>0.2386901635</c:v>
                </c:pt>
                <c:pt idx="105">
                  <c:v>0.24029805460000001</c:v>
                </c:pt>
                <c:pt idx="106">
                  <c:v>0.23196847940000001</c:v>
                </c:pt>
                <c:pt idx="107">
                  <c:v>0.23850324540000001</c:v>
                </c:pt>
                <c:pt idx="108">
                  <c:v>0.23528277580000001</c:v>
                </c:pt>
                <c:pt idx="109">
                  <c:v>0.26232004930000002</c:v>
                </c:pt>
                <c:pt idx="110">
                  <c:v>0.25469687610000002</c:v>
                </c:pt>
                <c:pt idx="111">
                  <c:v>0.26765706970000003</c:v>
                </c:pt>
                <c:pt idx="112">
                  <c:v>0.25131100940000001</c:v>
                </c:pt>
                <c:pt idx="113">
                  <c:v>0.27520403119999998</c:v>
                </c:pt>
                <c:pt idx="114">
                  <c:v>0.28826599860000002</c:v>
                </c:pt>
                <c:pt idx="115">
                  <c:v>0.2841118466</c:v>
                </c:pt>
                <c:pt idx="116">
                  <c:v>0.32015132730000001</c:v>
                </c:pt>
                <c:pt idx="117">
                  <c:v>0.31275443730000002</c:v>
                </c:pt>
                <c:pt idx="118">
                  <c:v>0.32164271389999999</c:v>
                </c:pt>
                <c:pt idx="119">
                  <c:v>0.37782377</c:v>
                </c:pt>
                <c:pt idx="120">
                  <c:v>0.4069941272</c:v>
                </c:pt>
                <c:pt idx="121">
                  <c:v>0.4371843279</c:v>
                </c:pt>
                <c:pt idx="122">
                  <c:v>0.49824970140000002</c:v>
                </c:pt>
                <c:pt idx="123">
                  <c:v>0.57387813830000001</c:v>
                </c:pt>
                <c:pt idx="124">
                  <c:v>0.63122407300000005</c:v>
                </c:pt>
                <c:pt idx="125">
                  <c:v>0.73020937799999996</c:v>
                </c:pt>
                <c:pt idx="126">
                  <c:v>0.83977051349999998</c:v>
                </c:pt>
                <c:pt idx="127">
                  <c:v>0.94498123779999998</c:v>
                </c:pt>
                <c:pt idx="128">
                  <c:v>1.0682489690000001</c:v>
                </c:pt>
                <c:pt idx="129">
                  <c:v>1.2185994420999999</c:v>
                </c:pt>
                <c:pt idx="130">
                  <c:v>1.3421861225</c:v>
                </c:pt>
                <c:pt idx="131">
                  <c:v>1.516013359</c:v>
                </c:pt>
                <c:pt idx="132">
                  <c:v>1.6168893381</c:v>
                </c:pt>
                <c:pt idx="133">
                  <c:v>1.7298505554000001</c:v>
                </c:pt>
                <c:pt idx="134">
                  <c:v>1.7890512633</c:v>
                </c:pt>
                <c:pt idx="135">
                  <c:v>1.8285393488999999</c:v>
                </c:pt>
                <c:pt idx="136">
                  <c:v>1.8123598743</c:v>
                </c:pt>
                <c:pt idx="137">
                  <c:v>1.7599022328</c:v>
                </c:pt>
                <c:pt idx="138">
                  <c:v>1.6626666717</c:v>
                </c:pt>
                <c:pt idx="139">
                  <c:v>1.5959914070000001</c:v>
                </c:pt>
                <c:pt idx="140">
                  <c:v>1.5073320293000001</c:v>
                </c:pt>
                <c:pt idx="141">
                  <c:v>1.4153032204</c:v>
                </c:pt>
                <c:pt idx="142">
                  <c:v>1.3476745535000001</c:v>
                </c:pt>
                <c:pt idx="143">
                  <c:v>1.2552289686</c:v>
                </c:pt>
                <c:pt idx="144">
                  <c:v>1.1837080632000001</c:v>
                </c:pt>
                <c:pt idx="145">
                  <c:v>1.1412746675000001</c:v>
                </c:pt>
                <c:pt idx="146">
                  <c:v>1.0830247425999999</c:v>
                </c:pt>
                <c:pt idx="147">
                  <c:v>1.0607608236999999</c:v>
                </c:pt>
                <c:pt idx="148">
                  <c:v>1.0158006229000001</c:v>
                </c:pt>
                <c:pt idx="149">
                  <c:v>1.0051784932000001</c:v>
                </c:pt>
                <c:pt idx="150">
                  <c:v>1.0043579778</c:v>
                </c:pt>
                <c:pt idx="151">
                  <c:v>0.99908535350000005</c:v>
                </c:pt>
                <c:pt idx="152">
                  <c:v>1.0105943457</c:v>
                </c:pt>
                <c:pt idx="153">
                  <c:v>1.0299183030000001</c:v>
                </c:pt>
                <c:pt idx="154">
                  <c:v>1.0314472265000001</c:v>
                </c:pt>
                <c:pt idx="155">
                  <c:v>1.0311639106999999</c:v>
                </c:pt>
                <c:pt idx="156">
                  <c:v>1.0561320942000001</c:v>
                </c:pt>
                <c:pt idx="157">
                  <c:v>1.0687585643999999</c:v>
                </c:pt>
                <c:pt idx="158">
                  <c:v>1.0780591018000001</c:v>
                </c:pt>
                <c:pt idx="159">
                  <c:v>1.0666155957000001</c:v>
                </c:pt>
                <c:pt idx="160">
                  <c:v>1.0465004691999999</c:v>
                </c:pt>
                <c:pt idx="161">
                  <c:v>1.0332679220000001</c:v>
                </c:pt>
                <c:pt idx="162">
                  <c:v>1.0023522478</c:v>
                </c:pt>
                <c:pt idx="163">
                  <c:v>0.98870365390000003</c:v>
                </c:pt>
                <c:pt idx="164">
                  <c:v>0.94263387399999998</c:v>
                </c:pt>
                <c:pt idx="165">
                  <c:v>0.95313094389999997</c:v>
                </c:pt>
                <c:pt idx="166">
                  <c:v>0.93121465640000001</c:v>
                </c:pt>
                <c:pt idx="167">
                  <c:v>0.90276980640000004</c:v>
                </c:pt>
                <c:pt idx="168">
                  <c:v>0.89074463829999995</c:v>
                </c:pt>
                <c:pt idx="169">
                  <c:v>0.8867999258</c:v>
                </c:pt>
                <c:pt idx="170">
                  <c:v>0.88784676490000003</c:v>
                </c:pt>
                <c:pt idx="171">
                  <c:v>0.8774305751</c:v>
                </c:pt>
                <c:pt idx="172">
                  <c:v>0.88072833080000001</c:v>
                </c:pt>
                <c:pt idx="173">
                  <c:v>0.87214170339999997</c:v>
                </c:pt>
                <c:pt idx="174">
                  <c:v>0.86646345950000003</c:v>
                </c:pt>
                <c:pt idx="175">
                  <c:v>0.84840191990000002</c:v>
                </c:pt>
                <c:pt idx="176">
                  <c:v>0.83951428189999999</c:v>
                </c:pt>
                <c:pt idx="177">
                  <c:v>0.83966747360000005</c:v>
                </c:pt>
                <c:pt idx="178">
                  <c:v>0.81380477120000005</c:v>
                </c:pt>
                <c:pt idx="179">
                  <c:v>0.82832279549999999</c:v>
                </c:pt>
                <c:pt idx="180">
                  <c:v>0.82985969940000004</c:v>
                </c:pt>
                <c:pt idx="181">
                  <c:v>0.77481797340000003</c:v>
                </c:pt>
                <c:pt idx="182">
                  <c:v>0.78824348529999999</c:v>
                </c:pt>
                <c:pt idx="183">
                  <c:v>0.77547390940000005</c:v>
                </c:pt>
                <c:pt idx="184">
                  <c:v>0.76852923409999996</c:v>
                </c:pt>
                <c:pt idx="185">
                  <c:v>0.76738192920000003</c:v>
                </c:pt>
                <c:pt idx="186">
                  <c:v>0.76996978000000005</c:v>
                </c:pt>
                <c:pt idx="187">
                  <c:v>0.77640595509999999</c:v>
                </c:pt>
                <c:pt idx="188">
                  <c:v>0.80111690449999995</c:v>
                </c:pt>
                <c:pt idx="189">
                  <c:v>0.82465824330000004</c:v>
                </c:pt>
                <c:pt idx="190">
                  <c:v>0.85740911720000001</c:v>
                </c:pt>
                <c:pt idx="191">
                  <c:v>0.89076819770000004</c:v>
                </c:pt>
                <c:pt idx="192">
                  <c:v>0.90018740809999997</c:v>
                </c:pt>
                <c:pt idx="193">
                  <c:v>0.95180282319999998</c:v>
                </c:pt>
                <c:pt idx="194">
                  <c:v>0.9977088395</c:v>
                </c:pt>
                <c:pt idx="195">
                  <c:v>1.0293871212000001</c:v>
                </c:pt>
                <c:pt idx="196">
                  <c:v>1.0573404837</c:v>
                </c:pt>
                <c:pt idx="197">
                  <c:v>1.0952092261999999</c:v>
                </c:pt>
                <c:pt idx="198">
                  <c:v>1.1404113872999999</c:v>
                </c:pt>
                <c:pt idx="199">
                  <c:v>1.1679056549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E32-6C4F-AE28-D01D0C6FD7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Al-Sm</c:v>
                </c:pt>
              </c:strCache>
            </c:strRef>
          </c:tx>
          <c:spPr>
            <a:ln w="12700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xVal>
            <c:numRef>
              <c:f>Sheet1!$A$2:$A$201</c:f>
              <c:numCache>
                <c:formatCode>General</c:formatCode>
                <c:ptCount val="200"/>
                <c:pt idx="0">
                  <c:v>1.7500000000000002E-2</c:v>
                </c:pt>
                <c:pt idx="1">
                  <c:v>5.2499999999999998E-2</c:v>
                </c:pt>
                <c:pt idx="2">
                  <c:v>8.7499999999999994E-2</c:v>
                </c:pt>
                <c:pt idx="3">
                  <c:v>0.1225</c:v>
                </c:pt>
                <c:pt idx="4">
                  <c:v>0.1575</c:v>
                </c:pt>
                <c:pt idx="5">
                  <c:v>0.1925</c:v>
                </c:pt>
                <c:pt idx="6">
                  <c:v>0.22750000000000001</c:v>
                </c:pt>
                <c:pt idx="7">
                  <c:v>0.26250000000000001</c:v>
                </c:pt>
                <c:pt idx="8">
                  <c:v>0.29749999999999999</c:v>
                </c:pt>
                <c:pt idx="9">
                  <c:v>0.33250000000000002</c:v>
                </c:pt>
                <c:pt idx="10">
                  <c:v>0.36749999999999999</c:v>
                </c:pt>
                <c:pt idx="11">
                  <c:v>0.40250000000000002</c:v>
                </c:pt>
                <c:pt idx="12">
                  <c:v>0.4375</c:v>
                </c:pt>
                <c:pt idx="13">
                  <c:v>0.47249999999999998</c:v>
                </c:pt>
                <c:pt idx="14">
                  <c:v>0.50749999999999995</c:v>
                </c:pt>
                <c:pt idx="15">
                  <c:v>0.54249999999999998</c:v>
                </c:pt>
                <c:pt idx="16">
                  <c:v>0.57750000000000001</c:v>
                </c:pt>
                <c:pt idx="17">
                  <c:v>0.61250000000000004</c:v>
                </c:pt>
                <c:pt idx="18">
                  <c:v>0.64749999999999996</c:v>
                </c:pt>
                <c:pt idx="19">
                  <c:v>0.6825</c:v>
                </c:pt>
                <c:pt idx="20">
                  <c:v>0.71750000000000003</c:v>
                </c:pt>
                <c:pt idx="21">
                  <c:v>0.75249999999999995</c:v>
                </c:pt>
                <c:pt idx="22">
                  <c:v>0.78749999999999998</c:v>
                </c:pt>
                <c:pt idx="23">
                  <c:v>0.82250000000000001</c:v>
                </c:pt>
                <c:pt idx="24">
                  <c:v>0.85750000000000004</c:v>
                </c:pt>
                <c:pt idx="25">
                  <c:v>0.89249999999999996</c:v>
                </c:pt>
                <c:pt idx="26">
                  <c:v>0.92749999999999999</c:v>
                </c:pt>
                <c:pt idx="27">
                  <c:v>0.96250000000000002</c:v>
                </c:pt>
                <c:pt idx="28">
                  <c:v>0.99750000000000005</c:v>
                </c:pt>
                <c:pt idx="29">
                  <c:v>1.0325</c:v>
                </c:pt>
                <c:pt idx="30">
                  <c:v>1.0674999999999999</c:v>
                </c:pt>
                <c:pt idx="31">
                  <c:v>1.1025</c:v>
                </c:pt>
                <c:pt idx="32">
                  <c:v>1.1375</c:v>
                </c:pt>
                <c:pt idx="33">
                  <c:v>1.1725000000000001</c:v>
                </c:pt>
                <c:pt idx="34">
                  <c:v>1.2075</c:v>
                </c:pt>
                <c:pt idx="35">
                  <c:v>1.2424999999999999</c:v>
                </c:pt>
                <c:pt idx="36">
                  <c:v>1.2775000000000001</c:v>
                </c:pt>
                <c:pt idx="37">
                  <c:v>1.3125</c:v>
                </c:pt>
                <c:pt idx="38">
                  <c:v>1.3474999999999999</c:v>
                </c:pt>
                <c:pt idx="39">
                  <c:v>1.3825000000000001</c:v>
                </c:pt>
                <c:pt idx="40">
                  <c:v>1.4175</c:v>
                </c:pt>
                <c:pt idx="41">
                  <c:v>1.4524999999999999</c:v>
                </c:pt>
                <c:pt idx="42">
                  <c:v>1.4875</c:v>
                </c:pt>
                <c:pt idx="43">
                  <c:v>1.5225</c:v>
                </c:pt>
                <c:pt idx="44">
                  <c:v>1.5575000000000001</c:v>
                </c:pt>
                <c:pt idx="45">
                  <c:v>1.5925</c:v>
                </c:pt>
                <c:pt idx="46">
                  <c:v>1.6274999999999999</c:v>
                </c:pt>
                <c:pt idx="47">
                  <c:v>1.6625000000000001</c:v>
                </c:pt>
                <c:pt idx="48">
                  <c:v>1.6975</c:v>
                </c:pt>
                <c:pt idx="49">
                  <c:v>1.7324999999999999</c:v>
                </c:pt>
                <c:pt idx="50">
                  <c:v>1.7675000000000001</c:v>
                </c:pt>
                <c:pt idx="51">
                  <c:v>1.8025</c:v>
                </c:pt>
                <c:pt idx="52">
                  <c:v>1.8374999999999999</c:v>
                </c:pt>
                <c:pt idx="53">
                  <c:v>1.8725000000000001</c:v>
                </c:pt>
                <c:pt idx="54">
                  <c:v>1.9075</c:v>
                </c:pt>
                <c:pt idx="55">
                  <c:v>1.9424999999999999</c:v>
                </c:pt>
                <c:pt idx="56">
                  <c:v>1.9775</c:v>
                </c:pt>
                <c:pt idx="57">
                  <c:v>2.0125000000000002</c:v>
                </c:pt>
                <c:pt idx="58">
                  <c:v>2.0474999999999999</c:v>
                </c:pt>
                <c:pt idx="59">
                  <c:v>2.0825</c:v>
                </c:pt>
                <c:pt idx="60">
                  <c:v>2.1175000000000002</c:v>
                </c:pt>
                <c:pt idx="61">
                  <c:v>2.1524999999999999</c:v>
                </c:pt>
                <c:pt idx="62">
                  <c:v>2.1875</c:v>
                </c:pt>
                <c:pt idx="63">
                  <c:v>2.2225000000000001</c:v>
                </c:pt>
                <c:pt idx="64">
                  <c:v>2.2574999999999998</c:v>
                </c:pt>
                <c:pt idx="65">
                  <c:v>2.2925</c:v>
                </c:pt>
                <c:pt idx="66">
                  <c:v>2.3275000000000001</c:v>
                </c:pt>
                <c:pt idx="67">
                  <c:v>2.3624999999999998</c:v>
                </c:pt>
                <c:pt idx="68">
                  <c:v>2.3975</c:v>
                </c:pt>
                <c:pt idx="69">
                  <c:v>2.4325000000000001</c:v>
                </c:pt>
                <c:pt idx="70">
                  <c:v>2.4674999999999998</c:v>
                </c:pt>
                <c:pt idx="71">
                  <c:v>2.5024999999999999</c:v>
                </c:pt>
                <c:pt idx="72">
                  <c:v>2.5375000000000001</c:v>
                </c:pt>
                <c:pt idx="73">
                  <c:v>2.5724999999999998</c:v>
                </c:pt>
                <c:pt idx="74">
                  <c:v>2.6074999999999999</c:v>
                </c:pt>
                <c:pt idx="75">
                  <c:v>2.6425000000000001</c:v>
                </c:pt>
                <c:pt idx="76">
                  <c:v>2.6775000000000002</c:v>
                </c:pt>
                <c:pt idx="77">
                  <c:v>2.7124999999999999</c:v>
                </c:pt>
                <c:pt idx="78">
                  <c:v>2.7475000000000001</c:v>
                </c:pt>
                <c:pt idx="79">
                  <c:v>2.7825000000000002</c:v>
                </c:pt>
                <c:pt idx="80">
                  <c:v>2.8174999999999999</c:v>
                </c:pt>
                <c:pt idx="81">
                  <c:v>2.8525</c:v>
                </c:pt>
                <c:pt idx="82">
                  <c:v>2.8875000000000002</c:v>
                </c:pt>
                <c:pt idx="83">
                  <c:v>2.9224999999999999</c:v>
                </c:pt>
                <c:pt idx="84">
                  <c:v>2.9575</c:v>
                </c:pt>
                <c:pt idx="85">
                  <c:v>2.9925000000000002</c:v>
                </c:pt>
                <c:pt idx="86">
                  <c:v>3.0274999999999999</c:v>
                </c:pt>
                <c:pt idx="87">
                  <c:v>3.0625</c:v>
                </c:pt>
                <c:pt idx="88">
                  <c:v>3.0975000000000001</c:v>
                </c:pt>
                <c:pt idx="89">
                  <c:v>3.1324999999999998</c:v>
                </c:pt>
                <c:pt idx="90">
                  <c:v>3.1675</c:v>
                </c:pt>
                <c:pt idx="91">
                  <c:v>3.2025000000000001</c:v>
                </c:pt>
                <c:pt idx="92">
                  <c:v>3.2374999999999998</c:v>
                </c:pt>
                <c:pt idx="93">
                  <c:v>3.2725</c:v>
                </c:pt>
                <c:pt idx="94">
                  <c:v>3.3075000000000001</c:v>
                </c:pt>
                <c:pt idx="95">
                  <c:v>3.3424999999999998</c:v>
                </c:pt>
                <c:pt idx="96">
                  <c:v>3.3774999999999999</c:v>
                </c:pt>
                <c:pt idx="97">
                  <c:v>3.4125000000000001</c:v>
                </c:pt>
                <c:pt idx="98">
                  <c:v>3.4474999999999998</c:v>
                </c:pt>
                <c:pt idx="99">
                  <c:v>3.4824999999999999</c:v>
                </c:pt>
                <c:pt idx="100">
                  <c:v>3.5175000000000001</c:v>
                </c:pt>
                <c:pt idx="101">
                  <c:v>3.5525000000000002</c:v>
                </c:pt>
                <c:pt idx="102">
                  <c:v>3.5874999999999999</c:v>
                </c:pt>
                <c:pt idx="103">
                  <c:v>3.6225000000000001</c:v>
                </c:pt>
                <c:pt idx="104">
                  <c:v>3.6575000000000002</c:v>
                </c:pt>
                <c:pt idx="105">
                  <c:v>3.6924999999999999</c:v>
                </c:pt>
                <c:pt idx="106">
                  <c:v>3.7275</c:v>
                </c:pt>
                <c:pt idx="107">
                  <c:v>3.7625000000000002</c:v>
                </c:pt>
                <c:pt idx="108">
                  <c:v>3.7974999999999999</c:v>
                </c:pt>
                <c:pt idx="109">
                  <c:v>3.8325</c:v>
                </c:pt>
                <c:pt idx="110">
                  <c:v>3.8675000000000002</c:v>
                </c:pt>
                <c:pt idx="111">
                  <c:v>3.9024999999999999</c:v>
                </c:pt>
                <c:pt idx="112">
                  <c:v>3.9375</c:v>
                </c:pt>
                <c:pt idx="113">
                  <c:v>3.9725000000000001</c:v>
                </c:pt>
                <c:pt idx="114">
                  <c:v>4.0075000000000003</c:v>
                </c:pt>
                <c:pt idx="115">
                  <c:v>4.0425000000000004</c:v>
                </c:pt>
                <c:pt idx="116">
                  <c:v>4.0774999999999997</c:v>
                </c:pt>
                <c:pt idx="117">
                  <c:v>4.1124999999999998</c:v>
                </c:pt>
                <c:pt idx="118">
                  <c:v>4.1475</c:v>
                </c:pt>
                <c:pt idx="119">
                  <c:v>4.1825000000000001</c:v>
                </c:pt>
                <c:pt idx="120">
                  <c:v>4.2175000000000002</c:v>
                </c:pt>
                <c:pt idx="121">
                  <c:v>4.2525000000000004</c:v>
                </c:pt>
                <c:pt idx="122">
                  <c:v>4.2874999999999996</c:v>
                </c:pt>
                <c:pt idx="123">
                  <c:v>4.3224999999999998</c:v>
                </c:pt>
                <c:pt idx="124">
                  <c:v>4.3574999999999999</c:v>
                </c:pt>
                <c:pt idx="125">
                  <c:v>4.3925000000000001</c:v>
                </c:pt>
                <c:pt idx="126">
                  <c:v>4.4275000000000002</c:v>
                </c:pt>
                <c:pt idx="127">
                  <c:v>4.4625000000000004</c:v>
                </c:pt>
                <c:pt idx="128">
                  <c:v>4.4974999999999996</c:v>
                </c:pt>
                <c:pt idx="129">
                  <c:v>4.5324999999999998</c:v>
                </c:pt>
                <c:pt idx="130">
                  <c:v>4.5674999999999999</c:v>
                </c:pt>
                <c:pt idx="131">
                  <c:v>4.6025</c:v>
                </c:pt>
                <c:pt idx="132">
                  <c:v>4.6375000000000002</c:v>
                </c:pt>
                <c:pt idx="133">
                  <c:v>4.6725000000000003</c:v>
                </c:pt>
                <c:pt idx="134">
                  <c:v>4.7074999999999996</c:v>
                </c:pt>
                <c:pt idx="135">
                  <c:v>4.7424999999999997</c:v>
                </c:pt>
                <c:pt idx="136">
                  <c:v>4.7774999999999999</c:v>
                </c:pt>
                <c:pt idx="137">
                  <c:v>4.8125</c:v>
                </c:pt>
                <c:pt idx="138">
                  <c:v>4.8475000000000001</c:v>
                </c:pt>
                <c:pt idx="139">
                  <c:v>4.8825000000000003</c:v>
                </c:pt>
                <c:pt idx="140">
                  <c:v>4.9175000000000004</c:v>
                </c:pt>
                <c:pt idx="141">
                  <c:v>4.9524999999999997</c:v>
                </c:pt>
                <c:pt idx="142">
                  <c:v>4.9874999999999998</c:v>
                </c:pt>
                <c:pt idx="143">
                  <c:v>5.0225</c:v>
                </c:pt>
                <c:pt idx="144">
                  <c:v>5.0575000000000001</c:v>
                </c:pt>
                <c:pt idx="145">
                  <c:v>5.0925000000000002</c:v>
                </c:pt>
                <c:pt idx="146">
                  <c:v>5.1275000000000004</c:v>
                </c:pt>
                <c:pt idx="147">
                  <c:v>5.1624999999999996</c:v>
                </c:pt>
                <c:pt idx="148">
                  <c:v>5.1974999999999998</c:v>
                </c:pt>
                <c:pt idx="149">
                  <c:v>5.2324999999999999</c:v>
                </c:pt>
                <c:pt idx="150">
                  <c:v>5.2675000000000001</c:v>
                </c:pt>
                <c:pt idx="151">
                  <c:v>5.3025000000000002</c:v>
                </c:pt>
                <c:pt idx="152">
                  <c:v>5.3375000000000004</c:v>
                </c:pt>
                <c:pt idx="153">
                  <c:v>5.3724999999999996</c:v>
                </c:pt>
                <c:pt idx="154">
                  <c:v>5.4074999999999998</c:v>
                </c:pt>
                <c:pt idx="155">
                  <c:v>5.4424999999999999</c:v>
                </c:pt>
                <c:pt idx="156">
                  <c:v>5.4775</c:v>
                </c:pt>
                <c:pt idx="157">
                  <c:v>5.5125000000000002</c:v>
                </c:pt>
                <c:pt idx="158">
                  <c:v>5.5475000000000003</c:v>
                </c:pt>
                <c:pt idx="159">
                  <c:v>5.5824999999999996</c:v>
                </c:pt>
                <c:pt idx="160">
                  <c:v>5.6174999999999997</c:v>
                </c:pt>
                <c:pt idx="161">
                  <c:v>5.6524999999999999</c:v>
                </c:pt>
                <c:pt idx="162">
                  <c:v>5.6875</c:v>
                </c:pt>
                <c:pt idx="163">
                  <c:v>5.7225000000000001</c:v>
                </c:pt>
                <c:pt idx="164">
                  <c:v>5.7575000000000003</c:v>
                </c:pt>
                <c:pt idx="165">
                  <c:v>5.7925000000000004</c:v>
                </c:pt>
                <c:pt idx="166">
                  <c:v>5.8274999999999997</c:v>
                </c:pt>
                <c:pt idx="167">
                  <c:v>5.8624999999999998</c:v>
                </c:pt>
                <c:pt idx="168">
                  <c:v>5.8975</c:v>
                </c:pt>
                <c:pt idx="169">
                  <c:v>5.9325000000000001</c:v>
                </c:pt>
                <c:pt idx="170">
                  <c:v>5.9675000000000002</c:v>
                </c:pt>
                <c:pt idx="171">
                  <c:v>6.0025000000000004</c:v>
                </c:pt>
                <c:pt idx="172">
                  <c:v>6.0374999999999996</c:v>
                </c:pt>
                <c:pt idx="173">
                  <c:v>6.0724999999999998</c:v>
                </c:pt>
                <c:pt idx="174">
                  <c:v>6.1074999999999999</c:v>
                </c:pt>
                <c:pt idx="175">
                  <c:v>6.1425000000000001</c:v>
                </c:pt>
                <c:pt idx="176">
                  <c:v>6.1775000000000002</c:v>
                </c:pt>
                <c:pt idx="177">
                  <c:v>6.2125000000000004</c:v>
                </c:pt>
                <c:pt idx="178">
                  <c:v>6.2474999999999996</c:v>
                </c:pt>
                <c:pt idx="179">
                  <c:v>6.2824999999999998</c:v>
                </c:pt>
                <c:pt idx="180">
                  <c:v>6.3174999999999999</c:v>
                </c:pt>
                <c:pt idx="181">
                  <c:v>6.3525</c:v>
                </c:pt>
                <c:pt idx="182">
                  <c:v>6.3875000000000002</c:v>
                </c:pt>
                <c:pt idx="183">
                  <c:v>6.4225000000000003</c:v>
                </c:pt>
                <c:pt idx="184">
                  <c:v>6.4574999999999996</c:v>
                </c:pt>
                <c:pt idx="185">
                  <c:v>6.4924999999999997</c:v>
                </c:pt>
                <c:pt idx="186">
                  <c:v>6.5274999999999999</c:v>
                </c:pt>
                <c:pt idx="187">
                  <c:v>6.5625</c:v>
                </c:pt>
                <c:pt idx="188">
                  <c:v>6.5975000000000001</c:v>
                </c:pt>
                <c:pt idx="189">
                  <c:v>6.6325000000000003</c:v>
                </c:pt>
                <c:pt idx="190">
                  <c:v>6.6675000000000004</c:v>
                </c:pt>
                <c:pt idx="191">
                  <c:v>6.7024999999999997</c:v>
                </c:pt>
                <c:pt idx="192">
                  <c:v>6.7374999999999998</c:v>
                </c:pt>
                <c:pt idx="193">
                  <c:v>6.7725</c:v>
                </c:pt>
                <c:pt idx="194">
                  <c:v>6.8075000000000001</c:v>
                </c:pt>
                <c:pt idx="195">
                  <c:v>6.8425000000000002</c:v>
                </c:pt>
                <c:pt idx="196">
                  <c:v>6.8775000000000004</c:v>
                </c:pt>
                <c:pt idx="197">
                  <c:v>6.9124999999999996</c:v>
                </c:pt>
                <c:pt idx="198">
                  <c:v>6.9474999999999998</c:v>
                </c:pt>
                <c:pt idx="199">
                  <c:v>6.9824999999999999</c:v>
                </c:pt>
              </c:numCache>
            </c:numRef>
          </c:xVal>
          <c:yVal>
            <c:numRef>
              <c:f>Sheet1!$C$2:$C$201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4.0769743999999998E-3</c:v>
                </c:pt>
                <c:pt idx="78">
                  <c:v>0</c:v>
                </c:pt>
                <c:pt idx="79">
                  <c:v>3.8744266E-3</c:v>
                </c:pt>
                <c:pt idx="80">
                  <c:v>1.8893833200000001E-2</c:v>
                </c:pt>
                <c:pt idx="81">
                  <c:v>4.97691839E-2</c:v>
                </c:pt>
                <c:pt idx="82">
                  <c:v>0.1115310772</c:v>
                </c:pt>
                <c:pt idx="83">
                  <c:v>0.23355594199999999</c:v>
                </c:pt>
                <c:pt idx="84">
                  <c:v>0.47669844039999998</c:v>
                </c:pt>
                <c:pt idx="85">
                  <c:v>0.87763013769999998</c:v>
                </c:pt>
                <c:pt idx="86">
                  <c:v>1.3892744861999999</c:v>
                </c:pt>
                <c:pt idx="87">
                  <c:v>2.1029180148000002</c:v>
                </c:pt>
                <c:pt idx="88">
                  <c:v>2.8716758491999999</c:v>
                </c:pt>
                <c:pt idx="89">
                  <c:v>3.5889294855</c:v>
                </c:pt>
                <c:pt idx="90">
                  <c:v>4.0063661558000003</c:v>
                </c:pt>
                <c:pt idx="91">
                  <c:v>4.8084235956999999</c:v>
                </c:pt>
                <c:pt idx="92">
                  <c:v>5.0141096138999997</c:v>
                </c:pt>
                <c:pt idx="93">
                  <c:v>5.0922994555000001</c:v>
                </c:pt>
                <c:pt idx="94">
                  <c:v>4.830169766</c:v>
                </c:pt>
                <c:pt idx="95">
                  <c:v>4.6194618293999996</c:v>
                </c:pt>
                <c:pt idx="96">
                  <c:v>4.2559998889999999</c:v>
                </c:pt>
                <c:pt idx="97">
                  <c:v>3.8381385438</c:v>
                </c:pt>
                <c:pt idx="98">
                  <c:v>3.3946383284000001</c:v>
                </c:pt>
                <c:pt idx="99">
                  <c:v>3.0756958725999999</c:v>
                </c:pt>
                <c:pt idx="100">
                  <c:v>2.6402168009999998</c:v>
                </c:pt>
                <c:pt idx="101">
                  <c:v>2.3424398541000002</c:v>
                </c:pt>
                <c:pt idx="102">
                  <c:v>1.9391864509000001</c:v>
                </c:pt>
                <c:pt idx="103">
                  <c:v>1.7830270914999999</c:v>
                </c:pt>
                <c:pt idx="104">
                  <c:v>1.4351308368</c:v>
                </c:pt>
                <c:pt idx="105">
                  <c:v>1.2232466582999999</c:v>
                </c:pt>
                <c:pt idx="106">
                  <c:v>1.0255069797</c:v>
                </c:pt>
                <c:pt idx="107">
                  <c:v>0.78720197530000002</c:v>
                </c:pt>
                <c:pt idx="108">
                  <c:v>0.74051671279999998</c:v>
                </c:pt>
                <c:pt idx="109">
                  <c:v>0.58409325850000005</c:v>
                </c:pt>
                <c:pt idx="110">
                  <c:v>0.43418798159999999</c:v>
                </c:pt>
                <c:pt idx="111">
                  <c:v>0.3850716388</c:v>
                </c:pt>
                <c:pt idx="112">
                  <c:v>0.3047334096</c:v>
                </c:pt>
                <c:pt idx="113">
                  <c:v>0.27182470310000001</c:v>
                </c:pt>
                <c:pt idx="114">
                  <c:v>0.27923822970000001</c:v>
                </c:pt>
                <c:pt idx="115">
                  <c:v>0.2037528606</c:v>
                </c:pt>
                <c:pt idx="116">
                  <c:v>0.19756364000000001</c:v>
                </c:pt>
                <c:pt idx="117">
                  <c:v>0.1640630555</c:v>
                </c:pt>
                <c:pt idx="118">
                  <c:v>0.16043383559999999</c:v>
                </c:pt>
                <c:pt idx="119">
                  <c:v>0.1354678268</c:v>
                </c:pt>
                <c:pt idx="120">
                  <c:v>0.14503381879999999</c:v>
                </c:pt>
                <c:pt idx="121">
                  <c:v>0.14265626889999999</c:v>
                </c:pt>
                <c:pt idx="122">
                  <c:v>0.1215707514</c:v>
                </c:pt>
                <c:pt idx="123">
                  <c:v>0.1188072241</c:v>
                </c:pt>
                <c:pt idx="124">
                  <c:v>0.1303347815</c:v>
                </c:pt>
                <c:pt idx="125">
                  <c:v>0.14381341550000001</c:v>
                </c:pt>
                <c:pt idx="126">
                  <c:v>0.13695791630000001</c:v>
                </c:pt>
                <c:pt idx="127">
                  <c:v>0.1265330882</c:v>
                </c:pt>
                <c:pt idx="128">
                  <c:v>0.15868020320000001</c:v>
                </c:pt>
                <c:pt idx="129">
                  <c:v>0.1635399065</c:v>
                </c:pt>
                <c:pt idx="130">
                  <c:v>0.1552916214</c:v>
                </c:pt>
                <c:pt idx="131">
                  <c:v>0.16993195929999999</c:v>
                </c:pt>
                <c:pt idx="132">
                  <c:v>0.22037924270000001</c:v>
                </c:pt>
                <c:pt idx="133">
                  <c:v>0.21709006180000001</c:v>
                </c:pt>
                <c:pt idx="134">
                  <c:v>0.27343381220000001</c:v>
                </c:pt>
                <c:pt idx="135">
                  <c:v>0.3020891047</c:v>
                </c:pt>
                <c:pt idx="136">
                  <c:v>0.33710682219999999</c:v>
                </c:pt>
                <c:pt idx="137">
                  <c:v>0.3794964582</c:v>
                </c:pt>
                <c:pt idx="138">
                  <c:v>0.44999232350000001</c:v>
                </c:pt>
                <c:pt idx="139">
                  <c:v>0.51466004109999997</c:v>
                </c:pt>
                <c:pt idx="140">
                  <c:v>0.62892794900000004</c:v>
                </c:pt>
                <c:pt idx="141">
                  <c:v>0.70751571940000002</c:v>
                </c:pt>
                <c:pt idx="142">
                  <c:v>0.86041878559999996</c:v>
                </c:pt>
                <c:pt idx="143">
                  <c:v>1.0310054360000001</c:v>
                </c:pt>
                <c:pt idx="144">
                  <c:v>1.1604482779</c:v>
                </c:pt>
                <c:pt idx="145">
                  <c:v>1.2874040927999999</c:v>
                </c:pt>
                <c:pt idx="146">
                  <c:v>1.4701271717</c:v>
                </c:pt>
                <c:pt idx="147">
                  <c:v>1.6089623175000001</c:v>
                </c:pt>
                <c:pt idx="148">
                  <c:v>1.7816918370999999</c:v>
                </c:pt>
                <c:pt idx="149">
                  <c:v>1.832439054</c:v>
                </c:pt>
                <c:pt idx="150">
                  <c:v>2.0211488047000001</c:v>
                </c:pt>
                <c:pt idx="151">
                  <c:v>2.0985771254999999</c:v>
                </c:pt>
                <c:pt idx="152">
                  <c:v>2.0853599113999999</c:v>
                </c:pt>
                <c:pt idx="153">
                  <c:v>2.0754256822000001</c:v>
                </c:pt>
                <c:pt idx="154">
                  <c:v>2.0173575796000001</c:v>
                </c:pt>
                <c:pt idx="155">
                  <c:v>2.0223820349000001</c:v>
                </c:pt>
                <c:pt idx="156">
                  <c:v>1.9086363217</c:v>
                </c:pt>
                <c:pt idx="157">
                  <c:v>1.8425226544</c:v>
                </c:pt>
                <c:pt idx="158">
                  <c:v>1.7384434069000001</c:v>
                </c:pt>
                <c:pt idx="159">
                  <c:v>1.6142012620999999</c:v>
                </c:pt>
                <c:pt idx="160">
                  <c:v>1.5261817248</c:v>
                </c:pt>
                <c:pt idx="161">
                  <c:v>1.3791857846</c:v>
                </c:pt>
                <c:pt idx="162">
                  <c:v>1.3594814512</c:v>
                </c:pt>
                <c:pt idx="163">
                  <c:v>1.3259560275</c:v>
                </c:pt>
                <c:pt idx="164">
                  <c:v>1.2497062847</c:v>
                </c:pt>
                <c:pt idx="165">
                  <c:v>1.2489541800999999</c:v>
                </c:pt>
                <c:pt idx="166">
                  <c:v>1.2441549948999999</c:v>
                </c:pt>
                <c:pt idx="167">
                  <c:v>1.1918132492</c:v>
                </c:pt>
                <c:pt idx="168">
                  <c:v>1.1483849783</c:v>
                </c:pt>
                <c:pt idx="169">
                  <c:v>1.1851620752000001</c:v>
                </c:pt>
                <c:pt idx="170">
                  <c:v>1.1363427759</c:v>
                </c:pt>
                <c:pt idx="171">
                  <c:v>1.1302064367</c:v>
                </c:pt>
                <c:pt idx="172">
                  <c:v>1.1480008505999999</c:v>
                </c:pt>
                <c:pt idx="173">
                  <c:v>1.1303314407</c:v>
                </c:pt>
                <c:pt idx="174">
                  <c:v>1.1286720829000001</c:v>
                </c:pt>
                <c:pt idx="175">
                  <c:v>1.0446898276000001</c:v>
                </c:pt>
                <c:pt idx="176">
                  <c:v>1.0348507041999999</c:v>
                </c:pt>
                <c:pt idx="177">
                  <c:v>0.97892118139999995</c:v>
                </c:pt>
                <c:pt idx="178">
                  <c:v>0.91495395820000003</c:v>
                </c:pt>
                <c:pt idx="179">
                  <c:v>0.89946786180000005</c:v>
                </c:pt>
                <c:pt idx="180">
                  <c:v>0.81737464100000001</c:v>
                </c:pt>
                <c:pt idx="181">
                  <c:v>0.77828693780000002</c:v>
                </c:pt>
                <c:pt idx="182">
                  <c:v>0.71794775320000004</c:v>
                </c:pt>
                <c:pt idx="183">
                  <c:v>0.66614639040000001</c:v>
                </c:pt>
                <c:pt idx="184">
                  <c:v>0.64455743560000001</c:v>
                </c:pt>
                <c:pt idx="185">
                  <c:v>0.60097747069999996</c:v>
                </c:pt>
                <c:pt idx="186">
                  <c:v>0.56674093830000005</c:v>
                </c:pt>
                <c:pt idx="187">
                  <c:v>0.5244919415</c:v>
                </c:pt>
                <c:pt idx="188">
                  <c:v>0.51136099099999999</c:v>
                </c:pt>
                <c:pt idx="189">
                  <c:v>0.48040661439999999</c:v>
                </c:pt>
                <c:pt idx="190">
                  <c:v>0.4564826347</c:v>
                </c:pt>
                <c:pt idx="191">
                  <c:v>0.43970828950000002</c:v>
                </c:pt>
                <c:pt idx="192">
                  <c:v>0.45927179750000002</c:v>
                </c:pt>
                <c:pt idx="193">
                  <c:v>0.4525750483</c:v>
                </c:pt>
                <c:pt idx="194">
                  <c:v>0.44890424750000002</c:v>
                </c:pt>
                <c:pt idx="195">
                  <c:v>0.46578699410000002</c:v>
                </c:pt>
                <c:pt idx="196">
                  <c:v>0.4480572786</c:v>
                </c:pt>
                <c:pt idx="197">
                  <c:v>0.45545943840000003</c:v>
                </c:pt>
                <c:pt idx="198">
                  <c:v>0.49500690460000002</c:v>
                </c:pt>
                <c:pt idx="199">
                  <c:v>0.47682872529999998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E32-6C4F-AE28-D01D0C6FD7B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Sm-Sm</c:v>
                </c:pt>
              </c:strCache>
            </c:strRef>
          </c:tx>
          <c:spPr>
            <a:ln w="12700" cap="rnd">
              <a:solidFill>
                <a:srgbClr val="0070C0"/>
              </a:solidFill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xVal>
            <c:numRef>
              <c:f>Sheet1!$A$2:$A$201</c:f>
              <c:numCache>
                <c:formatCode>General</c:formatCode>
                <c:ptCount val="200"/>
                <c:pt idx="0">
                  <c:v>1.7500000000000002E-2</c:v>
                </c:pt>
                <c:pt idx="1">
                  <c:v>5.2499999999999998E-2</c:v>
                </c:pt>
                <c:pt idx="2">
                  <c:v>8.7499999999999994E-2</c:v>
                </c:pt>
                <c:pt idx="3">
                  <c:v>0.1225</c:v>
                </c:pt>
                <c:pt idx="4">
                  <c:v>0.1575</c:v>
                </c:pt>
                <c:pt idx="5">
                  <c:v>0.1925</c:v>
                </c:pt>
                <c:pt idx="6">
                  <c:v>0.22750000000000001</c:v>
                </c:pt>
                <c:pt idx="7">
                  <c:v>0.26250000000000001</c:v>
                </c:pt>
                <c:pt idx="8">
                  <c:v>0.29749999999999999</c:v>
                </c:pt>
                <c:pt idx="9">
                  <c:v>0.33250000000000002</c:v>
                </c:pt>
                <c:pt idx="10">
                  <c:v>0.36749999999999999</c:v>
                </c:pt>
                <c:pt idx="11">
                  <c:v>0.40250000000000002</c:v>
                </c:pt>
                <c:pt idx="12">
                  <c:v>0.4375</c:v>
                </c:pt>
                <c:pt idx="13">
                  <c:v>0.47249999999999998</c:v>
                </c:pt>
                <c:pt idx="14">
                  <c:v>0.50749999999999995</c:v>
                </c:pt>
                <c:pt idx="15">
                  <c:v>0.54249999999999998</c:v>
                </c:pt>
                <c:pt idx="16">
                  <c:v>0.57750000000000001</c:v>
                </c:pt>
                <c:pt idx="17">
                  <c:v>0.61250000000000004</c:v>
                </c:pt>
                <c:pt idx="18">
                  <c:v>0.64749999999999996</c:v>
                </c:pt>
                <c:pt idx="19">
                  <c:v>0.6825</c:v>
                </c:pt>
                <c:pt idx="20">
                  <c:v>0.71750000000000003</c:v>
                </c:pt>
                <c:pt idx="21">
                  <c:v>0.75249999999999995</c:v>
                </c:pt>
                <c:pt idx="22">
                  <c:v>0.78749999999999998</c:v>
                </c:pt>
                <c:pt idx="23">
                  <c:v>0.82250000000000001</c:v>
                </c:pt>
                <c:pt idx="24">
                  <c:v>0.85750000000000004</c:v>
                </c:pt>
                <c:pt idx="25">
                  <c:v>0.89249999999999996</c:v>
                </c:pt>
                <c:pt idx="26">
                  <c:v>0.92749999999999999</c:v>
                </c:pt>
                <c:pt idx="27">
                  <c:v>0.96250000000000002</c:v>
                </c:pt>
                <c:pt idx="28">
                  <c:v>0.99750000000000005</c:v>
                </c:pt>
                <c:pt idx="29">
                  <c:v>1.0325</c:v>
                </c:pt>
                <c:pt idx="30">
                  <c:v>1.0674999999999999</c:v>
                </c:pt>
                <c:pt idx="31">
                  <c:v>1.1025</c:v>
                </c:pt>
                <c:pt idx="32">
                  <c:v>1.1375</c:v>
                </c:pt>
                <c:pt idx="33">
                  <c:v>1.1725000000000001</c:v>
                </c:pt>
                <c:pt idx="34">
                  <c:v>1.2075</c:v>
                </c:pt>
                <c:pt idx="35">
                  <c:v>1.2424999999999999</c:v>
                </c:pt>
                <c:pt idx="36">
                  <c:v>1.2775000000000001</c:v>
                </c:pt>
                <c:pt idx="37">
                  <c:v>1.3125</c:v>
                </c:pt>
                <c:pt idx="38">
                  <c:v>1.3474999999999999</c:v>
                </c:pt>
                <c:pt idx="39">
                  <c:v>1.3825000000000001</c:v>
                </c:pt>
                <c:pt idx="40">
                  <c:v>1.4175</c:v>
                </c:pt>
                <c:pt idx="41">
                  <c:v>1.4524999999999999</c:v>
                </c:pt>
                <c:pt idx="42">
                  <c:v>1.4875</c:v>
                </c:pt>
                <c:pt idx="43">
                  <c:v>1.5225</c:v>
                </c:pt>
                <c:pt idx="44">
                  <c:v>1.5575000000000001</c:v>
                </c:pt>
                <c:pt idx="45">
                  <c:v>1.5925</c:v>
                </c:pt>
                <c:pt idx="46">
                  <c:v>1.6274999999999999</c:v>
                </c:pt>
                <c:pt idx="47">
                  <c:v>1.6625000000000001</c:v>
                </c:pt>
                <c:pt idx="48">
                  <c:v>1.6975</c:v>
                </c:pt>
                <c:pt idx="49">
                  <c:v>1.7324999999999999</c:v>
                </c:pt>
                <c:pt idx="50">
                  <c:v>1.7675000000000001</c:v>
                </c:pt>
                <c:pt idx="51">
                  <c:v>1.8025</c:v>
                </c:pt>
                <c:pt idx="52">
                  <c:v>1.8374999999999999</c:v>
                </c:pt>
                <c:pt idx="53">
                  <c:v>1.8725000000000001</c:v>
                </c:pt>
                <c:pt idx="54">
                  <c:v>1.9075</c:v>
                </c:pt>
                <c:pt idx="55">
                  <c:v>1.9424999999999999</c:v>
                </c:pt>
                <c:pt idx="56">
                  <c:v>1.9775</c:v>
                </c:pt>
                <c:pt idx="57">
                  <c:v>2.0125000000000002</c:v>
                </c:pt>
                <c:pt idx="58">
                  <c:v>2.0474999999999999</c:v>
                </c:pt>
                <c:pt idx="59">
                  <c:v>2.0825</c:v>
                </c:pt>
                <c:pt idx="60">
                  <c:v>2.1175000000000002</c:v>
                </c:pt>
                <c:pt idx="61">
                  <c:v>2.1524999999999999</c:v>
                </c:pt>
                <c:pt idx="62">
                  <c:v>2.1875</c:v>
                </c:pt>
                <c:pt idx="63">
                  <c:v>2.2225000000000001</c:v>
                </c:pt>
                <c:pt idx="64">
                  <c:v>2.2574999999999998</c:v>
                </c:pt>
                <c:pt idx="65">
                  <c:v>2.2925</c:v>
                </c:pt>
                <c:pt idx="66">
                  <c:v>2.3275000000000001</c:v>
                </c:pt>
                <c:pt idx="67">
                  <c:v>2.3624999999999998</c:v>
                </c:pt>
                <c:pt idx="68">
                  <c:v>2.3975</c:v>
                </c:pt>
                <c:pt idx="69">
                  <c:v>2.4325000000000001</c:v>
                </c:pt>
                <c:pt idx="70">
                  <c:v>2.4674999999999998</c:v>
                </c:pt>
                <c:pt idx="71">
                  <c:v>2.5024999999999999</c:v>
                </c:pt>
                <c:pt idx="72">
                  <c:v>2.5375000000000001</c:v>
                </c:pt>
                <c:pt idx="73">
                  <c:v>2.5724999999999998</c:v>
                </c:pt>
                <c:pt idx="74">
                  <c:v>2.6074999999999999</c:v>
                </c:pt>
                <c:pt idx="75">
                  <c:v>2.6425000000000001</c:v>
                </c:pt>
                <c:pt idx="76">
                  <c:v>2.6775000000000002</c:v>
                </c:pt>
                <c:pt idx="77">
                  <c:v>2.7124999999999999</c:v>
                </c:pt>
                <c:pt idx="78">
                  <c:v>2.7475000000000001</c:v>
                </c:pt>
                <c:pt idx="79">
                  <c:v>2.7825000000000002</c:v>
                </c:pt>
                <c:pt idx="80">
                  <c:v>2.8174999999999999</c:v>
                </c:pt>
                <c:pt idx="81">
                  <c:v>2.8525</c:v>
                </c:pt>
                <c:pt idx="82">
                  <c:v>2.8875000000000002</c:v>
                </c:pt>
                <c:pt idx="83">
                  <c:v>2.9224999999999999</c:v>
                </c:pt>
                <c:pt idx="84">
                  <c:v>2.9575</c:v>
                </c:pt>
                <c:pt idx="85">
                  <c:v>2.9925000000000002</c:v>
                </c:pt>
                <c:pt idx="86">
                  <c:v>3.0274999999999999</c:v>
                </c:pt>
                <c:pt idx="87">
                  <c:v>3.0625</c:v>
                </c:pt>
                <c:pt idx="88">
                  <c:v>3.0975000000000001</c:v>
                </c:pt>
                <c:pt idx="89">
                  <c:v>3.1324999999999998</c:v>
                </c:pt>
                <c:pt idx="90">
                  <c:v>3.1675</c:v>
                </c:pt>
                <c:pt idx="91">
                  <c:v>3.2025000000000001</c:v>
                </c:pt>
                <c:pt idx="92">
                  <c:v>3.2374999999999998</c:v>
                </c:pt>
                <c:pt idx="93">
                  <c:v>3.2725</c:v>
                </c:pt>
                <c:pt idx="94">
                  <c:v>3.3075000000000001</c:v>
                </c:pt>
                <c:pt idx="95">
                  <c:v>3.3424999999999998</c:v>
                </c:pt>
                <c:pt idx="96">
                  <c:v>3.3774999999999999</c:v>
                </c:pt>
                <c:pt idx="97">
                  <c:v>3.4125000000000001</c:v>
                </c:pt>
                <c:pt idx="98">
                  <c:v>3.4474999999999998</c:v>
                </c:pt>
                <c:pt idx="99">
                  <c:v>3.4824999999999999</c:v>
                </c:pt>
                <c:pt idx="100">
                  <c:v>3.5175000000000001</c:v>
                </c:pt>
                <c:pt idx="101">
                  <c:v>3.5525000000000002</c:v>
                </c:pt>
                <c:pt idx="102">
                  <c:v>3.5874999999999999</c:v>
                </c:pt>
                <c:pt idx="103">
                  <c:v>3.6225000000000001</c:v>
                </c:pt>
                <c:pt idx="104">
                  <c:v>3.6575000000000002</c:v>
                </c:pt>
                <c:pt idx="105">
                  <c:v>3.6924999999999999</c:v>
                </c:pt>
                <c:pt idx="106">
                  <c:v>3.7275</c:v>
                </c:pt>
                <c:pt idx="107">
                  <c:v>3.7625000000000002</c:v>
                </c:pt>
                <c:pt idx="108">
                  <c:v>3.7974999999999999</c:v>
                </c:pt>
                <c:pt idx="109">
                  <c:v>3.8325</c:v>
                </c:pt>
                <c:pt idx="110">
                  <c:v>3.8675000000000002</c:v>
                </c:pt>
                <c:pt idx="111">
                  <c:v>3.9024999999999999</c:v>
                </c:pt>
                <c:pt idx="112">
                  <c:v>3.9375</c:v>
                </c:pt>
                <c:pt idx="113">
                  <c:v>3.9725000000000001</c:v>
                </c:pt>
                <c:pt idx="114">
                  <c:v>4.0075000000000003</c:v>
                </c:pt>
                <c:pt idx="115">
                  <c:v>4.0425000000000004</c:v>
                </c:pt>
                <c:pt idx="116">
                  <c:v>4.0774999999999997</c:v>
                </c:pt>
                <c:pt idx="117">
                  <c:v>4.1124999999999998</c:v>
                </c:pt>
                <c:pt idx="118">
                  <c:v>4.1475</c:v>
                </c:pt>
                <c:pt idx="119">
                  <c:v>4.1825000000000001</c:v>
                </c:pt>
                <c:pt idx="120">
                  <c:v>4.2175000000000002</c:v>
                </c:pt>
                <c:pt idx="121">
                  <c:v>4.2525000000000004</c:v>
                </c:pt>
                <c:pt idx="122">
                  <c:v>4.2874999999999996</c:v>
                </c:pt>
                <c:pt idx="123">
                  <c:v>4.3224999999999998</c:v>
                </c:pt>
                <c:pt idx="124">
                  <c:v>4.3574999999999999</c:v>
                </c:pt>
                <c:pt idx="125">
                  <c:v>4.3925000000000001</c:v>
                </c:pt>
                <c:pt idx="126">
                  <c:v>4.4275000000000002</c:v>
                </c:pt>
                <c:pt idx="127">
                  <c:v>4.4625000000000004</c:v>
                </c:pt>
                <c:pt idx="128">
                  <c:v>4.4974999999999996</c:v>
                </c:pt>
                <c:pt idx="129">
                  <c:v>4.5324999999999998</c:v>
                </c:pt>
                <c:pt idx="130">
                  <c:v>4.5674999999999999</c:v>
                </c:pt>
                <c:pt idx="131">
                  <c:v>4.6025</c:v>
                </c:pt>
                <c:pt idx="132">
                  <c:v>4.6375000000000002</c:v>
                </c:pt>
                <c:pt idx="133">
                  <c:v>4.6725000000000003</c:v>
                </c:pt>
                <c:pt idx="134">
                  <c:v>4.7074999999999996</c:v>
                </c:pt>
                <c:pt idx="135">
                  <c:v>4.7424999999999997</c:v>
                </c:pt>
                <c:pt idx="136">
                  <c:v>4.7774999999999999</c:v>
                </c:pt>
                <c:pt idx="137">
                  <c:v>4.8125</c:v>
                </c:pt>
                <c:pt idx="138">
                  <c:v>4.8475000000000001</c:v>
                </c:pt>
                <c:pt idx="139">
                  <c:v>4.8825000000000003</c:v>
                </c:pt>
                <c:pt idx="140">
                  <c:v>4.9175000000000004</c:v>
                </c:pt>
                <c:pt idx="141">
                  <c:v>4.9524999999999997</c:v>
                </c:pt>
                <c:pt idx="142">
                  <c:v>4.9874999999999998</c:v>
                </c:pt>
                <c:pt idx="143">
                  <c:v>5.0225</c:v>
                </c:pt>
                <c:pt idx="144">
                  <c:v>5.0575000000000001</c:v>
                </c:pt>
                <c:pt idx="145">
                  <c:v>5.0925000000000002</c:v>
                </c:pt>
                <c:pt idx="146">
                  <c:v>5.1275000000000004</c:v>
                </c:pt>
                <c:pt idx="147">
                  <c:v>5.1624999999999996</c:v>
                </c:pt>
                <c:pt idx="148">
                  <c:v>5.1974999999999998</c:v>
                </c:pt>
                <c:pt idx="149">
                  <c:v>5.2324999999999999</c:v>
                </c:pt>
                <c:pt idx="150">
                  <c:v>5.2675000000000001</c:v>
                </c:pt>
                <c:pt idx="151">
                  <c:v>5.3025000000000002</c:v>
                </c:pt>
                <c:pt idx="152">
                  <c:v>5.3375000000000004</c:v>
                </c:pt>
                <c:pt idx="153">
                  <c:v>5.3724999999999996</c:v>
                </c:pt>
                <c:pt idx="154">
                  <c:v>5.4074999999999998</c:v>
                </c:pt>
                <c:pt idx="155">
                  <c:v>5.4424999999999999</c:v>
                </c:pt>
                <c:pt idx="156">
                  <c:v>5.4775</c:v>
                </c:pt>
                <c:pt idx="157">
                  <c:v>5.5125000000000002</c:v>
                </c:pt>
                <c:pt idx="158">
                  <c:v>5.5475000000000003</c:v>
                </c:pt>
                <c:pt idx="159">
                  <c:v>5.5824999999999996</c:v>
                </c:pt>
                <c:pt idx="160">
                  <c:v>5.6174999999999997</c:v>
                </c:pt>
                <c:pt idx="161">
                  <c:v>5.6524999999999999</c:v>
                </c:pt>
                <c:pt idx="162">
                  <c:v>5.6875</c:v>
                </c:pt>
                <c:pt idx="163">
                  <c:v>5.7225000000000001</c:v>
                </c:pt>
                <c:pt idx="164">
                  <c:v>5.7575000000000003</c:v>
                </c:pt>
                <c:pt idx="165">
                  <c:v>5.7925000000000004</c:v>
                </c:pt>
                <c:pt idx="166">
                  <c:v>5.8274999999999997</c:v>
                </c:pt>
                <c:pt idx="167">
                  <c:v>5.8624999999999998</c:v>
                </c:pt>
                <c:pt idx="168">
                  <c:v>5.8975</c:v>
                </c:pt>
                <c:pt idx="169">
                  <c:v>5.9325000000000001</c:v>
                </c:pt>
                <c:pt idx="170">
                  <c:v>5.9675000000000002</c:v>
                </c:pt>
                <c:pt idx="171">
                  <c:v>6.0025000000000004</c:v>
                </c:pt>
                <c:pt idx="172">
                  <c:v>6.0374999999999996</c:v>
                </c:pt>
                <c:pt idx="173">
                  <c:v>6.0724999999999998</c:v>
                </c:pt>
                <c:pt idx="174">
                  <c:v>6.1074999999999999</c:v>
                </c:pt>
                <c:pt idx="175">
                  <c:v>6.1425000000000001</c:v>
                </c:pt>
                <c:pt idx="176">
                  <c:v>6.1775000000000002</c:v>
                </c:pt>
                <c:pt idx="177">
                  <c:v>6.2125000000000004</c:v>
                </c:pt>
                <c:pt idx="178">
                  <c:v>6.2474999999999996</c:v>
                </c:pt>
                <c:pt idx="179">
                  <c:v>6.2824999999999998</c:v>
                </c:pt>
                <c:pt idx="180">
                  <c:v>6.3174999999999999</c:v>
                </c:pt>
                <c:pt idx="181">
                  <c:v>6.3525</c:v>
                </c:pt>
                <c:pt idx="182">
                  <c:v>6.3875000000000002</c:v>
                </c:pt>
                <c:pt idx="183">
                  <c:v>6.4225000000000003</c:v>
                </c:pt>
                <c:pt idx="184">
                  <c:v>6.4574999999999996</c:v>
                </c:pt>
                <c:pt idx="185">
                  <c:v>6.4924999999999997</c:v>
                </c:pt>
                <c:pt idx="186">
                  <c:v>6.5274999999999999</c:v>
                </c:pt>
                <c:pt idx="187">
                  <c:v>6.5625</c:v>
                </c:pt>
                <c:pt idx="188">
                  <c:v>6.5975000000000001</c:v>
                </c:pt>
                <c:pt idx="189">
                  <c:v>6.6325000000000003</c:v>
                </c:pt>
                <c:pt idx="190">
                  <c:v>6.6675000000000004</c:v>
                </c:pt>
                <c:pt idx="191">
                  <c:v>6.7024999999999997</c:v>
                </c:pt>
                <c:pt idx="192">
                  <c:v>6.7374999999999998</c:v>
                </c:pt>
                <c:pt idx="193">
                  <c:v>6.7725</c:v>
                </c:pt>
                <c:pt idx="194">
                  <c:v>6.8075000000000001</c:v>
                </c:pt>
                <c:pt idx="195">
                  <c:v>6.8425000000000002</c:v>
                </c:pt>
                <c:pt idx="196">
                  <c:v>6.8775000000000004</c:v>
                </c:pt>
                <c:pt idx="197">
                  <c:v>6.9124999999999996</c:v>
                </c:pt>
                <c:pt idx="198">
                  <c:v>6.9474999999999998</c:v>
                </c:pt>
                <c:pt idx="199">
                  <c:v>6.9824999999999999</c:v>
                </c:pt>
              </c:numCache>
            </c:numRef>
          </c:xVal>
          <c:yVal>
            <c:numRef>
              <c:f>Sheet1!$D$2:$D$201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7.5628209700000004E-2</c:v>
                </c:pt>
                <c:pt idx="94">
                  <c:v>2.4678698799999999E-2</c:v>
                </c:pt>
                <c:pt idx="95">
                  <c:v>7.2493734000000004E-2</c:v>
                </c:pt>
                <c:pt idx="96">
                  <c:v>0.1183317856</c:v>
                </c:pt>
                <c:pt idx="97">
                  <c:v>4.6366774399999998E-2</c:v>
                </c:pt>
                <c:pt idx="98">
                  <c:v>0.1817204161</c:v>
                </c:pt>
                <c:pt idx="99">
                  <c:v>0.37843302649999999</c:v>
                </c:pt>
                <c:pt idx="100">
                  <c:v>0.41457949770000002</c:v>
                </c:pt>
                <c:pt idx="101">
                  <c:v>0.38505860609999998</c:v>
                </c:pt>
                <c:pt idx="102">
                  <c:v>0.39855875369999999</c:v>
                </c:pt>
                <c:pt idx="103">
                  <c:v>0.41146779030000002</c:v>
                </c:pt>
                <c:pt idx="104">
                  <c:v>0.78707956830000003</c:v>
                </c:pt>
                <c:pt idx="105">
                  <c:v>0.71282718940000001</c:v>
                </c:pt>
                <c:pt idx="106">
                  <c:v>0.64121173259999997</c:v>
                </c:pt>
                <c:pt idx="107">
                  <c:v>0.61026694179999996</c:v>
                </c:pt>
                <c:pt idx="108">
                  <c:v>0.93604640670000006</c:v>
                </c:pt>
                <c:pt idx="109">
                  <c:v>0.97416952550000002</c:v>
                </c:pt>
                <c:pt idx="110">
                  <c:v>0.75807416650000004</c:v>
                </c:pt>
                <c:pt idx="111">
                  <c:v>1.1168062362</c:v>
                </c:pt>
                <c:pt idx="112">
                  <c:v>1.0099735862999999</c:v>
                </c:pt>
                <c:pt idx="113">
                  <c:v>1.0435787552</c:v>
                </c:pt>
                <c:pt idx="114">
                  <c:v>1.0254300209</c:v>
                </c:pt>
                <c:pt idx="115">
                  <c:v>0.7599431016</c:v>
                </c:pt>
                <c:pt idx="116">
                  <c:v>0.89309590689999996</c:v>
                </c:pt>
                <c:pt idx="117">
                  <c:v>0.92584772920000002</c:v>
                </c:pt>
                <c:pt idx="118">
                  <c:v>0.76903610339999995</c:v>
                </c:pt>
                <c:pt idx="119">
                  <c:v>0.7407860906</c:v>
                </c:pt>
                <c:pt idx="120">
                  <c:v>0.83478767799999998</c:v>
                </c:pt>
                <c:pt idx="121">
                  <c:v>0.59716577680000005</c:v>
                </c:pt>
                <c:pt idx="122">
                  <c:v>0.92524316819999997</c:v>
                </c:pt>
                <c:pt idx="123">
                  <c:v>0.46238487239999998</c:v>
                </c:pt>
                <c:pt idx="124">
                  <c:v>0.38389517449999999</c:v>
                </c:pt>
                <c:pt idx="125">
                  <c:v>0.57369892219999996</c:v>
                </c:pt>
                <c:pt idx="126">
                  <c:v>0.49580295959999998</c:v>
                </c:pt>
                <c:pt idx="127">
                  <c:v>0.59651312990000005</c:v>
                </c:pt>
                <c:pt idx="128">
                  <c:v>0.50718345310000001</c:v>
                </c:pt>
                <c:pt idx="129">
                  <c:v>0.52566398510000001</c:v>
                </c:pt>
                <c:pt idx="130">
                  <c:v>0.38822905340000002</c:v>
                </c:pt>
                <c:pt idx="131">
                  <c:v>0.58626525949999997</c:v>
                </c:pt>
                <c:pt idx="132">
                  <c:v>0.46447017600000001</c:v>
                </c:pt>
                <c:pt idx="133">
                  <c:v>0.29678135020000002</c:v>
                </c:pt>
                <c:pt idx="134">
                  <c:v>0.34111544890000001</c:v>
                </c:pt>
                <c:pt idx="135">
                  <c:v>0.46813808280000002</c:v>
                </c:pt>
                <c:pt idx="136">
                  <c:v>0.59141547750000001</c:v>
                </c:pt>
                <c:pt idx="137">
                  <c:v>0.37302040949999998</c:v>
                </c:pt>
                <c:pt idx="138">
                  <c:v>0.4136099654</c:v>
                </c:pt>
                <c:pt idx="139">
                  <c:v>0.43035142799999998</c:v>
                </c:pt>
                <c:pt idx="140">
                  <c:v>0.42424725549999998</c:v>
                </c:pt>
                <c:pt idx="141">
                  <c:v>0.5393507904</c:v>
                </c:pt>
                <c:pt idx="142">
                  <c:v>0.45583503990000002</c:v>
                </c:pt>
                <c:pt idx="143">
                  <c:v>0.4066941858</c:v>
                </c:pt>
                <c:pt idx="144">
                  <c:v>0.4960784452</c:v>
                </c:pt>
                <c:pt idx="145">
                  <c:v>0.52051378410000004</c:v>
                </c:pt>
                <c:pt idx="146">
                  <c:v>0.57504392280000005</c:v>
                </c:pt>
                <c:pt idx="147">
                  <c:v>0.5672731781</c:v>
                </c:pt>
                <c:pt idx="148">
                  <c:v>0.63961015779999997</c:v>
                </c:pt>
                <c:pt idx="149">
                  <c:v>0.64094280810000004</c:v>
                </c:pt>
                <c:pt idx="150">
                  <c:v>0.61299351280000003</c:v>
                </c:pt>
                <c:pt idx="151">
                  <c:v>0.66254010929999996</c:v>
                </c:pt>
                <c:pt idx="152">
                  <c:v>0.72021518780000005</c:v>
                </c:pt>
                <c:pt idx="153">
                  <c:v>0.75762910480000001</c:v>
                </c:pt>
                <c:pt idx="154">
                  <c:v>0.84941371769999996</c:v>
                </c:pt>
                <c:pt idx="155">
                  <c:v>0.8840959021</c:v>
                </c:pt>
                <c:pt idx="156">
                  <c:v>0.99880968329999997</c:v>
                </c:pt>
                <c:pt idx="157">
                  <c:v>1.0039354619</c:v>
                </c:pt>
                <c:pt idx="158">
                  <c:v>1.1579875342999999</c:v>
                </c:pt>
                <c:pt idx="159">
                  <c:v>1.1781647851999999</c:v>
                </c:pt>
                <c:pt idx="160">
                  <c:v>1.1720847503</c:v>
                </c:pt>
                <c:pt idx="161">
                  <c:v>1.3942075493999999</c:v>
                </c:pt>
                <c:pt idx="162">
                  <c:v>1.3019863283999999</c:v>
                </c:pt>
                <c:pt idx="163">
                  <c:v>1.7477886705000001</c:v>
                </c:pt>
                <c:pt idx="164">
                  <c:v>1.6533044042</c:v>
                </c:pt>
                <c:pt idx="165">
                  <c:v>1.7943099782</c:v>
                </c:pt>
                <c:pt idx="166">
                  <c:v>1.7171723890999999</c:v>
                </c:pt>
                <c:pt idx="167">
                  <c:v>1.8381242788000001</c:v>
                </c:pt>
                <c:pt idx="168">
                  <c:v>1.8862320296999999</c:v>
                </c:pt>
                <c:pt idx="169">
                  <c:v>1.8026737066</c:v>
                </c:pt>
                <c:pt idx="170">
                  <c:v>1.9256334958000001</c:v>
                </c:pt>
                <c:pt idx="171">
                  <c:v>1.8133256862</c:v>
                </c:pt>
                <c:pt idx="172">
                  <c:v>1.99233696</c:v>
                </c:pt>
                <c:pt idx="173">
                  <c:v>1.6472984292999999</c:v>
                </c:pt>
                <c:pt idx="174">
                  <c:v>1.6139970577</c:v>
                </c:pt>
                <c:pt idx="175">
                  <c:v>1.6242780196</c:v>
                </c:pt>
                <c:pt idx="176">
                  <c:v>1.4785827381000001</c:v>
                </c:pt>
                <c:pt idx="177">
                  <c:v>1.3640386449999999</c:v>
                </c:pt>
                <c:pt idx="178">
                  <c:v>1.1551245688</c:v>
                </c:pt>
                <c:pt idx="179">
                  <c:v>1.3474917776999999</c:v>
                </c:pt>
                <c:pt idx="180">
                  <c:v>1.3731893968</c:v>
                </c:pt>
                <c:pt idx="181">
                  <c:v>1.3447192649999999</c:v>
                </c:pt>
                <c:pt idx="182">
                  <c:v>1.2969378766999999</c:v>
                </c:pt>
                <c:pt idx="183">
                  <c:v>1.2304800138</c:v>
                </c:pt>
                <c:pt idx="184">
                  <c:v>1.3078185468000001</c:v>
                </c:pt>
                <c:pt idx="185">
                  <c:v>1.1272330532999999</c:v>
                </c:pt>
                <c:pt idx="186">
                  <c:v>1.2862555208999999</c:v>
                </c:pt>
                <c:pt idx="187">
                  <c:v>1.3603356731</c:v>
                </c:pt>
                <c:pt idx="188">
                  <c:v>1.2156883937</c:v>
                </c:pt>
                <c:pt idx="189">
                  <c:v>1.0985593412000001</c:v>
                </c:pt>
                <c:pt idx="190">
                  <c:v>1.2145879415</c:v>
                </c:pt>
                <c:pt idx="191">
                  <c:v>1.3221297086999999</c:v>
                </c:pt>
                <c:pt idx="192">
                  <c:v>1.2667971738999999</c:v>
                </c:pt>
                <c:pt idx="193">
                  <c:v>1.2713958004999999</c:v>
                </c:pt>
                <c:pt idx="194">
                  <c:v>1.3107874567</c:v>
                </c:pt>
                <c:pt idx="195">
                  <c:v>1.095592517</c:v>
                </c:pt>
                <c:pt idx="196">
                  <c:v>1.2499941912999999</c:v>
                </c:pt>
                <c:pt idx="197">
                  <c:v>1.2147677647999999</c:v>
                </c:pt>
                <c:pt idx="198">
                  <c:v>1.0291668976999999</c:v>
                </c:pt>
                <c:pt idx="199">
                  <c:v>1.0299500466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6E32-6C4F-AE28-D01D0C6FD7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13816048"/>
        <c:axId val="1313817760"/>
      </c:scatterChart>
      <c:valAx>
        <c:axId val="1313816048"/>
        <c:scaling>
          <c:orientation val="minMax"/>
          <c:max val="7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</a:t>
                </a:r>
                <a:endParaRPr lang="ja-JP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ja-JP" alt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313817760"/>
        <c:crosses val="autoZero"/>
        <c:crossBetween val="midCat"/>
      </c:valAx>
      <c:valAx>
        <c:axId val="131381776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g(r)</a:t>
                </a:r>
                <a:endParaRPr lang="ja-JP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ja-JP" alt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313816048"/>
        <c:crosses val="autoZero"/>
        <c:crossBetween val="midCat"/>
      </c:valAx>
      <c:spPr>
        <a:noFill/>
        <a:ln>
          <a:solidFill>
            <a:schemeClr val="tx1"/>
          </a:solidFill>
        </a:ln>
        <a:effectLst/>
      </c:spPr>
    </c:plotArea>
    <c:legend>
      <c:legendPos val="tr"/>
      <c:layout>
        <c:manualLayout>
          <c:xMode val="edge"/>
          <c:yMode val="edge"/>
          <c:x val="0.72524693914085969"/>
          <c:y val="0.22472231582106034"/>
          <c:w val="0.15572033066503807"/>
          <c:h val="0.23437664041994752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/>
          </a:solidFill>
        </a:defRPr>
      </a:pPr>
      <a:endParaRPr lang="ja-JP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ja-JP" sz="2000" dirty="0"/>
              <a:t>部分</a:t>
            </a:r>
            <a:r>
              <a:rPr lang="en-US" sz="2000" dirty="0"/>
              <a:t>2</a:t>
            </a:r>
            <a:r>
              <a:rPr lang="ja-JP" sz="2000" dirty="0"/>
              <a:t>体分布関数</a:t>
            </a:r>
            <a:r>
              <a:rPr lang="en-US" sz="2000" dirty="0"/>
              <a:t>(1.0×10</a:t>
            </a:r>
            <a:r>
              <a:rPr lang="en-US" sz="2000" baseline="30000" dirty="0"/>
              <a:t>13</a:t>
            </a:r>
            <a:r>
              <a:rPr lang="en-US" sz="2000" baseline="0" dirty="0"/>
              <a:t>K</a:t>
            </a:r>
            <a:r>
              <a:rPr lang="en-US" sz="2000" dirty="0"/>
              <a:t>/s)</a:t>
            </a:r>
            <a:endParaRPr lang="ja-JP" sz="2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Sheet2!$B$1</c:f>
              <c:strCache>
                <c:ptCount val="1"/>
                <c:pt idx="0">
                  <c:v>Al-Al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xVal>
            <c:numRef>
              <c:f>Sheet2!$A$2:$A$201</c:f>
              <c:numCache>
                <c:formatCode>0.0000_ </c:formatCode>
                <c:ptCount val="200"/>
                <c:pt idx="0">
                  <c:v>1.7500000000000002E-2</c:v>
                </c:pt>
                <c:pt idx="1">
                  <c:v>5.2499999999999998E-2</c:v>
                </c:pt>
                <c:pt idx="2">
                  <c:v>8.7499999999999994E-2</c:v>
                </c:pt>
                <c:pt idx="3">
                  <c:v>0.1225</c:v>
                </c:pt>
                <c:pt idx="4">
                  <c:v>0.1575</c:v>
                </c:pt>
                <c:pt idx="5">
                  <c:v>0.1925</c:v>
                </c:pt>
                <c:pt idx="6">
                  <c:v>0.22750000000000001</c:v>
                </c:pt>
                <c:pt idx="7">
                  <c:v>0.26250000000000001</c:v>
                </c:pt>
                <c:pt idx="8">
                  <c:v>0.29749999999999999</c:v>
                </c:pt>
                <c:pt idx="9">
                  <c:v>0.33250000000000002</c:v>
                </c:pt>
                <c:pt idx="10">
                  <c:v>0.36749999999999999</c:v>
                </c:pt>
                <c:pt idx="11">
                  <c:v>0.40250000000000002</c:v>
                </c:pt>
                <c:pt idx="12">
                  <c:v>0.4375</c:v>
                </c:pt>
                <c:pt idx="13">
                  <c:v>0.47249999999999998</c:v>
                </c:pt>
                <c:pt idx="14">
                  <c:v>0.50749999999999995</c:v>
                </c:pt>
                <c:pt idx="15">
                  <c:v>0.54249999999999998</c:v>
                </c:pt>
                <c:pt idx="16">
                  <c:v>0.57750000000000001</c:v>
                </c:pt>
                <c:pt idx="17">
                  <c:v>0.61250000000000004</c:v>
                </c:pt>
                <c:pt idx="18">
                  <c:v>0.64749999999999996</c:v>
                </c:pt>
                <c:pt idx="19">
                  <c:v>0.6825</c:v>
                </c:pt>
                <c:pt idx="20">
                  <c:v>0.71750000000000003</c:v>
                </c:pt>
                <c:pt idx="21">
                  <c:v>0.75249999999999995</c:v>
                </c:pt>
                <c:pt idx="22">
                  <c:v>0.78749999999999998</c:v>
                </c:pt>
                <c:pt idx="23">
                  <c:v>0.82250000000000001</c:v>
                </c:pt>
                <c:pt idx="24">
                  <c:v>0.85750000000000004</c:v>
                </c:pt>
                <c:pt idx="25">
                  <c:v>0.89249999999999996</c:v>
                </c:pt>
                <c:pt idx="26">
                  <c:v>0.92749999999999999</c:v>
                </c:pt>
                <c:pt idx="27">
                  <c:v>0.96250000000000002</c:v>
                </c:pt>
                <c:pt idx="28">
                  <c:v>0.99750000000000005</c:v>
                </c:pt>
                <c:pt idx="29">
                  <c:v>1.0325</c:v>
                </c:pt>
                <c:pt idx="30">
                  <c:v>1.0674999999999999</c:v>
                </c:pt>
                <c:pt idx="31">
                  <c:v>1.1025</c:v>
                </c:pt>
                <c:pt idx="32">
                  <c:v>1.1375</c:v>
                </c:pt>
                <c:pt idx="33">
                  <c:v>1.1725000000000001</c:v>
                </c:pt>
                <c:pt idx="34">
                  <c:v>1.2075</c:v>
                </c:pt>
                <c:pt idx="35">
                  <c:v>1.2424999999999999</c:v>
                </c:pt>
                <c:pt idx="36">
                  <c:v>1.2775000000000001</c:v>
                </c:pt>
                <c:pt idx="37">
                  <c:v>1.3125</c:v>
                </c:pt>
                <c:pt idx="38">
                  <c:v>1.3474999999999999</c:v>
                </c:pt>
                <c:pt idx="39">
                  <c:v>1.3825000000000001</c:v>
                </c:pt>
                <c:pt idx="40">
                  <c:v>1.4175</c:v>
                </c:pt>
                <c:pt idx="41">
                  <c:v>1.4524999999999999</c:v>
                </c:pt>
                <c:pt idx="42">
                  <c:v>1.4875</c:v>
                </c:pt>
                <c:pt idx="43">
                  <c:v>1.5225</c:v>
                </c:pt>
                <c:pt idx="44">
                  <c:v>1.5575000000000001</c:v>
                </c:pt>
                <c:pt idx="45">
                  <c:v>1.5925</c:v>
                </c:pt>
                <c:pt idx="46">
                  <c:v>1.6274999999999999</c:v>
                </c:pt>
                <c:pt idx="47">
                  <c:v>1.6625000000000001</c:v>
                </c:pt>
                <c:pt idx="48">
                  <c:v>1.6975</c:v>
                </c:pt>
                <c:pt idx="49">
                  <c:v>1.7324999999999999</c:v>
                </c:pt>
                <c:pt idx="50">
                  <c:v>1.7675000000000001</c:v>
                </c:pt>
                <c:pt idx="51">
                  <c:v>1.8025</c:v>
                </c:pt>
                <c:pt idx="52">
                  <c:v>1.8374999999999999</c:v>
                </c:pt>
                <c:pt idx="53">
                  <c:v>1.8725000000000001</c:v>
                </c:pt>
                <c:pt idx="54">
                  <c:v>1.9075</c:v>
                </c:pt>
                <c:pt idx="55">
                  <c:v>1.9424999999999999</c:v>
                </c:pt>
                <c:pt idx="56">
                  <c:v>1.9775</c:v>
                </c:pt>
                <c:pt idx="57">
                  <c:v>2.0125000000000002</c:v>
                </c:pt>
                <c:pt idx="58">
                  <c:v>2.0474999999999999</c:v>
                </c:pt>
                <c:pt idx="59">
                  <c:v>2.0825</c:v>
                </c:pt>
                <c:pt idx="60">
                  <c:v>2.1175000000000002</c:v>
                </c:pt>
                <c:pt idx="61">
                  <c:v>2.1524999999999999</c:v>
                </c:pt>
                <c:pt idx="62">
                  <c:v>2.1875</c:v>
                </c:pt>
                <c:pt idx="63">
                  <c:v>2.2225000000000001</c:v>
                </c:pt>
                <c:pt idx="64">
                  <c:v>2.2574999999999998</c:v>
                </c:pt>
                <c:pt idx="65">
                  <c:v>2.2925</c:v>
                </c:pt>
                <c:pt idx="66">
                  <c:v>2.3275000000000001</c:v>
                </c:pt>
                <c:pt idx="67">
                  <c:v>2.3624999999999998</c:v>
                </c:pt>
                <c:pt idx="68">
                  <c:v>2.3975</c:v>
                </c:pt>
                <c:pt idx="69">
                  <c:v>2.4325000000000001</c:v>
                </c:pt>
                <c:pt idx="70">
                  <c:v>2.4674999999999998</c:v>
                </c:pt>
                <c:pt idx="71">
                  <c:v>2.5024999999999999</c:v>
                </c:pt>
                <c:pt idx="72">
                  <c:v>2.5375000000000001</c:v>
                </c:pt>
                <c:pt idx="73">
                  <c:v>2.5724999999999998</c:v>
                </c:pt>
                <c:pt idx="74">
                  <c:v>2.6074999999999999</c:v>
                </c:pt>
                <c:pt idx="75">
                  <c:v>2.6425000000000001</c:v>
                </c:pt>
                <c:pt idx="76">
                  <c:v>2.6775000000000002</c:v>
                </c:pt>
                <c:pt idx="77">
                  <c:v>2.7124999999999999</c:v>
                </c:pt>
                <c:pt idx="78">
                  <c:v>2.7475000000000001</c:v>
                </c:pt>
                <c:pt idx="79">
                  <c:v>2.7825000000000002</c:v>
                </c:pt>
                <c:pt idx="80">
                  <c:v>2.8174999999999999</c:v>
                </c:pt>
                <c:pt idx="81">
                  <c:v>2.8525</c:v>
                </c:pt>
                <c:pt idx="82">
                  <c:v>2.8875000000000002</c:v>
                </c:pt>
                <c:pt idx="83">
                  <c:v>2.9224999999999999</c:v>
                </c:pt>
                <c:pt idx="84">
                  <c:v>2.9575</c:v>
                </c:pt>
                <c:pt idx="85">
                  <c:v>2.9925000000000002</c:v>
                </c:pt>
                <c:pt idx="86">
                  <c:v>3.0274999999999999</c:v>
                </c:pt>
                <c:pt idx="87">
                  <c:v>3.0625</c:v>
                </c:pt>
                <c:pt idx="88">
                  <c:v>3.0975000000000001</c:v>
                </c:pt>
                <c:pt idx="89">
                  <c:v>3.1324999999999998</c:v>
                </c:pt>
                <c:pt idx="90">
                  <c:v>3.1675</c:v>
                </c:pt>
                <c:pt idx="91">
                  <c:v>3.2025000000000001</c:v>
                </c:pt>
                <c:pt idx="92">
                  <c:v>3.2374999999999998</c:v>
                </c:pt>
                <c:pt idx="93">
                  <c:v>3.2725</c:v>
                </c:pt>
                <c:pt idx="94">
                  <c:v>3.3075000000000001</c:v>
                </c:pt>
                <c:pt idx="95">
                  <c:v>3.3424999999999998</c:v>
                </c:pt>
                <c:pt idx="96">
                  <c:v>3.3774999999999999</c:v>
                </c:pt>
                <c:pt idx="97">
                  <c:v>3.4125000000000001</c:v>
                </c:pt>
                <c:pt idx="98">
                  <c:v>3.4474999999999998</c:v>
                </c:pt>
                <c:pt idx="99">
                  <c:v>3.4824999999999999</c:v>
                </c:pt>
                <c:pt idx="100">
                  <c:v>3.5175000000000001</c:v>
                </c:pt>
                <c:pt idx="101">
                  <c:v>3.5525000000000002</c:v>
                </c:pt>
                <c:pt idx="102">
                  <c:v>3.5874999999999999</c:v>
                </c:pt>
                <c:pt idx="103">
                  <c:v>3.6225000000000001</c:v>
                </c:pt>
                <c:pt idx="104">
                  <c:v>3.6575000000000002</c:v>
                </c:pt>
                <c:pt idx="105">
                  <c:v>3.6924999999999999</c:v>
                </c:pt>
                <c:pt idx="106">
                  <c:v>3.7275</c:v>
                </c:pt>
                <c:pt idx="107">
                  <c:v>3.7625000000000002</c:v>
                </c:pt>
                <c:pt idx="108">
                  <c:v>3.7974999999999999</c:v>
                </c:pt>
                <c:pt idx="109">
                  <c:v>3.8325</c:v>
                </c:pt>
                <c:pt idx="110">
                  <c:v>3.8675000000000002</c:v>
                </c:pt>
                <c:pt idx="111">
                  <c:v>3.9024999999999999</c:v>
                </c:pt>
                <c:pt idx="112">
                  <c:v>3.9375</c:v>
                </c:pt>
                <c:pt idx="113">
                  <c:v>3.9725000000000001</c:v>
                </c:pt>
                <c:pt idx="114">
                  <c:v>4.0075000000000003</c:v>
                </c:pt>
                <c:pt idx="115">
                  <c:v>4.0425000000000004</c:v>
                </c:pt>
                <c:pt idx="116">
                  <c:v>4.0774999999999997</c:v>
                </c:pt>
                <c:pt idx="117">
                  <c:v>4.1124999999999998</c:v>
                </c:pt>
                <c:pt idx="118">
                  <c:v>4.1475</c:v>
                </c:pt>
                <c:pt idx="119">
                  <c:v>4.1825000000000001</c:v>
                </c:pt>
                <c:pt idx="120">
                  <c:v>4.2175000000000002</c:v>
                </c:pt>
                <c:pt idx="121">
                  <c:v>4.2525000000000004</c:v>
                </c:pt>
                <c:pt idx="122">
                  <c:v>4.2874999999999996</c:v>
                </c:pt>
                <c:pt idx="123">
                  <c:v>4.3224999999999998</c:v>
                </c:pt>
                <c:pt idx="124">
                  <c:v>4.3574999999999999</c:v>
                </c:pt>
                <c:pt idx="125">
                  <c:v>4.3925000000000001</c:v>
                </c:pt>
                <c:pt idx="126">
                  <c:v>4.4275000000000002</c:v>
                </c:pt>
                <c:pt idx="127">
                  <c:v>4.4625000000000004</c:v>
                </c:pt>
                <c:pt idx="128">
                  <c:v>4.4974999999999996</c:v>
                </c:pt>
                <c:pt idx="129">
                  <c:v>4.5324999999999998</c:v>
                </c:pt>
                <c:pt idx="130">
                  <c:v>4.5674999999999999</c:v>
                </c:pt>
                <c:pt idx="131">
                  <c:v>4.6025</c:v>
                </c:pt>
                <c:pt idx="132">
                  <c:v>4.6375000000000002</c:v>
                </c:pt>
                <c:pt idx="133">
                  <c:v>4.6725000000000003</c:v>
                </c:pt>
                <c:pt idx="134">
                  <c:v>4.7074999999999996</c:v>
                </c:pt>
                <c:pt idx="135">
                  <c:v>4.7424999999999997</c:v>
                </c:pt>
                <c:pt idx="136">
                  <c:v>4.7774999999999999</c:v>
                </c:pt>
                <c:pt idx="137">
                  <c:v>4.8125</c:v>
                </c:pt>
                <c:pt idx="138">
                  <c:v>4.8475000000000001</c:v>
                </c:pt>
                <c:pt idx="139">
                  <c:v>4.8825000000000003</c:v>
                </c:pt>
                <c:pt idx="140">
                  <c:v>4.9175000000000004</c:v>
                </c:pt>
                <c:pt idx="141">
                  <c:v>4.9524999999999997</c:v>
                </c:pt>
                <c:pt idx="142">
                  <c:v>4.9874999999999998</c:v>
                </c:pt>
                <c:pt idx="143">
                  <c:v>5.0225</c:v>
                </c:pt>
                <c:pt idx="144">
                  <c:v>5.0575000000000001</c:v>
                </c:pt>
                <c:pt idx="145">
                  <c:v>5.0925000000000002</c:v>
                </c:pt>
                <c:pt idx="146">
                  <c:v>5.1275000000000004</c:v>
                </c:pt>
                <c:pt idx="147">
                  <c:v>5.1624999999999996</c:v>
                </c:pt>
                <c:pt idx="148">
                  <c:v>5.1974999999999998</c:v>
                </c:pt>
                <c:pt idx="149">
                  <c:v>5.2324999999999999</c:v>
                </c:pt>
                <c:pt idx="150">
                  <c:v>5.2675000000000001</c:v>
                </c:pt>
                <c:pt idx="151">
                  <c:v>5.3025000000000002</c:v>
                </c:pt>
                <c:pt idx="152">
                  <c:v>5.3375000000000004</c:v>
                </c:pt>
                <c:pt idx="153">
                  <c:v>5.3724999999999996</c:v>
                </c:pt>
                <c:pt idx="154">
                  <c:v>5.4074999999999998</c:v>
                </c:pt>
                <c:pt idx="155">
                  <c:v>5.4424999999999999</c:v>
                </c:pt>
                <c:pt idx="156">
                  <c:v>5.4775</c:v>
                </c:pt>
                <c:pt idx="157">
                  <c:v>5.5125000000000002</c:v>
                </c:pt>
                <c:pt idx="158">
                  <c:v>5.5475000000000003</c:v>
                </c:pt>
                <c:pt idx="159">
                  <c:v>5.5824999999999996</c:v>
                </c:pt>
                <c:pt idx="160">
                  <c:v>5.6174999999999997</c:v>
                </c:pt>
                <c:pt idx="161">
                  <c:v>5.6524999999999999</c:v>
                </c:pt>
                <c:pt idx="162">
                  <c:v>5.6875</c:v>
                </c:pt>
                <c:pt idx="163">
                  <c:v>5.7225000000000001</c:v>
                </c:pt>
                <c:pt idx="164">
                  <c:v>5.7575000000000003</c:v>
                </c:pt>
                <c:pt idx="165">
                  <c:v>5.7925000000000004</c:v>
                </c:pt>
                <c:pt idx="166">
                  <c:v>5.8274999999999997</c:v>
                </c:pt>
                <c:pt idx="167">
                  <c:v>5.8624999999999998</c:v>
                </c:pt>
                <c:pt idx="168">
                  <c:v>5.8975</c:v>
                </c:pt>
                <c:pt idx="169">
                  <c:v>5.9325000000000001</c:v>
                </c:pt>
                <c:pt idx="170">
                  <c:v>5.9675000000000002</c:v>
                </c:pt>
                <c:pt idx="171">
                  <c:v>6.0025000000000004</c:v>
                </c:pt>
                <c:pt idx="172">
                  <c:v>6.0374999999999996</c:v>
                </c:pt>
                <c:pt idx="173">
                  <c:v>6.0724999999999998</c:v>
                </c:pt>
                <c:pt idx="174">
                  <c:v>6.1074999999999999</c:v>
                </c:pt>
                <c:pt idx="175">
                  <c:v>6.1425000000000001</c:v>
                </c:pt>
                <c:pt idx="176">
                  <c:v>6.1775000000000002</c:v>
                </c:pt>
                <c:pt idx="177">
                  <c:v>6.2125000000000004</c:v>
                </c:pt>
                <c:pt idx="178">
                  <c:v>6.2474999999999996</c:v>
                </c:pt>
                <c:pt idx="179">
                  <c:v>6.2824999999999998</c:v>
                </c:pt>
                <c:pt idx="180">
                  <c:v>6.3174999999999999</c:v>
                </c:pt>
                <c:pt idx="181">
                  <c:v>6.3525</c:v>
                </c:pt>
                <c:pt idx="182">
                  <c:v>6.3875000000000002</c:v>
                </c:pt>
                <c:pt idx="183">
                  <c:v>6.4225000000000003</c:v>
                </c:pt>
                <c:pt idx="184">
                  <c:v>6.4574999999999996</c:v>
                </c:pt>
                <c:pt idx="185">
                  <c:v>6.4924999999999997</c:v>
                </c:pt>
                <c:pt idx="186">
                  <c:v>6.5274999999999999</c:v>
                </c:pt>
                <c:pt idx="187">
                  <c:v>6.5625</c:v>
                </c:pt>
                <c:pt idx="188">
                  <c:v>6.5975000000000001</c:v>
                </c:pt>
                <c:pt idx="189">
                  <c:v>6.6325000000000003</c:v>
                </c:pt>
                <c:pt idx="190">
                  <c:v>6.6675000000000004</c:v>
                </c:pt>
                <c:pt idx="191">
                  <c:v>6.7024999999999997</c:v>
                </c:pt>
                <c:pt idx="192">
                  <c:v>6.7374999999999998</c:v>
                </c:pt>
                <c:pt idx="193">
                  <c:v>6.7725</c:v>
                </c:pt>
                <c:pt idx="194">
                  <c:v>6.8075000000000001</c:v>
                </c:pt>
                <c:pt idx="195">
                  <c:v>6.8425000000000002</c:v>
                </c:pt>
                <c:pt idx="196">
                  <c:v>6.8775000000000004</c:v>
                </c:pt>
                <c:pt idx="197">
                  <c:v>6.9124999999999996</c:v>
                </c:pt>
                <c:pt idx="198">
                  <c:v>6.9474999999999998</c:v>
                </c:pt>
                <c:pt idx="199">
                  <c:v>6.9824999999999999</c:v>
                </c:pt>
              </c:numCache>
            </c:numRef>
          </c:xVal>
          <c:yVal>
            <c:numRef>
              <c:f>Sheet2!$B$2:$B$201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1.196241E-3</c:v>
                </c:pt>
                <c:pt idx="68">
                  <c:v>4.6462793000000002E-3</c:v>
                </c:pt>
                <c:pt idx="69">
                  <c:v>2.8773802300000002E-2</c:v>
                </c:pt>
                <c:pt idx="70">
                  <c:v>0.1014355982</c:v>
                </c:pt>
                <c:pt idx="71">
                  <c:v>0.2281543681</c:v>
                </c:pt>
                <c:pt idx="72">
                  <c:v>0.52987347419999997</c:v>
                </c:pt>
                <c:pt idx="73">
                  <c:v>1.0966861126</c:v>
                </c:pt>
                <c:pt idx="74">
                  <c:v>1.7617226985000001</c:v>
                </c:pt>
                <c:pt idx="75">
                  <c:v>2.5983848644999998</c:v>
                </c:pt>
                <c:pt idx="76">
                  <c:v>3.3704951460000001</c:v>
                </c:pt>
                <c:pt idx="77">
                  <c:v>3.9723810507000001</c:v>
                </c:pt>
                <c:pt idx="78">
                  <c:v>4.3021203664999996</c:v>
                </c:pt>
                <c:pt idx="79">
                  <c:v>4.5895389933999997</c:v>
                </c:pt>
                <c:pt idx="80">
                  <c:v>4.4089365454999996</c:v>
                </c:pt>
                <c:pt idx="81">
                  <c:v>4.1163692741000002</c:v>
                </c:pt>
                <c:pt idx="82">
                  <c:v>3.6912612384000001</c:v>
                </c:pt>
                <c:pt idx="83">
                  <c:v>3.3379813870000001</c:v>
                </c:pt>
                <c:pt idx="84">
                  <c:v>2.9144164858999999</c:v>
                </c:pt>
                <c:pt idx="85">
                  <c:v>2.5614562946000001</c:v>
                </c:pt>
                <c:pt idx="86">
                  <c:v>2.2006341631000002</c:v>
                </c:pt>
                <c:pt idx="87">
                  <c:v>1.8825950639</c:v>
                </c:pt>
                <c:pt idx="88">
                  <c:v>1.6026435984</c:v>
                </c:pt>
                <c:pt idx="89">
                  <c:v>1.3727679527000001</c:v>
                </c:pt>
                <c:pt idx="90">
                  <c:v>1.1625871144</c:v>
                </c:pt>
                <c:pt idx="91">
                  <c:v>0.98725668040000003</c:v>
                </c:pt>
                <c:pt idx="92">
                  <c:v>0.82238034930000004</c:v>
                </c:pt>
                <c:pt idx="93">
                  <c:v>0.67676305709999995</c:v>
                </c:pt>
                <c:pt idx="94">
                  <c:v>0.60148269409999999</c:v>
                </c:pt>
                <c:pt idx="95">
                  <c:v>0.49632151610000003</c:v>
                </c:pt>
                <c:pt idx="96">
                  <c:v>0.43341179590000001</c:v>
                </c:pt>
                <c:pt idx="97">
                  <c:v>0.36379168239999998</c:v>
                </c:pt>
                <c:pt idx="98">
                  <c:v>0.34548810699999999</c:v>
                </c:pt>
                <c:pt idx="99">
                  <c:v>0.31683247380000001</c:v>
                </c:pt>
                <c:pt idx="100">
                  <c:v>0.28681492009999998</c:v>
                </c:pt>
                <c:pt idx="101">
                  <c:v>0.2629389768</c:v>
                </c:pt>
                <c:pt idx="102">
                  <c:v>0.25342389990000003</c:v>
                </c:pt>
                <c:pt idx="103">
                  <c:v>0.25541936240000002</c:v>
                </c:pt>
                <c:pt idx="104">
                  <c:v>0.2532994979</c:v>
                </c:pt>
                <c:pt idx="105">
                  <c:v>0.24998949130000001</c:v>
                </c:pt>
                <c:pt idx="106">
                  <c:v>0.2522847936</c:v>
                </c:pt>
                <c:pt idx="107">
                  <c:v>0.26246976700000002</c:v>
                </c:pt>
                <c:pt idx="108">
                  <c:v>0.26853420979999998</c:v>
                </c:pt>
                <c:pt idx="109">
                  <c:v>0.2750162116</c:v>
                </c:pt>
                <c:pt idx="110">
                  <c:v>0.27564087459999997</c:v>
                </c:pt>
                <c:pt idx="111">
                  <c:v>0.28584403069999997</c:v>
                </c:pt>
                <c:pt idx="112">
                  <c:v>0.28423019199999999</c:v>
                </c:pt>
                <c:pt idx="113">
                  <c:v>0.31309156300000002</c:v>
                </c:pt>
                <c:pt idx="114">
                  <c:v>0.29164069120000002</c:v>
                </c:pt>
                <c:pt idx="115">
                  <c:v>0.30867536089999997</c:v>
                </c:pt>
                <c:pt idx="116">
                  <c:v>0.33713229770000003</c:v>
                </c:pt>
                <c:pt idx="117">
                  <c:v>0.34128784439999998</c:v>
                </c:pt>
                <c:pt idx="118">
                  <c:v>0.36466298600000002</c:v>
                </c:pt>
                <c:pt idx="119">
                  <c:v>0.39885232030000001</c:v>
                </c:pt>
                <c:pt idx="120">
                  <c:v>0.42547996570000002</c:v>
                </c:pt>
                <c:pt idx="121">
                  <c:v>0.45468809789999998</c:v>
                </c:pt>
                <c:pt idx="122">
                  <c:v>0.51067536609999997</c:v>
                </c:pt>
                <c:pt idx="123">
                  <c:v>0.56229553710000002</c:v>
                </c:pt>
                <c:pt idx="124">
                  <c:v>0.63171379540000006</c:v>
                </c:pt>
                <c:pt idx="125">
                  <c:v>0.70733527880000002</c:v>
                </c:pt>
                <c:pt idx="126">
                  <c:v>0.80501963139999999</c:v>
                </c:pt>
                <c:pt idx="127">
                  <c:v>0.9508626925</c:v>
                </c:pt>
                <c:pt idx="128">
                  <c:v>1.0775623362</c:v>
                </c:pt>
                <c:pt idx="129">
                  <c:v>1.2064253382000001</c:v>
                </c:pt>
                <c:pt idx="130">
                  <c:v>1.3411485175</c:v>
                </c:pt>
                <c:pt idx="131">
                  <c:v>1.4625090404000001</c:v>
                </c:pt>
                <c:pt idx="132">
                  <c:v>1.5830162437999999</c:v>
                </c:pt>
                <c:pt idx="133">
                  <c:v>1.6860001454</c:v>
                </c:pt>
                <c:pt idx="134">
                  <c:v>1.735893889</c:v>
                </c:pt>
                <c:pt idx="135">
                  <c:v>1.7473257357</c:v>
                </c:pt>
                <c:pt idx="136">
                  <c:v>1.7575061612</c:v>
                </c:pt>
                <c:pt idx="137">
                  <c:v>1.7151706468000001</c:v>
                </c:pt>
                <c:pt idx="138">
                  <c:v>1.6809736632000001</c:v>
                </c:pt>
                <c:pt idx="139">
                  <c:v>1.5841390625</c:v>
                </c:pt>
                <c:pt idx="140">
                  <c:v>1.4942989229000001</c:v>
                </c:pt>
                <c:pt idx="141">
                  <c:v>1.4125478250000001</c:v>
                </c:pt>
                <c:pt idx="142">
                  <c:v>1.3523961609999999</c:v>
                </c:pt>
                <c:pt idx="143">
                  <c:v>1.2638688018999999</c:v>
                </c:pt>
                <c:pt idx="144">
                  <c:v>1.1998418733</c:v>
                </c:pt>
                <c:pt idx="145">
                  <c:v>1.1329441635999999</c:v>
                </c:pt>
                <c:pt idx="146">
                  <c:v>1.0833732119999999</c:v>
                </c:pt>
                <c:pt idx="147">
                  <c:v>1.0664785461999999</c:v>
                </c:pt>
                <c:pt idx="148">
                  <c:v>1.0592076977</c:v>
                </c:pt>
                <c:pt idx="149">
                  <c:v>1.0487431198999999</c:v>
                </c:pt>
                <c:pt idx="150">
                  <c:v>1.0159628054000001</c:v>
                </c:pt>
                <c:pt idx="151">
                  <c:v>1.0072257176999999</c:v>
                </c:pt>
                <c:pt idx="152">
                  <c:v>1.0391748382999999</c:v>
                </c:pt>
                <c:pt idx="153">
                  <c:v>1.0749507182</c:v>
                </c:pt>
                <c:pt idx="154">
                  <c:v>1.0522896176000001</c:v>
                </c:pt>
                <c:pt idx="155">
                  <c:v>1.0489423310999999</c:v>
                </c:pt>
                <c:pt idx="156">
                  <c:v>1.0611720505</c:v>
                </c:pt>
                <c:pt idx="157">
                  <c:v>1.0532326989</c:v>
                </c:pt>
                <c:pt idx="158">
                  <c:v>1.0636330067999999</c:v>
                </c:pt>
                <c:pt idx="159">
                  <c:v>1.0451958803000001</c:v>
                </c:pt>
                <c:pt idx="160">
                  <c:v>1.0270284421</c:v>
                </c:pt>
                <c:pt idx="161">
                  <c:v>1.0289772684</c:v>
                </c:pt>
                <c:pt idx="162">
                  <c:v>1.0026258219999999</c:v>
                </c:pt>
                <c:pt idx="163">
                  <c:v>0.99468053400000001</c:v>
                </c:pt>
                <c:pt idx="164">
                  <c:v>0.97184801740000004</c:v>
                </c:pt>
                <c:pt idx="165">
                  <c:v>0.95605979990000001</c:v>
                </c:pt>
                <c:pt idx="166">
                  <c:v>0.94500333849999996</c:v>
                </c:pt>
                <c:pt idx="167">
                  <c:v>0.92297150890000001</c:v>
                </c:pt>
                <c:pt idx="168">
                  <c:v>0.90024274979999996</c:v>
                </c:pt>
                <c:pt idx="169">
                  <c:v>0.89458427890000003</c:v>
                </c:pt>
                <c:pt idx="170">
                  <c:v>0.87418431620000003</c:v>
                </c:pt>
                <c:pt idx="171">
                  <c:v>0.87921512189999995</c:v>
                </c:pt>
                <c:pt idx="172">
                  <c:v>0.87738514209999996</c:v>
                </c:pt>
                <c:pt idx="173">
                  <c:v>0.86594238109999999</c:v>
                </c:pt>
                <c:pt idx="174">
                  <c:v>0.85533002309999995</c:v>
                </c:pt>
                <c:pt idx="175">
                  <c:v>0.85339677439999995</c:v>
                </c:pt>
                <c:pt idx="176">
                  <c:v>0.84970268230000001</c:v>
                </c:pt>
                <c:pt idx="177">
                  <c:v>0.82112599109999995</c:v>
                </c:pt>
                <c:pt idx="178">
                  <c:v>0.83743991230000003</c:v>
                </c:pt>
                <c:pt idx="179">
                  <c:v>0.81045763719999997</c:v>
                </c:pt>
                <c:pt idx="180">
                  <c:v>0.81463492309999996</c:v>
                </c:pt>
                <c:pt idx="181">
                  <c:v>0.79509386339999999</c:v>
                </c:pt>
                <c:pt idx="182">
                  <c:v>0.79638685099999995</c:v>
                </c:pt>
                <c:pt idx="183">
                  <c:v>0.78522160399999996</c:v>
                </c:pt>
                <c:pt idx="184">
                  <c:v>0.78377800050000002</c:v>
                </c:pt>
                <c:pt idx="185">
                  <c:v>0.77780550579999996</c:v>
                </c:pt>
                <c:pt idx="186">
                  <c:v>0.78343331780000003</c:v>
                </c:pt>
                <c:pt idx="187">
                  <c:v>0.7944008951</c:v>
                </c:pt>
                <c:pt idx="188">
                  <c:v>0.80578253590000004</c:v>
                </c:pt>
                <c:pt idx="189">
                  <c:v>0.8313753183</c:v>
                </c:pt>
                <c:pt idx="190">
                  <c:v>0.84467284419999999</c:v>
                </c:pt>
                <c:pt idx="191">
                  <c:v>0.88150251940000002</c:v>
                </c:pt>
                <c:pt idx="192">
                  <c:v>0.91553764069999999</c:v>
                </c:pt>
                <c:pt idx="193">
                  <c:v>0.9424188564</c:v>
                </c:pt>
                <c:pt idx="194">
                  <c:v>0.96560261410000003</c:v>
                </c:pt>
                <c:pt idx="195">
                  <c:v>1.0105818601000001</c:v>
                </c:pt>
                <c:pt idx="196">
                  <c:v>1.0609499630999999</c:v>
                </c:pt>
                <c:pt idx="197">
                  <c:v>1.1009564751000001</c:v>
                </c:pt>
                <c:pt idx="198">
                  <c:v>1.1127850763</c:v>
                </c:pt>
                <c:pt idx="199">
                  <c:v>1.1517108646000001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DCC-6045-8FE7-02B3CE0D7824}"/>
            </c:ext>
          </c:extLst>
        </c:ser>
        <c:ser>
          <c:idx val="1"/>
          <c:order val="1"/>
          <c:tx>
            <c:strRef>
              <c:f>Sheet2!$C$1</c:f>
              <c:strCache>
                <c:ptCount val="1"/>
                <c:pt idx="0">
                  <c:v>Al-Sm</c:v>
                </c:pt>
              </c:strCache>
            </c:strRef>
          </c:tx>
          <c:spPr>
            <a:ln w="12700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xVal>
            <c:numRef>
              <c:f>Sheet2!$A$2:$A$201</c:f>
              <c:numCache>
                <c:formatCode>0.0000_ </c:formatCode>
                <c:ptCount val="200"/>
                <c:pt idx="0">
                  <c:v>1.7500000000000002E-2</c:v>
                </c:pt>
                <c:pt idx="1">
                  <c:v>5.2499999999999998E-2</c:v>
                </c:pt>
                <c:pt idx="2">
                  <c:v>8.7499999999999994E-2</c:v>
                </c:pt>
                <c:pt idx="3">
                  <c:v>0.1225</c:v>
                </c:pt>
                <c:pt idx="4">
                  <c:v>0.1575</c:v>
                </c:pt>
                <c:pt idx="5">
                  <c:v>0.1925</c:v>
                </c:pt>
                <c:pt idx="6">
                  <c:v>0.22750000000000001</c:v>
                </c:pt>
                <c:pt idx="7">
                  <c:v>0.26250000000000001</c:v>
                </c:pt>
                <c:pt idx="8">
                  <c:v>0.29749999999999999</c:v>
                </c:pt>
                <c:pt idx="9">
                  <c:v>0.33250000000000002</c:v>
                </c:pt>
                <c:pt idx="10">
                  <c:v>0.36749999999999999</c:v>
                </c:pt>
                <c:pt idx="11">
                  <c:v>0.40250000000000002</c:v>
                </c:pt>
                <c:pt idx="12">
                  <c:v>0.4375</c:v>
                </c:pt>
                <c:pt idx="13">
                  <c:v>0.47249999999999998</c:v>
                </c:pt>
                <c:pt idx="14">
                  <c:v>0.50749999999999995</c:v>
                </c:pt>
                <c:pt idx="15">
                  <c:v>0.54249999999999998</c:v>
                </c:pt>
                <c:pt idx="16">
                  <c:v>0.57750000000000001</c:v>
                </c:pt>
                <c:pt idx="17">
                  <c:v>0.61250000000000004</c:v>
                </c:pt>
                <c:pt idx="18">
                  <c:v>0.64749999999999996</c:v>
                </c:pt>
                <c:pt idx="19">
                  <c:v>0.6825</c:v>
                </c:pt>
                <c:pt idx="20">
                  <c:v>0.71750000000000003</c:v>
                </c:pt>
                <c:pt idx="21">
                  <c:v>0.75249999999999995</c:v>
                </c:pt>
                <c:pt idx="22">
                  <c:v>0.78749999999999998</c:v>
                </c:pt>
                <c:pt idx="23">
                  <c:v>0.82250000000000001</c:v>
                </c:pt>
                <c:pt idx="24">
                  <c:v>0.85750000000000004</c:v>
                </c:pt>
                <c:pt idx="25">
                  <c:v>0.89249999999999996</c:v>
                </c:pt>
                <c:pt idx="26">
                  <c:v>0.92749999999999999</c:v>
                </c:pt>
                <c:pt idx="27">
                  <c:v>0.96250000000000002</c:v>
                </c:pt>
                <c:pt idx="28">
                  <c:v>0.99750000000000005</c:v>
                </c:pt>
                <c:pt idx="29">
                  <c:v>1.0325</c:v>
                </c:pt>
                <c:pt idx="30">
                  <c:v>1.0674999999999999</c:v>
                </c:pt>
                <c:pt idx="31">
                  <c:v>1.1025</c:v>
                </c:pt>
                <c:pt idx="32">
                  <c:v>1.1375</c:v>
                </c:pt>
                <c:pt idx="33">
                  <c:v>1.1725000000000001</c:v>
                </c:pt>
                <c:pt idx="34">
                  <c:v>1.2075</c:v>
                </c:pt>
                <c:pt idx="35">
                  <c:v>1.2424999999999999</c:v>
                </c:pt>
                <c:pt idx="36">
                  <c:v>1.2775000000000001</c:v>
                </c:pt>
                <c:pt idx="37">
                  <c:v>1.3125</c:v>
                </c:pt>
                <c:pt idx="38">
                  <c:v>1.3474999999999999</c:v>
                </c:pt>
                <c:pt idx="39">
                  <c:v>1.3825000000000001</c:v>
                </c:pt>
                <c:pt idx="40">
                  <c:v>1.4175</c:v>
                </c:pt>
                <c:pt idx="41">
                  <c:v>1.4524999999999999</c:v>
                </c:pt>
                <c:pt idx="42">
                  <c:v>1.4875</c:v>
                </c:pt>
                <c:pt idx="43">
                  <c:v>1.5225</c:v>
                </c:pt>
                <c:pt idx="44">
                  <c:v>1.5575000000000001</c:v>
                </c:pt>
                <c:pt idx="45">
                  <c:v>1.5925</c:v>
                </c:pt>
                <c:pt idx="46">
                  <c:v>1.6274999999999999</c:v>
                </c:pt>
                <c:pt idx="47">
                  <c:v>1.6625000000000001</c:v>
                </c:pt>
                <c:pt idx="48">
                  <c:v>1.6975</c:v>
                </c:pt>
                <c:pt idx="49">
                  <c:v>1.7324999999999999</c:v>
                </c:pt>
                <c:pt idx="50">
                  <c:v>1.7675000000000001</c:v>
                </c:pt>
                <c:pt idx="51">
                  <c:v>1.8025</c:v>
                </c:pt>
                <c:pt idx="52">
                  <c:v>1.8374999999999999</c:v>
                </c:pt>
                <c:pt idx="53">
                  <c:v>1.8725000000000001</c:v>
                </c:pt>
                <c:pt idx="54">
                  <c:v>1.9075</c:v>
                </c:pt>
                <c:pt idx="55">
                  <c:v>1.9424999999999999</c:v>
                </c:pt>
                <c:pt idx="56">
                  <c:v>1.9775</c:v>
                </c:pt>
                <c:pt idx="57">
                  <c:v>2.0125000000000002</c:v>
                </c:pt>
                <c:pt idx="58">
                  <c:v>2.0474999999999999</c:v>
                </c:pt>
                <c:pt idx="59">
                  <c:v>2.0825</c:v>
                </c:pt>
                <c:pt idx="60">
                  <c:v>2.1175000000000002</c:v>
                </c:pt>
                <c:pt idx="61">
                  <c:v>2.1524999999999999</c:v>
                </c:pt>
                <c:pt idx="62">
                  <c:v>2.1875</c:v>
                </c:pt>
                <c:pt idx="63">
                  <c:v>2.2225000000000001</c:v>
                </c:pt>
                <c:pt idx="64">
                  <c:v>2.2574999999999998</c:v>
                </c:pt>
                <c:pt idx="65">
                  <c:v>2.2925</c:v>
                </c:pt>
                <c:pt idx="66">
                  <c:v>2.3275000000000001</c:v>
                </c:pt>
                <c:pt idx="67">
                  <c:v>2.3624999999999998</c:v>
                </c:pt>
                <c:pt idx="68">
                  <c:v>2.3975</c:v>
                </c:pt>
                <c:pt idx="69">
                  <c:v>2.4325000000000001</c:v>
                </c:pt>
                <c:pt idx="70">
                  <c:v>2.4674999999999998</c:v>
                </c:pt>
                <c:pt idx="71">
                  <c:v>2.5024999999999999</c:v>
                </c:pt>
                <c:pt idx="72">
                  <c:v>2.5375000000000001</c:v>
                </c:pt>
                <c:pt idx="73">
                  <c:v>2.5724999999999998</c:v>
                </c:pt>
                <c:pt idx="74">
                  <c:v>2.6074999999999999</c:v>
                </c:pt>
                <c:pt idx="75">
                  <c:v>2.6425000000000001</c:v>
                </c:pt>
                <c:pt idx="76">
                  <c:v>2.6775000000000002</c:v>
                </c:pt>
                <c:pt idx="77">
                  <c:v>2.7124999999999999</c:v>
                </c:pt>
                <c:pt idx="78">
                  <c:v>2.7475000000000001</c:v>
                </c:pt>
                <c:pt idx="79">
                  <c:v>2.7825000000000002</c:v>
                </c:pt>
                <c:pt idx="80">
                  <c:v>2.8174999999999999</c:v>
                </c:pt>
                <c:pt idx="81">
                  <c:v>2.8525</c:v>
                </c:pt>
                <c:pt idx="82">
                  <c:v>2.8875000000000002</c:v>
                </c:pt>
                <c:pt idx="83">
                  <c:v>2.9224999999999999</c:v>
                </c:pt>
                <c:pt idx="84">
                  <c:v>2.9575</c:v>
                </c:pt>
                <c:pt idx="85">
                  <c:v>2.9925000000000002</c:v>
                </c:pt>
                <c:pt idx="86">
                  <c:v>3.0274999999999999</c:v>
                </c:pt>
                <c:pt idx="87">
                  <c:v>3.0625</c:v>
                </c:pt>
                <c:pt idx="88">
                  <c:v>3.0975000000000001</c:v>
                </c:pt>
                <c:pt idx="89">
                  <c:v>3.1324999999999998</c:v>
                </c:pt>
                <c:pt idx="90">
                  <c:v>3.1675</c:v>
                </c:pt>
                <c:pt idx="91">
                  <c:v>3.2025000000000001</c:v>
                </c:pt>
                <c:pt idx="92">
                  <c:v>3.2374999999999998</c:v>
                </c:pt>
                <c:pt idx="93">
                  <c:v>3.2725</c:v>
                </c:pt>
                <c:pt idx="94">
                  <c:v>3.3075000000000001</c:v>
                </c:pt>
                <c:pt idx="95">
                  <c:v>3.3424999999999998</c:v>
                </c:pt>
                <c:pt idx="96">
                  <c:v>3.3774999999999999</c:v>
                </c:pt>
                <c:pt idx="97">
                  <c:v>3.4125000000000001</c:v>
                </c:pt>
                <c:pt idx="98">
                  <c:v>3.4474999999999998</c:v>
                </c:pt>
                <c:pt idx="99">
                  <c:v>3.4824999999999999</c:v>
                </c:pt>
                <c:pt idx="100">
                  <c:v>3.5175000000000001</c:v>
                </c:pt>
                <c:pt idx="101">
                  <c:v>3.5525000000000002</c:v>
                </c:pt>
                <c:pt idx="102">
                  <c:v>3.5874999999999999</c:v>
                </c:pt>
                <c:pt idx="103">
                  <c:v>3.6225000000000001</c:v>
                </c:pt>
                <c:pt idx="104">
                  <c:v>3.6575000000000002</c:v>
                </c:pt>
                <c:pt idx="105">
                  <c:v>3.6924999999999999</c:v>
                </c:pt>
                <c:pt idx="106">
                  <c:v>3.7275</c:v>
                </c:pt>
                <c:pt idx="107">
                  <c:v>3.7625000000000002</c:v>
                </c:pt>
                <c:pt idx="108">
                  <c:v>3.7974999999999999</c:v>
                </c:pt>
                <c:pt idx="109">
                  <c:v>3.8325</c:v>
                </c:pt>
                <c:pt idx="110">
                  <c:v>3.8675000000000002</c:v>
                </c:pt>
                <c:pt idx="111">
                  <c:v>3.9024999999999999</c:v>
                </c:pt>
                <c:pt idx="112">
                  <c:v>3.9375</c:v>
                </c:pt>
                <c:pt idx="113">
                  <c:v>3.9725000000000001</c:v>
                </c:pt>
                <c:pt idx="114">
                  <c:v>4.0075000000000003</c:v>
                </c:pt>
                <c:pt idx="115">
                  <c:v>4.0425000000000004</c:v>
                </c:pt>
                <c:pt idx="116">
                  <c:v>4.0774999999999997</c:v>
                </c:pt>
                <c:pt idx="117">
                  <c:v>4.1124999999999998</c:v>
                </c:pt>
                <c:pt idx="118">
                  <c:v>4.1475</c:v>
                </c:pt>
                <c:pt idx="119">
                  <c:v>4.1825000000000001</c:v>
                </c:pt>
                <c:pt idx="120">
                  <c:v>4.2175000000000002</c:v>
                </c:pt>
                <c:pt idx="121">
                  <c:v>4.2525000000000004</c:v>
                </c:pt>
                <c:pt idx="122">
                  <c:v>4.2874999999999996</c:v>
                </c:pt>
                <c:pt idx="123">
                  <c:v>4.3224999999999998</c:v>
                </c:pt>
                <c:pt idx="124">
                  <c:v>4.3574999999999999</c:v>
                </c:pt>
                <c:pt idx="125">
                  <c:v>4.3925000000000001</c:v>
                </c:pt>
                <c:pt idx="126">
                  <c:v>4.4275000000000002</c:v>
                </c:pt>
                <c:pt idx="127">
                  <c:v>4.4625000000000004</c:v>
                </c:pt>
                <c:pt idx="128">
                  <c:v>4.4974999999999996</c:v>
                </c:pt>
                <c:pt idx="129">
                  <c:v>4.5324999999999998</c:v>
                </c:pt>
                <c:pt idx="130">
                  <c:v>4.5674999999999999</c:v>
                </c:pt>
                <c:pt idx="131">
                  <c:v>4.6025</c:v>
                </c:pt>
                <c:pt idx="132">
                  <c:v>4.6375000000000002</c:v>
                </c:pt>
                <c:pt idx="133">
                  <c:v>4.6725000000000003</c:v>
                </c:pt>
                <c:pt idx="134">
                  <c:v>4.7074999999999996</c:v>
                </c:pt>
                <c:pt idx="135">
                  <c:v>4.7424999999999997</c:v>
                </c:pt>
                <c:pt idx="136">
                  <c:v>4.7774999999999999</c:v>
                </c:pt>
                <c:pt idx="137">
                  <c:v>4.8125</c:v>
                </c:pt>
                <c:pt idx="138">
                  <c:v>4.8475000000000001</c:v>
                </c:pt>
                <c:pt idx="139">
                  <c:v>4.8825000000000003</c:v>
                </c:pt>
                <c:pt idx="140">
                  <c:v>4.9175000000000004</c:v>
                </c:pt>
                <c:pt idx="141">
                  <c:v>4.9524999999999997</c:v>
                </c:pt>
                <c:pt idx="142">
                  <c:v>4.9874999999999998</c:v>
                </c:pt>
                <c:pt idx="143">
                  <c:v>5.0225</c:v>
                </c:pt>
                <c:pt idx="144">
                  <c:v>5.0575000000000001</c:v>
                </c:pt>
                <c:pt idx="145">
                  <c:v>5.0925000000000002</c:v>
                </c:pt>
                <c:pt idx="146">
                  <c:v>5.1275000000000004</c:v>
                </c:pt>
                <c:pt idx="147">
                  <c:v>5.1624999999999996</c:v>
                </c:pt>
                <c:pt idx="148">
                  <c:v>5.1974999999999998</c:v>
                </c:pt>
                <c:pt idx="149">
                  <c:v>5.2324999999999999</c:v>
                </c:pt>
                <c:pt idx="150">
                  <c:v>5.2675000000000001</c:v>
                </c:pt>
                <c:pt idx="151">
                  <c:v>5.3025000000000002</c:v>
                </c:pt>
                <c:pt idx="152">
                  <c:v>5.3375000000000004</c:v>
                </c:pt>
                <c:pt idx="153">
                  <c:v>5.3724999999999996</c:v>
                </c:pt>
                <c:pt idx="154">
                  <c:v>5.4074999999999998</c:v>
                </c:pt>
                <c:pt idx="155">
                  <c:v>5.4424999999999999</c:v>
                </c:pt>
                <c:pt idx="156">
                  <c:v>5.4775</c:v>
                </c:pt>
                <c:pt idx="157">
                  <c:v>5.5125000000000002</c:v>
                </c:pt>
                <c:pt idx="158">
                  <c:v>5.5475000000000003</c:v>
                </c:pt>
                <c:pt idx="159">
                  <c:v>5.5824999999999996</c:v>
                </c:pt>
                <c:pt idx="160">
                  <c:v>5.6174999999999997</c:v>
                </c:pt>
                <c:pt idx="161">
                  <c:v>5.6524999999999999</c:v>
                </c:pt>
                <c:pt idx="162">
                  <c:v>5.6875</c:v>
                </c:pt>
                <c:pt idx="163">
                  <c:v>5.7225000000000001</c:v>
                </c:pt>
                <c:pt idx="164">
                  <c:v>5.7575000000000003</c:v>
                </c:pt>
                <c:pt idx="165">
                  <c:v>5.7925000000000004</c:v>
                </c:pt>
                <c:pt idx="166">
                  <c:v>5.8274999999999997</c:v>
                </c:pt>
                <c:pt idx="167">
                  <c:v>5.8624999999999998</c:v>
                </c:pt>
                <c:pt idx="168">
                  <c:v>5.8975</c:v>
                </c:pt>
                <c:pt idx="169">
                  <c:v>5.9325000000000001</c:v>
                </c:pt>
                <c:pt idx="170">
                  <c:v>5.9675000000000002</c:v>
                </c:pt>
                <c:pt idx="171">
                  <c:v>6.0025000000000004</c:v>
                </c:pt>
                <c:pt idx="172">
                  <c:v>6.0374999999999996</c:v>
                </c:pt>
                <c:pt idx="173">
                  <c:v>6.0724999999999998</c:v>
                </c:pt>
                <c:pt idx="174">
                  <c:v>6.1074999999999999</c:v>
                </c:pt>
                <c:pt idx="175">
                  <c:v>6.1425000000000001</c:v>
                </c:pt>
                <c:pt idx="176">
                  <c:v>6.1775000000000002</c:v>
                </c:pt>
                <c:pt idx="177">
                  <c:v>6.2125000000000004</c:v>
                </c:pt>
                <c:pt idx="178">
                  <c:v>6.2474999999999996</c:v>
                </c:pt>
                <c:pt idx="179">
                  <c:v>6.2824999999999998</c:v>
                </c:pt>
                <c:pt idx="180">
                  <c:v>6.3174999999999999</c:v>
                </c:pt>
                <c:pt idx="181">
                  <c:v>6.3525</c:v>
                </c:pt>
                <c:pt idx="182">
                  <c:v>6.3875000000000002</c:v>
                </c:pt>
                <c:pt idx="183">
                  <c:v>6.4225000000000003</c:v>
                </c:pt>
                <c:pt idx="184">
                  <c:v>6.4574999999999996</c:v>
                </c:pt>
                <c:pt idx="185">
                  <c:v>6.4924999999999997</c:v>
                </c:pt>
                <c:pt idx="186">
                  <c:v>6.5274999999999999</c:v>
                </c:pt>
                <c:pt idx="187">
                  <c:v>6.5625</c:v>
                </c:pt>
                <c:pt idx="188">
                  <c:v>6.5975000000000001</c:v>
                </c:pt>
                <c:pt idx="189">
                  <c:v>6.6325000000000003</c:v>
                </c:pt>
                <c:pt idx="190">
                  <c:v>6.6675000000000004</c:v>
                </c:pt>
                <c:pt idx="191">
                  <c:v>6.7024999999999997</c:v>
                </c:pt>
                <c:pt idx="192">
                  <c:v>6.7374999999999998</c:v>
                </c:pt>
                <c:pt idx="193">
                  <c:v>6.7725</c:v>
                </c:pt>
                <c:pt idx="194">
                  <c:v>6.8075000000000001</c:v>
                </c:pt>
                <c:pt idx="195">
                  <c:v>6.8425000000000002</c:v>
                </c:pt>
                <c:pt idx="196">
                  <c:v>6.8775000000000004</c:v>
                </c:pt>
                <c:pt idx="197">
                  <c:v>6.9124999999999996</c:v>
                </c:pt>
                <c:pt idx="198">
                  <c:v>6.9474999999999998</c:v>
                </c:pt>
                <c:pt idx="199">
                  <c:v>6.9824999999999999</c:v>
                </c:pt>
              </c:numCache>
            </c:numRef>
          </c:xVal>
          <c:yVal>
            <c:numRef>
              <c:f>Sheet2!$C$2:$C$201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1.16420098E-2</c:v>
                </c:pt>
                <c:pt idx="80">
                  <c:v>1.8924279299999999E-2</c:v>
                </c:pt>
                <c:pt idx="81">
                  <c:v>4.6156836800000003E-2</c:v>
                </c:pt>
                <c:pt idx="82">
                  <c:v>0.13693582209999999</c:v>
                </c:pt>
                <c:pt idx="83">
                  <c:v>0.2603156445</c:v>
                </c:pt>
                <c:pt idx="84">
                  <c:v>0.52727427650000003</c:v>
                </c:pt>
                <c:pt idx="85">
                  <c:v>0.89078734039999996</c:v>
                </c:pt>
                <c:pt idx="86">
                  <c:v>1.5209944166</c:v>
                </c:pt>
                <c:pt idx="87">
                  <c:v>2.1879961916999999</c:v>
                </c:pt>
                <c:pt idx="88">
                  <c:v>2.9373680541999998</c:v>
                </c:pt>
                <c:pt idx="89">
                  <c:v>3.6238012015000001</c:v>
                </c:pt>
                <c:pt idx="90">
                  <c:v>4.3557088210000003</c:v>
                </c:pt>
                <c:pt idx="91">
                  <c:v>4.7619754715999996</c:v>
                </c:pt>
                <c:pt idx="92">
                  <c:v>5.0508549880000002</c:v>
                </c:pt>
                <c:pt idx="93">
                  <c:v>4.9938941388</c:v>
                </c:pt>
                <c:pt idx="94">
                  <c:v>4.7761571004999999</c:v>
                </c:pt>
                <c:pt idx="95">
                  <c:v>4.4467240467</c:v>
                </c:pt>
                <c:pt idx="96">
                  <c:v>4.0152778839999996</c:v>
                </c:pt>
                <c:pt idx="97">
                  <c:v>3.7088691024</c:v>
                </c:pt>
                <c:pt idx="98">
                  <c:v>3.3950526419</c:v>
                </c:pt>
                <c:pt idx="99">
                  <c:v>2.8675953913000001</c:v>
                </c:pt>
                <c:pt idx="100">
                  <c:v>2.4963420887000001</c:v>
                </c:pt>
                <c:pt idx="101">
                  <c:v>2.1795630781000002</c:v>
                </c:pt>
                <c:pt idx="102">
                  <c:v>1.8699415499000001</c:v>
                </c:pt>
                <c:pt idx="103">
                  <c:v>1.6244824089000001</c:v>
                </c:pt>
                <c:pt idx="104">
                  <c:v>1.4228444209</c:v>
                </c:pt>
                <c:pt idx="105">
                  <c:v>1.2020797334</c:v>
                </c:pt>
                <c:pt idx="106">
                  <c:v>0.96985482810000001</c:v>
                </c:pt>
                <c:pt idx="107">
                  <c:v>0.83197963890000004</c:v>
                </c:pt>
                <c:pt idx="108">
                  <c:v>0.70524954309999999</c:v>
                </c:pt>
                <c:pt idx="109">
                  <c:v>0.56560152269999997</c:v>
                </c:pt>
                <c:pt idx="110">
                  <c:v>0.47907946340000002</c:v>
                </c:pt>
                <c:pt idx="111">
                  <c:v>0.3866785814</c:v>
                </c:pt>
                <c:pt idx="112">
                  <c:v>0.34398313009999998</c:v>
                </c:pt>
                <c:pt idx="113">
                  <c:v>0.3046296288</c:v>
                </c:pt>
                <c:pt idx="114">
                  <c:v>0.26565702299999999</c:v>
                </c:pt>
                <c:pt idx="115">
                  <c:v>0.2371754428</c:v>
                </c:pt>
                <c:pt idx="116">
                  <c:v>0.2195676996</c:v>
                </c:pt>
                <c:pt idx="117">
                  <c:v>0.19719291880000001</c:v>
                </c:pt>
                <c:pt idx="118">
                  <c:v>0.18252556589999999</c:v>
                </c:pt>
                <c:pt idx="119">
                  <c:v>0.14942649129999999</c:v>
                </c:pt>
                <c:pt idx="120">
                  <c:v>0.15962536869999999</c:v>
                </c:pt>
                <c:pt idx="121">
                  <c:v>0.1403939498</c:v>
                </c:pt>
                <c:pt idx="122">
                  <c:v>0.15036956009999999</c:v>
                </c:pt>
                <c:pt idx="123">
                  <c:v>0.14874834270000001</c:v>
                </c:pt>
                <c:pt idx="124">
                  <c:v>0.14953314300000001</c:v>
                </c:pt>
                <c:pt idx="125">
                  <c:v>0.1424879164</c:v>
                </c:pt>
                <c:pt idx="126">
                  <c:v>0.14867402969999999</c:v>
                </c:pt>
                <c:pt idx="127">
                  <c:v>0.16596510319999999</c:v>
                </c:pt>
                <c:pt idx="128">
                  <c:v>0.16710550860000001</c:v>
                </c:pt>
                <c:pt idx="129">
                  <c:v>0.16014711349999999</c:v>
                </c:pt>
                <c:pt idx="130">
                  <c:v>0.2059489491</c:v>
                </c:pt>
                <c:pt idx="131">
                  <c:v>0.17233336590000001</c:v>
                </c:pt>
                <c:pt idx="132">
                  <c:v>0.24727837580000001</c:v>
                </c:pt>
                <c:pt idx="133">
                  <c:v>0.25597353919999999</c:v>
                </c:pt>
                <c:pt idx="134">
                  <c:v>0.29692327130000001</c:v>
                </c:pt>
                <c:pt idx="135">
                  <c:v>0.33730867599999997</c:v>
                </c:pt>
                <c:pt idx="136">
                  <c:v>0.3810904047</c:v>
                </c:pt>
                <c:pt idx="137">
                  <c:v>0.40670257840000001</c:v>
                </c:pt>
                <c:pt idx="138">
                  <c:v>0.49994475329999999</c:v>
                </c:pt>
                <c:pt idx="139">
                  <c:v>0.55897198270000004</c:v>
                </c:pt>
                <c:pt idx="140">
                  <c:v>0.64857874540000005</c:v>
                </c:pt>
                <c:pt idx="141">
                  <c:v>0.73744306380000002</c:v>
                </c:pt>
                <c:pt idx="142">
                  <c:v>0.838856029</c:v>
                </c:pt>
                <c:pt idx="143">
                  <c:v>0.98859685340000003</c:v>
                </c:pt>
                <c:pt idx="144">
                  <c:v>1.1370632437999999</c:v>
                </c:pt>
                <c:pt idx="145">
                  <c:v>1.2975885887</c:v>
                </c:pt>
                <c:pt idx="146">
                  <c:v>1.5079229463999999</c:v>
                </c:pt>
                <c:pt idx="147">
                  <c:v>1.5749159927</c:v>
                </c:pt>
                <c:pt idx="148">
                  <c:v>1.6850188961000001</c:v>
                </c:pt>
                <c:pt idx="149">
                  <c:v>1.8408788807000001</c:v>
                </c:pt>
                <c:pt idx="150">
                  <c:v>1.9253241132000001</c:v>
                </c:pt>
                <c:pt idx="151">
                  <c:v>1.9796028267000001</c:v>
                </c:pt>
                <c:pt idx="152">
                  <c:v>1.9774555025</c:v>
                </c:pt>
                <c:pt idx="153">
                  <c:v>2.0491031201999999</c:v>
                </c:pt>
                <c:pt idx="154">
                  <c:v>1.9312146064</c:v>
                </c:pt>
                <c:pt idx="155">
                  <c:v>1.9236996001</c:v>
                </c:pt>
                <c:pt idx="156">
                  <c:v>1.8376068379999999</c:v>
                </c:pt>
                <c:pt idx="157">
                  <c:v>1.7787514997</c:v>
                </c:pt>
                <c:pt idx="158">
                  <c:v>1.7485671022</c:v>
                </c:pt>
                <c:pt idx="159">
                  <c:v>1.5970383091</c:v>
                </c:pt>
                <c:pt idx="160">
                  <c:v>1.4734176583</c:v>
                </c:pt>
                <c:pt idx="161">
                  <c:v>1.4467641903999999</c:v>
                </c:pt>
                <c:pt idx="162">
                  <c:v>1.3937169752</c:v>
                </c:pt>
                <c:pt idx="163">
                  <c:v>1.3335977662</c:v>
                </c:pt>
                <c:pt idx="164">
                  <c:v>1.3169799505999999</c:v>
                </c:pt>
                <c:pt idx="165">
                  <c:v>1.2863377171000001</c:v>
                </c:pt>
                <c:pt idx="166">
                  <c:v>1.2430632701</c:v>
                </c:pt>
                <c:pt idx="167">
                  <c:v>1.2304505987000001</c:v>
                </c:pt>
                <c:pt idx="168">
                  <c:v>1.2279833266</c:v>
                </c:pt>
                <c:pt idx="169">
                  <c:v>1.1657293495000001</c:v>
                </c:pt>
                <c:pt idx="170">
                  <c:v>1.1698132965000001</c:v>
                </c:pt>
                <c:pt idx="171">
                  <c:v>1.1516244863</c:v>
                </c:pt>
                <c:pt idx="172">
                  <c:v>1.1177044128</c:v>
                </c:pt>
                <c:pt idx="173">
                  <c:v>1.1166718556999999</c:v>
                </c:pt>
                <c:pt idx="174">
                  <c:v>1.0600113837</c:v>
                </c:pt>
                <c:pt idx="175">
                  <c:v>0.99620469499999997</c:v>
                </c:pt>
                <c:pt idx="176">
                  <c:v>1.0447852500999999</c:v>
                </c:pt>
                <c:pt idx="177">
                  <c:v>0.94935935059999998</c:v>
                </c:pt>
                <c:pt idx="178">
                  <c:v>0.90488158019999998</c:v>
                </c:pt>
                <c:pt idx="179">
                  <c:v>0.87960281760000003</c:v>
                </c:pt>
                <c:pt idx="180">
                  <c:v>0.78669693519999995</c:v>
                </c:pt>
                <c:pt idx="181">
                  <c:v>0.77619063300000002</c:v>
                </c:pt>
                <c:pt idx="182">
                  <c:v>0.70916313959999999</c:v>
                </c:pt>
                <c:pt idx="183">
                  <c:v>0.70145492089999995</c:v>
                </c:pt>
                <c:pt idx="184">
                  <c:v>0.62938414210000004</c:v>
                </c:pt>
                <c:pt idx="185">
                  <c:v>0.60337147400000002</c:v>
                </c:pt>
                <c:pt idx="186">
                  <c:v>0.58140483399999998</c:v>
                </c:pt>
                <c:pt idx="187">
                  <c:v>0.52847659079999998</c:v>
                </c:pt>
                <c:pt idx="188">
                  <c:v>0.51529125909999995</c:v>
                </c:pt>
                <c:pt idx="189">
                  <c:v>0.49552397450000002</c:v>
                </c:pt>
                <c:pt idx="190">
                  <c:v>0.4869559973</c:v>
                </c:pt>
                <c:pt idx="191">
                  <c:v>0.49860404260000002</c:v>
                </c:pt>
                <c:pt idx="192">
                  <c:v>0.48714927559999999</c:v>
                </c:pt>
                <c:pt idx="193">
                  <c:v>0.48736767549999999</c:v>
                </c:pt>
                <c:pt idx="194">
                  <c:v>0.46713295669999999</c:v>
                </c:pt>
                <c:pt idx="195">
                  <c:v>0.50022839480000003</c:v>
                </c:pt>
                <c:pt idx="196">
                  <c:v>0.51515924570000005</c:v>
                </c:pt>
                <c:pt idx="197">
                  <c:v>0.51624364730000005</c:v>
                </c:pt>
                <c:pt idx="198">
                  <c:v>0.5132339896</c:v>
                </c:pt>
                <c:pt idx="199">
                  <c:v>0.54168755349999997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DCC-6045-8FE7-02B3CE0D7824}"/>
            </c:ext>
          </c:extLst>
        </c:ser>
        <c:ser>
          <c:idx val="2"/>
          <c:order val="2"/>
          <c:tx>
            <c:strRef>
              <c:f>Sheet2!$D$1</c:f>
              <c:strCache>
                <c:ptCount val="1"/>
                <c:pt idx="0">
                  <c:v>Sm-Sm</c:v>
                </c:pt>
              </c:strCache>
            </c:strRef>
          </c:tx>
          <c:spPr>
            <a:ln w="12700" cap="rnd">
              <a:solidFill>
                <a:srgbClr val="0070C0"/>
              </a:solidFill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xVal>
            <c:numRef>
              <c:f>Sheet2!$A$2:$A$201</c:f>
              <c:numCache>
                <c:formatCode>0.0000_ </c:formatCode>
                <c:ptCount val="200"/>
                <c:pt idx="0">
                  <c:v>1.7500000000000002E-2</c:v>
                </c:pt>
                <c:pt idx="1">
                  <c:v>5.2499999999999998E-2</c:v>
                </c:pt>
                <c:pt idx="2">
                  <c:v>8.7499999999999994E-2</c:v>
                </c:pt>
                <c:pt idx="3">
                  <c:v>0.1225</c:v>
                </c:pt>
                <c:pt idx="4">
                  <c:v>0.1575</c:v>
                </c:pt>
                <c:pt idx="5">
                  <c:v>0.1925</c:v>
                </c:pt>
                <c:pt idx="6">
                  <c:v>0.22750000000000001</c:v>
                </c:pt>
                <c:pt idx="7">
                  <c:v>0.26250000000000001</c:v>
                </c:pt>
                <c:pt idx="8">
                  <c:v>0.29749999999999999</c:v>
                </c:pt>
                <c:pt idx="9">
                  <c:v>0.33250000000000002</c:v>
                </c:pt>
                <c:pt idx="10">
                  <c:v>0.36749999999999999</c:v>
                </c:pt>
                <c:pt idx="11">
                  <c:v>0.40250000000000002</c:v>
                </c:pt>
                <c:pt idx="12">
                  <c:v>0.4375</c:v>
                </c:pt>
                <c:pt idx="13">
                  <c:v>0.47249999999999998</c:v>
                </c:pt>
                <c:pt idx="14">
                  <c:v>0.50749999999999995</c:v>
                </c:pt>
                <c:pt idx="15">
                  <c:v>0.54249999999999998</c:v>
                </c:pt>
                <c:pt idx="16">
                  <c:v>0.57750000000000001</c:v>
                </c:pt>
                <c:pt idx="17">
                  <c:v>0.61250000000000004</c:v>
                </c:pt>
                <c:pt idx="18">
                  <c:v>0.64749999999999996</c:v>
                </c:pt>
                <c:pt idx="19">
                  <c:v>0.6825</c:v>
                </c:pt>
                <c:pt idx="20">
                  <c:v>0.71750000000000003</c:v>
                </c:pt>
                <c:pt idx="21">
                  <c:v>0.75249999999999995</c:v>
                </c:pt>
                <c:pt idx="22">
                  <c:v>0.78749999999999998</c:v>
                </c:pt>
                <c:pt idx="23">
                  <c:v>0.82250000000000001</c:v>
                </c:pt>
                <c:pt idx="24">
                  <c:v>0.85750000000000004</c:v>
                </c:pt>
                <c:pt idx="25">
                  <c:v>0.89249999999999996</c:v>
                </c:pt>
                <c:pt idx="26">
                  <c:v>0.92749999999999999</c:v>
                </c:pt>
                <c:pt idx="27">
                  <c:v>0.96250000000000002</c:v>
                </c:pt>
                <c:pt idx="28">
                  <c:v>0.99750000000000005</c:v>
                </c:pt>
                <c:pt idx="29">
                  <c:v>1.0325</c:v>
                </c:pt>
                <c:pt idx="30">
                  <c:v>1.0674999999999999</c:v>
                </c:pt>
                <c:pt idx="31">
                  <c:v>1.1025</c:v>
                </c:pt>
                <c:pt idx="32">
                  <c:v>1.1375</c:v>
                </c:pt>
                <c:pt idx="33">
                  <c:v>1.1725000000000001</c:v>
                </c:pt>
                <c:pt idx="34">
                  <c:v>1.2075</c:v>
                </c:pt>
                <c:pt idx="35">
                  <c:v>1.2424999999999999</c:v>
                </c:pt>
                <c:pt idx="36">
                  <c:v>1.2775000000000001</c:v>
                </c:pt>
                <c:pt idx="37">
                  <c:v>1.3125</c:v>
                </c:pt>
                <c:pt idx="38">
                  <c:v>1.3474999999999999</c:v>
                </c:pt>
                <c:pt idx="39">
                  <c:v>1.3825000000000001</c:v>
                </c:pt>
                <c:pt idx="40">
                  <c:v>1.4175</c:v>
                </c:pt>
                <c:pt idx="41">
                  <c:v>1.4524999999999999</c:v>
                </c:pt>
                <c:pt idx="42">
                  <c:v>1.4875</c:v>
                </c:pt>
                <c:pt idx="43">
                  <c:v>1.5225</c:v>
                </c:pt>
                <c:pt idx="44">
                  <c:v>1.5575000000000001</c:v>
                </c:pt>
                <c:pt idx="45">
                  <c:v>1.5925</c:v>
                </c:pt>
                <c:pt idx="46">
                  <c:v>1.6274999999999999</c:v>
                </c:pt>
                <c:pt idx="47">
                  <c:v>1.6625000000000001</c:v>
                </c:pt>
                <c:pt idx="48">
                  <c:v>1.6975</c:v>
                </c:pt>
                <c:pt idx="49">
                  <c:v>1.7324999999999999</c:v>
                </c:pt>
                <c:pt idx="50">
                  <c:v>1.7675000000000001</c:v>
                </c:pt>
                <c:pt idx="51">
                  <c:v>1.8025</c:v>
                </c:pt>
                <c:pt idx="52">
                  <c:v>1.8374999999999999</c:v>
                </c:pt>
                <c:pt idx="53">
                  <c:v>1.8725000000000001</c:v>
                </c:pt>
                <c:pt idx="54">
                  <c:v>1.9075</c:v>
                </c:pt>
                <c:pt idx="55">
                  <c:v>1.9424999999999999</c:v>
                </c:pt>
                <c:pt idx="56">
                  <c:v>1.9775</c:v>
                </c:pt>
                <c:pt idx="57">
                  <c:v>2.0125000000000002</c:v>
                </c:pt>
                <c:pt idx="58">
                  <c:v>2.0474999999999999</c:v>
                </c:pt>
                <c:pt idx="59">
                  <c:v>2.0825</c:v>
                </c:pt>
                <c:pt idx="60">
                  <c:v>2.1175000000000002</c:v>
                </c:pt>
                <c:pt idx="61">
                  <c:v>2.1524999999999999</c:v>
                </c:pt>
                <c:pt idx="62">
                  <c:v>2.1875</c:v>
                </c:pt>
                <c:pt idx="63">
                  <c:v>2.2225000000000001</c:v>
                </c:pt>
                <c:pt idx="64">
                  <c:v>2.2574999999999998</c:v>
                </c:pt>
                <c:pt idx="65">
                  <c:v>2.2925</c:v>
                </c:pt>
                <c:pt idx="66">
                  <c:v>2.3275000000000001</c:v>
                </c:pt>
                <c:pt idx="67">
                  <c:v>2.3624999999999998</c:v>
                </c:pt>
                <c:pt idx="68">
                  <c:v>2.3975</c:v>
                </c:pt>
                <c:pt idx="69">
                  <c:v>2.4325000000000001</c:v>
                </c:pt>
                <c:pt idx="70">
                  <c:v>2.4674999999999998</c:v>
                </c:pt>
                <c:pt idx="71">
                  <c:v>2.5024999999999999</c:v>
                </c:pt>
                <c:pt idx="72">
                  <c:v>2.5375000000000001</c:v>
                </c:pt>
                <c:pt idx="73">
                  <c:v>2.5724999999999998</c:v>
                </c:pt>
                <c:pt idx="74">
                  <c:v>2.6074999999999999</c:v>
                </c:pt>
                <c:pt idx="75">
                  <c:v>2.6425000000000001</c:v>
                </c:pt>
                <c:pt idx="76">
                  <c:v>2.6775000000000002</c:v>
                </c:pt>
                <c:pt idx="77">
                  <c:v>2.7124999999999999</c:v>
                </c:pt>
                <c:pt idx="78">
                  <c:v>2.7475000000000001</c:v>
                </c:pt>
                <c:pt idx="79">
                  <c:v>2.7825000000000002</c:v>
                </c:pt>
                <c:pt idx="80">
                  <c:v>2.8174999999999999</c:v>
                </c:pt>
                <c:pt idx="81">
                  <c:v>2.8525</c:v>
                </c:pt>
                <c:pt idx="82">
                  <c:v>2.8875000000000002</c:v>
                </c:pt>
                <c:pt idx="83">
                  <c:v>2.9224999999999999</c:v>
                </c:pt>
                <c:pt idx="84">
                  <c:v>2.9575</c:v>
                </c:pt>
                <c:pt idx="85">
                  <c:v>2.9925000000000002</c:v>
                </c:pt>
                <c:pt idx="86">
                  <c:v>3.0274999999999999</c:v>
                </c:pt>
                <c:pt idx="87">
                  <c:v>3.0625</c:v>
                </c:pt>
                <c:pt idx="88">
                  <c:v>3.0975000000000001</c:v>
                </c:pt>
                <c:pt idx="89">
                  <c:v>3.1324999999999998</c:v>
                </c:pt>
                <c:pt idx="90">
                  <c:v>3.1675</c:v>
                </c:pt>
                <c:pt idx="91">
                  <c:v>3.2025000000000001</c:v>
                </c:pt>
                <c:pt idx="92">
                  <c:v>3.2374999999999998</c:v>
                </c:pt>
                <c:pt idx="93">
                  <c:v>3.2725</c:v>
                </c:pt>
                <c:pt idx="94">
                  <c:v>3.3075000000000001</c:v>
                </c:pt>
                <c:pt idx="95">
                  <c:v>3.3424999999999998</c:v>
                </c:pt>
                <c:pt idx="96">
                  <c:v>3.3774999999999999</c:v>
                </c:pt>
                <c:pt idx="97">
                  <c:v>3.4125000000000001</c:v>
                </c:pt>
                <c:pt idx="98">
                  <c:v>3.4474999999999998</c:v>
                </c:pt>
                <c:pt idx="99">
                  <c:v>3.4824999999999999</c:v>
                </c:pt>
                <c:pt idx="100">
                  <c:v>3.5175000000000001</c:v>
                </c:pt>
                <c:pt idx="101">
                  <c:v>3.5525000000000002</c:v>
                </c:pt>
                <c:pt idx="102">
                  <c:v>3.5874999999999999</c:v>
                </c:pt>
                <c:pt idx="103">
                  <c:v>3.6225000000000001</c:v>
                </c:pt>
                <c:pt idx="104">
                  <c:v>3.6575000000000002</c:v>
                </c:pt>
                <c:pt idx="105">
                  <c:v>3.6924999999999999</c:v>
                </c:pt>
                <c:pt idx="106">
                  <c:v>3.7275</c:v>
                </c:pt>
                <c:pt idx="107">
                  <c:v>3.7625000000000002</c:v>
                </c:pt>
                <c:pt idx="108">
                  <c:v>3.7974999999999999</c:v>
                </c:pt>
                <c:pt idx="109">
                  <c:v>3.8325</c:v>
                </c:pt>
                <c:pt idx="110">
                  <c:v>3.8675000000000002</c:v>
                </c:pt>
                <c:pt idx="111">
                  <c:v>3.9024999999999999</c:v>
                </c:pt>
                <c:pt idx="112">
                  <c:v>3.9375</c:v>
                </c:pt>
                <c:pt idx="113">
                  <c:v>3.9725000000000001</c:v>
                </c:pt>
                <c:pt idx="114">
                  <c:v>4.0075000000000003</c:v>
                </c:pt>
                <c:pt idx="115">
                  <c:v>4.0425000000000004</c:v>
                </c:pt>
                <c:pt idx="116">
                  <c:v>4.0774999999999997</c:v>
                </c:pt>
                <c:pt idx="117">
                  <c:v>4.1124999999999998</c:v>
                </c:pt>
                <c:pt idx="118">
                  <c:v>4.1475</c:v>
                </c:pt>
                <c:pt idx="119">
                  <c:v>4.1825000000000001</c:v>
                </c:pt>
                <c:pt idx="120">
                  <c:v>4.2175000000000002</c:v>
                </c:pt>
                <c:pt idx="121">
                  <c:v>4.2525000000000004</c:v>
                </c:pt>
                <c:pt idx="122">
                  <c:v>4.2874999999999996</c:v>
                </c:pt>
                <c:pt idx="123">
                  <c:v>4.3224999999999998</c:v>
                </c:pt>
                <c:pt idx="124">
                  <c:v>4.3574999999999999</c:v>
                </c:pt>
                <c:pt idx="125">
                  <c:v>4.3925000000000001</c:v>
                </c:pt>
                <c:pt idx="126">
                  <c:v>4.4275000000000002</c:v>
                </c:pt>
                <c:pt idx="127">
                  <c:v>4.4625000000000004</c:v>
                </c:pt>
                <c:pt idx="128">
                  <c:v>4.4974999999999996</c:v>
                </c:pt>
                <c:pt idx="129">
                  <c:v>4.5324999999999998</c:v>
                </c:pt>
                <c:pt idx="130">
                  <c:v>4.5674999999999999</c:v>
                </c:pt>
                <c:pt idx="131">
                  <c:v>4.6025</c:v>
                </c:pt>
                <c:pt idx="132">
                  <c:v>4.6375000000000002</c:v>
                </c:pt>
                <c:pt idx="133">
                  <c:v>4.6725000000000003</c:v>
                </c:pt>
                <c:pt idx="134">
                  <c:v>4.7074999999999996</c:v>
                </c:pt>
                <c:pt idx="135">
                  <c:v>4.7424999999999997</c:v>
                </c:pt>
                <c:pt idx="136">
                  <c:v>4.7774999999999999</c:v>
                </c:pt>
                <c:pt idx="137">
                  <c:v>4.8125</c:v>
                </c:pt>
                <c:pt idx="138">
                  <c:v>4.8475000000000001</c:v>
                </c:pt>
                <c:pt idx="139">
                  <c:v>4.8825000000000003</c:v>
                </c:pt>
                <c:pt idx="140">
                  <c:v>4.9175000000000004</c:v>
                </c:pt>
                <c:pt idx="141">
                  <c:v>4.9524999999999997</c:v>
                </c:pt>
                <c:pt idx="142">
                  <c:v>4.9874999999999998</c:v>
                </c:pt>
                <c:pt idx="143">
                  <c:v>5.0225</c:v>
                </c:pt>
                <c:pt idx="144">
                  <c:v>5.0575000000000001</c:v>
                </c:pt>
                <c:pt idx="145">
                  <c:v>5.0925000000000002</c:v>
                </c:pt>
                <c:pt idx="146">
                  <c:v>5.1275000000000004</c:v>
                </c:pt>
                <c:pt idx="147">
                  <c:v>5.1624999999999996</c:v>
                </c:pt>
                <c:pt idx="148">
                  <c:v>5.1974999999999998</c:v>
                </c:pt>
                <c:pt idx="149">
                  <c:v>5.2324999999999999</c:v>
                </c:pt>
                <c:pt idx="150">
                  <c:v>5.2675000000000001</c:v>
                </c:pt>
                <c:pt idx="151">
                  <c:v>5.3025000000000002</c:v>
                </c:pt>
                <c:pt idx="152">
                  <c:v>5.3375000000000004</c:v>
                </c:pt>
                <c:pt idx="153">
                  <c:v>5.3724999999999996</c:v>
                </c:pt>
                <c:pt idx="154">
                  <c:v>5.4074999999999998</c:v>
                </c:pt>
                <c:pt idx="155">
                  <c:v>5.4424999999999999</c:v>
                </c:pt>
                <c:pt idx="156">
                  <c:v>5.4775</c:v>
                </c:pt>
                <c:pt idx="157">
                  <c:v>5.5125000000000002</c:v>
                </c:pt>
                <c:pt idx="158">
                  <c:v>5.5475000000000003</c:v>
                </c:pt>
                <c:pt idx="159">
                  <c:v>5.5824999999999996</c:v>
                </c:pt>
                <c:pt idx="160">
                  <c:v>5.6174999999999997</c:v>
                </c:pt>
                <c:pt idx="161">
                  <c:v>5.6524999999999999</c:v>
                </c:pt>
                <c:pt idx="162">
                  <c:v>5.6875</c:v>
                </c:pt>
                <c:pt idx="163">
                  <c:v>5.7225000000000001</c:v>
                </c:pt>
                <c:pt idx="164">
                  <c:v>5.7575000000000003</c:v>
                </c:pt>
                <c:pt idx="165">
                  <c:v>5.7925000000000004</c:v>
                </c:pt>
                <c:pt idx="166">
                  <c:v>5.8274999999999997</c:v>
                </c:pt>
                <c:pt idx="167">
                  <c:v>5.8624999999999998</c:v>
                </c:pt>
                <c:pt idx="168">
                  <c:v>5.8975</c:v>
                </c:pt>
                <c:pt idx="169">
                  <c:v>5.9325000000000001</c:v>
                </c:pt>
                <c:pt idx="170">
                  <c:v>5.9675000000000002</c:v>
                </c:pt>
                <c:pt idx="171">
                  <c:v>6.0025000000000004</c:v>
                </c:pt>
                <c:pt idx="172">
                  <c:v>6.0374999999999996</c:v>
                </c:pt>
                <c:pt idx="173">
                  <c:v>6.0724999999999998</c:v>
                </c:pt>
                <c:pt idx="174">
                  <c:v>6.1074999999999999</c:v>
                </c:pt>
                <c:pt idx="175">
                  <c:v>6.1425000000000001</c:v>
                </c:pt>
                <c:pt idx="176">
                  <c:v>6.1775000000000002</c:v>
                </c:pt>
                <c:pt idx="177">
                  <c:v>6.2125000000000004</c:v>
                </c:pt>
                <c:pt idx="178">
                  <c:v>6.2474999999999996</c:v>
                </c:pt>
                <c:pt idx="179">
                  <c:v>6.2824999999999998</c:v>
                </c:pt>
                <c:pt idx="180">
                  <c:v>6.3174999999999999</c:v>
                </c:pt>
                <c:pt idx="181">
                  <c:v>6.3525</c:v>
                </c:pt>
                <c:pt idx="182">
                  <c:v>6.3875000000000002</c:v>
                </c:pt>
                <c:pt idx="183">
                  <c:v>6.4225000000000003</c:v>
                </c:pt>
                <c:pt idx="184">
                  <c:v>6.4574999999999996</c:v>
                </c:pt>
                <c:pt idx="185">
                  <c:v>6.4924999999999997</c:v>
                </c:pt>
                <c:pt idx="186">
                  <c:v>6.5274999999999999</c:v>
                </c:pt>
                <c:pt idx="187">
                  <c:v>6.5625</c:v>
                </c:pt>
                <c:pt idx="188">
                  <c:v>6.5975000000000001</c:v>
                </c:pt>
                <c:pt idx="189">
                  <c:v>6.6325000000000003</c:v>
                </c:pt>
                <c:pt idx="190">
                  <c:v>6.6675000000000004</c:v>
                </c:pt>
                <c:pt idx="191">
                  <c:v>6.7024999999999997</c:v>
                </c:pt>
                <c:pt idx="192">
                  <c:v>6.7374999999999998</c:v>
                </c:pt>
                <c:pt idx="193">
                  <c:v>6.7725</c:v>
                </c:pt>
                <c:pt idx="194">
                  <c:v>6.8075000000000001</c:v>
                </c:pt>
                <c:pt idx="195">
                  <c:v>6.8425000000000002</c:v>
                </c:pt>
                <c:pt idx="196">
                  <c:v>6.8775000000000004</c:v>
                </c:pt>
                <c:pt idx="197">
                  <c:v>6.9124999999999996</c:v>
                </c:pt>
                <c:pt idx="198">
                  <c:v>6.9474999999999998</c:v>
                </c:pt>
                <c:pt idx="199">
                  <c:v>6.9824999999999999</c:v>
                </c:pt>
              </c:numCache>
            </c:numRef>
          </c:xVal>
          <c:yVal>
            <c:numRef>
              <c:f>Sheet2!$D$2:$D$201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0.1452211058</c:v>
                </c:pt>
                <c:pt idx="96">
                  <c:v>0.1659314573</c:v>
                </c:pt>
                <c:pt idx="97">
                  <c:v>0.1625452198</c:v>
                </c:pt>
                <c:pt idx="98">
                  <c:v>0.20476490250000001</c:v>
                </c:pt>
                <c:pt idx="99">
                  <c:v>0.26755965640000001</c:v>
                </c:pt>
                <c:pt idx="100">
                  <c:v>0.26226162019999999</c:v>
                </c:pt>
                <c:pt idx="101">
                  <c:v>0.34282586920000002</c:v>
                </c:pt>
                <c:pt idx="102">
                  <c:v>0.42021158419999999</c:v>
                </c:pt>
                <c:pt idx="103">
                  <c:v>0.53577009679999998</c:v>
                </c:pt>
                <c:pt idx="104">
                  <c:v>0.72770574960000001</c:v>
                </c:pt>
                <c:pt idx="105">
                  <c:v>0.57514722350000003</c:v>
                </c:pt>
                <c:pt idx="106">
                  <c:v>0.79794076160000005</c:v>
                </c:pt>
                <c:pt idx="107">
                  <c:v>0.99328181380000002</c:v>
                </c:pt>
                <c:pt idx="108">
                  <c:v>0.84379930569999995</c:v>
                </c:pt>
                <c:pt idx="109">
                  <c:v>0.77322739819999997</c:v>
                </c:pt>
                <c:pt idx="110">
                  <c:v>0.94008045650000005</c:v>
                </c:pt>
                <c:pt idx="111">
                  <c:v>1.1363615453</c:v>
                </c:pt>
                <c:pt idx="112">
                  <c:v>1.0639252869</c:v>
                </c:pt>
                <c:pt idx="113">
                  <c:v>1.1823437469</c:v>
                </c:pt>
                <c:pt idx="114">
                  <c:v>0.99340760019999996</c:v>
                </c:pt>
                <c:pt idx="115">
                  <c:v>0.91009181530000005</c:v>
                </c:pt>
                <c:pt idx="116">
                  <c:v>0.97585644250000003</c:v>
                </c:pt>
                <c:pt idx="117">
                  <c:v>0.84739659690000002</c:v>
                </c:pt>
                <c:pt idx="118">
                  <c:v>1.0375137429000001</c:v>
                </c:pt>
                <c:pt idx="119">
                  <c:v>0.86564312190000003</c:v>
                </c:pt>
                <c:pt idx="120">
                  <c:v>0.86653771570000004</c:v>
                </c:pt>
                <c:pt idx="121">
                  <c:v>0.79251969310000003</c:v>
                </c:pt>
                <c:pt idx="122">
                  <c:v>0.98557439960000004</c:v>
                </c:pt>
                <c:pt idx="123">
                  <c:v>0.82495026839999996</c:v>
                </c:pt>
                <c:pt idx="124">
                  <c:v>0.64085632739999998</c:v>
                </c:pt>
                <c:pt idx="125">
                  <c:v>0.71477544930000003</c:v>
                </c:pt>
                <c:pt idx="126">
                  <c:v>0.63454688950000004</c:v>
                </c:pt>
                <c:pt idx="127">
                  <c:v>0.59747437169999995</c:v>
                </c:pt>
                <c:pt idx="128">
                  <c:v>0.60157983079999999</c:v>
                </c:pt>
                <c:pt idx="129">
                  <c:v>0.4738599523</c:v>
                </c:pt>
                <c:pt idx="130">
                  <c:v>0.57032016659999996</c:v>
                </c:pt>
                <c:pt idx="131">
                  <c:v>0.59997542209999999</c:v>
                </c:pt>
                <c:pt idx="132">
                  <c:v>0.49036559270000002</c:v>
                </c:pt>
                <c:pt idx="133">
                  <c:v>0.61929082069999997</c:v>
                </c:pt>
                <c:pt idx="134">
                  <c:v>0.41487909140000001</c:v>
                </c:pt>
                <c:pt idx="135">
                  <c:v>0.3606865051</c:v>
                </c:pt>
                <c:pt idx="136">
                  <c:v>0.42650532340000002</c:v>
                </c:pt>
                <c:pt idx="137">
                  <c:v>0.4319998679</c:v>
                </c:pt>
                <c:pt idx="138">
                  <c:v>0.34523039230000002</c:v>
                </c:pt>
                <c:pt idx="139">
                  <c:v>0.419701624</c:v>
                </c:pt>
                <c:pt idx="140">
                  <c:v>0.33547176480000002</c:v>
                </c:pt>
                <c:pt idx="141">
                  <c:v>0.54021991879999998</c:v>
                </c:pt>
                <c:pt idx="142">
                  <c:v>0.45656958809999998</c:v>
                </c:pt>
                <c:pt idx="143">
                  <c:v>0.42878899669999998</c:v>
                </c:pt>
                <c:pt idx="144">
                  <c:v>0.52859345010000003</c:v>
                </c:pt>
                <c:pt idx="145">
                  <c:v>0.54220666029999998</c:v>
                </c:pt>
                <c:pt idx="146">
                  <c:v>0.65825207809999997</c:v>
                </c:pt>
                <c:pt idx="147">
                  <c:v>0.52760249429999995</c:v>
                </c:pt>
                <c:pt idx="148">
                  <c:v>0.65065086090000002</c:v>
                </c:pt>
                <c:pt idx="149">
                  <c:v>0.71111148420000003</c:v>
                </c:pt>
                <c:pt idx="150">
                  <c:v>0.75042160319999995</c:v>
                </c:pt>
                <c:pt idx="151">
                  <c:v>0.74054777810000005</c:v>
                </c:pt>
                <c:pt idx="152">
                  <c:v>0.73086755370000001</c:v>
                </c:pt>
                <c:pt idx="153">
                  <c:v>0.75884997440000002</c:v>
                </c:pt>
                <c:pt idx="154">
                  <c:v>0.75830613440000005</c:v>
                </c:pt>
                <c:pt idx="155">
                  <c:v>0.85813333069999997</c:v>
                </c:pt>
                <c:pt idx="156">
                  <c:v>0.92831691490000001</c:v>
                </c:pt>
                <c:pt idx="157">
                  <c:v>1.1390337562999999</c:v>
                </c:pt>
                <c:pt idx="158">
                  <c:v>1.0280520149000001</c:v>
                </c:pt>
                <c:pt idx="159">
                  <c:v>1.2408018736999999</c:v>
                </c:pt>
                <c:pt idx="160">
                  <c:v>1.1996809367000001</c:v>
                </c:pt>
                <c:pt idx="161">
                  <c:v>1.4218443002000001</c:v>
                </c:pt>
                <c:pt idx="162">
                  <c:v>1.3626010014000001</c:v>
                </c:pt>
                <c:pt idx="163">
                  <c:v>1.4285598363000001</c:v>
                </c:pt>
                <c:pt idx="164">
                  <c:v>1.5907087497000001</c:v>
                </c:pt>
                <c:pt idx="165">
                  <c:v>1.5554254191000001</c:v>
                </c:pt>
                <c:pt idx="166">
                  <c:v>1.6084619395999999</c:v>
                </c:pt>
                <c:pt idx="167">
                  <c:v>1.8489541857</c:v>
                </c:pt>
                <c:pt idx="168">
                  <c:v>1.8503976683000001</c:v>
                </c:pt>
                <c:pt idx="169">
                  <c:v>1.9746114869</c:v>
                </c:pt>
                <c:pt idx="170">
                  <c:v>1.8300216662</c:v>
                </c:pt>
                <c:pt idx="171">
                  <c:v>1.6661446225000001</c:v>
                </c:pt>
                <c:pt idx="172">
                  <c:v>1.7507405404</c:v>
                </c:pt>
                <c:pt idx="173">
                  <c:v>1.7672829296999999</c:v>
                </c:pt>
                <c:pt idx="174">
                  <c:v>1.5658526822000001</c:v>
                </c:pt>
                <c:pt idx="175">
                  <c:v>1.7415664811</c:v>
                </c:pt>
                <c:pt idx="176">
                  <c:v>1.5872547583000001</c:v>
                </c:pt>
                <c:pt idx="177">
                  <c:v>1.2821605989</c:v>
                </c:pt>
                <c:pt idx="178">
                  <c:v>1.5033889631999999</c:v>
                </c:pt>
                <c:pt idx="179">
                  <c:v>1.404471829</c:v>
                </c:pt>
                <c:pt idx="180">
                  <c:v>1.2195684545000001</c:v>
                </c:pt>
                <c:pt idx="181">
                  <c:v>1.3535871182000001</c:v>
                </c:pt>
                <c:pt idx="182">
                  <c:v>1.1929847208</c:v>
                </c:pt>
                <c:pt idx="183">
                  <c:v>1.1996845842999999</c:v>
                </c:pt>
                <c:pt idx="184">
                  <c:v>1.1996847127000001</c:v>
                </c:pt>
                <c:pt idx="185">
                  <c:v>1.1547097316999999</c:v>
                </c:pt>
                <c:pt idx="186">
                  <c:v>1.3771784604999999</c:v>
                </c:pt>
                <c:pt idx="187">
                  <c:v>1.2369491689000001</c:v>
                </c:pt>
                <c:pt idx="188">
                  <c:v>1.2114349091000001</c:v>
                </c:pt>
                <c:pt idx="189">
                  <c:v>1.3646545846</c:v>
                </c:pt>
                <c:pt idx="190">
                  <c:v>1.2712897030000001</c:v>
                </c:pt>
                <c:pt idx="191">
                  <c:v>1.2881440458</c:v>
                </c:pt>
                <c:pt idx="192">
                  <c:v>1.2211826270999999</c:v>
                </c:pt>
                <c:pt idx="193">
                  <c:v>1.2734445714</c:v>
                </c:pt>
                <c:pt idx="194">
                  <c:v>1.2195379479999999</c:v>
                </c:pt>
                <c:pt idx="195">
                  <c:v>1.2821761807000001</c:v>
                </c:pt>
                <c:pt idx="196">
                  <c:v>1.0976512656999999</c:v>
                </c:pt>
                <c:pt idx="197">
                  <c:v>1.1148599107999999</c:v>
                </c:pt>
                <c:pt idx="198">
                  <c:v>0.99160915149999995</c:v>
                </c:pt>
                <c:pt idx="199">
                  <c:v>0.93177654259999998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0DCC-6045-8FE7-02B3CE0D78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71575760"/>
        <c:axId val="1271714048"/>
      </c:scatterChart>
      <c:valAx>
        <c:axId val="1271575760"/>
        <c:scaling>
          <c:orientation val="minMax"/>
          <c:max val="7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</a:t>
                </a:r>
                <a:endParaRPr lang="ja-JP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ja-JP" altLang="en-US"/>
            </a:p>
          </c:txPr>
        </c:title>
        <c:numFmt formatCode="0_ 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271714048"/>
        <c:crosses val="autoZero"/>
        <c:crossBetween val="midCat"/>
      </c:valAx>
      <c:valAx>
        <c:axId val="1271714048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g(r)</a:t>
                </a:r>
                <a:endParaRPr lang="ja-JP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ja-JP" alt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271575760"/>
        <c:crosses val="autoZero"/>
        <c:crossBetween val="midCat"/>
      </c:valAx>
      <c:spPr>
        <a:noFill/>
        <a:ln>
          <a:solidFill>
            <a:schemeClr val="tx1"/>
          </a:solidFill>
        </a:ln>
        <a:effectLst/>
      </c:spPr>
    </c:plotArea>
    <c:legend>
      <c:legendPos val="tr"/>
      <c:layout>
        <c:manualLayout>
          <c:xMode val="edge"/>
          <c:yMode val="edge"/>
          <c:x val="0.77718044619422577"/>
          <c:y val="0.24729184893554973"/>
          <c:w val="0.1561528871391076"/>
          <c:h val="0.23437664041994752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/>
          </a:solidFill>
        </a:defRPr>
      </a:pPr>
      <a:endParaRPr lang="ja-JP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altLang="ja-JP" sz="1400" b="0" i="0" u="none" strike="noStrike" kern="1200" spc="0" baseline="0" dirty="0">
                <a:solidFill>
                  <a:prstClr val="black"/>
                </a:solidFill>
              </a:rPr>
              <a:t>1.0×10</a:t>
            </a:r>
            <a:r>
              <a:rPr lang="en-US" altLang="ja-JP" sz="1400" b="0" i="0" u="none" strike="noStrike" kern="1200" spc="0" baseline="30000" dirty="0">
                <a:solidFill>
                  <a:prstClr val="black"/>
                </a:solidFill>
              </a:rPr>
              <a:t>13 </a:t>
            </a:r>
            <a:r>
              <a:rPr lang="en-US" altLang="ja-JP" sz="1400" b="0" i="0" u="none" strike="noStrike" kern="1200" spc="0" baseline="0" dirty="0">
                <a:solidFill>
                  <a:schemeClr val="tx1"/>
                </a:solidFill>
              </a:rPr>
              <a:t> </a:t>
            </a:r>
            <a:r>
              <a:rPr lang="en-US" altLang="ja-JP" dirty="0">
                <a:solidFill>
                  <a:schemeClr val="tx1"/>
                </a:solidFill>
              </a:rPr>
              <a:t>Al</a:t>
            </a:r>
            <a:r>
              <a:rPr lang="ja-JP" altLang="en-US">
                <a:solidFill>
                  <a:schemeClr val="tx1"/>
                </a:solidFill>
              </a:rPr>
              <a:t>中心</a:t>
            </a:r>
            <a:r>
              <a:rPr lang="en-US" altLang="ja-JP" dirty="0">
                <a:solidFill>
                  <a:schemeClr val="tx1"/>
                </a:solidFill>
              </a:rPr>
              <a:t> </a:t>
            </a:r>
            <a:r>
              <a:rPr lang="ja-JP" altLang="en-US">
                <a:solidFill>
                  <a:schemeClr val="tx1"/>
                </a:solidFill>
              </a:rPr>
              <a:t>全体</a:t>
            </a:r>
            <a:r>
              <a:rPr lang="en-US" altLang="ja-JP" dirty="0">
                <a:solidFill>
                  <a:schemeClr val="tx1"/>
                </a:solidFill>
              </a:rPr>
              <a:t>274</a:t>
            </a:r>
            <a:r>
              <a:rPr lang="ja-JP" altLang="en-US">
                <a:solidFill>
                  <a:schemeClr val="tx1"/>
                </a:solidFill>
              </a:rPr>
              <a:t>種類</a:t>
            </a:r>
          </a:p>
        </c:rich>
      </c:tx>
      <c:layout>
        <c:manualLayout>
          <c:xMode val="edge"/>
          <c:yMode val="edge"/>
          <c:x val="0.30091737695449949"/>
          <c:y val="4.331647287945400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input_std_Al!$E$12</c:f>
              <c:strCache>
                <c:ptCount val="1"/>
                <c:pt idx="0">
                  <c:v>個数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input_std_Al!$D$13:$D$20</c:f>
              <c:strCache>
                <c:ptCount val="8"/>
                <c:pt idx="0">
                  <c:v>0  0 12  0</c:v>
                </c:pt>
                <c:pt idx="1">
                  <c:v>0  2  8  1</c:v>
                </c:pt>
                <c:pt idx="2">
                  <c:v>0  2  8  2</c:v>
                </c:pt>
                <c:pt idx="3">
                  <c:v>0  1 10  2</c:v>
                </c:pt>
                <c:pt idx="4">
                  <c:v>0  3  6  3</c:v>
                </c:pt>
                <c:pt idx="5">
                  <c:v>0  2 10  0</c:v>
                </c:pt>
                <c:pt idx="6">
                  <c:v>0  3  8  0</c:v>
                </c:pt>
                <c:pt idx="7">
                  <c:v>0  4  6  2</c:v>
                </c:pt>
              </c:strCache>
            </c:strRef>
          </c:cat>
          <c:val>
            <c:numRef>
              <c:f>input_std_Al!$E$13:$E$20</c:f>
              <c:numCache>
                <c:formatCode>General</c:formatCode>
                <c:ptCount val="8"/>
                <c:pt idx="0">
                  <c:v>22.381944444444443</c:v>
                </c:pt>
                <c:pt idx="1">
                  <c:v>13.555555555555557</c:v>
                </c:pt>
                <c:pt idx="2">
                  <c:v>10.128472222222221</c:v>
                </c:pt>
                <c:pt idx="3">
                  <c:v>8.7048611111111107</c:v>
                </c:pt>
                <c:pt idx="4">
                  <c:v>4.2222222222222223</c:v>
                </c:pt>
                <c:pt idx="5">
                  <c:v>2.5833333333333335</c:v>
                </c:pt>
                <c:pt idx="6">
                  <c:v>2.5451388888888888</c:v>
                </c:pt>
                <c:pt idx="7">
                  <c:v>2.4652777777777777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3D-C446-B749-848F19A129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909788048"/>
        <c:axId val="21183328"/>
      </c:barChart>
      <c:catAx>
        <c:axId val="909788048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sz="1400">
                    <a:solidFill>
                      <a:schemeClr val="tx1"/>
                    </a:solidFill>
                  </a:rPr>
                  <a:t>ボロノイ指数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1183328"/>
        <c:crosses val="autoZero"/>
        <c:auto val="1"/>
        <c:lblAlgn val="ctr"/>
        <c:lblOffset val="100"/>
        <c:noMultiLvlLbl val="0"/>
      </c:catAx>
      <c:valAx>
        <c:axId val="2118332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sz="1400">
                    <a:solidFill>
                      <a:schemeClr val="tx1"/>
                    </a:solidFill>
                  </a:rPr>
                  <a:t>割合</a:t>
                </a:r>
                <a:r>
                  <a:rPr lang="en-US" altLang="ja-JP" sz="1400">
                    <a:solidFill>
                      <a:schemeClr val="tx1"/>
                    </a:solidFill>
                  </a:rPr>
                  <a:t>[%]</a:t>
                </a:r>
                <a:endParaRPr lang="ja-JP" altLang="en-US" sz="1400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ja-JP" alt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909788048"/>
        <c:crosses val="autoZero"/>
        <c:crossBetween val="between"/>
      </c:valAx>
      <c:spPr>
        <a:solidFill>
          <a:schemeClr val="bg1"/>
        </a:solidFill>
        <a:ln>
          <a:solidFill>
            <a:schemeClr val="tx1"/>
          </a:solidFill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en-US" altLang="ja-JP" sz="1400" b="0" i="0" u="none" strike="noStrike" kern="1200" spc="0" baseline="0" dirty="0">
                <a:solidFill>
                  <a:prstClr val="black"/>
                </a:solidFill>
              </a:rPr>
              <a:t>1.0×10</a:t>
            </a:r>
            <a:r>
              <a:rPr lang="en-US" altLang="ja-JP" sz="1400" b="0" i="0" u="none" strike="noStrike" kern="1200" spc="0" baseline="30000" dirty="0">
                <a:solidFill>
                  <a:prstClr val="black"/>
                </a:solidFill>
              </a:rPr>
              <a:t>13</a:t>
            </a:r>
            <a:r>
              <a:rPr lang="en-US" altLang="ja-JP" sz="1400" b="0" i="0" u="none" strike="noStrike" kern="1200" spc="0" baseline="0" dirty="0">
                <a:solidFill>
                  <a:prstClr val="black"/>
                </a:solidFill>
              </a:rPr>
              <a:t> </a:t>
            </a:r>
            <a:r>
              <a:rPr lang="en-US" altLang="ja-JP" sz="1400" b="0" i="0" u="none" strike="noStrike" kern="1200" spc="0" baseline="30000" dirty="0">
                <a:solidFill>
                  <a:prstClr val="black"/>
                </a:solidFill>
              </a:rPr>
              <a:t> </a:t>
            </a:r>
            <a:r>
              <a:rPr lang="en-US" altLang="ja-JP" sz="1400" b="0" i="0" u="none" strike="noStrike" kern="1200" spc="0" baseline="0" dirty="0" err="1">
                <a:solidFill>
                  <a:schemeClr val="tx1"/>
                </a:solidFill>
              </a:rPr>
              <a:t>Sm</a:t>
            </a:r>
            <a:r>
              <a:rPr lang="ja-JP" altLang="en-US" sz="1400" b="0" i="0" u="none" strike="noStrike" kern="1200" spc="0" baseline="0">
                <a:solidFill>
                  <a:schemeClr val="tx1"/>
                </a:solidFill>
              </a:rPr>
              <a:t>中心</a:t>
            </a:r>
            <a:r>
              <a:rPr lang="en-US" altLang="ja-JP" sz="1400" b="0" i="0" u="none" strike="noStrike" kern="1200" spc="0" baseline="0" dirty="0">
                <a:solidFill>
                  <a:schemeClr val="tx1"/>
                </a:solidFill>
              </a:rPr>
              <a:t> </a:t>
            </a:r>
            <a:r>
              <a:rPr lang="ja-JP" altLang="en-US" sz="1400" b="0" i="0" u="none" strike="noStrike" kern="1200" spc="0" baseline="0">
                <a:solidFill>
                  <a:schemeClr val="tx1"/>
                </a:solidFill>
              </a:rPr>
              <a:t>全体</a:t>
            </a:r>
            <a:r>
              <a:rPr lang="en-US" altLang="ja-JP" sz="1400" b="0" i="0" u="none" strike="noStrike" kern="1200" spc="0" baseline="0" dirty="0">
                <a:solidFill>
                  <a:schemeClr val="tx1"/>
                </a:solidFill>
              </a:rPr>
              <a:t>411</a:t>
            </a:r>
            <a:r>
              <a:rPr lang="ja-JP" altLang="en-US" sz="1400" b="0" i="0" u="none" strike="noStrike" kern="1200" spc="0" baseline="0">
                <a:solidFill>
                  <a:schemeClr val="tx1"/>
                </a:solidFill>
              </a:rPr>
              <a:t>種類</a:t>
            </a:r>
          </a:p>
        </c:rich>
      </c:tx>
      <c:layout>
        <c:manualLayout>
          <c:xMode val="edge"/>
          <c:yMode val="edge"/>
          <c:x val="0.28635576580909144"/>
          <c:y val="1.925176572420178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prstClr val="black"/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input_std_Sm!$E$12</c:f>
              <c:strCache>
                <c:ptCount val="1"/>
                <c:pt idx="0">
                  <c:v>個数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input_std_Sm!$D$13:$D$20</c:f>
              <c:strCache>
                <c:ptCount val="8"/>
                <c:pt idx="0">
                  <c:v>0  1 10  5</c:v>
                </c:pt>
                <c:pt idx="1">
                  <c:v>0  0 12  4</c:v>
                </c:pt>
                <c:pt idx="2">
                  <c:v>0  1 10  6</c:v>
                </c:pt>
                <c:pt idx="3">
                  <c:v>0  1 10  4</c:v>
                </c:pt>
                <c:pt idx="4">
                  <c:v>0  2 10  4</c:v>
                </c:pt>
                <c:pt idx="5">
                  <c:v>0  1 12  3</c:v>
                </c:pt>
                <c:pt idx="6">
                  <c:v>0  0 12  5</c:v>
                </c:pt>
                <c:pt idx="7">
                  <c:v>0  2  8  6</c:v>
                </c:pt>
              </c:strCache>
            </c:strRef>
          </c:cat>
          <c:val>
            <c:numRef>
              <c:f>input_std_Sm!$E$13:$E$20</c:f>
              <c:numCache>
                <c:formatCode>General</c:formatCode>
                <c:ptCount val="8"/>
                <c:pt idx="0">
                  <c:v>4.6875</c:v>
                </c:pt>
                <c:pt idx="1">
                  <c:v>3.6875</c:v>
                </c:pt>
                <c:pt idx="2">
                  <c:v>3.4687500000000004</c:v>
                </c:pt>
                <c:pt idx="3">
                  <c:v>3.4375000000000004</c:v>
                </c:pt>
                <c:pt idx="4">
                  <c:v>3.34375</c:v>
                </c:pt>
                <c:pt idx="5">
                  <c:v>3.03125</c:v>
                </c:pt>
                <c:pt idx="6">
                  <c:v>2.9375</c:v>
                </c:pt>
                <c:pt idx="7">
                  <c:v>2.84375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48-A843-BA23-04F4E2F548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28244352"/>
        <c:axId val="2146139599"/>
      </c:barChart>
      <c:catAx>
        <c:axId val="12824435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sz="1400">
                    <a:solidFill>
                      <a:schemeClr val="tx1"/>
                    </a:solidFill>
                  </a:rPr>
                  <a:t>ボロノイ指数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146139599"/>
        <c:crosses val="autoZero"/>
        <c:auto val="1"/>
        <c:lblAlgn val="ctr"/>
        <c:lblOffset val="100"/>
        <c:noMultiLvlLbl val="0"/>
      </c:catAx>
      <c:valAx>
        <c:axId val="214613959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sz="1400">
                    <a:solidFill>
                      <a:schemeClr val="tx1"/>
                    </a:solidFill>
                  </a:rPr>
                  <a:t>割合</a:t>
                </a:r>
                <a:r>
                  <a:rPr lang="en-US" altLang="ja-JP" sz="1400">
                    <a:solidFill>
                      <a:schemeClr val="tx1"/>
                    </a:solidFill>
                  </a:rPr>
                  <a:t>[%]</a:t>
                </a:r>
                <a:endParaRPr lang="ja-JP" altLang="en-US" sz="1400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ja-JP" alt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28244352"/>
        <c:crosses val="autoZero"/>
        <c:crossBetween val="between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altLang="ja-JP" sz="1400" b="0" i="0" u="none" strike="noStrike" kern="1200" spc="0" baseline="0" dirty="0">
                <a:solidFill>
                  <a:prstClr val="black"/>
                </a:solidFill>
              </a:rPr>
              <a:t>1.0×10</a:t>
            </a:r>
            <a:r>
              <a:rPr lang="en-US" altLang="ja-JP" sz="1400" b="0" i="0" u="none" strike="noStrike" kern="1200" spc="0" baseline="30000" dirty="0">
                <a:solidFill>
                  <a:prstClr val="black"/>
                </a:solidFill>
              </a:rPr>
              <a:t>12</a:t>
            </a:r>
            <a:r>
              <a:rPr lang="en-US" altLang="ja-JP" sz="1400" b="0" i="0" u="none" strike="noStrike" kern="1200" spc="0" baseline="0" dirty="0">
                <a:solidFill>
                  <a:prstClr val="black"/>
                </a:solidFill>
              </a:rPr>
              <a:t> </a:t>
            </a:r>
            <a:r>
              <a:rPr lang="en-US" altLang="ja-JP" sz="1400" b="0" i="0" u="none" strike="noStrike" kern="1200" spc="0" baseline="30000" dirty="0">
                <a:solidFill>
                  <a:prstClr val="black"/>
                </a:solidFill>
              </a:rPr>
              <a:t> </a:t>
            </a:r>
            <a:r>
              <a:rPr lang="en-US" altLang="ja-JP" sz="1400" b="0" i="0" u="none" strike="noStrike" kern="1200" spc="0" baseline="0" dirty="0">
                <a:solidFill>
                  <a:schemeClr val="tx1"/>
                </a:solidFill>
              </a:rPr>
              <a:t>Al</a:t>
            </a:r>
            <a:r>
              <a:rPr lang="ja-JP" altLang="en-US" sz="1400" b="0" i="0" u="none" strike="noStrike" kern="1200" spc="0" baseline="0">
                <a:solidFill>
                  <a:schemeClr val="tx1"/>
                </a:solidFill>
              </a:rPr>
              <a:t>中心</a:t>
            </a:r>
            <a:r>
              <a:rPr lang="en-US" altLang="ja-JP" sz="1400" b="0" i="0" u="none" strike="noStrike" kern="1200" spc="0" baseline="0" dirty="0">
                <a:solidFill>
                  <a:schemeClr val="tx1"/>
                </a:solidFill>
              </a:rPr>
              <a:t> </a:t>
            </a:r>
            <a:r>
              <a:rPr lang="ja-JP" altLang="en-US" sz="1400" b="0" i="0" u="none" strike="noStrike" kern="1200" spc="0" baseline="0">
                <a:solidFill>
                  <a:schemeClr val="tx1"/>
                </a:solidFill>
              </a:rPr>
              <a:t>全体</a:t>
            </a:r>
            <a:r>
              <a:rPr lang="en-US" altLang="ja-JP" sz="1400" b="0" i="0" u="none" strike="noStrike" kern="1200" spc="0" baseline="0" dirty="0">
                <a:solidFill>
                  <a:schemeClr val="tx1"/>
                </a:solidFill>
              </a:rPr>
              <a:t>277</a:t>
            </a:r>
            <a:r>
              <a:rPr lang="ja-JP" altLang="en-US" sz="1400" b="0" i="0" u="none" strike="noStrike" kern="1200" spc="0" baseline="0">
                <a:solidFill>
                  <a:schemeClr val="tx1"/>
                </a:solidFill>
              </a:rPr>
              <a:t>種類</a:t>
            </a:r>
          </a:p>
        </c:rich>
      </c:tx>
      <c:layout>
        <c:manualLayout>
          <c:xMode val="edge"/>
          <c:yMode val="edge"/>
          <c:x val="0.30669281876220345"/>
          <c:y val="4.331648929518046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input_std_Al!$E$12</c:f>
              <c:strCache>
                <c:ptCount val="1"/>
                <c:pt idx="0">
                  <c:v>個数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input_std_Al!$D$13:$D$20</c:f>
              <c:strCache>
                <c:ptCount val="8"/>
                <c:pt idx="0">
                  <c:v>0  0 12  0</c:v>
                </c:pt>
                <c:pt idx="1">
                  <c:v>0  2  8  1</c:v>
                </c:pt>
                <c:pt idx="2">
                  <c:v>0  2  8  2</c:v>
                </c:pt>
                <c:pt idx="3">
                  <c:v>0  1 10  2</c:v>
                </c:pt>
                <c:pt idx="4">
                  <c:v>0  3  6  3</c:v>
                </c:pt>
                <c:pt idx="5">
                  <c:v>0  3  8  0</c:v>
                </c:pt>
                <c:pt idx="6">
                  <c:v>0  2 10  0</c:v>
                </c:pt>
                <c:pt idx="7">
                  <c:v>0  3  6  4</c:v>
                </c:pt>
              </c:strCache>
            </c:strRef>
          </c:cat>
          <c:val>
            <c:numRef>
              <c:f>input_std_Al!$E$13:$E$20</c:f>
              <c:numCache>
                <c:formatCode>General</c:formatCode>
                <c:ptCount val="8"/>
                <c:pt idx="0">
                  <c:v>26.21875</c:v>
                </c:pt>
                <c:pt idx="1">
                  <c:v>13.079861111111111</c:v>
                </c:pt>
                <c:pt idx="2">
                  <c:v>9.5277777777777786</c:v>
                </c:pt>
                <c:pt idx="3">
                  <c:v>9.4479166666666679</c:v>
                </c:pt>
                <c:pt idx="4">
                  <c:v>3.5034722222222223</c:v>
                </c:pt>
                <c:pt idx="5">
                  <c:v>2.625</c:v>
                </c:pt>
                <c:pt idx="6">
                  <c:v>2.6145833333333335</c:v>
                </c:pt>
                <c:pt idx="7">
                  <c:v>2.2465277777777777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87-6B40-9DC3-30C2660BBF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57022240"/>
        <c:axId val="57000272"/>
      </c:barChart>
      <c:catAx>
        <c:axId val="5702224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sz="1400">
                    <a:solidFill>
                      <a:schemeClr val="tx1"/>
                    </a:solidFill>
                  </a:rPr>
                  <a:t>ボロノイ指数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57000272"/>
        <c:crosses val="autoZero"/>
        <c:auto val="1"/>
        <c:lblAlgn val="ctr"/>
        <c:lblOffset val="100"/>
        <c:noMultiLvlLbl val="0"/>
      </c:catAx>
      <c:valAx>
        <c:axId val="5700027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sz="1400">
                    <a:solidFill>
                      <a:schemeClr val="tx1"/>
                    </a:solidFill>
                  </a:rPr>
                  <a:t>割合</a:t>
                </a:r>
                <a:r>
                  <a:rPr lang="en-US" altLang="ja-JP" sz="1400">
                    <a:solidFill>
                      <a:schemeClr val="tx1"/>
                    </a:solidFill>
                  </a:rPr>
                  <a:t>[%]</a:t>
                </a:r>
                <a:endParaRPr lang="ja-JP" altLang="en-US" sz="1400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ja-JP" alt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57022240"/>
        <c:crosses val="autoZero"/>
        <c:crossBetween val="between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altLang="ja-JP" sz="1400" b="0" i="0" u="none" strike="noStrike" kern="1200" spc="0" baseline="0" dirty="0">
                <a:solidFill>
                  <a:prstClr val="black"/>
                </a:solidFill>
              </a:rPr>
              <a:t>1.0×10</a:t>
            </a:r>
            <a:r>
              <a:rPr lang="en-US" altLang="ja-JP" sz="1400" b="0" i="0" u="none" strike="noStrike" kern="1200" spc="0" baseline="30000" dirty="0">
                <a:solidFill>
                  <a:prstClr val="black"/>
                </a:solidFill>
              </a:rPr>
              <a:t>12</a:t>
            </a:r>
            <a:r>
              <a:rPr lang="en-US" altLang="ja-JP" sz="1400" b="0" i="0" u="none" strike="noStrike" kern="1200" spc="0" baseline="0" dirty="0">
                <a:solidFill>
                  <a:prstClr val="black"/>
                </a:solidFill>
              </a:rPr>
              <a:t> </a:t>
            </a:r>
            <a:r>
              <a:rPr lang="en-US" altLang="ja-JP" sz="1400" b="0" i="0" u="none" strike="noStrike" kern="1200" spc="0" baseline="30000" dirty="0">
                <a:solidFill>
                  <a:prstClr val="black"/>
                </a:solidFill>
              </a:rPr>
              <a:t> </a:t>
            </a:r>
            <a:r>
              <a:rPr lang="en-US" altLang="ja-JP" sz="1400" b="0" i="0" u="none" strike="noStrike" kern="1200" spc="0" baseline="0" dirty="0" err="1">
                <a:solidFill>
                  <a:schemeClr val="tx1"/>
                </a:solidFill>
              </a:rPr>
              <a:t>Sm</a:t>
            </a:r>
            <a:r>
              <a:rPr lang="ja-JP" altLang="en-US" sz="1400" b="0" i="0" u="none" strike="noStrike" kern="1200" spc="0" baseline="0">
                <a:solidFill>
                  <a:schemeClr val="tx1"/>
                </a:solidFill>
              </a:rPr>
              <a:t>中心</a:t>
            </a:r>
            <a:r>
              <a:rPr lang="en-US" altLang="ja-JP" sz="1400" b="0" i="0" u="none" strike="noStrike" kern="1200" spc="0" baseline="0" dirty="0">
                <a:solidFill>
                  <a:schemeClr val="tx1"/>
                </a:solidFill>
              </a:rPr>
              <a:t> </a:t>
            </a:r>
            <a:r>
              <a:rPr lang="ja-JP" altLang="en-US" sz="1400" b="0" i="0" u="none" strike="noStrike" kern="1200" spc="0" baseline="0">
                <a:solidFill>
                  <a:schemeClr val="tx1"/>
                </a:solidFill>
              </a:rPr>
              <a:t>全体</a:t>
            </a:r>
            <a:r>
              <a:rPr lang="en-US" altLang="ja-JP" sz="1400" b="0" i="0" u="none" strike="noStrike" kern="1200" spc="0" baseline="0" dirty="0">
                <a:solidFill>
                  <a:schemeClr val="tx1"/>
                </a:solidFill>
              </a:rPr>
              <a:t>397</a:t>
            </a:r>
            <a:r>
              <a:rPr lang="ja-JP" altLang="en-US" sz="1400" b="0" i="0" u="none" strike="noStrike" kern="1200" spc="0" baseline="0">
                <a:solidFill>
                  <a:schemeClr val="tx1"/>
                </a:solidFill>
              </a:rPr>
              <a:t>種類</a:t>
            </a:r>
          </a:p>
        </c:rich>
      </c:tx>
      <c:layout>
        <c:manualLayout>
          <c:xMode val="edge"/>
          <c:yMode val="edge"/>
          <c:x val="0.28346816387766249"/>
          <c:y val="3.369059001735311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input_std_Sm!$E$12</c:f>
              <c:strCache>
                <c:ptCount val="1"/>
                <c:pt idx="0">
                  <c:v>個数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input_std_Sm!$D$13:$D$20</c:f>
              <c:strCache>
                <c:ptCount val="8"/>
                <c:pt idx="0">
                  <c:v>0  1 10  5</c:v>
                </c:pt>
                <c:pt idx="1">
                  <c:v>0  0 12  4</c:v>
                </c:pt>
                <c:pt idx="2">
                  <c:v>0  2 10  4</c:v>
                </c:pt>
                <c:pt idx="3">
                  <c:v>0  0 12  5</c:v>
                </c:pt>
                <c:pt idx="4">
                  <c:v>0  1 10  4</c:v>
                </c:pt>
                <c:pt idx="5">
                  <c:v>0  1 10  6</c:v>
                </c:pt>
                <c:pt idx="6">
                  <c:v>0  1 12  3</c:v>
                </c:pt>
                <c:pt idx="7">
                  <c:v>0  2  8  6</c:v>
                </c:pt>
              </c:strCache>
            </c:strRef>
          </c:cat>
          <c:val>
            <c:numRef>
              <c:f>input_std_Sm!$E$13:$E$20</c:f>
              <c:numCache>
                <c:formatCode>General</c:formatCode>
                <c:ptCount val="8"/>
                <c:pt idx="0">
                  <c:v>4.9375</c:v>
                </c:pt>
                <c:pt idx="1">
                  <c:v>4.0625</c:v>
                </c:pt>
                <c:pt idx="2">
                  <c:v>3.71875</c:v>
                </c:pt>
                <c:pt idx="3">
                  <c:v>3.5937499999999996</c:v>
                </c:pt>
                <c:pt idx="4">
                  <c:v>3.4375000000000004</c:v>
                </c:pt>
                <c:pt idx="5">
                  <c:v>3.21875</c:v>
                </c:pt>
                <c:pt idx="6">
                  <c:v>3</c:v>
                </c:pt>
                <c:pt idx="7">
                  <c:v>2.6875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70-0641-8324-C20EDEF9F6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144591711"/>
        <c:axId val="159631280"/>
      </c:barChart>
      <c:catAx>
        <c:axId val="2144591711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sz="1400">
                    <a:solidFill>
                      <a:schemeClr val="tx1"/>
                    </a:solidFill>
                  </a:rPr>
                  <a:t>ボロノイ指数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59631280"/>
        <c:crosses val="autoZero"/>
        <c:auto val="1"/>
        <c:lblAlgn val="ctr"/>
        <c:lblOffset val="100"/>
        <c:noMultiLvlLbl val="0"/>
      </c:catAx>
      <c:valAx>
        <c:axId val="15963128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sz="1400">
                    <a:solidFill>
                      <a:schemeClr val="tx1"/>
                    </a:solidFill>
                  </a:rPr>
                  <a:t>割合</a:t>
                </a:r>
                <a:r>
                  <a:rPr lang="en-US" altLang="ja-JP" sz="1400">
                    <a:solidFill>
                      <a:schemeClr val="tx1"/>
                    </a:solidFill>
                  </a:rPr>
                  <a:t>[%]</a:t>
                </a:r>
                <a:endParaRPr lang="ja-JP" altLang="en-US" sz="1400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ja-JP" alt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144591711"/>
        <c:crosses val="autoZero"/>
        <c:crossBetween val="between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0.07223</cdr:x>
      <cdr:y>0.06141</cdr:y>
    </cdr:from>
    <cdr:to>
      <cdr:x>0.07223</cdr:x>
      <cdr:y>0.84917</cdr:y>
    </cdr:to>
    <cdr:cxnSp macro="">
      <cdr:nvCxnSpPr>
        <cdr:cNvPr id="3" name="直線矢印コネクタ 2">
          <a:extLst xmlns:a="http://schemas.openxmlformats.org/drawingml/2006/main">
            <a:ext uri="{FF2B5EF4-FFF2-40B4-BE49-F238E27FC236}">
              <a16:creationId xmlns:a16="http://schemas.microsoft.com/office/drawing/2014/main" id="{C0B98EA0-D8D0-9CB2-DD32-DFC1B63E2936}"/>
            </a:ext>
          </a:extLst>
        </cdr:cNvPr>
        <cdr:cNvCxnSpPr/>
      </cdr:nvCxnSpPr>
      <cdr:spPr>
        <a:xfrm xmlns:a="http://schemas.openxmlformats.org/drawingml/2006/main" flipV="1">
          <a:off x="363899" y="143961"/>
          <a:ext cx="0" cy="1846729"/>
        </a:xfrm>
        <a:prstGeom xmlns:a="http://schemas.openxmlformats.org/drawingml/2006/main" prst="straightConnector1">
          <a:avLst/>
        </a:prstGeom>
        <a:ln xmlns:a="http://schemas.openxmlformats.org/drawingml/2006/main">
          <a:tailEnd type="triangl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0.07401</cdr:x>
      <cdr:y>0.84535</cdr:y>
    </cdr:from>
    <cdr:to>
      <cdr:x>0.85392</cdr:x>
      <cdr:y>0.84535</cdr:y>
    </cdr:to>
    <cdr:cxnSp macro="">
      <cdr:nvCxnSpPr>
        <cdr:cNvPr id="5" name="直線矢印コネクタ 4">
          <a:extLst xmlns:a="http://schemas.openxmlformats.org/drawingml/2006/main">
            <a:ext uri="{FF2B5EF4-FFF2-40B4-BE49-F238E27FC236}">
              <a16:creationId xmlns:a16="http://schemas.microsoft.com/office/drawing/2014/main" id="{F092E81F-58CF-ABFD-9264-63485C975288}"/>
            </a:ext>
          </a:extLst>
        </cdr:cNvPr>
        <cdr:cNvCxnSpPr/>
      </cdr:nvCxnSpPr>
      <cdr:spPr>
        <a:xfrm xmlns:a="http://schemas.openxmlformats.org/drawingml/2006/main">
          <a:off x="345379" y="1981725"/>
          <a:ext cx="3639670" cy="0"/>
        </a:xfrm>
        <a:prstGeom xmlns:a="http://schemas.openxmlformats.org/drawingml/2006/main" prst="straightConnector1">
          <a:avLst/>
        </a:prstGeom>
        <a:ln xmlns:a="http://schemas.openxmlformats.org/drawingml/2006/main">
          <a:tailEnd type="triangl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</cdr:x>
      <cdr:y>0.10671</cdr:y>
    </cdr:from>
    <cdr:to>
      <cdr:x>0.10904</cdr:x>
      <cdr:y>0.21054</cdr:y>
    </cdr:to>
    <cdr:sp macro="" textlink="">
      <cdr:nvSpPr>
        <cdr:cNvPr id="6" name="テキスト ボックス 5">
          <a:extLst xmlns:a="http://schemas.openxmlformats.org/drawingml/2006/main">
            <a:ext uri="{FF2B5EF4-FFF2-40B4-BE49-F238E27FC236}">
              <a16:creationId xmlns:a16="http://schemas.microsoft.com/office/drawing/2014/main" id="{B3B71590-8F42-4099-1AE8-DE0CC0E7D267}"/>
            </a:ext>
          </a:extLst>
        </cdr:cNvPr>
        <cdr:cNvSpPr txBox="1"/>
      </cdr:nvSpPr>
      <cdr:spPr>
        <a:xfrm xmlns:a="http://schemas.openxmlformats.org/drawingml/2006/main">
          <a:off x="-1362634" y="250165"/>
          <a:ext cx="549362" cy="24340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altLang="ja-JP" sz="900" dirty="0"/>
            <a:t>2000</a:t>
          </a:r>
          <a:endParaRPr lang="ja-JP" altLang="en-US" sz="900" dirty="0"/>
        </a:p>
      </cdr:txBody>
    </cdr:sp>
  </cdr:relSizeAnchor>
  <cdr:relSizeAnchor xmlns:cdr="http://schemas.openxmlformats.org/drawingml/2006/chartDrawing">
    <cdr:from>
      <cdr:x>0.02948</cdr:x>
      <cdr:y>0.8257</cdr:y>
    </cdr:from>
    <cdr:to>
      <cdr:x>0.08524</cdr:x>
      <cdr:y>0.92847</cdr:y>
    </cdr:to>
    <cdr:sp macro="" textlink="">
      <cdr:nvSpPr>
        <cdr:cNvPr id="7" name="テキスト ボックス 1">
          <a:extLst xmlns:a="http://schemas.openxmlformats.org/drawingml/2006/main">
            <a:ext uri="{FF2B5EF4-FFF2-40B4-BE49-F238E27FC236}">
              <a16:creationId xmlns:a16="http://schemas.microsoft.com/office/drawing/2014/main" id="{92776063-D26C-7F48-7A76-0318484C35D3}"/>
            </a:ext>
          </a:extLst>
        </cdr:cNvPr>
        <cdr:cNvSpPr txBox="1"/>
      </cdr:nvSpPr>
      <cdr:spPr>
        <a:xfrm xmlns:a="http://schemas.openxmlformats.org/drawingml/2006/main">
          <a:off x="148544" y="1935658"/>
          <a:ext cx="280895" cy="24091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ja-JP" sz="1100" dirty="0"/>
            <a:t>0</a:t>
          </a:r>
          <a:endParaRPr lang="ja-JP" altLang="en-US" sz="1100" dirty="0"/>
        </a:p>
      </cdr:txBody>
    </cdr:sp>
  </cdr:relSizeAnchor>
  <cdr:relSizeAnchor xmlns:cdr="http://schemas.openxmlformats.org/drawingml/2006/chartDrawing">
    <cdr:from>
      <cdr:x>0.48437</cdr:x>
      <cdr:y>0.19762</cdr:y>
    </cdr:from>
    <cdr:to>
      <cdr:x>0.87761</cdr:x>
      <cdr:y>0.45432</cdr:y>
    </cdr:to>
    <cdr:sp macro="" textlink="">
      <cdr:nvSpPr>
        <cdr:cNvPr id="8" name="テキスト ボックス 7">
          <a:extLst xmlns:a="http://schemas.openxmlformats.org/drawingml/2006/main">
            <a:ext uri="{FF2B5EF4-FFF2-40B4-BE49-F238E27FC236}">
              <a16:creationId xmlns:a16="http://schemas.microsoft.com/office/drawing/2014/main" id="{67E65204-E13C-869B-6C2E-E6B4D39C1BD4}"/>
            </a:ext>
          </a:extLst>
        </cdr:cNvPr>
        <cdr:cNvSpPr txBox="1"/>
      </cdr:nvSpPr>
      <cdr:spPr>
        <a:xfrm xmlns:a="http://schemas.openxmlformats.org/drawingml/2006/main">
          <a:off x="2440356" y="463264"/>
          <a:ext cx="1981177" cy="60177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altLang="ja-JP" sz="1400" b="1" dirty="0"/>
            <a:t>10</a:t>
          </a:r>
          <a:r>
            <a:rPr lang="en-US" altLang="ja-JP" sz="1400" b="1" baseline="30000" dirty="0"/>
            <a:t>13</a:t>
          </a:r>
          <a:r>
            <a:rPr lang="en-US" altLang="ja-JP" sz="1400" b="1" dirty="0"/>
            <a:t>k/sec,10</a:t>
          </a:r>
          <a:r>
            <a:rPr lang="en-US" altLang="ja-JP" sz="1400" b="1" baseline="30000" dirty="0"/>
            <a:t>12</a:t>
          </a:r>
          <a:r>
            <a:rPr lang="en-US" altLang="ja-JP" sz="1400" b="1" dirty="0"/>
            <a:t>k/sec</a:t>
          </a:r>
          <a:endParaRPr lang="ja-JP" altLang="en-US" sz="1400" b="1" dirty="0"/>
        </a:p>
        <a:p xmlns:a="http://schemas.openxmlformats.org/drawingml/2006/main">
          <a:endParaRPr lang="ja-JP" altLang="en-US" sz="1400" dirty="0"/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6B1BD7-39E8-9B59-F405-4F35EAD136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FF62894-B311-813A-5B96-AAA59FF7F2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87D7457-9B54-A9DF-B1FF-9C1F14456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3EB7-3CC9-41BF-B603-A7233600E934}" type="datetimeFigureOut">
              <a:rPr kumimoji="1" lang="ja-JP" altLang="en-US" smtClean="0"/>
              <a:t>2025/2/5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B81DC0F-CE92-7229-913D-F0D546286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8B500E6-DECA-7FB7-837E-7B0A38538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5467-83FF-434D-B910-69478FB34F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8413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8787A6-B971-141C-FF18-128180589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A0CF329-38FD-CBF6-1F94-7041CE566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EDA502-AF97-08AB-D563-31AE354B8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3EB7-3CC9-41BF-B603-A7233600E934}" type="datetimeFigureOut">
              <a:rPr kumimoji="1" lang="ja-JP" altLang="en-US" smtClean="0"/>
              <a:t>2025/2/5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3AC98E-CE1A-A189-8865-2F504F5C6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86723C0-906E-6BA1-37CA-201E0D113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5467-83FF-434D-B910-69478FB34F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9370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E65FA5-9010-497D-A02F-3466592EF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D7915C3-BA4D-BEE2-3BC1-7320A5BAD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979EC0B-8572-D6A4-C722-8516869AA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3EB7-3CC9-41BF-B603-A7233600E934}" type="datetimeFigureOut">
              <a:rPr kumimoji="1" lang="ja-JP" altLang="en-US" smtClean="0"/>
              <a:t>2025/2/5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3269882-FD85-3318-C53A-4CC70A9A8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F26973-27D0-B39F-7073-D319A5F7F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5467-83FF-434D-B910-69478FB34F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2699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E83C0B-A7A0-CBFD-56F4-190044F68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1E4FCCA-2B29-481E-21A4-21BE0CE868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7B4CA8-C71F-3C0B-D741-767277E78F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29BE119-D12D-BB94-7ECA-A92DAA9DD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3EB7-3CC9-41BF-B603-A7233600E934}" type="datetimeFigureOut">
              <a:rPr kumimoji="1" lang="ja-JP" altLang="en-US" smtClean="0"/>
              <a:t>2025/2/5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A3EF8E1-1AF4-B079-DDA8-ED89A9238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7639855-194E-D873-5CE9-61CC86255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5467-83FF-434D-B910-69478FB34F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1697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888CD4-44C5-6F2C-0DB9-30A1EB696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5F532D0-C184-B05A-A5E5-A248F0336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B66B74D-7B23-F672-3A5B-CD518AF0EB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B5F7B38-37E6-60FF-B250-0E2A1ED273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7920CAE-BBDF-BFCC-AF0F-67ED12E19A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C3E8126-11F8-635C-266A-90392016B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3EB7-3CC9-41BF-B603-A7233600E934}" type="datetimeFigureOut">
              <a:rPr kumimoji="1" lang="ja-JP" altLang="en-US" smtClean="0"/>
              <a:t>2025/2/5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1FC6A55-2BD9-5126-8ED4-1C61617B0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363EF5F-5EBF-7820-0667-19AD49354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5467-83FF-434D-B910-69478FB34F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2464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802738-44C1-028C-93B2-7A415E659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8F3C61A-67BE-1939-CBDF-1D79E9B48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3EB7-3CC9-41BF-B603-A7233600E934}" type="datetimeFigureOut">
              <a:rPr kumimoji="1" lang="ja-JP" altLang="en-US" smtClean="0"/>
              <a:t>2025/2/5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8725BEF-ADA0-C640-3843-C8E13AFB3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E3D422B-D40C-B5C3-CF50-1CBA82724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5467-83FF-434D-B910-69478FB34F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8305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9C644DF-B332-C790-2687-A4DB5562C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3EB7-3CC9-41BF-B603-A7233600E934}" type="datetimeFigureOut">
              <a:rPr kumimoji="1" lang="ja-JP" altLang="en-US" smtClean="0"/>
              <a:t>2025/2/5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C5BF84D-883F-14DC-D544-F0908CA58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B9A986D-35F8-7C16-2296-5A87713B4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5467-83FF-434D-B910-69478FB34F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0842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816319-B116-D83F-DE57-9C4ADA602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57176B3-C0A5-75FF-5F74-8FA4B5819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42D0CE2-22C6-B38D-A469-508C4B70AF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65B1F47-AF53-65B6-80A4-8802E9AE9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3EB7-3CC9-41BF-B603-A7233600E934}" type="datetimeFigureOut">
              <a:rPr kumimoji="1" lang="ja-JP" altLang="en-US" smtClean="0"/>
              <a:t>2025/2/5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FF40A04-9813-3B56-272F-5F88CE39E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4D7A5E1-CEA7-C9AA-9E65-18F4EF00D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5467-83FF-434D-B910-69478FB34F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5305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AB5AE2-B1EE-DCD3-A7F0-A3BB7584E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9B6856A-FAD1-0434-21F6-B1267B444C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8E22A68-CADF-6199-48A8-E6AB27F26D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9059512-3F05-ADB3-971A-2F4695CFE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3EB7-3CC9-41BF-B603-A7233600E934}" type="datetimeFigureOut">
              <a:rPr kumimoji="1" lang="ja-JP" altLang="en-US" smtClean="0"/>
              <a:t>2025/2/5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C6F2E68-C42E-5F6A-1C07-5CA59C13B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F20B008-89F3-9ED0-30AA-5C3F5A0BE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5467-83FF-434D-B910-69478FB34F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1613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F95214-AD53-EF68-26BB-373CA3F62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FDC7FDD-9B34-D2AF-7B8A-C3014D6B42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B735D4A-4D40-AA78-1560-F8F9A7554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3EB7-3CC9-41BF-B603-A7233600E934}" type="datetimeFigureOut">
              <a:rPr kumimoji="1" lang="ja-JP" altLang="en-US" smtClean="0"/>
              <a:t>2025/2/5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9DA9109-BB7F-B9B1-C4FF-B1A5F47DD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4E0A9FC-B39C-0EC4-1AA3-C6F3A85D3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5467-83FF-434D-B910-69478FB34F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9741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77420C0-34F1-6EC6-AE2C-5E66F735B7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BDB03DA-64A7-F780-07AE-5876818D7D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12AE9C-EA30-1182-C677-CC0ACCFBA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3EB7-3CC9-41BF-B603-A7233600E934}" type="datetimeFigureOut">
              <a:rPr kumimoji="1" lang="ja-JP" altLang="en-US" smtClean="0"/>
              <a:t>2025/2/5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29B8A5A-576F-7462-2A9A-E07C80730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41F079-EE01-A6F3-55C8-EB6A0610A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5467-83FF-434D-B910-69478FB34F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6008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5F71C4C-4ADC-9659-728A-681E615A3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4BC11AC-4C00-3314-8A08-C482184CB5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BAE6CBA-64C7-D6CA-BD62-D130FF483C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2E3EB7-3CC9-41BF-B603-A7233600E934}" type="datetimeFigureOut">
              <a:rPr kumimoji="1" lang="ja-JP" altLang="en-US" smtClean="0"/>
              <a:t>2025/2/5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14E5A65-1968-E445-1464-CFF6F1320F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19D67DE-D83A-E0D6-B0C7-2A34701D38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8C5467-83FF-434D-B910-69478FB34F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9045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5.png"/><Relationship Id="rId7" Type="http://schemas.openxmlformats.org/officeDocument/2006/relationships/chart" Target="../charts/chart9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chart" Target="../charts/chart8.xml"/><Relationship Id="rId4" Type="http://schemas.openxmlformats.org/officeDocument/2006/relationships/chart" Target="../charts/chart7.xml"/><Relationship Id="rId9" Type="http://schemas.openxmlformats.org/officeDocument/2006/relationships/chart" Target="../charts/char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115719-42BB-41AC-0535-75F1EC657B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1041400"/>
            <a:ext cx="12009120" cy="2387600"/>
          </a:xfrm>
        </p:spPr>
        <p:txBody>
          <a:bodyPr>
            <a:normAutofit/>
          </a:bodyPr>
          <a:lstStyle/>
          <a:p>
            <a:r>
              <a:rPr lang="en" altLang="ja-JP" sz="6600" b="1" i="0" dirty="0">
                <a:solidFill>
                  <a:srgbClr val="222222"/>
                </a:solidFill>
                <a:effectLst/>
              </a:rPr>
              <a:t>Al</a:t>
            </a:r>
            <a:r>
              <a:rPr lang="en" altLang="ja-JP" sz="6600" b="1" i="0" baseline="-25000" dirty="0">
                <a:solidFill>
                  <a:srgbClr val="222222"/>
                </a:solidFill>
                <a:effectLst/>
              </a:rPr>
              <a:t>90</a:t>
            </a:r>
            <a:r>
              <a:rPr lang="en" altLang="ja-JP" sz="6600" b="1" i="0" dirty="0">
                <a:solidFill>
                  <a:srgbClr val="222222"/>
                </a:solidFill>
                <a:effectLst/>
              </a:rPr>
              <a:t>Sm</a:t>
            </a:r>
            <a:r>
              <a:rPr lang="en" altLang="ja-JP" sz="6600" b="1" i="0" baseline="-25000" dirty="0">
                <a:solidFill>
                  <a:srgbClr val="222222"/>
                </a:solidFill>
                <a:effectLst/>
              </a:rPr>
              <a:t>10</a:t>
            </a:r>
            <a:r>
              <a:rPr lang="ja-JP" altLang="en-US" sz="6600" b="1" i="0">
                <a:solidFill>
                  <a:srgbClr val="222222"/>
                </a:solidFill>
                <a:effectLst/>
              </a:rPr>
              <a:t>金属ガラスにおける</a:t>
            </a:r>
            <a:br>
              <a:rPr lang="en-US" altLang="ja-JP" sz="6600" b="1" i="0" dirty="0">
                <a:solidFill>
                  <a:srgbClr val="222222"/>
                </a:solidFill>
                <a:effectLst/>
              </a:rPr>
            </a:br>
            <a:r>
              <a:rPr lang="ja-JP" altLang="en-US" sz="6600" b="1" i="0">
                <a:solidFill>
                  <a:srgbClr val="222222"/>
                </a:solidFill>
                <a:effectLst/>
              </a:rPr>
              <a:t>トポロジー的短距離秩序構造</a:t>
            </a:r>
            <a:endParaRPr kumimoji="1" lang="ja-JP" altLang="en-US" sz="6600" b="1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0F96955-688C-5DAB-8827-FA0EE461F2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4"/>
            <a:ext cx="9753600" cy="2625726"/>
          </a:xfrm>
        </p:spPr>
        <p:txBody>
          <a:bodyPr>
            <a:normAutofit/>
          </a:bodyPr>
          <a:lstStyle/>
          <a:p>
            <a:r>
              <a:rPr lang="ja-JP" altLang="en-US" sz="3600" dirty="0"/>
              <a:t>平田研所属</a:t>
            </a:r>
            <a:endParaRPr lang="en-US" altLang="ja-JP" sz="3600" dirty="0"/>
          </a:p>
          <a:p>
            <a:r>
              <a:rPr lang="ja-JP" altLang="en-US" sz="3600" dirty="0"/>
              <a:t>　 </a:t>
            </a:r>
            <a:r>
              <a:rPr lang="ja-JP" altLang="en-US" sz="3600"/>
              <a:t>氏名：本間</a:t>
            </a:r>
            <a:r>
              <a:rPr lang="en-US" altLang="ja-JP" sz="3600" dirty="0"/>
              <a:t> </a:t>
            </a:r>
            <a:r>
              <a:rPr lang="ja-JP" altLang="en-US" sz="3600"/>
              <a:t>詩苑</a:t>
            </a:r>
            <a:endParaRPr kumimoji="1" lang="en-US" altLang="ja-JP" sz="3600" dirty="0"/>
          </a:p>
          <a:p>
            <a:r>
              <a:rPr lang="ja-JP" altLang="en-US" sz="3600" dirty="0"/>
              <a:t>学籍番号</a:t>
            </a:r>
            <a:r>
              <a:rPr lang="ja-JP" altLang="en-US" sz="3600"/>
              <a:t>：</a:t>
            </a:r>
            <a:r>
              <a:rPr lang="en-US" altLang="ja-JP" sz="3600" dirty="0"/>
              <a:t>1W192334</a:t>
            </a:r>
          </a:p>
          <a:p>
            <a:r>
              <a:rPr kumimoji="1" lang="ja-JP" altLang="en-US" sz="3600"/>
              <a:t>  御指導</a:t>
            </a:r>
            <a:r>
              <a:rPr kumimoji="1" lang="ja-JP" altLang="en-US" sz="3600" dirty="0"/>
              <a:t>教員：平田 秋彦 教授</a:t>
            </a:r>
          </a:p>
        </p:txBody>
      </p:sp>
    </p:spTree>
    <p:extLst>
      <p:ext uri="{BB962C8B-B14F-4D97-AF65-F5344CB8AC3E}">
        <p14:creationId xmlns:p14="http://schemas.microsoft.com/office/powerpoint/2010/main" val="896322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C21160-531E-F63C-BB59-FFB1BAC07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1137950"/>
          </a:xfrm>
        </p:spPr>
        <p:txBody>
          <a:bodyPr/>
          <a:lstStyle/>
          <a:p>
            <a:r>
              <a:rPr kumimoji="1" lang="ja-JP" altLang="en-US" b="1"/>
              <a:t>研究の概要</a:t>
            </a:r>
            <a:endParaRPr kumimoji="1" lang="ja-JP" altLang="en-US" b="1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9DB3BC7-2657-FD3C-5FAD-49595CA041D6}"/>
              </a:ext>
            </a:extLst>
          </p:cNvPr>
          <p:cNvSpPr txBox="1"/>
          <p:nvPr/>
        </p:nvSpPr>
        <p:spPr>
          <a:xfrm>
            <a:off x="460310" y="982311"/>
            <a:ext cx="1127137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/>
              <a:t>研究背景</a:t>
            </a:r>
            <a:endParaRPr kumimoji="1" lang="en-US" altLang="ja-JP" sz="2000" dirty="0"/>
          </a:p>
          <a:p>
            <a:r>
              <a:rPr lang="ja-JP" altLang="en-US" sz="2000"/>
              <a:t>・</a:t>
            </a:r>
            <a:r>
              <a:rPr lang="en-US" altLang="ja-JP" sz="2000" dirty="0"/>
              <a:t>Al-</a:t>
            </a:r>
            <a:r>
              <a:rPr lang="en-US" altLang="ja-JP" sz="2000" dirty="0" err="1"/>
              <a:t>Sm</a:t>
            </a:r>
            <a:r>
              <a:rPr lang="ja-JP" altLang="en-US" sz="2000"/>
              <a:t>系金属ガラスの代表的な局所構造は</a:t>
            </a:r>
            <a:r>
              <a:rPr lang="en-US" altLang="ja-JP" sz="2000" dirty="0" err="1"/>
              <a:t>Sm</a:t>
            </a:r>
            <a:r>
              <a:rPr lang="ja-JP" altLang="en-US" sz="2000"/>
              <a:t>中心の</a:t>
            </a:r>
            <a:r>
              <a:rPr lang="en-US" altLang="ja-JP" sz="2000" dirty="0"/>
              <a:t>16</a:t>
            </a:r>
            <a:r>
              <a:rPr lang="ja-JP" altLang="en-US" sz="2000"/>
              <a:t>配位多面体</a:t>
            </a:r>
            <a:endParaRPr lang="en-US" altLang="ja-JP" sz="2000" dirty="0"/>
          </a:p>
          <a:p>
            <a:r>
              <a:rPr kumimoji="1" lang="ja-JP" altLang="en-US" sz="2000"/>
              <a:t>・幾何的な構造は過去研究事例で判明しているが、トポロジー的秩序は未だ不明</a:t>
            </a:r>
            <a:endParaRPr kumimoji="1" lang="en-US" altLang="ja-JP" sz="2000" dirty="0"/>
          </a:p>
          <a:p>
            <a:endParaRPr kumimoji="1" lang="en-US" altLang="ja-JP" sz="2000" dirty="0"/>
          </a:p>
          <a:p>
            <a:r>
              <a:rPr lang="ja-JP" altLang="en-US" sz="2000"/>
              <a:t>目的</a:t>
            </a:r>
            <a:endParaRPr lang="en-US" altLang="ja-JP" sz="2000" dirty="0"/>
          </a:p>
          <a:p>
            <a:r>
              <a:rPr kumimoji="1" lang="ja-JP" altLang="en-US" sz="2000"/>
              <a:t>・シミュレーションにより</a:t>
            </a:r>
            <a:r>
              <a:rPr kumimoji="1" lang="en-US" altLang="ja-JP" sz="2000" dirty="0"/>
              <a:t>Al-</a:t>
            </a:r>
            <a:r>
              <a:rPr kumimoji="1" lang="en-US" altLang="ja-JP" sz="2000" dirty="0" err="1"/>
              <a:t>Sm</a:t>
            </a:r>
            <a:r>
              <a:rPr kumimoji="1" lang="ja-JP" altLang="en-US" sz="2000"/>
              <a:t>系金属モデルを作成し、クラスターホモロジー解析を用いてトポロジー的な特徴を解析する</a:t>
            </a:r>
            <a:endParaRPr kumimoji="1" lang="en-US" altLang="ja-JP" sz="2000" dirty="0"/>
          </a:p>
          <a:p>
            <a:endParaRPr kumimoji="1" lang="en-US" altLang="ja-JP" sz="2000" dirty="0"/>
          </a:p>
          <a:p>
            <a:r>
              <a:rPr lang="ja-JP" altLang="en-US" sz="2000"/>
              <a:t>実験方法</a:t>
            </a:r>
            <a:endParaRPr lang="en-US" altLang="ja-JP" sz="2000" dirty="0"/>
          </a:p>
          <a:p>
            <a:r>
              <a:rPr kumimoji="1" lang="ja-JP" altLang="en-US" sz="2000"/>
              <a:t>・</a:t>
            </a:r>
            <a:r>
              <a:rPr kumimoji="1" lang="en-US" altLang="ja-JP" sz="2000" dirty="0"/>
              <a:t>32,000</a:t>
            </a:r>
            <a:r>
              <a:rPr kumimoji="1" lang="ja-JP" altLang="en-US" sz="2000"/>
              <a:t>原子の</a:t>
            </a:r>
            <a:r>
              <a:rPr lang="en" altLang="ja-JP" sz="2000" i="0" dirty="0">
                <a:solidFill>
                  <a:srgbClr val="222222"/>
                </a:solidFill>
                <a:effectLst/>
              </a:rPr>
              <a:t>Al</a:t>
            </a:r>
            <a:r>
              <a:rPr lang="en" altLang="ja-JP" sz="2000" i="0" baseline="-25000" dirty="0">
                <a:solidFill>
                  <a:srgbClr val="222222"/>
                </a:solidFill>
                <a:effectLst/>
              </a:rPr>
              <a:t>90</a:t>
            </a:r>
            <a:r>
              <a:rPr lang="en" altLang="ja-JP" sz="2000" i="0" dirty="0">
                <a:solidFill>
                  <a:srgbClr val="222222"/>
                </a:solidFill>
                <a:effectLst/>
              </a:rPr>
              <a:t>Sm</a:t>
            </a:r>
            <a:r>
              <a:rPr lang="en" altLang="ja-JP" sz="2000" i="0" baseline="-25000" dirty="0">
                <a:solidFill>
                  <a:srgbClr val="222222"/>
                </a:solidFill>
                <a:effectLst/>
              </a:rPr>
              <a:t>10</a:t>
            </a:r>
            <a:r>
              <a:rPr lang="ja-JP" altLang="en-US" sz="2000" i="0">
                <a:solidFill>
                  <a:srgbClr val="222222"/>
                </a:solidFill>
                <a:effectLst/>
              </a:rPr>
              <a:t>を異なる冷却速度で冷却し、ガラス構造モデルを作成</a:t>
            </a:r>
            <a:endParaRPr lang="en-US" altLang="ja-JP" sz="2000" i="0" dirty="0">
              <a:solidFill>
                <a:srgbClr val="222222"/>
              </a:solidFill>
              <a:effectLst/>
            </a:endParaRPr>
          </a:p>
          <a:p>
            <a:r>
              <a:rPr kumimoji="1" lang="ja-JP" altLang="en-US" sz="2000">
                <a:solidFill>
                  <a:srgbClr val="222222"/>
                </a:solidFill>
              </a:rPr>
              <a:t>・構造因子と部分</a:t>
            </a:r>
            <a:r>
              <a:rPr kumimoji="1" lang="en-US" altLang="ja-JP" sz="2000" dirty="0">
                <a:solidFill>
                  <a:srgbClr val="222222"/>
                </a:solidFill>
              </a:rPr>
              <a:t>2</a:t>
            </a:r>
            <a:r>
              <a:rPr kumimoji="1" lang="ja-JP" altLang="en-US" sz="2000">
                <a:solidFill>
                  <a:srgbClr val="222222"/>
                </a:solidFill>
              </a:rPr>
              <a:t>体分布関数の計算</a:t>
            </a:r>
            <a:r>
              <a:rPr lang="ja-JP" altLang="en-US" sz="2000">
                <a:solidFill>
                  <a:srgbClr val="222222"/>
                </a:solidFill>
              </a:rPr>
              <a:t>：</a:t>
            </a:r>
            <a:r>
              <a:rPr kumimoji="1" lang="ja-JP" altLang="en-US" sz="2000">
                <a:solidFill>
                  <a:srgbClr val="222222"/>
                </a:solidFill>
              </a:rPr>
              <a:t>過去の結果と比較</a:t>
            </a:r>
          </a:p>
          <a:p>
            <a:r>
              <a:rPr kumimoji="1" lang="ja-JP" altLang="en-US" sz="2000">
                <a:solidFill>
                  <a:srgbClr val="222222"/>
                </a:solidFill>
              </a:rPr>
              <a:t>・ボロノイ多面体解析：クラスターの支配的形状を解析</a:t>
            </a:r>
          </a:p>
          <a:p>
            <a:r>
              <a:rPr kumimoji="1" lang="ja-JP" altLang="en-US" sz="2000">
                <a:solidFill>
                  <a:srgbClr val="222222"/>
                </a:solidFill>
              </a:rPr>
              <a:t>・クラスターホモロジー解析：局所的なクラスター分布を解析</a:t>
            </a:r>
            <a:endParaRPr kumimoji="1" lang="en-US" altLang="ja-JP" sz="2000" dirty="0">
              <a:solidFill>
                <a:srgbClr val="222222"/>
              </a:solidFill>
            </a:endParaRPr>
          </a:p>
          <a:p>
            <a:endParaRPr lang="en-US" altLang="ja-JP" sz="2000" dirty="0">
              <a:solidFill>
                <a:srgbClr val="222222"/>
              </a:solidFill>
            </a:endParaRPr>
          </a:p>
          <a:p>
            <a:r>
              <a:rPr kumimoji="1" lang="ja-JP" altLang="en-US" sz="2000">
                <a:solidFill>
                  <a:srgbClr val="222222"/>
                </a:solidFill>
              </a:rPr>
              <a:t>結論</a:t>
            </a:r>
            <a:endParaRPr kumimoji="1" lang="en-US" altLang="ja-JP" sz="2000" dirty="0">
              <a:solidFill>
                <a:srgbClr val="222222"/>
              </a:solidFill>
            </a:endParaRPr>
          </a:p>
          <a:p>
            <a:r>
              <a:rPr lang="ja-JP" altLang="en-US" sz="2000">
                <a:solidFill>
                  <a:srgbClr val="222222"/>
                </a:solidFill>
              </a:rPr>
              <a:t>・冷却速度が遅くなることで、ボロノイ解析における支配的なクラスターの偏りが大きくなった</a:t>
            </a:r>
            <a:endParaRPr lang="en-US" altLang="ja-JP" sz="2000" dirty="0">
              <a:solidFill>
                <a:srgbClr val="222222"/>
              </a:solidFill>
            </a:endParaRPr>
          </a:p>
          <a:p>
            <a:r>
              <a:rPr kumimoji="1" lang="ja-JP" altLang="en-US" sz="2000">
                <a:solidFill>
                  <a:srgbClr val="222222"/>
                </a:solidFill>
              </a:rPr>
              <a:t>・</a:t>
            </a:r>
            <a:r>
              <a:rPr kumimoji="1" lang="en-US" altLang="ja-JP" sz="2000" dirty="0" err="1">
                <a:solidFill>
                  <a:srgbClr val="222222"/>
                </a:solidFill>
              </a:rPr>
              <a:t>Sm</a:t>
            </a:r>
            <a:r>
              <a:rPr kumimoji="1" lang="ja-JP" altLang="en-US" sz="2000">
                <a:solidFill>
                  <a:srgbClr val="222222"/>
                </a:solidFill>
              </a:rPr>
              <a:t>中心のクラスターホモロジー解析の結果、ボロノイ解析では最頻であった球体的なクラスターはヒストグラムの中心に存在しておらず、歪んだ形状のクラスターが中心に集まっていた</a:t>
            </a:r>
            <a:endParaRPr kumimoji="1" lang="ja-JP" altLang="en-US" sz="2000"/>
          </a:p>
        </p:txBody>
      </p:sp>
    </p:spTree>
    <p:extLst>
      <p:ext uri="{BB962C8B-B14F-4D97-AF65-F5344CB8AC3E}">
        <p14:creationId xmlns:p14="http://schemas.microsoft.com/office/powerpoint/2010/main" val="3056393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7D950-347B-F111-8826-9F59AAB8F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834D0A-1B50-3523-539C-B4818CC4E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1137950"/>
          </a:xfrm>
        </p:spPr>
        <p:txBody>
          <a:bodyPr/>
          <a:lstStyle/>
          <a:p>
            <a:r>
              <a:rPr lang="ja-JP" altLang="en-US" b="1" dirty="0"/>
              <a:t>背景と</a:t>
            </a:r>
            <a:r>
              <a:rPr kumimoji="1" lang="ja-JP" altLang="en-US" b="1" dirty="0"/>
              <a:t>目的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C5133F6-0A89-15DD-FCAF-72969AA41147}"/>
              </a:ext>
            </a:extLst>
          </p:cNvPr>
          <p:cNvSpPr txBox="1"/>
          <p:nvPr/>
        </p:nvSpPr>
        <p:spPr>
          <a:xfrm>
            <a:off x="96521" y="5208409"/>
            <a:ext cx="11816432" cy="12003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63500">
            <a:solidFill>
              <a:schemeClr val="accent1">
                <a:alpha val="97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2400" b="1"/>
              <a:t>研究目的</a:t>
            </a:r>
            <a:endParaRPr kumimoji="1" lang="en-US" altLang="ja-JP" sz="2400" b="1" dirty="0"/>
          </a:p>
          <a:p>
            <a:pPr algn="just"/>
            <a:r>
              <a:rPr kumimoji="1" lang="ja-JP" altLang="en-US" sz="2400"/>
              <a:t>分子動力学計算により</a:t>
            </a:r>
            <a:r>
              <a:rPr kumimoji="1" lang="en-US" altLang="ja-JP" sz="2400" dirty="0"/>
              <a:t>Al-</a:t>
            </a:r>
            <a:r>
              <a:rPr kumimoji="1" lang="en-US" altLang="ja-JP" sz="2400" dirty="0" err="1"/>
              <a:t>Sm</a:t>
            </a:r>
            <a:r>
              <a:rPr kumimoji="1" lang="ja-JP" altLang="en-US" sz="2400"/>
              <a:t>系金属ガラスを作成し、クラスターホモロジー解析を用いて</a:t>
            </a:r>
            <a:r>
              <a:rPr kumimoji="1" lang="en-US" altLang="ja-JP" sz="2400" dirty="0" err="1"/>
              <a:t>Sm</a:t>
            </a:r>
            <a:r>
              <a:rPr kumimoji="1" lang="ja-JP" altLang="en-US" sz="2400"/>
              <a:t>を中心とした配位多面体のトポロジー的な特徴を解析する。</a:t>
            </a:r>
            <a:endParaRPr kumimoji="1" lang="en-US" altLang="ja-JP" sz="24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C0C3EF1-E4E4-4C5A-BC4A-2ECE38ADC0CE}"/>
              </a:ext>
            </a:extLst>
          </p:cNvPr>
          <p:cNvSpPr txBox="1"/>
          <p:nvPr/>
        </p:nvSpPr>
        <p:spPr>
          <a:xfrm>
            <a:off x="80367" y="3397079"/>
            <a:ext cx="6636512" cy="1384995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altLang="ja-JP" sz="2800" dirty="0" err="1"/>
              <a:t>Sm</a:t>
            </a:r>
            <a:r>
              <a:rPr lang="ja-JP" altLang="en-US" sz="2800"/>
              <a:t>を中心とした配位多面体に関して、幾何構造は調べられているものの、そのトポロジー的秩序は不明である。</a:t>
            </a:r>
            <a:endParaRPr lang="en-US" altLang="ja-JP" sz="2800" dirty="0"/>
          </a:p>
        </p:txBody>
      </p:sp>
      <p:sp>
        <p:nvSpPr>
          <p:cNvPr id="12" name="矢印: 下 11">
            <a:extLst>
              <a:ext uri="{FF2B5EF4-FFF2-40B4-BE49-F238E27FC236}">
                <a16:creationId xmlns:a16="http://schemas.microsoft.com/office/drawing/2014/main" id="{EB370195-9A12-06CF-6A66-0736C62D9C76}"/>
              </a:ext>
            </a:extLst>
          </p:cNvPr>
          <p:cNvSpPr/>
          <p:nvPr/>
        </p:nvSpPr>
        <p:spPr>
          <a:xfrm>
            <a:off x="3131161" y="2902553"/>
            <a:ext cx="484632" cy="319357"/>
          </a:xfrm>
          <a:prstGeom prst="downArrow">
            <a:avLst/>
          </a:prstGeom>
          <a:solidFill>
            <a:schemeClr val="accent1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D8ABF34C-022E-2681-2EAA-5136F61A7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299" y="4792446"/>
            <a:ext cx="536494" cy="335309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CDB6830-A62C-A426-68AD-A129A1E6E43D}"/>
              </a:ext>
            </a:extLst>
          </p:cNvPr>
          <p:cNvSpPr txBox="1"/>
          <p:nvPr/>
        </p:nvSpPr>
        <p:spPr>
          <a:xfrm>
            <a:off x="50395" y="863245"/>
            <a:ext cx="6666484" cy="1815882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800" b="1" dirty="0"/>
              <a:t>Al</a:t>
            </a:r>
            <a:r>
              <a:rPr lang="en-US" altLang="ja-JP" sz="2800" b="1" baseline="-25000" dirty="0"/>
              <a:t>90</a:t>
            </a:r>
            <a:r>
              <a:rPr lang="en-US" altLang="ja-JP" sz="2800" b="1" dirty="0"/>
              <a:t>Sm</a:t>
            </a:r>
            <a:r>
              <a:rPr lang="en-US" altLang="ja-JP" sz="2800" b="1" baseline="-25000" dirty="0"/>
              <a:t>10</a:t>
            </a:r>
            <a:r>
              <a:rPr lang="ja-JP" altLang="en-US" sz="2800" b="1"/>
              <a:t>の従来研究</a:t>
            </a:r>
            <a:endParaRPr lang="en-US" altLang="ja-JP" sz="2800" b="1" dirty="0"/>
          </a:p>
          <a:p>
            <a:r>
              <a:rPr lang="ja-JP" altLang="en-US" sz="2800"/>
              <a:t>・</a:t>
            </a:r>
            <a:r>
              <a:rPr lang="en-US" altLang="ja-JP" sz="2800" dirty="0"/>
              <a:t>Al-</a:t>
            </a:r>
            <a:r>
              <a:rPr lang="en-US" altLang="ja-JP" sz="2800" dirty="0" err="1"/>
              <a:t>Sm</a:t>
            </a:r>
            <a:r>
              <a:rPr lang="ja-JP" altLang="en-US" sz="2800"/>
              <a:t>系は代表的な</a:t>
            </a:r>
            <a:r>
              <a:rPr lang="en-US" altLang="ja-JP" sz="2800" dirty="0"/>
              <a:t>Al</a:t>
            </a:r>
            <a:r>
              <a:rPr lang="ja-JP" altLang="en-US" sz="2800"/>
              <a:t>系金属ガラスであり、代表的な局所構造は右図にあるような</a:t>
            </a:r>
            <a:r>
              <a:rPr lang="en-US" altLang="ja-JP" sz="2800" dirty="0" err="1"/>
              <a:t>Sm</a:t>
            </a:r>
            <a:r>
              <a:rPr lang="ja-JP" altLang="en-US" sz="2800"/>
              <a:t>中心、</a:t>
            </a:r>
            <a:r>
              <a:rPr lang="en-US" altLang="ja-JP" sz="2800" dirty="0"/>
              <a:t>16</a:t>
            </a:r>
            <a:r>
              <a:rPr lang="ja-JP" altLang="en-US" sz="2800"/>
              <a:t>配位多面体とされる。</a:t>
            </a:r>
            <a:endParaRPr lang="en-US" altLang="ja-JP" sz="2800" dirty="0"/>
          </a:p>
        </p:txBody>
      </p:sp>
      <p:pic>
        <p:nvPicPr>
          <p:cNvPr id="3" name="図 2" descr="グラフィカル ユーザー インターフェイス&#10;&#10;自動的に生成された説明">
            <a:extLst>
              <a:ext uri="{FF2B5EF4-FFF2-40B4-BE49-F238E27FC236}">
                <a16:creationId xmlns:a16="http://schemas.microsoft.com/office/drawing/2014/main" id="{D421F67D-1F7D-A0C1-FBDB-CBCAB2A6469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70" t="29804" r="35663" b="14902"/>
          <a:stretch/>
        </p:blipFill>
        <p:spPr>
          <a:xfrm>
            <a:off x="6943183" y="1043436"/>
            <a:ext cx="4969769" cy="2923801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2EC3992-D012-CEEE-F86B-F72B3C657CDF}"/>
              </a:ext>
            </a:extLst>
          </p:cNvPr>
          <p:cNvSpPr txBox="1"/>
          <p:nvPr/>
        </p:nvSpPr>
        <p:spPr>
          <a:xfrm>
            <a:off x="6943183" y="3997502"/>
            <a:ext cx="496977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/>
              <a:t>r</a:t>
            </a:r>
            <a:r>
              <a:rPr kumimoji="1" lang="en-US" altLang="ja-JP" sz="1400" dirty="0"/>
              <a:t>ef)S. H. Zhou and R. E. Napolitano, Metall. Trans. Trans. A 2007 </a:t>
            </a:r>
            <a:endParaRPr kumimoji="1" lang="ja-JP" altLang="en-US" sz="1400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59275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67427F-3844-90DB-6B08-EDBA4A407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852"/>
            <a:ext cx="10515600" cy="952046"/>
          </a:xfrm>
        </p:spPr>
        <p:txBody>
          <a:bodyPr/>
          <a:lstStyle/>
          <a:p>
            <a:r>
              <a:rPr kumimoji="1" lang="ja-JP" altLang="en-US" b="1" dirty="0"/>
              <a:t>研究方法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1A7DD8A-AC96-98F7-155A-50E7703F73CE}"/>
              </a:ext>
            </a:extLst>
          </p:cNvPr>
          <p:cNvSpPr/>
          <p:nvPr/>
        </p:nvSpPr>
        <p:spPr>
          <a:xfrm>
            <a:off x="838200" y="1382729"/>
            <a:ext cx="4945967" cy="5094380"/>
          </a:xfrm>
          <a:prstGeom prst="rect">
            <a:avLst/>
          </a:prstGeom>
          <a:noFill/>
          <a:ln w="381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9D8153A-D13F-F929-3397-E80C2B6DF759}"/>
              </a:ext>
            </a:extLst>
          </p:cNvPr>
          <p:cNvSpPr txBox="1"/>
          <p:nvPr/>
        </p:nvSpPr>
        <p:spPr>
          <a:xfrm>
            <a:off x="1183341" y="1630932"/>
            <a:ext cx="4258707" cy="3385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1600" b="1" dirty="0"/>
              <a:t>原子数 </a:t>
            </a:r>
            <a:r>
              <a:rPr kumimoji="1" lang="en-US" altLang="ja-JP" sz="1600" b="1" dirty="0"/>
              <a:t>32000 </a:t>
            </a:r>
            <a:r>
              <a:rPr kumimoji="1" lang="ja-JP" altLang="en-US" sz="1600" b="1" dirty="0"/>
              <a:t>個 初期構造</a:t>
            </a:r>
            <a:r>
              <a:rPr kumimoji="1" lang="en-US" altLang="ja-JP" sz="1600" b="1" dirty="0" err="1"/>
              <a:t>fcc</a:t>
            </a:r>
            <a:r>
              <a:rPr kumimoji="1" lang="en-US" altLang="ja-JP" sz="1600" b="1" dirty="0"/>
              <a:t> </a:t>
            </a:r>
            <a:r>
              <a:rPr kumimoji="1" lang="ja-JP" altLang="en-US" sz="1600" b="1" dirty="0"/>
              <a:t>の</a:t>
            </a:r>
            <a:r>
              <a:rPr lang="en-US" altLang="ja-JP" sz="1600" b="1" dirty="0"/>
              <a:t>Al</a:t>
            </a:r>
            <a:r>
              <a:rPr lang="en-US" altLang="ja-JP" sz="1600" b="1" baseline="-25000" dirty="0"/>
              <a:t>90</a:t>
            </a:r>
            <a:r>
              <a:rPr lang="en-US" altLang="ja-JP" sz="1600" b="1" dirty="0"/>
              <a:t>Sm</a:t>
            </a:r>
            <a:r>
              <a:rPr lang="en-US" altLang="ja-JP" sz="1600" b="1" baseline="-25000" dirty="0"/>
              <a:t>10 </a:t>
            </a:r>
            <a:endParaRPr kumimoji="1" lang="ja-JP" altLang="en-US" sz="1600" b="1" dirty="0"/>
          </a:p>
        </p:txBody>
      </p:sp>
      <p:sp>
        <p:nvSpPr>
          <p:cNvPr id="17" name="矢印: 下 8">
            <a:extLst>
              <a:ext uri="{FF2B5EF4-FFF2-40B4-BE49-F238E27FC236}">
                <a16:creationId xmlns:a16="http://schemas.microsoft.com/office/drawing/2014/main" id="{69CF514F-D447-58AE-A009-4FE8FB5F54B7}"/>
              </a:ext>
            </a:extLst>
          </p:cNvPr>
          <p:cNvSpPr/>
          <p:nvPr/>
        </p:nvSpPr>
        <p:spPr>
          <a:xfrm>
            <a:off x="3061681" y="2060214"/>
            <a:ext cx="358588" cy="222908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矢印: 下 9">
            <a:extLst>
              <a:ext uri="{FF2B5EF4-FFF2-40B4-BE49-F238E27FC236}">
                <a16:creationId xmlns:a16="http://schemas.microsoft.com/office/drawing/2014/main" id="{46C56535-7408-AF22-1A7B-F8DE2DD5415C}"/>
              </a:ext>
            </a:extLst>
          </p:cNvPr>
          <p:cNvSpPr/>
          <p:nvPr/>
        </p:nvSpPr>
        <p:spPr>
          <a:xfrm>
            <a:off x="3066399" y="3501066"/>
            <a:ext cx="358588" cy="222908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矢印: 下 10">
            <a:extLst>
              <a:ext uri="{FF2B5EF4-FFF2-40B4-BE49-F238E27FC236}">
                <a16:creationId xmlns:a16="http://schemas.microsoft.com/office/drawing/2014/main" id="{17F5773C-8CCB-EB4C-7354-7FB273813DC1}"/>
              </a:ext>
            </a:extLst>
          </p:cNvPr>
          <p:cNvSpPr/>
          <p:nvPr/>
        </p:nvSpPr>
        <p:spPr>
          <a:xfrm>
            <a:off x="3061681" y="2781984"/>
            <a:ext cx="358588" cy="219258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231CE21-46D1-B969-2847-636E2874F827}"/>
              </a:ext>
            </a:extLst>
          </p:cNvPr>
          <p:cNvSpPr txBox="1"/>
          <p:nvPr/>
        </p:nvSpPr>
        <p:spPr>
          <a:xfrm>
            <a:off x="1183340" y="2347887"/>
            <a:ext cx="418699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/>
              <a:t>2000K</a:t>
            </a:r>
            <a:r>
              <a:rPr lang="ja-JP" altLang="en-US" b="1" dirty="0"/>
              <a:t>で平衡化</a:t>
            </a:r>
            <a:endParaRPr kumimoji="1" lang="ja-JP" altLang="en-US" b="1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9180C83-C1EC-6DC9-FF88-E3EAACC9A191}"/>
              </a:ext>
            </a:extLst>
          </p:cNvPr>
          <p:cNvSpPr txBox="1"/>
          <p:nvPr/>
        </p:nvSpPr>
        <p:spPr>
          <a:xfrm>
            <a:off x="1203392" y="3066488"/>
            <a:ext cx="4186990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/>
              <a:t>1.0×10</a:t>
            </a:r>
            <a:r>
              <a:rPr lang="en-US" altLang="ja-JP" b="1" baseline="30000" dirty="0"/>
              <a:t>13</a:t>
            </a:r>
            <a:r>
              <a:rPr lang="en-US" altLang="ja-JP" b="1" dirty="0"/>
              <a:t>k/s,1.0×10</a:t>
            </a:r>
            <a:r>
              <a:rPr lang="en-US" altLang="ja-JP" b="1" baseline="30000" dirty="0"/>
              <a:t>12</a:t>
            </a:r>
            <a:r>
              <a:rPr lang="en-US" altLang="ja-JP" b="1" dirty="0"/>
              <a:t>k/s, 300K</a:t>
            </a:r>
            <a:r>
              <a:rPr lang="ja-JP" altLang="en-US" b="1"/>
              <a:t>まで急冷</a:t>
            </a:r>
            <a:endParaRPr kumimoji="1" lang="ja-JP" altLang="en-US" b="1" dirty="0">
              <a:solidFill>
                <a:srgbClr val="00B0F0"/>
              </a:solidFill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9678D16-40F1-1846-B52C-01B67847BC1D}"/>
              </a:ext>
            </a:extLst>
          </p:cNvPr>
          <p:cNvSpPr txBox="1"/>
          <p:nvPr/>
        </p:nvSpPr>
        <p:spPr>
          <a:xfrm>
            <a:off x="1151727" y="3783443"/>
            <a:ext cx="4290321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/>
              <a:t>300K</a:t>
            </a:r>
            <a:r>
              <a:rPr lang="ja-JP" altLang="en-US" b="1" dirty="0"/>
              <a:t>で平衡化し解析</a:t>
            </a:r>
            <a:endParaRPr kumimoji="1" lang="ja-JP" altLang="en-US" b="1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F9F267D4-7E8A-E5FC-4095-3E4E56F2DEEA}"/>
              </a:ext>
            </a:extLst>
          </p:cNvPr>
          <p:cNvSpPr txBox="1"/>
          <p:nvPr/>
        </p:nvSpPr>
        <p:spPr>
          <a:xfrm>
            <a:off x="1362634" y="5718837"/>
            <a:ext cx="4482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dirty="0"/>
              <a:t>300</a:t>
            </a:r>
            <a:endParaRPr kumimoji="1" lang="ja-JP" altLang="en-US" sz="1100" dirty="0"/>
          </a:p>
        </p:txBody>
      </p:sp>
      <p:sp>
        <p:nvSpPr>
          <p:cNvPr id="24" name="テキスト プレースホルダー 2">
            <a:extLst>
              <a:ext uri="{FF2B5EF4-FFF2-40B4-BE49-F238E27FC236}">
                <a16:creationId xmlns:a16="http://schemas.microsoft.com/office/drawing/2014/main" id="{5C4998C6-EB46-EB69-2B3D-CED49BA05C11}"/>
              </a:ext>
            </a:extLst>
          </p:cNvPr>
          <p:cNvSpPr txBox="1">
            <a:spLocks/>
          </p:cNvSpPr>
          <p:nvPr/>
        </p:nvSpPr>
        <p:spPr>
          <a:xfrm>
            <a:off x="838199" y="877553"/>
            <a:ext cx="3056725" cy="62287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70000"/>
              </a:lnSpc>
              <a:buNone/>
            </a:pPr>
            <a:r>
              <a:rPr lang="ja-JP" altLang="en-US" sz="2200" b="1"/>
              <a:t>ガラス構造モデル作成</a:t>
            </a:r>
            <a:endParaRPr lang="ja-JP" altLang="en-US" sz="2200" b="1" dirty="0"/>
          </a:p>
        </p:txBody>
      </p:sp>
      <p:graphicFrame>
        <p:nvGraphicFramePr>
          <p:cNvPr id="25" name="グラフ 24">
            <a:extLst>
              <a:ext uri="{FF2B5EF4-FFF2-40B4-BE49-F238E27FC236}">
                <a16:creationId xmlns:a16="http://schemas.microsoft.com/office/drawing/2014/main" id="{6BD55DDC-732A-9B64-7238-07EEC45088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7767484"/>
              </p:ext>
            </p:extLst>
          </p:nvPr>
        </p:nvGraphicFramePr>
        <p:xfrm>
          <a:off x="1362634" y="4184738"/>
          <a:ext cx="5038165" cy="23442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EB4D351E-2203-3A7C-6704-BFAB2B085950}"/>
              </a:ext>
            </a:extLst>
          </p:cNvPr>
          <p:cNvSpPr/>
          <p:nvPr/>
        </p:nvSpPr>
        <p:spPr>
          <a:xfrm>
            <a:off x="6622367" y="1398495"/>
            <a:ext cx="4945967" cy="4320342"/>
          </a:xfrm>
          <a:prstGeom prst="rect">
            <a:avLst/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矢印: 下 10">
            <a:extLst>
              <a:ext uri="{FF2B5EF4-FFF2-40B4-BE49-F238E27FC236}">
                <a16:creationId xmlns:a16="http://schemas.microsoft.com/office/drawing/2014/main" id="{0ED4BB49-0592-6905-0D30-F96BA2CF3A4D}"/>
              </a:ext>
            </a:extLst>
          </p:cNvPr>
          <p:cNvSpPr/>
          <p:nvPr/>
        </p:nvSpPr>
        <p:spPr>
          <a:xfrm>
            <a:off x="8850566" y="2689292"/>
            <a:ext cx="358588" cy="219258"/>
          </a:xfrm>
          <a:prstGeom prst="downArrow">
            <a:avLst/>
          </a:prstGeom>
          <a:solidFill>
            <a:schemeClr val="bg1"/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テキスト プレースホルダー 2">
            <a:extLst>
              <a:ext uri="{FF2B5EF4-FFF2-40B4-BE49-F238E27FC236}">
                <a16:creationId xmlns:a16="http://schemas.microsoft.com/office/drawing/2014/main" id="{8C67233E-AC8E-9C7C-2F26-529E6DD0A1FC}"/>
              </a:ext>
            </a:extLst>
          </p:cNvPr>
          <p:cNvSpPr txBox="1">
            <a:spLocks/>
          </p:cNvSpPr>
          <p:nvPr/>
        </p:nvSpPr>
        <p:spPr>
          <a:xfrm>
            <a:off x="6622367" y="861787"/>
            <a:ext cx="2085787" cy="62287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70000"/>
              </a:lnSpc>
              <a:buNone/>
            </a:pPr>
            <a:r>
              <a:rPr lang="ja-JP" altLang="en-US" sz="2200" b="1"/>
              <a:t>構造解析</a:t>
            </a:r>
            <a:endParaRPr lang="ja-JP" altLang="en-US" sz="2200" b="1" dirty="0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307F429E-1FEA-B1E1-E3D5-356068471329}"/>
              </a:ext>
            </a:extLst>
          </p:cNvPr>
          <p:cNvSpPr txBox="1"/>
          <p:nvPr/>
        </p:nvSpPr>
        <p:spPr>
          <a:xfrm>
            <a:off x="6750506" y="1704295"/>
            <a:ext cx="4549272" cy="830997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ja-JP" altLang="en-US" sz="1600" b="1"/>
              <a:t>部分</a:t>
            </a:r>
            <a:r>
              <a:rPr lang="en-US" altLang="ja-JP" sz="1600" b="1" dirty="0"/>
              <a:t>2</a:t>
            </a:r>
            <a:r>
              <a:rPr lang="ja-JP" altLang="en-US" sz="1600" b="1"/>
              <a:t>体分布関数・構造因子</a:t>
            </a:r>
            <a:endParaRPr lang="en-US" altLang="ja-JP" sz="1600" b="1" dirty="0"/>
          </a:p>
          <a:p>
            <a:r>
              <a:rPr lang="ja-JP" altLang="en-US" sz="1600"/>
              <a:t>部分</a:t>
            </a:r>
            <a:r>
              <a:rPr lang="en-US" altLang="ja-JP" sz="1600" dirty="0"/>
              <a:t>2</a:t>
            </a:r>
            <a:r>
              <a:rPr lang="ja-JP" altLang="en-US" sz="1600"/>
              <a:t>体</a:t>
            </a:r>
            <a:r>
              <a:rPr kumimoji="1" lang="ja-JP" altLang="en-US" sz="1600"/>
              <a:t>分布関数</a:t>
            </a:r>
            <a:r>
              <a:rPr lang="en-US" altLang="ja-JP" sz="1600" dirty="0"/>
              <a:t>g</a:t>
            </a:r>
            <a:r>
              <a:rPr kumimoji="1" lang="en-US" altLang="ja-JP" sz="1600" dirty="0"/>
              <a:t>(r)</a:t>
            </a:r>
            <a:r>
              <a:rPr kumimoji="1" lang="ja-JP" altLang="en-US" sz="1600"/>
              <a:t>，構造因子</a:t>
            </a:r>
            <a:r>
              <a:rPr kumimoji="1" lang="en-US" altLang="ja-JP" sz="1600" dirty="0"/>
              <a:t>S(q)</a:t>
            </a:r>
            <a:r>
              <a:rPr kumimoji="1" lang="ja-JP" altLang="en-US" sz="1600"/>
              <a:t>を求める。</a:t>
            </a:r>
            <a:endParaRPr kumimoji="1" lang="en-US" altLang="ja-JP" sz="1600" dirty="0"/>
          </a:p>
          <a:p>
            <a:r>
              <a:rPr lang="ja-JP" altLang="en-US" sz="1600"/>
              <a:t>それぞれの冷却速度で得られた結果を比較する。</a:t>
            </a:r>
            <a:endParaRPr kumimoji="1" lang="en-US" altLang="ja-JP" sz="1600" dirty="0"/>
          </a:p>
        </p:txBody>
      </p:sp>
      <p:sp>
        <p:nvSpPr>
          <p:cNvPr id="44" name="矢印: 下 10">
            <a:extLst>
              <a:ext uri="{FF2B5EF4-FFF2-40B4-BE49-F238E27FC236}">
                <a16:creationId xmlns:a16="http://schemas.microsoft.com/office/drawing/2014/main" id="{878DD98F-6148-F2D2-AC7E-E7FA6286C73B}"/>
              </a:ext>
            </a:extLst>
          </p:cNvPr>
          <p:cNvSpPr/>
          <p:nvPr/>
        </p:nvSpPr>
        <p:spPr>
          <a:xfrm>
            <a:off x="8866331" y="4045127"/>
            <a:ext cx="358588" cy="219258"/>
          </a:xfrm>
          <a:prstGeom prst="downArrow">
            <a:avLst/>
          </a:prstGeom>
          <a:solidFill>
            <a:schemeClr val="bg1"/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1000DE7C-84ED-6331-4174-EC13CA7C3CA9}"/>
              </a:ext>
            </a:extLst>
          </p:cNvPr>
          <p:cNvSpPr txBox="1"/>
          <p:nvPr/>
        </p:nvSpPr>
        <p:spPr>
          <a:xfrm>
            <a:off x="6766271" y="3060130"/>
            <a:ext cx="4549272" cy="830997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ja-JP" altLang="en-US" sz="1600" b="1"/>
              <a:t>ボロノイ多面体解析</a:t>
            </a:r>
            <a:endParaRPr lang="en-US" altLang="ja-JP" sz="1600" b="1" dirty="0"/>
          </a:p>
          <a:p>
            <a:r>
              <a:rPr kumimoji="1" lang="ja-JP" altLang="en-US" sz="1600"/>
              <a:t>中心原子からの距離を指定して、クラスターを抽出し、ボロノイ多面体を確認する。</a:t>
            </a:r>
            <a:endParaRPr kumimoji="1" lang="en-US" altLang="ja-JP" sz="1600" dirty="0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D5E4A5A6-D311-291A-CA4C-F9BE45FC8635}"/>
              </a:ext>
            </a:extLst>
          </p:cNvPr>
          <p:cNvSpPr txBox="1"/>
          <p:nvPr/>
        </p:nvSpPr>
        <p:spPr>
          <a:xfrm>
            <a:off x="6766271" y="4415965"/>
            <a:ext cx="4549272" cy="1077218"/>
          </a:xfrm>
          <a:prstGeom prst="rect">
            <a:avLst/>
          </a:prstGeom>
          <a:solidFill>
            <a:schemeClr val="accent2">
              <a:lumMod val="60000"/>
              <a:lumOff val="4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ja-JP" altLang="en-US" sz="1600" b="1"/>
              <a:t>クラスターホモロジー解析</a:t>
            </a:r>
            <a:endParaRPr lang="en-US" altLang="ja-JP" sz="1600" b="1" dirty="0"/>
          </a:p>
          <a:p>
            <a:r>
              <a:rPr lang="en-US" altLang="ja-JP" sz="1600" dirty="0" err="1"/>
              <a:t>Sm</a:t>
            </a:r>
            <a:r>
              <a:rPr lang="ja-JP" altLang="en-US" sz="1600"/>
              <a:t>中心のクラスターについてホモロジー解析を行い、分析する。クラスターホモロジー解析におけるコードは自作する。</a:t>
            </a:r>
            <a:endParaRPr kumimoji="1" lang="en-US" altLang="ja-JP" sz="1600" dirty="0"/>
          </a:p>
        </p:txBody>
      </p:sp>
    </p:spTree>
    <p:extLst>
      <p:ext uri="{BB962C8B-B14F-4D97-AF65-F5344CB8AC3E}">
        <p14:creationId xmlns:p14="http://schemas.microsoft.com/office/powerpoint/2010/main" val="624609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FE33-F2DC-763D-CB94-F9ED9B8E2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53F4C9-E041-8884-3DD4-E0A6AC386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852"/>
            <a:ext cx="10515600" cy="952046"/>
          </a:xfrm>
        </p:spPr>
        <p:txBody>
          <a:bodyPr/>
          <a:lstStyle/>
          <a:p>
            <a:r>
              <a:rPr lang="ja-JP" altLang="en-US" b="1" dirty="0"/>
              <a:t>解析方法</a:t>
            </a:r>
            <a:endParaRPr kumimoji="1" lang="ja-JP" altLang="en-US" b="1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7B2F4CF-F271-9F41-71CF-C152E5210DFA}"/>
              </a:ext>
            </a:extLst>
          </p:cNvPr>
          <p:cNvSpPr/>
          <p:nvPr/>
        </p:nvSpPr>
        <p:spPr>
          <a:xfrm>
            <a:off x="392151" y="1382729"/>
            <a:ext cx="5619091" cy="5162926"/>
          </a:xfrm>
          <a:prstGeom prst="rect">
            <a:avLst/>
          </a:prstGeom>
          <a:noFill/>
          <a:ln w="381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プレースホルダー 2">
            <a:extLst>
              <a:ext uri="{FF2B5EF4-FFF2-40B4-BE49-F238E27FC236}">
                <a16:creationId xmlns:a16="http://schemas.microsoft.com/office/drawing/2014/main" id="{657DA990-6CF5-E061-B078-959EDB729C50}"/>
              </a:ext>
            </a:extLst>
          </p:cNvPr>
          <p:cNvSpPr txBox="1">
            <a:spLocks/>
          </p:cNvSpPr>
          <p:nvPr/>
        </p:nvSpPr>
        <p:spPr>
          <a:xfrm>
            <a:off x="371830" y="877553"/>
            <a:ext cx="4532131" cy="62287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70000"/>
              </a:lnSpc>
              <a:buNone/>
            </a:pPr>
            <a:r>
              <a:rPr lang="ja-JP" altLang="en-US" sz="2200" b="1" dirty="0"/>
              <a:t>パーシステントホモロジー解析</a:t>
            </a:r>
          </a:p>
        </p:txBody>
      </p:sp>
      <p:sp>
        <p:nvSpPr>
          <p:cNvPr id="5" name="円/楕円 4">
            <a:extLst>
              <a:ext uri="{FF2B5EF4-FFF2-40B4-BE49-F238E27FC236}">
                <a16:creationId xmlns:a16="http://schemas.microsoft.com/office/drawing/2014/main" id="{8B8709B1-A5A2-49D5-2ABE-20593B9B5357}"/>
              </a:ext>
            </a:extLst>
          </p:cNvPr>
          <p:cNvSpPr/>
          <p:nvPr/>
        </p:nvSpPr>
        <p:spPr>
          <a:xfrm>
            <a:off x="1282362" y="2001352"/>
            <a:ext cx="224589" cy="22458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6">
            <a:extLst>
              <a:ext uri="{FF2B5EF4-FFF2-40B4-BE49-F238E27FC236}">
                <a16:creationId xmlns:a16="http://schemas.microsoft.com/office/drawing/2014/main" id="{0273B335-86A5-DDC8-75E4-B84AC93466E9}"/>
              </a:ext>
            </a:extLst>
          </p:cNvPr>
          <p:cNvSpPr/>
          <p:nvPr/>
        </p:nvSpPr>
        <p:spPr>
          <a:xfrm>
            <a:off x="966135" y="2248265"/>
            <a:ext cx="224589" cy="224589"/>
          </a:xfrm>
          <a:prstGeom prst="ellipse">
            <a:avLst/>
          </a:prstGeom>
          <a:solidFill>
            <a:srgbClr val="FE02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4D932179-B39B-209B-457B-756FF366BBCD}"/>
              </a:ext>
            </a:extLst>
          </p:cNvPr>
          <p:cNvSpPr/>
          <p:nvPr/>
        </p:nvSpPr>
        <p:spPr>
          <a:xfrm>
            <a:off x="1590604" y="2248265"/>
            <a:ext cx="224589" cy="224589"/>
          </a:xfrm>
          <a:prstGeom prst="ellipse">
            <a:avLst/>
          </a:prstGeom>
          <a:solidFill>
            <a:srgbClr val="FE02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円/楕円 8">
            <a:extLst>
              <a:ext uri="{FF2B5EF4-FFF2-40B4-BE49-F238E27FC236}">
                <a16:creationId xmlns:a16="http://schemas.microsoft.com/office/drawing/2014/main" id="{B5E775FF-EE90-5269-4119-F9447590C9CF}"/>
              </a:ext>
            </a:extLst>
          </p:cNvPr>
          <p:cNvSpPr/>
          <p:nvPr/>
        </p:nvSpPr>
        <p:spPr>
          <a:xfrm>
            <a:off x="1467939" y="2616254"/>
            <a:ext cx="224589" cy="22458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>
            <a:extLst>
              <a:ext uri="{FF2B5EF4-FFF2-40B4-BE49-F238E27FC236}">
                <a16:creationId xmlns:a16="http://schemas.microsoft.com/office/drawing/2014/main" id="{337EBEC7-F7C8-DDDA-0916-E33810B17AE3}"/>
              </a:ext>
            </a:extLst>
          </p:cNvPr>
          <p:cNvSpPr/>
          <p:nvPr/>
        </p:nvSpPr>
        <p:spPr>
          <a:xfrm>
            <a:off x="1077648" y="2616254"/>
            <a:ext cx="224589" cy="22458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円/楕円 26">
            <a:extLst>
              <a:ext uri="{FF2B5EF4-FFF2-40B4-BE49-F238E27FC236}">
                <a16:creationId xmlns:a16="http://schemas.microsoft.com/office/drawing/2014/main" id="{9D63A761-6952-9F3C-AD43-9BB1A8D705CF}"/>
              </a:ext>
            </a:extLst>
          </p:cNvPr>
          <p:cNvSpPr/>
          <p:nvPr/>
        </p:nvSpPr>
        <p:spPr>
          <a:xfrm>
            <a:off x="2776626" y="1918262"/>
            <a:ext cx="395808" cy="39580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円/楕円 27">
            <a:extLst>
              <a:ext uri="{FF2B5EF4-FFF2-40B4-BE49-F238E27FC236}">
                <a16:creationId xmlns:a16="http://schemas.microsoft.com/office/drawing/2014/main" id="{BE2AD1F0-66AB-6478-3029-2DEC4E468AE1}"/>
              </a:ext>
            </a:extLst>
          </p:cNvPr>
          <p:cNvSpPr/>
          <p:nvPr/>
        </p:nvSpPr>
        <p:spPr>
          <a:xfrm>
            <a:off x="2460399" y="2165175"/>
            <a:ext cx="395808" cy="395808"/>
          </a:xfrm>
          <a:prstGeom prst="ellipse">
            <a:avLst/>
          </a:prstGeom>
          <a:solidFill>
            <a:srgbClr val="FE02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円/楕円 28">
            <a:extLst>
              <a:ext uri="{FF2B5EF4-FFF2-40B4-BE49-F238E27FC236}">
                <a16:creationId xmlns:a16="http://schemas.microsoft.com/office/drawing/2014/main" id="{CCC1C483-CAA5-06EF-E824-60D7F985E29D}"/>
              </a:ext>
            </a:extLst>
          </p:cNvPr>
          <p:cNvSpPr/>
          <p:nvPr/>
        </p:nvSpPr>
        <p:spPr>
          <a:xfrm>
            <a:off x="3084868" y="2165175"/>
            <a:ext cx="395808" cy="395808"/>
          </a:xfrm>
          <a:prstGeom prst="ellipse">
            <a:avLst/>
          </a:prstGeom>
          <a:solidFill>
            <a:srgbClr val="FE02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円/楕円 29">
            <a:extLst>
              <a:ext uri="{FF2B5EF4-FFF2-40B4-BE49-F238E27FC236}">
                <a16:creationId xmlns:a16="http://schemas.microsoft.com/office/drawing/2014/main" id="{A6F941E2-C858-DF96-3BD4-C007402E0604}"/>
              </a:ext>
            </a:extLst>
          </p:cNvPr>
          <p:cNvSpPr/>
          <p:nvPr/>
        </p:nvSpPr>
        <p:spPr>
          <a:xfrm>
            <a:off x="2962203" y="2533164"/>
            <a:ext cx="395808" cy="39580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円/楕円 31">
            <a:extLst>
              <a:ext uri="{FF2B5EF4-FFF2-40B4-BE49-F238E27FC236}">
                <a16:creationId xmlns:a16="http://schemas.microsoft.com/office/drawing/2014/main" id="{E3DABE52-B5F1-FC35-C0AD-BC8A560692E0}"/>
              </a:ext>
            </a:extLst>
          </p:cNvPr>
          <p:cNvSpPr/>
          <p:nvPr/>
        </p:nvSpPr>
        <p:spPr>
          <a:xfrm>
            <a:off x="2571912" y="2533164"/>
            <a:ext cx="395808" cy="39580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円/楕円 32">
            <a:extLst>
              <a:ext uri="{FF2B5EF4-FFF2-40B4-BE49-F238E27FC236}">
                <a16:creationId xmlns:a16="http://schemas.microsoft.com/office/drawing/2014/main" id="{FF45F8CD-65C7-CD7E-E270-EBD70999D710}"/>
              </a:ext>
            </a:extLst>
          </p:cNvPr>
          <p:cNvSpPr/>
          <p:nvPr/>
        </p:nvSpPr>
        <p:spPr>
          <a:xfrm>
            <a:off x="4442109" y="1742261"/>
            <a:ext cx="665633" cy="665633"/>
          </a:xfrm>
          <a:prstGeom prst="ellipse">
            <a:avLst/>
          </a:prstGeom>
          <a:solidFill>
            <a:srgbClr val="00B0F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円/楕円 33">
            <a:extLst>
              <a:ext uri="{FF2B5EF4-FFF2-40B4-BE49-F238E27FC236}">
                <a16:creationId xmlns:a16="http://schemas.microsoft.com/office/drawing/2014/main" id="{48F595A5-589E-7D31-CEF6-A0AB6BF31156}"/>
              </a:ext>
            </a:extLst>
          </p:cNvPr>
          <p:cNvSpPr/>
          <p:nvPr/>
        </p:nvSpPr>
        <p:spPr>
          <a:xfrm>
            <a:off x="4125882" y="1989174"/>
            <a:ext cx="665633" cy="665633"/>
          </a:xfrm>
          <a:prstGeom prst="ellipse">
            <a:avLst/>
          </a:prstGeom>
          <a:solidFill>
            <a:srgbClr val="FE027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円/楕円 35">
            <a:extLst>
              <a:ext uri="{FF2B5EF4-FFF2-40B4-BE49-F238E27FC236}">
                <a16:creationId xmlns:a16="http://schemas.microsoft.com/office/drawing/2014/main" id="{2E6A29E1-BBC1-04B1-C4B1-81326E2437B0}"/>
              </a:ext>
            </a:extLst>
          </p:cNvPr>
          <p:cNvSpPr/>
          <p:nvPr/>
        </p:nvSpPr>
        <p:spPr>
          <a:xfrm>
            <a:off x="4750351" y="1989174"/>
            <a:ext cx="665633" cy="665633"/>
          </a:xfrm>
          <a:prstGeom prst="ellipse">
            <a:avLst/>
          </a:prstGeom>
          <a:solidFill>
            <a:srgbClr val="FE027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円/楕円 36">
            <a:extLst>
              <a:ext uri="{FF2B5EF4-FFF2-40B4-BE49-F238E27FC236}">
                <a16:creationId xmlns:a16="http://schemas.microsoft.com/office/drawing/2014/main" id="{EE37DADF-9AF0-3E75-DF83-9B65643FFAD9}"/>
              </a:ext>
            </a:extLst>
          </p:cNvPr>
          <p:cNvSpPr/>
          <p:nvPr/>
        </p:nvSpPr>
        <p:spPr>
          <a:xfrm>
            <a:off x="4627686" y="2357163"/>
            <a:ext cx="665633" cy="665633"/>
          </a:xfrm>
          <a:prstGeom prst="ellipse">
            <a:avLst/>
          </a:prstGeom>
          <a:solidFill>
            <a:srgbClr val="00B0F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円/楕円 37">
            <a:extLst>
              <a:ext uri="{FF2B5EF4-FFF2-40B4-BE49-F238E27FC236}">
                <a16:creationId xmlns:a16="http://schemas.microsoft.com/office/drawing/2014/main" id="{A715F380-8FD1-E557-A93E-3982D939AAB8}"/>
              </a:ext>
            </a:extLst>
          </p:cNvPr>
          <p:cNvSpPr/>
          <p:nvPr/>
        </p:nvSpPr>
        <p:spPr>
          <a:xfrm>
            <a:off x="4237395" y="2357163"/>
            <a:ext cx="665633" cy="665633"/>
          </a:xfrm>
          <a:prstGeom prst="ellipse">
            <a:avLst/>
          </a:prstGeom>
          <a:solidFill>
            <a:srgbClr val="00B0F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矢印: 下 8">
            <a:extLst>
              <a:ext uri="{FF2B5EF4-FFF2-40B4-BE49-F238E27FC236}">
                <a16:creationId xmlns:a16="http://schemas.microsoft.com/office/drawing/2014/main" id="{76E81578-732B-5B5A-7936-FFBF707C4EDB}"/>
              </a:ext>
            </a:extLst>
          </p:cNvPr>
          <p:cNvSpPr/>
          <p:nvPr/>
        </p:nvSpPr>
        <p:spPr>
          <a:xfrm rot="16200000">
            <a:off x="1972863" y="2316104"/>
            <a:ext cx="358588" cy="222908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矢印: 下 8">
            <a:extLst>
              <a:ext uri="{FF2B5EF4-FFF2-40B4-BE49-F238E27FC236}">
                <a16:creationId xmlns:a16="http://schemas.microsoft.com/office/drawing/2014/main" id="{43541A44-A741-F9DF-C385-C30A79C98337}"/>
              </a:ext>
            </a:extLst>
          </p:cNvPr>
          <p:cNvSpPr/>
          <p:nvPr/>
        </p:nvSpPr>
        <p:spPr>
          <a:xfrm rot="16200000">
            <a:off x="3634395" y="2316104"/>
            <a:ext cx="358588" cy="222908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3D800F98-D41B-9289-E272-2AE11235FECD}"/>
              </a:ext>
            </a:extLst>
          </p:cNvPr>
          <p:cNvSpPr txBox="1"/>
          <p:nvPr/>
        </p:nvSpPr>
        <p:spPr>
          <a:xfrm>
            <a:off x="516794" y="3663540"/>
            <a:ext cx="26002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600"/>
              <a:t>原子半径を徐々に大きくしていき、</a:t>
            </a:r>
            <a:endParaRPr lang="en-US" altLang="ja-JP" sz="1600" dirty="0"/>
          </a:p>
          <a:p>
            <a:pPr algn="just"/>
            <a:r>
              <a:rPr lang="ja-JP" altLang="en-US" sz="1600"/>
              <a:t>・リングの発生半径</a:t>
            </a:r>
            <a:r>
              <a:rPr lang="en-US" altLang="ja-JP" sz="1600" dirty="0"/>
              <a:t>(r</a:t>
            </a:r>
            <a:r>
              <a:rPr lang="en-US" altLang="ja-JP" sz="1600" baseline="-25000" dirty="0"/>
              <a:t>1</a:t>
            </a:r>
            <a:r>
              <a:rPr lang="en-US" altLang="ja-JP" sz="1600" dirty="0"/>
              <a:t>)</a:t>
            </a:r>
          </a:p>
          <a:p>
            <a:pPr algn="just"/>
            <a:r>
              <a:rPr lang="ja-JP" altLang="en-US" sz="1600"/>
              <a:t>・リングの消滅半径</a:t>
            </a:r>
            <a:r>
              <a:rPr lang="en-US" altLang="ja-JP" sz="1600" dirty="0"/>
              <a:t>(r</a:t>
            </a:r>
            <a:r>
              <a:rPr lang="en-US" altLang="ja-JP" sz="1600" baseline="-25000" dirty="0"/>
              <a:t>2</a:t>
            </a:r>
            <a:r>
              <a:rPr lang="en-US" altLang="ja-JP" sz="1600" dirty="0"/>
              <a:t>)</a:t>
            </a:r>
          </a:p>
          <a:p>
            <a:pPr algn="just"/>
            <a:r>
              <a:rPr lang="ja-JP" altLang="en-US" sz="1600"/>
              <a:t>を右図のようにプロットする手法</a:t>
            </a:r>
            <a:endParaRPr lang="en-US" altLang="ja-JP" sz="1600" dirty="0"/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0DEA766D-0406-8898-54CE-197CF0A28627}"/>
              </a:ext>
            </a:extLst>
          </p:cNvPr>
          <p:cNvSpPr txBox="1"/>
          <p:nvPr/>
        </p:nvSpPr>
        <p:spPr>
          <a:xfrm>
            <a:off x="2263611" y="3023997"/>
            <a:ext cx="1388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000"/>
              <a:t>リング発生</a:t>
            </a:r>
          </a:p>
          <a:p>
            <a:pPr algn="ctr"/>
            <a:r>
              <a:rPr lang="en-US" altLang="ja-JP" sz="1000" dirty="0"/>
              <a:t>r</a:t>
            </a:r>
            <a:r>
              <a:rPr lang="en-US" altLang="ja-JP" sz="1000" baseline="-25000" dirty="0"/>
              <a:t>1</a:t>
            </a:r>
            <a:r>
              <a:rPr lang="en-US" altLang="ja-JP" sz="1000" dirty="0"/>
              <a:t>=</a:t>
            </a:r>
            <a:r>
              <a:rPr lang="en-US" altLang="ja-JP" sz="1000" dirty="0">
                <a:solidFill>
                  <a:srgbClr val="FF0000"/>
                </a:solidFill>
              </a:rPr>
              <a:t>d</a:t>
            </a:r>
            <a:r>
              <a:rPr lang="en-US" altLang="ja-JP" sz="1000" baseline="-25000" dirty="0">
                <a:solidFill>
                  <a:srgbClr val="FF0000"/>
                </a:solidFill>
              </a:rPr>
              <a:t>1</a:t>
            </a:r>
            <a:endParaRPr kumimoji="1" lang="en-US" altLang="ja-JP" sz="1000" baseline="-25000" dirty="0">
              <a:solidFill>
                <a:srgbClr val="FF0000"/>
              </a:solidFill>
            </a:endParaRP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59460DF6-0F9B-2F42-1907-54615FDEFD6A}"/>
              </a:ext>
            </a:extLst>
          </p:cNvPr>
          <p:cNvSpPr txBox="1"/>
          <p:nvPr/>
        </p:nvSpPr>
        <p:spPr>
          <a:xfrm>
            <a:off x="4035767" y="3023997"/>
            <a:ext cx="1388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000"/>
              <a:t>リング消滅</a:t>
            </a:r>
            <a:endParaRPr lang="en-US" altLang="ja-JP" sz="1000" dirty="0"/>
          </a:p>
          <a:p>
            <a:pPr algn="ctr"/>
            <a:r>
              <a:rPr lang="en-US" altLang="ja-JP" sz="1000" dirty="0"/>
              <a:t>r</a:t>
            </a:r>
            <a:r>
              <a:rPr lang="en-US" altLang="ja-JP" sz="1000" baseline="-25000" dirty="0"/>
              <a:t>2</a:t>
            </a:r>
            <a:r>
              <a:rPr lang="en-US" altLang="ja-JP" sz="1000" dirty="0"/>
              <a:t>=</a:t>
            </a:r>
            <a:r>
              <a:rPr lang="en-US" altLang="ja-JP" sz="1000" dirty="0">
                <a:solidFill>
                  <a:srgbClr val="0070C0"/>
                </a:solidFill>
              </a:rPr>
              <a:t>d</a:t>
            </a:r>
            <a:r>
              <a:rPr lang="en-US" altLang="ja-JP" sz="1000" baseline="-25000" dirty="0">
                <a:solidFill>
                  <a:srgbClr val="0070C0"/>
                </a:solidFill>
              </a:rPr>
              <a:t>2</a:t>
            </a:r>
            <a:endParaRPr kumimoji="1" lang="en-US" altLang="ja-JP" sz="1000" dirty="0">
              <a:solidFill>
                <a:srgbClr val="0070C0"/>
              </a:solidFill>
            </a:endParaRP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80300544-99B4-70A9-E668-955F24C34A5A}"/>
              </a:ext>
            </a:extLst>
          </p:cNvPr>
          <p:cNvSpPr txBox="1"/>
          <p:nvPr/>
        </p:nvSpPr>
        <p:spPr>
          <a:xfrm>
            <a:off x="1438223" y="2643672"/>
            <a:ext cx="13882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000"/>
              <a:t>半径拡大</a:t>
            </a: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6C80EE4C-A584-028A-EA2E-AA64DD6B752C}"/>
              </a:ext>
            </a:extLst>
          </p:cNvPr>
          <p:cNvSpPr txBox="1"/>
          <p:nvPr/>
        </p:nvSpPr>
        <p:spPr>
          <a:xfrm>
            <a:off x="3097090" y="2643672"/>
            <a:ext cx="13882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000"/>
              <a:t>半径拡大</a:t>
            </a: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E9427A24-9087-EE0E-6789-BF97D5D8672D}"/>
              </a:ext>
            </a:extLst>
          </p:cNvPr>
          <p:cNvSpPr/>
          <p:nvPr/>
        </p:nvSpPr>
        <p:spPr>
          <a:xfrm>
            <a:off x="6176318" y="1398495"/>
            <a:ext cx="5619091" cy="5147160"/>
          </a:xfrm>
          <a:prstGeom prst="rect">
            <a:avLst/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テキスト プレースホルダー 2">
            <a:extLst>
              <a:ext uri="{FF2B5EF4-FFF2-40B4-BE49-F238E27FC236}">
                <a16:creationId xmlns:a16="http://schemas.microsoft.com/office/drawing/2014/main" id="{11E50774-3154-5481-DCE0-51693813A85A}"/>
              </a:ext>
            </a:extLst>
          </p:cNvPr>
          <p:cNvSpPr txBox="1">
            <a:spLocks/>
          </p:cNvSpPr>
          <p:nvPr/>
        </p:nvSpPr>
        <p:spPr>
          <a:xfrm>
            <a:off x="6166158" y="861787"/>
            <a:ext cx="4532131" cy="66058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70000"/>
              </a:lnSpc>
              <a:buNone/>
            </a:pPr>
            <a:r>
              <a:rPr lang="ja-JP" altLang="en-US" sz="2200" b="1" dirty="0"/>
              <a:t>クラスターホモロジー解析</a:t>
            </a:r>
          </a:p>
        </p:txBody>
      </p:sp>
      <p:grpSp>
        <p:nvGrpSpPr>
          <p:cNvPr id="68" name="グループ化 67">
            <a:extLst>
              <a:ext uri="{FF2B5EF4-FFF2-40B4-BE49-F238E27FC236}">
                <a16:creationId xmlns:a16="http://schemas.microsoft.com/office/drawing/2014/main" id="{3EC974C7-1EDB-CD3A-0357-DE5262716080}"/>
              </a:ext>
            </a:extLst>
          </p:cNvPr>
          <p:cNvGrpSpPr/>
          <p:nvPr/>
        </p:nvGrpSpPr>
        <p:grpSpPr>
          <a:xfrm>
            <a:off x="3197730" y="3583470"/>
            <a:ext cx="2752158" cy="2664510"/>
            <a:chOff x="3197730" y="3583470"/>
            <a:chExt cx="2752158" cy="2664510"/>
          </a:xfrm>
        </p:grpSpPr>
        <p:grpSp>
          <p:nvGrpSpPr>
            <p:cNvPr id="60" name="グループ化 59">
              <a:extLst>
                <a:ext uri="{FF2B5EF4-FFF2-40B4-BE49-F238E27FC236}">
                  <a16:creationId xmlns:a16="http://schemas.microsoft.com/office/drawing/2014/main" id="{F67D9CA8-AD9C-6C0A-5023-457100740FFF}"/>
                </a:ext>
              </a:extLst>
            </p:cNvPr>
            <p:cNvGrpSpPr/>
            <p:nvPr/>
          </p:nvGrpSpPr>
          <p:grpSpPr>
            <a:xfrm>
              <a:off x="3197730" y="3583470"/>
              <a:ext cx="2752158" cy="2664510"/>
              <a:chOff x="3197730" y="3583470"/>
              <a:chExt cx="2752158" cy="2664510"/>
            </a:xfrm>
          </p:grpSpPr>
          <p:grpSp>
            <p:nvGrpSpPr>
              <p:cNvPr id="58" name="グループ化 57">
                <a:extLst>
                  <a:ext uri="{FF2B5EF4-FFF2-40B4-BE49-F238E27FC236}">
                    <a16:creationId xmlns:a16="http://schemas.microsoft.com/office/drawing/2014/main" id="{D0E4E520-7AC3-22CF-469F-1CC5B9EDDE3C}"/>
                  </a:ext>
                </a:extLst>
              </p:cNvPr>
              <p:cNvGrpSpPr/>
              <p:nvPr/>
            </p:nvGrpSpPr>
            <p:grpSpPr>
              <a:xfrm>
                <a:off x="3197730" y="3583470"/>
                <a:ext cx="2752158" cy="2664510"/>
                <a:chOff x="1403329" y="2200876"/>
                <a:chExt cx="3534120" cy="3421569"/>
              </a:xfrm>
            </p:grpSpPr>
            <p:pic>
              <p:nvPicPr>
                <p:cNvPr id="54" name="図 53" descr="グラフ&#10;&#10;AI によって生成されたコンテンツは間違っている可能性があります。">
                  <a:extLst>
                    <a:ext uri="{FF2B5EF4-FFF2-40B4-BE49-F238E27FC236}">
                      <a16:creationId xmlns:a16="http://schemas.microsoft.com/office/drawing/2014/main" id="{F5928796-7EF7-3963-90C5-FD6E57C98A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7776" r="23794"/>
                <a:stretch/>
              </p:blipFill>
              <p:spPr>
                <a:xfrm>
                  <a:off x="1403329" y="2200876"/>
                  <a:ext cx="3534120" cy="3421569"/>
                </a:xfrm>
                <a:prstGeom prst="rect">
                  <a:avLst/>
                </a:prstGeom>
              </p:spPr>
            </p:pic>
            <p:sp>
              <p:nvSpPr>
                <p:cNvPr id="55" name="正方形/長方形 54">
                  <a:extLst>
                    <a:ext uri="{FF2B5EF4-FFF2-40B4-BE49-F238E27FC236}">
                      <a16:creationId xmlns:a16="http://schemas.microsoft.com/office/drawing/2014/main" id="{5A849784-11F1-73CC-921B-012245085592}"/>
                    </a:ext>
                  </a:extLst>
                </p:cNvPr>
                <p:cNvSpPr/>
                <p:nvPr/>
              </p:nvSpPr>
              <p:spPr>
                <a:xfrm>
                  <a:off x="2397743" y="2852516"/>
                  <a:ext cx="1530238" cy="3407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56" name="正方形/長方形 55">
                  <a:extLst>
                    <a:ext uri="{FF2B5EF4-FFF2-40B4-BE49-F238E27FC236}">
                      <a16:creationId xmlns:a16="http://schemas.microsoft.com/office/drawing/2014/main" id="{0B68F2F1-1A29-B2DB-F1F6-7A5F8875A38A}"/>
                    </a:ext>
                  </a:extLst>
                </p:cNvPr>
                <p:cNvSpPr/>
                <p:nvPr/>
              </p:nvSpPr>
              <p:spPr>
                <a:xfrm>
                  <a:off x="2218941" y="3130188"/>
                  <a:ext cx="1471573" cy="33139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57" name="正方形/長方形 56">
                  <a:extLst>
                    <a:ext uri="{FF2B5EF4-FFF2-40B4-BE49-F238E27FC236}">
                      <a16:creationId xmlns:a16="http://schemas.microsoft.com/office/drawing/2014/main" id="{B40E8EC4-693D-0994-7C8C-E5057C73612D}"/>
                    </a:ext>
                  </a:extLst>
                </p:cNvPr>
                <p:cNvSpPr/>
                <p:nvPr/>
              </p:nvSpPr>
              <p:spPr>
                <a:xfrm>
                  <a:off x="3254869" y="3009333"/>
                  <a:ext cx="569460" cy="3407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sp>
            <p:nvSpPr>
              <p:cNvPr id="59" name="円/楕円 58">
                <a:extLst>
                  <a:ext uri="{FF2B5EF4-FFF2-40B4-BE49-F238E27FC236}">
                    <a16:creationId xmlns:a16="http://schemas.microsoft.com/office/drawing/2014/main" id="{675E7E26-C630-7E88-142B-253D10F96F60}"/>
                  </a:ext>
                </a:extLst>
              </p:cNvPr>
              <p:cNvSpPr/>
              <p:nvPr/>
            </p:nvSpPr>
            <p:spPr>
              <a:xfrm>
                <a:off x="4528438" y="4454752"/>
                <a:ext cx="60884" cy="60884"/>
              </a:xfrm>
              <a:prstGeom prst="ellipse">
                <a:avLst/>
              </a:prstGeom>
              <a:solidFill>
                <a:srgbClr val="FE027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62" name="直線コネクタ 61">
              <a:extLst>
                <a:ext uri="{FF2B5EF4-FFF2-40B4-BE49-F238E27FC236}">
                  <a16:creationId xmlns:a16="http://schemas.microsoft.com/office/drawing/2014/main" id="{6890B74B-65BC-92BE-3A8F-F800EDC108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39769" y="4515636"/>
              <a:ext cx="19111" cy="1447656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4" name="直線コネクタ 63">
              <a:extLst>
                <a:ext uri="{FF2B5EF4-FFF2-40B4-BE49-F238E27FC236}">
                  <a16:creationId xmlns:a16="http://schemas.microsoft.com/office/drawing/2014/main" id="{E7D80E98-7F8F-D095-DB4D-FDF64D8647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51845" y="4485194"/>
              <a:ext cx="876593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2E01C73C-1CA7-3580-E16E-A6768D5ACAD6}"/>
              </a:ext>
            </a:extLst>
          </p:cNvPr>
          <p:cNvSpPr txBox="1"/>
          <p:nvPr/>
        </p:nvSpPr>
        <p:spPr>
          <a:xfrm>
            <a:off x="3855207" y="6016979"/>
            <a:ext cx="13882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000" dirty="0">
                <a:solidFill>
                  <a:srgbClr val="FF0000"/>
                </a:solidFill>
              </a:rPr>
              <a:t>d</a:t>
            </a:r>
            <a:r>
              <a:rPr lang="en-US" altLang="ja-JP" sz="1000" baseline="-25000" dirty="0">
                <a:solidFill>
                  <a:srgbClr val="FF0000"/>
                </a:solidFill>
              </a:rPr>
              <a:t>1</a:t>
            </a:r>
            <a:endParaRPr kumimoji="1" lang="en-US" altLang="ja-JP" sz="1000" baseline="-25000" dirty="0">
              <a:solidFill>
                <a:srgbClr val="FF0000"/>
              </a:solidFill>
            </a:endParaRPr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335AAA56-9992-4C85-18E0-332E81CA1F9C}"/>
              </a:ext>
            </a:extLst>
          </p:cNvPr>
          <p:cNvSpPr txBox="1"/>
          <p:nvPr/>
        </p:nvSpPr>
        <p:spPr>
          <a:xfrm>
            <a:off x="2789221" y="4364213"/>
            <a:ext cx="13882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000" dirty="0">
                <a:solidFill>
                  <a:srgbClr val="0070C0"/>
                </a:solidFill>
              </a:rPr>
              <a:t>d</a:t>
            </a:r>
            <a:r>
              <a:rPr lang="en-US" altLang="ja-JP" sz="1000" baseline="-25000" dirty="0">
                <a:solidFill>
                  <a:srgbClr val="0070C0"/>
                </a:solidFill>
              </a:rPr>
              <a:t>2</a:t>
            </a:r>
            <a:endParaRPr kumimoji="1" lang="en-US" altLang="ja-JP" sz="1000" baseline="-25000" dirty="0">
              <a:solidFill>
                <a:srgbClr val="0070C0"/>
              </a:solidFill>
            </a:endParaRPr>
          </a:p>
        </p:txBody>
      </p:sp>
      <p:pic>
        <p:nvPicPr>
          <p:cNvPr id="75" name="図 74" descr="グラフ, レーダー チャー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1956F0A1-8F82-9ED0-CD52-62DE346DB1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04" t="16014" r="22450" b="14234"/>
          <a:stretch/>
        </p:blipFill>
        <p:spPr>
          <a:xfrm>
            <a:off x="9982285" y="2767639"/>
            <a:ext cx="1642051" cy="1422798"/>
          </a:xfrm>
          <a:prstGeom prst="rect">
            <a:avLst/>
          </a:prstGeom>
        </p:spPr>
      </p:pic>
      <p:grpSp>
        <p:nvGrpSpPr>
          <p:cNvPr id="78" name="グループ化 77">
            <a:extLst>
              <a:ext uri="{FF2B5EF4-FFF2-40B4-BE49-F238E27FC236}">
                <a16:creationId xmlns:a16="http://schemas.microsoft.com/office/drawing/2014/main" id="{0BE282F0-3F93-7FAF-45C0-0EBB5CA01995}"/>
              </a:ext>
            </a:extLst>
          </p:cNvPr>
          <p:cNvGrpSpPr/>
          <p:nvPr/>
        </p:nvGrpSpPr>
        <p:grpSpPr>
          <a:xfrm>
            <a:off x="8103836" y="2767639"/>
            <a:ext cx="1642051" cy="1422798"/>
            <a:chOff x="8139549" y="1810036"/>
            <a:chExt cx="1642051" cy="1422798"/>
          </a:xfrm>
        </p:grpSpPr>
        <p:pic>
          <p:nvPicPr>
            <p:cNvPr id="77" name="図 76" descr="グラフ, レーダー チャート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2B6B96BC-8B30-25AB-B51D-22079AF71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404" t="16014" r="22450" b="14234"/>
            <a:stretch/>
          </p:blipFill>
          <p:spPr>
            <a:xfrm>
              <a:off x="8139549" y="1810036"/>
              <a:ext cx="1642051" cy="1422798"/>
            </a:xfrm>
            <a:prstGeom prst="rect">
              <a:avLst/>
            </a:prstGeom>
          </p:spPr>
        </p:pic>
        <p:pic>
          <p:nvPicPr>
            <p:cNvPr id="76" name="図 75" descr="グラフ, レーダー チャート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456050E5-51A6-8471-1272-FAF85ECB26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2048" t="8556" r="5144" b="86770"/>
            <a:stretch/>
          </p:blipFill>
          <p:spPr>
            <a:xfrm>
              <a:off x="8913830" y="2526358"/>
              <a:ext cx="114749" cy="128449"/>
            </a:xfrm>
            <a:prstGeom prst="rect">
              <a:avLst/>
            </a:prstGeom>
          </p:spPr>
        </p:pic>
      </p:grpSp>
      <p:pic>
        <p:nvPicPr>
          <p:cNvPr id="80" name="図 79">
            <a:extLst>
              <a:ext uri="{FF2B5EF4-FFF2-40B4-BE49-F238E27FC236}">
                <a16:creationId xmlns:a16="http://schemas.microsoft.com/office/drawing/2014/main" id="{4D79067F-325E-4040-3B47-7BF1980963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3110" y="2732467"/>
            <a:ext cx="2160966" cy="1620725"/>
          </a:xfrm>
          <a:prstGeom prst="rect">
            <a:avLst/>
          </a:prstGeom>
        </p:spPr>
      </p:pic>
      <p:sp>
        <p:nvSpPr>
          <p:cNvPr id="81" name="矢印: 下 8">
            <a:extLst>
              <a:ext uri="{FF2B5EF4-FFF2-40B4-BE49-F238E27FC236}">
                <a16:creationId xmlns:a16="http://schemas.microsoft.com/office/drawing/2014/main" id="{B99337FF-3DA9-7EA9-3804-F495B8B5AD6D}"/>
              </a:ext>
            </a:extLst>
          </p:cNvPr>
          <p:cNvSpPr/>
          <p:nvPr/>
        </p:nvSpPr>
        <p:spPr>
          <a:xfrm rot="16200000">
            <a:off x="7880503" y="3387328"/>
            <a:ext cx="358588" cy="222908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矢印: 下 8">
            <a:extLst>
              <a:ext uri="{FF2B5EF4-FFF2-40B4-BE49-F238E27FC236}">
                <a16:creationId xmlns:a16="http://schemas.microsoft.com/office/drawing/2014/main" id="{9C34CD8B-6940-D31F-C5B5-EC656CD1322E}"/>
              </a:ext>
            </a:extLst>
          </p:cNvPr>
          <p:cNvSpPr/>
          <p:nvPr/>
        </p:nvSpPr>
        <p:spPr>
          <a:xfrm rot="16200000">
            <a:off x="9698286" y="3387328"/>
            <a:ext cx="358588" cy="222908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480479A9-02C0-6CAD-56A9-7CDFA90CE7D3}"/>
              </a:ext>
            </a:extLst>
          </p:cNvPr>
          <p:cNvSpPr txBox="1"/>
          <p:nvPr/>
        </p:nvSpPr>
        <p:spPr>
          <a:xfrm>
            <a:off x="7277096" y="3758963"/>
            <a:ext cx="13882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000"/>
              <a:t>抜粋</a:t>
            </a: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83183E04-2B35-1FC7-D330-F19309A4ADFA}"/>
              </a:ext>
            </a:extLst>
          </p:cNvPr>
          <p:cNvSpPr txBox="1"/>
          <p:nvPr/>
        </p:nvSpPr>
        <p:spPr>
          <a:xfrm>
            <a:off x="9183014" y="3792014"/>
            <a:ext cx="1388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000"/>
              <a:t>中心原子</a:t>
            </a:r>
            <a:endParaRPr lang="en-US" altLang="ja-JP" sz="1000" dirty="0"/>
          </a:p>
          <a:p>
            <a:pPr algn="ctr"/>
            <a:r>
              <a:rPr lang="ja-JP" altLang="en-US" sz="1000"/>
              <a:t>抜き出し</a:t>
            </a:r>
          </a:p>
        </p:txBody>
      </p:sp>
      <p:pic>
        <p:nvPicPr>
          <p:cNvPr id="86" name="図 85" descr="食品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E5DF0666-0602-748F-854C-FF2C204C1A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61" t="22424" r="32139" b="26548"/>
          <a:stretch/>
        </p:blipFill>
        <p:spPr>
          <a:xfrm>
            <a:off x="6677595" y="4509017"/>
            <a:ext cx="1157748" cy="1241108"/>
          </a:xfrm>
          <a:prstGeom prst="rect">
            <a:avLst/>
          </a:prstGeom>
        </p:spPr>
      </p:pic>
      <p:sp>
        <p:nvSpPr>
          <p:cNvPr id="87" name="矢印: 下 8">
            <a:extLst>
              <a:ext uri="{FF2B5EF4-FFF2-40B4-BE49-F238E27FC236}">
                <a16:creationId xmlns:a16="http://schemas.microsoft.com/office/drawing/2014/main" id="{B4F82298-A806-D244-1545-BB0AF200CB65}"/>
              </a:ext>
            </a:extLst>
          </p:cNvPr>
          <p:cNvSpPr/>
          <p:nvPr/>
        </p:nvSpPr>
        <p:spPr>
          <a:xfrm rot="4819486">
            <a:off x="8819671" y="3688265"/>
            <a:ext cx="239804" cy="1519008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C6077619-A7CD-E639-B77E-B4A765E7D231}"/>
              </a:ext>
            </a:extLst>
          </p:cNvPr>
          <p:cNvSpPr txBox="1"/>
          <p:nvPr/>
        </p:nvSpPr>
        <p:spPr>
          <a:xfrm>
            <a:off x="677182" y="3079081"/>
            <a:ext cx="13882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000" dirty="0"/>
              <a:t>r</a:t>
            </a:r>
            <a:r>
              <a:rPr lang="en-US" altLang="ja-JP" sz="1000" baseline="-25000" dirty="0"/>
              <a:t>1</a:t>
            </a:r>
            <a:r>
              <a:rPr lang="en-US" altLang="ja-JP" sz="1000" dirty="0"/>
              <a:t>=0</a:t>
            </a:r>
            <a:endParaRPr kumimoji="1" lang="en-US" altLang="ja-JP" sz="1000" baseline="-25000" dirty="0">
              <a:solidFill>
                <a:srgbClr val="FF0000"/>
              </a:solidFill>
            </a:endParaRPr>
          </a:p>
        </p:txBody>
      </p:sp>
      <p:pic>
        <p:nvPicPr>
          <p:cNvPr id="90" name="図 89" descr="光, 食品, ボール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B1A52947-DAF0-6CB2-0400-8A22318838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05" t="24818" r="28300" b="24879"/>
          <a:stretch/>
        </p:blipFill>
        <p:spPr>
          <a:xfrm>
            <a:off x="8171251" y="4638646"/>
            <a:ext cx="1336635" cy="1108435"/>
          </a:xfrm>
          <a:prstGeom prst="rect">
            <a:avLst/>
          </a:prstGeom>
        </p:spPr>
      </p:pic>
      <p:sp>
        <p:nvSpPr>
          <p:cNvPr id="91" name="矢印: 下 8">
            <a:extLst>
              <a:ext uri="{FF2B5EF4-FFF2-40B4-BE49-F238E27FC236}">
                <a16:creationId xmlns:a16="http://schemas.microsoft.com/office/drawing/2014/main" id="{4B0BDCD0-E3A0-3321-8C29-2510B3222CD7}"/>
              </a:ext>
            </a:extLst>
          </p:cNvPr>
          <p:cNvSpPr/>
          <p:nvPr/>
        </p:nvSpPr>
        <p:spPr>
          <a:xfrm rot="16200000">
            <a:off x="7847452" y="4973757"/>
            <a:ext cx="358588" cy="222908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B09FEF8D-27D9-1C3E-633C-B23275767DB8}"/>
              </a:ext>
            </a:extLst>
          </p:cNvPr>
          <p:cNvSpPr txBox="1"/>
          <p:nvPr/>
        </p:nvSpPr>
        <p:spPr>
          <a:xfrm>
            <a:off x="7244045" y="5345392"/>
            <a:ext cx="13882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000"/>
              <a:t>半径拡大</a:t>
            </a:r>
          </a:p>
        </p:txBody>
      </p:sp>
      <p:pic>
        <p:nvPicPr>
          <p:cNvPr id="94" name="図 93" descr="光, ランプ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5147058E-35AF-B708-86FC-03268168B71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72" t="20770" r="28267" b="28166"/>
          <a:stretch/>
        </p:blipFill>
        <p:spPr>
          <a:xfrm>
            <a:off x="9982285" y="4553320"/>
            <a:ext cx="1350006" cy="1152502"/>
          </a:xfrm>
          <a:prstGeom prst="rect">
            <a:avLst/>
          </a:prstGeom>
        </p:spPr>
      </p:pic>
      <p:sp>
        <p:nvSpPr>
          <p:cNvPr id="95" name="矢印: 下 8">
            <a:extLst>
              <a:ext uri="{FF2B5EF4-FFF2-40B4-BE49-F238E27FC236}">
                <a16:creationId xmlns:a16="http://schemas.microsoft.com/office/drawing/2014/main" id="{3948DCC7-CB73-E473-49BD-20B9CA869F5C}"/>
              </a:ext>
            </a:extLst>
          </p:cNvPr>
          <p:cNvSpPr/>
          <p:nvPr/>
        </p:nvSpPr>
        <p:spPr>
          <a:xfrm rot="16200000">
            <a:off x="9588117" y="4973757"/>
            <a:ext cx="358588" cy="222908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6" name="テキスト ボックス 95">
            <a:extLst>
              <a:ext uri="{FF2B5EF4-FFF2-40B4-BE49-F238E27FC236}">
                <a16:creationId xmlns:a16="http://schemas.microsoft.com/office/drawing/2014/main" id="{26496897-43B1-0B6F-90E4-8B54FDA19875}"/>
              </a:ext>
            </a:extLst>
          </p:cNvPr>
          <p:cNvSpPr txBox="1"/>
          <p:nvPr/>
        </p:nvSpPr>
        <p:spPr>
          <a:xfrm>
            <a:off x="8984710" y="5345392"/>
            <a:ext cx="13882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000"/>
              <a:t>半径拡大</a:t>
            </a:r>
          </a:p>
        </p:txBody>
      </p: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045A3B25-157A-249A-C1B8-767B9F325782}"/>
              </a:ext>
            </a:extLst>
          </p:cNvPr>
          <p:cNvSpPr txBox="1"/>
          <p:nvPr/>
        </p:nvSpPr>
        <p:spPr>
          <a:xfrm>
            <a:off x="8210129" y="5725309"/>
            <a:ext cx="1388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000"/>
              <a:t>リング発生</a:t>
            </a:r>
          </a:p>
          <a:p>
            <a:pPr algn="ctr"/>
            <a:r>
              <a:rPr lang="en-US" altLang="ja-JP" sz="1000" dirty="0"/>
              <a:t>r</a:t>
            </a:r>
            <a:r>
              <a:rPr lang="en-US" altLang="ja-JP" sz="1000" baseline="-25000" dirty="0"/>
              <a:t>1</a:t>
            </a:r>
            <a:r>
              <a:rPr lang="en-US" altLang="ja-JP" sz="1000" dirty="0"/>
              <a:t>=</a:t>
            </a:r>
            <a:r>
              <a:rPr lang="en-US" altLang="ja-JP" sz="1000" dirty="0">
                <a:solidFill>
                  <a:srgbClr val="FF0000"/>
                </a:solidFill>
              </a:rPr>
              <a:t>d</a:t>
            </a:r>
            <a:r>
              <a:rPr lang="en-US" altLang="ja-JP" sz="1000" baseline="-25000" dirty="0">
                <a:solidFill>
                  <a:srgbClr val="FF0000"/>
                </a:solidFill>
              </a:rPr>
              <a:t>1</a:t>
            </a:r>
            <a:endParaRPr kumimoji="1" lang="en-US" altLang="ja-JP" sz="1000" baseline="-25000" dirty="0">
              <a:solidFill>
                <a:srgbClr val="FF0000"/>
              </a:solidFill>
            </a:endParaRPr>
          </a:p>
        </p:txBody>
      </p:sp>
      <p:sp>
        <p:nvSpPr>
          <p:cNvPr id="98" name="テキスト ボックス 97">
            <a:extLst>
              <a:ext uri="{FF2B5EF4-FFF2-40B4-BE49-F238E27FC236}">
                <a16:creationId xmlns:a16="http://schemas.microsoft.com/office/drawing/2014/main" id="{3FF03D6D-5D84-697A-E3FD-2EF32BD641D5}"/>
              </a:ext>
            </a:extLst>
          </p:cNvPr>
          <p:cNvSpPr txBox="1"/>
          <p:nvPr/>
        </p:nvSpPr>
        <p:spPr>
          <a:xfrm>
            <a:off x="9982285" y="5725309"/>
            <a:ext cx="1388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000"/>
              <a:t>リング消滅</a:t>
            </a:r>
            <a:endParaRPr lang="en-US" altLang="ja-JP" sz="1000" dirty="0"/>
          </a:p>
          <a:p>
            <a:pPr algn="ctr"/>
            <a:r>
              <a:rPr lang="en-US" altLang="ja-JP" sz="1000" dirty="0"/>
              <a:t>r</a:t>
            </a:r>
            <a:r>
              <a:rPr lang="en-US" altLang="ja-JP" sz="1000" baseline="-25000" dirty="0"/>
              <a:t>2</a:t>
            </a:r>
            <a:r>
              <a:rPr lang="en-US" altLang="ja-JP" sz="1000" dirty="0"/>
              <a:t>=</a:t>
            </a:r>
            <a:r>
              <a:rPr lang="en-US" altLang="ja-JP" sz="1000" dirty="0">
                <a:solidFill>
                  <a:srgbClr val="0070C0"/>
                </a:solidFill>
              </a:rPr>
              <a:t>d</a:t>
            </a:r>
            <a:r>
              <a:rPr lang="en-US" altLang="ja-JP" sz="1000" baseline="-25000" dirty="0">
                <a:solidFill>
                  <a:srgbClr val="0070C0"/>
                </a:solidFill>
              </a:rPr>
              <a:t>2</a:t>
            </a:r>
            <a:endParaRPr kumimoji="1" lang="en-US" altLang="ja-JP" sz="1000" dirty="0">
              <a:solidFill>
                <a:srgbClr val="0070C0"/>
              </a:solidFill>
            </a:endParaRPr>
          </a:p>
        </p:txBody>
      </p:sp>
      <p:sp>
        <p:nvSpPr>
          <p:cNvPr id="99" name="テキスト ボックス 98">
            <a:extLst>
              <a:ext uri="{FF2B5EF4-FFF2-40B4-BE49-F238E27FC236}">
                <a16:creationId xmlns:a16="http://schemas.microsoft.com/office/drawing/2014/main" id="{5316E13A-E8BC-1B64-4723-CD650F98ADE5}"/>
              </a:ext>
            </a:extLst>
          </p:cNvPr>
          <p:cNvSpPr txBox="1"/>
          <p:nvPr/>
        </p:nvSpPr>
        <p:spPr>
          <a:xfrm>
            <a:off x="6623700" y="5780393"/>
            <a:ext cx="13882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000" dirty="0"/>
              <a:t>r</a:t>
            </a:r>
            <a:r>
              <a:rPr lang="en-US" altLang="ja-JP" sz="1000" baseline="-25000" dirty="0"/>
              <a:t>1</a:t>
            </a:r>
            <a:r>
              <a:rPr lang="en-US" altLang="ja-JP" sz="1000" dirty="0"/>
              <a:t>=0</a:t>
            </a:r>
            <a:endParaRPr kumimoji="1" lang="en-US" altLang="ja-JP" sz="1000" baseline="-25000" dirty="0">
              <a:solidFill>
                <a:srgbClr val="FF0000"/>
              </a:solidFill>
            </a:endParaRPr>
          </a:p>
        </p:txBody>
      </p:sp>
      <p:sp>
        <p:nvSpPr>
          <p:cNvPr id="100" name="テキスト ボックス 99">
            <a:extLst>
              <a:ext uri="{FF2B5EF4-FFF2-40B4-BE49-F238E27FC236}">
                <a16:creationId xmlns:a16="http://schemas.microsoft.com/office/drawing/2014/main" id="{5E4B08AB-E8E0-B7E0-3F67-C2D6C883D26A}"/>
              </a:ext>
            </a:extLst>
          </p:cNvPr>
          <p:cNvSpPr txBox="1"/>
          <p:nvPr/>
        </p:nvSpPr>
        <p:spPr>
          <a:xfrm>
            <a:off x="6496724" y="1631796"/>
            <a:ext cx="49607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600"/>
              <a:t>クラスターの中心原子を抜き出した後、パーシステントホモロジー解析同様</a:t>
            </a:r>
            <a:r>
              <a:rPr lang="en-US" altLang="ja-JP" sz="1600" dirty="0"/>
              <a:t> r</a:t>
            </a:r>
            <a:r>
              <a:rPr lang="en-US" altLang="ja-JP" sz="1600" baseline="-25000" dirty="0"/>
              <a:t>1</a:t>
            </a:r>
            <a:r>
              <a:rPr lang="ja-JP" altLang="en-US" sz="1600"/>
              <a:t>と</a:t>
            </a:r>
            <a:r>
              <a:rPr lang="en-US" altLang="ja-JP" sz="1600" dirty="0"/>
              <a:t>r</a:t>
            </a:r>
            <a:r>
              <a:rPr lang="en-US" altLang="ja-JP" sz="1600" baseline="-25000" dirty="0"/>
              <a:t>2</a:t>
            </a:r>
            <a:r>
              <a:rPr lang="ja-JP" altLang="en-US" sz="1600"/>
              <a:t>を決定し、ヒストグラムを作成する。</a:t>
            </a:r>
            <a:endParaRPr lang="en-US" altLang="ja-JP" sz="1600" dirty="0"/>
          </a:p>
          <a:p>
            <a:pPr algn="just"/>
            <a:r>
              <a:rPr lang="ja-JP" altLang="en-US" sz="1600"/>
              <a:t>この操作を全てのクラスターに対して繰り返す。</a:t>
            </a:r>
            <a:endParaRPr lang="en-US" altLang="ja-JP" sz="1600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3C298AA-3868-18C3-4373-D9B1BADC56D6}"/>
              </a:ext>
            </a:extLst>
          </p:cNvPr>
          <p:cNvSpPr txBox="1"/>
          <p:nvPr/>
        </p:nvSpPr>
        <p:spPr>
          <a:xfrm>
            <a:off x="6207137" y="6155729"/>
            <a:ext cx="3185487" cy="369332"/>
          </a:xfrm>
          <a:prstGeom prst="rect">
            <a:avLst/>
          </a:prstGeom>
          <a:solidFill>
            <a:srgbClr val="0070C0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本研究室で提案している手法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88089FF-7E00-0D0E-989E-4178006372C7}"/>
              </a:ext>
            </a:extLst>
          </p:cNvPr>
          <p:cNvSpPr txBox="1"/>
          <p:nvPr/>
        </p:nvSpPr>
        <p:spPr>
          <a:xfrm>
            <a:off x="560875" y="6032536"/>
            <a:ext cx="30699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050" dirty="0"/>
              <a:t>Y. </a:t>
            </a:r>
            <a:r>
              <a:rPr lang="en-US" altLang="ja-JP" sz="1050" dirty="0" err="1"/>
              <a:t>Hiraoka</a:t>
            </a:r>
            <a:r>
              <a:rPr lang="en-US" altLang="ja-JP" sz="1050" dirty="0"/>
              <a:t>, T. Nakamura, A. Hirata et al., PNAS 113, 7035 (2016).</a:t>
            </a:r>
            <a:endParaRPr kumimoji="1" lang="ja-JP" altLang="en-US" sz="1050" dirty="0"/>
          </a:p>
        </p:txBody>
      </p:sp>
    </p:spTree>
    <p:extLst>
      <p:ext uri="{BB962C8B-B14F-4D97-AF65-F5344CB8AC3E}">
        <p14:creationId xmlns:p14="http://schemas.microsoft.com/office/powerpoint/2010/main" val="326411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66E6A9-C477-A7C3-66BD-FC74EA058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5143"/>
            <a:ext cx="9103360" cy="879792"/>
          </a:xfrm>
        </p:spPr>
        <p:txBody>
          <a:bodyPr/>
          <a:lstStyle/>
          <a:p>
            <a:r>
              <a:rPr kumimoji="1" lang="ja-JP" altLang="en-US" b="1" dirty="0"/>
              <a:t>計算結果：構造因子</a:t>
            </a:r>
          </a:p>
        </p:txBody>
      </p:sp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ED4B7DE0-BB10-26E5-CBC2-E1AC66BDC3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15511486"/>
              </p:ext>
            </p:extLst>
          </p:nvPr>
        </p:nvGraphicFramePr>
        <p:xfrm>
          <a:off x="943361" y="90134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Picture 2">
            <a:extLst>
              <a:ext uri="{FF2B5EF4-FFF2-40B4-BE49-F238E27FC236}">
                <a16:creationId xmlns:a16="http://schemas.microsoft.com/office/drawing/2014/main" id="{365510CA-375F-5F12-0602-6AB156780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1089" y="1358269"/>
            <a:ext cx="3506666" cy="2966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1E32CE3-3823-CA8E-D5FC-DC08865A2B58}"/>
              </a:ext>
            </a:extLst>
          </p:cNvPr>
          <p:cNvSpPr txBox="1"/>
          <p:nvPr/>
        </p:nvSpPr>
        <p:spPr>
          <a:xfrm>
            <a:off x="6974454" y="5556547"/>
            <a:ext cx="496977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/>
              <a:t>r</a:t>
            </a:r>
            <a:r>
              <a:rPr kumimoji="1" lang="en-US" altLang="ja-JP" sz="1400" dirty="0"/>
              <a:t>ef)S. H. Zhou and R. E. Napolitano, Metall. Trans. Trans. A 2007 </a:t>
            </a:r>
            <a:endParaRPr kumimoji="1" lang="ja-JP" altLang="en-US" sz="1400" dirty="0"/>
          </a:p>
          <a:p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DDC67C9-C64D-7C63-D4B4-B888DE8EA23B}"/>
              </a:ext>
            </a:extLst>
          </p:cNvPr>
          <p:cNvSpPr txBox="1"/>
          <p:nvPr/>
        </p:nvSpPr>
        <p:spPr>
          <a:xfrm>
            <a:off x="187784" y="5258203"/>
            <a:ext cx="11816432" cy="114858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63500">
            <a:solidFill>
              <a:schemeClr val="accent1">
                <a:alpha val="97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ja-JP" altLang="en-US" sz="2400" dirty="0"/>
              <a:t>・</a:t>
            </a:r>
            <a:r>
              <a:rPr lang="en-US" altLang="ja-JP" sz="2400" dirty="0"/>
              <a:t>1.0×10</a:t>
            </a:r>
            <a:r>
              <a:rPr lang="en-US" altLang="ja-JP" sz="2400" baseline="30000" dirty="0"/>
              <a:t>12</a:t>
            </a:r>
            <a:r>
              <a:rPr lang="en-US" altLang="ja-JP" sz="2400" baseline="0" dirty="0"/>
              <a:t>K</a:t>
            </a:r>
            <a:r>
              <a:rPr lang="en-US" altLang="ja-JP" sz="2400" dirty="0"/>
              <a:t>/s</a:t>
            </a:r>
            <a:r>
              <a:rPr kumimoji="1" lang="ja-JP" altLang="en-US" sz="2400" dirty="0"/>
              <a:t>の構造因子の第一ピークは</a:t>
            </a:r>
            <a:r>
              <a:rPr lang="en-US" altLang="ja-JP" sz="2400" dirty="0"/>
              <a:t>1.0×10</a:t>
            </a:r>
            <a:r>
              <a:rPr lang="en-US" altLang="ja-JP" sz="2400" baseline="30000" dirty="0"/>
              <a:t>13</a:t>
            </a:r>
            <a:r>
              <a:rPr lang="en-US" altLang="ja-JP" sz="2400" baseline="0" dirty="0"/>
              <a:t>K</a:t>
            </a:r>
            <a:r>
              <a:rPr lang="en-US" altLang="ja-JP" sz="2400" dirty="0"/>
              <a:t>/s</a:t>
            </a:r>
            <a:r>
              <a:rPr kumimoji="1" lang="ja-JP" altLang="en-US" sz="2400" dirty="0"/>
              <a:t>よりも大きい値を示した。</a:t>
            </a:r>
            <a:endParaRPr kumimoji="1" lang="en-US" altLang="ja-JP" sz="2400" dirty="0"/>
          </a:p>
          <a:p>
            <a:pPr algn="just">
              <a:lnSpc>
                <a:spcPct val="150000"/>
              </a:lnSpc>
            </a:pPr>
            <a:r>
              <a:rPr kumimoji="1" lang="ja-JP" altLang="en-US" sz="2400" dirty="0"/>
              <a:t>・右図に示した過去研究の結果と、グラフの概形が</a:t>
            </a:r>
            <a:r>
              <a:rPr lang="ja-JP" altLang="en-US" sz="2400" dirty="0"/>
              <a:t>ほぼ</a:t>
            </a:r>
            <a:r>
              <a:rPr kumimoji="1" lang="ja-JP" altLang="en-US" sz="2400" dirty="0"/>
              <a:t>一致した。</a:t>
            </a:r>
            <a:endParaRPr kumimoji="1" lang="en-US" altLang="ja-JP" sz="2400" dirty="0"/>
          </a:p>
        </p:txBody>
      </p:sp>
      <p:graphicFrame>
        <p:nvGraphicFramePr>
          <p:cNvPr id="7" name="グラフ 6">
            <a:extLst>
              <a:ext uri="{FF2B5EF4-FFF2-40B4-BE49-F238E27FC236}">
                <a16:creationId xmlns:a16="http://schemas.microsoft.com/office/drawing/2014/main" id="{B58F7315-7E6B-EE0B-5C26-DB79B02131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03081521"/>
              </p:ext>
            </p:extLst>
          </p:nvPr>
        </p:nvGraphicFramePr>
        <p:xfrm>
          <a:off x="442729" y="1218889"/>
          <a:ext cx="5813344" cy="38405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F337DB8-7F20-5112-5EAE-3C3DDC91E7D9}"/>
              </a:ext>
            </a:extLst>
          </p:cNvPr>
          <p:cNvSpPr txBox="1"/>
          <p:nvPr/>
        </p:nvSpPr>
        <p:spPr>
          <a:xfrm>
            <a:off x="1641675" y="954935"/>
            <a:ext cx="4078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b="1" dirty="0"/>
              <a:t>各急冷速度における構造因子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95B400B-E400-03E7-083E-86C099082A95}"/>
              </a:ext>
            </a:extLst>
          </p:cNvPr>
          <p:cNvSpPr txBox="1"/>
          <p:nvPr/>
        </p:nvSpPr>
        <p:spPr>
          <a:xfrm>
            <a:off x="6611003" y="935496"/>
            <a:ext cx="4551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b="1" dirty="0"/>
              <a:t>従来研究の</a:t>
            </a:r>
            <a:r>
              <a:rPr lang="en-US" altLang="ja-JP" b="1" dirty="0"/>
              <a:t>X</a:t>
            </a:r>
            <a:r>
              <a:rPr lang="ja-JP" altLang="en-US" b="1" dirty="0"/>
              <a:t>線回折実験による構造因子</a:t>
            </a:r>
            <a:endParaRPr kumimoji="1" lang="ja-JP" altLang="en-US" b="1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03C2A5A-78A3-85FD-44C1-A394663E7D1F}"/>
              </a:ext>
            </a:extLst>
          </p:cNvPr>
          <p:cNvSpPr txBox="1"/>
          <p:nvPr/>
        </p:nvSpPr>
        <p:spPr>
          <a:xfrm>
            <a:off x="4312422" y="1618927"/>
            <a:ext cx="1573295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ja-JP" sz="1800" dirty="0"/>
              <a:t>1.0×10</a:t>
            </a:r>
            <a:r>
              <a:rPr lang="en-US" altLang="ja-JP" sz="1800" baseline="30000" dirty="0"/>
              <a:t>13</a:t>
            </a:r>
            <a:r>
              <a:rPr lang="en-US" altLang="ja-JP" sz="1800" baseline="0" dirty="0"/>
              <a:t>K</a:t>
            </a:r>
            <a:r>
              <a:rPr lang="en-US" altLang="ja-JP" sz="1800" dirty="0"/>
              <a:t>/s</a:t>
            </a:r>
            <a:endParaRPr lang="ja-JP" altLang="en-US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4BA18FD-6936-8EFB-22A5-C89DF8E194C8}"/>
              </a:ext>
            </a:extLst>
          </p:cNvPr>
          <p:cNvSpPr txBox="1"/>
          <p:nvPr/>
        </p:nvSpPr>
        <p:spPr>
          <a:xfrm>
            <a:off x="4312422" y="2126927"/>
            <a:ext cx="1573295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ja-JP" sz="1800" dirty="0"/>
              <a:t>1.0×10</a:t>
            </a:r>
            <a:r>
              <a:rPr lang="en-US" altLang="ja-JP" sz="1800" baseline="30000" dirty="0"/>
              <a:t>12</a:t>
            </a:r>
            <a:r>
              <a:rPr lang="en-US" altLang="ja-JP" sz="1800" baseline="0" dirty="0"/>
              <a:t>K</a:t>
            </a:r>
            <a:r>
              <a:rPr lang="en-US" altLang="ja-JP" sz="1800" dirty="0"/>
              <a:t>/s</a:t>
            </a:r>
            <a:endParaRPr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E23D454-A536-FA47-DF5D-5AB7BEC539A7}"/>
              </a:ext>
            </a:extLst>
          </p:cNvPr>
          <p:cNvSpPr txBox="1"/>
          <p:nvPr/>
        </p:nvSpPr>
        <p:spPr>
          <a:xfrm>
            <a:off x="6974454" y="4457984"/>
            <a:ext cx="496977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/>
              <a:t>r</a:t>
            </a:r>
            <a:r>
              <a:rPr kumimoji="1" lang="en-US" altLang="ja-JP" sz="1400" dirty="0"/>
              <a:t>ef)S. H. Zhou and R. E. Napolitano, Metall. Trans. Trans. A 2007 </a:t>
            </a:r>
            <a:endParaRPr kumimoji="1" lang="ja-JP" altLang="en-US" sz="1400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38107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66E6A9-C477-A7C3-66BD-FC74EA058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289"/>
            <a:ext cx="9103360" cy="879792"/>
          </a:xfrm>
        </p:spPr>
        <p:txBody>
          <a:bodyPr/>
          <a:lstStyle/>
          <a:p>
            <a:r>
              <a:rPr kumimoji="1" lang="ja-JP" altLang="en-US" b="1"/>
              <a:t>計算結果：</a:t>
            </a:r>
            <a:r>
              <a:rPr lang="ja-JP" altLang="en-US" b="1"/>
              <a:t>二体</a:t>
            </a:r>
            <a:r>
              <a:rPr kumimoji="1" lang="ja-JP" altLang="en-US" b="1"/>
              <a:t>分布関数</a:t>
            </a:r>
            <a:endParaRPr kumimoji="1" lang="ja-JP" altLang="en-US" b="1" dirty="0"/>
          </a:p>
        </p:txBody>
      </p:sp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ED4B7DE0-BB10-26E5-CBC2-E1AC66BDC350}"/>
              </a:ext>
            </a:extLst>
          </p:cNvPr>
          <p:cNvGraphicFramePr>
            <a:graphicFrameLocks/>
          </p:cNvGraphicFramePr>
          <p:nvPr/>
        </p:nvGraphicFramePr>
        <p:xfrm>
          <a:off x="1076711" y="89408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CE65531-B9F6-B9A2-685F-3F898FAAB8C9}"/>
              </a:ext>
            </a:extLst>
          </p:cNvPr>
          <p:cNvSpPr txBox="1"/>
          <p:nvPr/>
        </p:nvSpPr>
        <p:spPr>
          <a:xfrm>
            <a:off x="263397" y="4955167"/>
            <a:ext cx="11816432" cy="170258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63500">
            <a:solidFill>
              <a:schemeClr val="accent1">
                <a:alpha val="97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kumimoji="1" lang="ja-JP" altLang="en-US" sz="2400" dirty="0"/>
              <a:t>・</a:t>
            </a:r>
            <a:r>
              <a:rPr kumimoji="1" lang="en-US" altLang="ja-JP" sz="2400" dirty="0"/>
              <a:t>Al-</a:t>
            </a:r>
            <a:r>
              <a:rPr kumimoji="1" lang="en-US" altLang="ja-JP" sz="2400" dirty="0" err="1"/>
              <a:t>Al,Al</a:t>
            </a:r>
            <a:r>
              <a:rPr kumimoji="1" lang="en-US" altLang="ja-JP" sz="2400" dirty="0"/>
              <a:t>-</a:t>
            </a:r>
            <a:r>
              <a:rPr kumimoji="1" lang="en-US" altLang="ja-JP" sz="2400" dirty="0" err="1"/>
              <a:t>Sm</a:t>
            </a:r>
            <a:r>
              <a:rPr kumimoji="1" lang="ja-JP" altLang="en-US" sz="2400" dirty="0"/>
              <a:t>が第</a:t>
            </a:r>
            <a:r>
              <a:rPr kumimoji="1" lang="en-US" altLang="ja-JP" sz="2400" dirty="0"/>
              <a:t>1</a:t>
            </a:r>
            <a:r>
              <a:rPr kumimoji="1" lang="ja-JP" altLang="en-US" sz="2400" dirty="0"/>
              <a:t>ピークの高さが最大であるのに対し、</a:t>
            </a:r>
            <a:r>
              <a:rPr kumimoji="1" lang="en-US" altLang="ja-JP" sz="2400" dirty="0" err="1"/>
              <a:t>Sm-Sm</a:t>
            </a:r>
            <a:r>
              <a:rPr kumimoji="1" lang="ja-JP" altLang="en-US" sz="2400" dirty="0"/>
              <a:t>では第</a:t>
            </a:r>
            <a:r>
              <a:rPr kumimoji="1" lang="en-US" altLang="ja-JP" sz="2400" dirty="0"/>
              <a:t>2</a:t>
            </a:r>
            <a:r>
              <a:rPr kumimoji="1" lang="ja-JP" altLang="en-US" sz="2400" dirty="0"/>
              <a:t>ピークの高さが第</a:t>
            </a:r>
            <a:r>
              <a:rPr kumimoji="1" lang="en-US" altLang="ja-JP" sz="2400" dirty="0"/>
              <a:t>1</a:t>
            </a:r>
            <a:r>
              <a:rPr kumimoji="1" lang="ja-JP" altLang="en-US" sz="2400" dirty="0"/>
              <a:t>ピークよりも高くなっていた。</a:t>
            </a:r>
            <a:endParaRPr kumimoji="1" lang="en-US" altLang="ja-JP" sz="2400" dirty="0"/>
          </a:p>
          <a:p>
            <a:pPr algn="just">
              <a:lnSpc>
                <a:spcPct val="150000"/>
              </a:lnSpc>
            </a:pPr>
            <a:r>
              <a:rPr kumimoji="1" lang="ja-JP" altLang="en-US" sz="2400" dirty="0"/>
              <a:t>・冷却速度による</a:t>
            </a:r>
            <a:r>
              <a:rPr lang="ja-JP" altLang="en-US" sz="2400" dirty="0"/>
              <a:t>二</a:t>
            </a:r>
            <a:r>
              <a:rPr kumimoji="1" lang="ja-JP" altLang="en-US" sz="2400" dirty="0"/>
              <a:t>体分布関数の違いはあまり見られなかった。</a:t>
            </a:r>
            <a:endParaRPr kumimoji="1" lang="en-US" altLang="ja-JP" sz="2400" dirty="0"/>
          </a:p>
        </p:txBody>
      </p:sp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903066F7-53C7-0066-0AFC-617518FC24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5580831"/>
              </p:ext>
            </p:extLst>
          </p:nvPr>
        </p:nvGraphicFramePr>
        <p:xfrm>
          <a:off x="5957885" y="1308100"/>
          <a:ext cx="6183258" cy="36996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グラフ 6">
            <a:extLst>
              <a:ext uri="{FF2B5EF4-FFF2-40B4-BE49-F238E27FC236}">
                <a16:creationId xmlns:a16="http://schemas.microsoft.com/office/drawing/2014/main" id="{793AEDA8-6D4E-9911-3BA9-504587AA53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8313879"/>
              </p:ext>
            </p:extLst>
          </p:nvPr>
        </p:nvGraphicFramePr>
        <p:xfrm>
          <a:off x="-25955" y="1278790"/>
          <a:ext cx="6194676" cy="36996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124525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D4326-AB05-58F4-99C3-2E5BD980D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3A1883-B92E-B2E7-F21B-28E3A5603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289"/>
            <a:ext cx="9773920" cy="879792"/>
          </a:xfrm>
        </p:spPr>
        <p:txBody>
          <a:bodyPr>
            <a:normAutofit/>
          </a:bodyPr>
          <a:lstStyle/>
          <a:p>
            <a:r>
              <a:rPr kumimoji="1" lang="ja-JP" altLang="en-US" b="1"/>
              <a:t>計算結果：</a:t>
            </a:r>
            <a:r>
              <a:rPr lang="ja-JP" altLang="en-US" b="1"/>
              <a:t>ボロノイ多面体解析</a:t>
            </a:r>
            <a:endParaRPr kumimoji="1" lang="ja-JP" altLang="en-US" b="1" baseline="30000" dirty="0"/>
          </a:p>
        </p:txBody>
      </p:sp>
      <p:pic>
        <p:nvPicPr>
          <p:cNvPr id="32" name="図 31" descr="グラフ, レーダー チャー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3F1123F4-4317-5AA2-AC29-60BF21FB5E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4" t="14692" r="25450" b="17939"/>
          <a:stretch/>
        </p:blipFill>
        <p:spPr>
          <a:xfrm>
            <a:off x="4435074" y="1180707"/>
            <a:ext cx="1609323" cy="1460311"/>
          </a:xfrm>
          <a:prstGeom prst="rect">
            <a:avLst/>
          </a:prstGeom>
        </p:spPr>
      </p:pic>
      <p:pic>
        <p:nvPicPr>
          <p:cNvPr id="34" name="図 33" descr="グラフ, レーダー チャー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82901854-3AFD-E854-D290-609D60AA2E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81" t="16315" r="27647" b="19822"/>
          <a:stretch/>
        </p:blipFill>
        <p:spPr>
          <a:xfrm>
            <a:off x="4372757" y="3607583"/>
            <a:ext cx="1508995" cy="1484194"/>
          </a:xfrm>
          <a:prstGeom prst="rect">
            <a:avLst/>
          </a:prstGeom>
        </p:spPr>
      </p:pic>
      <p:graphicFrame>
        <p:nvGraphicFramePr>
          <p:cNvPr id="12" name="グラフ 11">
            <a:extLst>
              <a:ext uri="{FF2B5EF4-FFF2-40B4-BE49-F238E27FC236}">
                <a16:creationId xmlns:a16="http://schemas.microsoft.com/office/drawing/2014/main" id="{D3F9C2D9-6D97-4DA5-95CE-E833788D82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0005652"/>
              </p:ext>
            </p:extLst>
          </p:nvPr>
        </p:nvGraphicFramePr>
        <p:xfrm>
          <a:off x="79391" y="705462"/>
          <a:ext cx="4397865" cy="26387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3" name="グラフ 12">
            <a:extLst>
              <a:ext uri="{FF2B5EF4-FFF2-40B4-BE49-F238E27FC236}">
                <a16:creationId xmlns:a16="http://schemas.microsoft.com/office/drawing/2014/main" id="{848D1AFC-7618-B3D4-667E-B2DAD4E49F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784032"/>
              </p:ext>
            </p:extLst>
          </p:nvPr>
        </p:nvGraphicFramePr>
        <p:xfrm>
          <a:off x="83304" y="3300507"/>
          <a:ext cx="4397865" cy="26387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3" name="図 2" descr="グラフ, レーダー チャー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D7844D7F-80EB-AF7F-DF45-EDF3ACB4F1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895" b="81787"/>
          <a:stretch/>
        </p:blipFill>
        <p:spPr>
          <a:xfrm>
            <a:off x="11186546" y="66659"/>
            <a:ext cx="926063" cy="1021524"/>
          </a:xfrm>
          <a:prstGeom prst="rect">
            <a:avLst/>
          </a:prstGeom>
        </p:spPr>
      </p:pic>
      <p:pic>
        <p:nvPicPr>
          <p:cNvPr id="4" name="図 3" descr="グラフ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93744FEA-91F1-F94A-1DC2-B3970402CA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66" t="16048" r="28304" b="10745"/>
          <a:stretch/>
        </p:blipFill>
        <p:spPr>
          <a:xfrm>
            <a:off x="10479739" y="1158273"/>
            <a:ext cx="1475456" cy="1588672"/>
          </a:xfrm>
          <a:prstGeom prst="rect">
            <a:avLst/>
          </a:prstGeom>
        </p:spPr>
      </p:pic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E0377E54-9120-B897-60F9-55BEA152C5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2418256"/>
              </p:ext>
            </p:extLst>
          </p:nvPr>
        </p:nvGraphicFramePr>
        <p:xfrm>
          <a:off x="6244856" y="705460"/>
          <a:ext cx="4397863" cy="26387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pic>
        <p:nvPicPr>
          <p:cNvPr id="7" name="図 6" descr="グラフ, レーダー チャー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608D9238-C0A1-FF80-1519-5523158F217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16" t="14693" r="25355" b="16981"/>
          <a:stretch/>
        </p:blipFill>
        <p:spPr>
          <a:xfrm>
            <a:off x="10479739" y="3835495"/>
            <a:ext cx="1578475" cy="1441361"/>
          </a:xfrm>
          <a:prstGeom prst="rect">
            <a:avLst/>
          </a:prstGeom>
        </p:spPr>
      </p:pic>
      <p:graphicFrame>
        <p:nvGraphicFramePr>
          <p:cNvPr id="8" name="グラフ 7">
            <a:extLst>
              <a:ext uri="{FF2B5EF4-FFF2-40B4-BE49-F238E27FC236}">
                <a16:creationId xmlns:a16="http://schemas.microsoft.com/office/drawing/2014/main" id="{A9819CFE-A8EF-6599-E90D-49AE8B338E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8397320"/>
              </p:ext>
            </p:extLst>
          </p:nvPr>
        </p:nvGraphicFramePr>
        <p:xfrm>
          <a:off x="6218495" y="3327797"/>
          <a:ext cx="4397866" cy="26387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1BC83EC-8EBD-C22B-EEA8-FC281BC95881}"/>
              </a:ext>
            </a:extLst>
          </p:cNvPr>
          <p:cNvSpPr txBox="1"/>
          <p:nvPr/>
        </p:nvSpPr>
        <p:spPr>
          <a:xfrm>
            <a:off x="138763" y="5902868"/>
            <a:ext cx="11816432" cy="87479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63500">
            <a:solidFill>
              <a:schemeClr val="accent1">
                <a:alpha val="97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ts val="3100"/>
              </a:lnSpc>
            </a:pPr>
            <a:r>
              <a:rPr lang="ja-JP" altLang="en-US" sz="2400" dirty="0"/>
              <a:t>・</a:t>
            </a:r>
            <a:r>
              <a:rPr lang="en-US" altLang="ja-JP" sz="2400" dirty="0"/>
              <a:t>Al</a:t>
            </a:r>
            <a:r>
              <a:rPr lang="ja-JP" altLang="en-US" sz="2400" dirty="0"/>
              <a:t>中心では</a:t>
            </a:r>
            <a:r>
              <a:rPr lang="en-US" altLang="ja-JP" sz="2400" dirty="0"/>
              <a:t>20</a:t>
            </a:r>
            <a:r>
              <a:rPr lang="ja-JP" altLang="en-US" sz="2400" dirty="0"/>
              <a:t>面体的構造、</a:t>
            </a:r>
            <a:r>
              <a:rPr lang="en-US" altLang="ja-JP" sz="2400" dirty="0" err="1"/>
              <a:t>Sm</a:t>
            </a:r>
            <a:r>
              <a:rPr lang="ja-JP" altLang="en-US" sz="2400" dirty="0"/>
              <a:t>中心では</a:t>
            </a:r>
            <a:r>
              <a:rPr lang="en-US" altLang="ja-JP" sz="2400" dirty="0"/>
              <a:t>16</a:t>
            </a:r>
            <a:r>
              <a:rPr lang="ja-JP" altLang="en-US" sz="2400" dirty="0"/>
              <a:t>配位程度の配位数の多い多面体が形成。</a:t>
            </a:r>
            <a:endParaRPr lang="en-US" altLang="ja-JP" sz="2400" dirty="0"/>
          </a:p>
          <a:p>
            <a:pPr algn="just">
              <a:lnSpc>
                <a:spcPts val="3100"/>
              </a:lnSpc>
            </a:pPr>
            <a:r>
              <a:rPr lang="ja-JP" altLang="en-US" sz="2400" dirty="0"/>
              <a:t>・冷却速度が遅くなるにつれ、主な多面体の割合が増加した。</a:t>
            </a:r>
            <a:endParaRPr lang="en-US" altLang="ja-JP" sz="24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DEC0987-448B-350B-252A-4EB45F1EF86F}"/>
              </a:ext>
            </a:extLst>
          </p:cNvPr>
          <p:cNvSpPr txBox="1"/>
          <p:nvPr/>
        </p:nvSpPr>
        <p:spPr>
          <a:xfrm>
            <a:off x="4113273" y="2732788"/>
            <a:ext cx="22839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/>
              <a:t>&lt;0 0 12 0&gt;</a:t>
            </a:r>
            <a:endParaRPr kumimoji="1"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4AF7FB6-3170-E382-6BE7-8763B13A14E0}"/>
              </a:ext>
            </a:extLst>
          </p:cNvPr>
          <p:cNvSpPr txBox="1"/>
          <p:nvPr/>
        </p:nvSpPr>
        <p:spPr>
          <a:xfrm>
            <a:off x="10119626" y="2696929"/>
            <a:ext cx="22839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/>
              <a:t>&lt;0 0 12 0&gt;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19FD0EF-AED2-38CE-9344-5BD3BE938E86}"/>
              </a:ext>
            </a:extLst>
          </p:cNvPr>
          <p:cNvSpPr txBox="1"/>
          <p:nvPr/>
        </p:nvSpPr>
        <p:spPr>
          <a:xfrm>
            <a:off x="10155485" y="5314623"/>
            <a:ext cx="22839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/>
              <a:t>&lt;0 1 10 </a:t>
            </a:r>
            <a:r>
              <a:rPr lang="en-US" altLang="ja-JP" sz="1400" dirty="0"/>
              <a:t>5</a:t>
            </a:r>
            <a:r>
              <a:rPr kumimoji="1" lang="en-US" altLang="ja-JP" sz="1400" dirty="0"/>
              <a:t>&gt;</a:t>
            </a:r>
            <a:endParaRPr kumimoji="1" lang="ja-JP" altLang="en-US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384708B-E102-C702-56E9-637521C36071}"/>
              </a:ext>
            </a:extLst>
          </p:cNvPr>
          <p:cNvSpPr txBox="1"/>
          <p:nvPr/>
        </p:nvSpPr>
        <p:spPr>
          <a:xfrm>
            <a:off x="3969838" y="5296693"/>
            <a:ext cx="22839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/>
              <a:t>&lt;0 1 10 </a:t>
            </a:r>
            <a:r>
              <a:rPr lang="en-US" altLang="ja-JP" sz="1400" dirty="0"/>
              <a:t>5</a:t>
            </a:r>
            <a:r>
              <a:rPr kumimoji="1" lang="en-US" altLang="ja-JP" sz="1400" dirty="0"/>
              <a:t>&gt;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19475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FAAAF-DF20-EE5C-4FD0-33F8DDAEC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 descr="グラフ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EF2B6890-495C-8C02-704F-977B5E8EE3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087" y="1774474"/>
            <a:ext cx="4637589" cy="3710071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CFE0483A-BEC1-D31A-DDC0-17CAFC7E8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4289"/>
            <a:ext cx="11549271" cy="879792"/>
          </a:xfrm>
        </p:spPr>
        <p:txBody>
          <a:bodyPr>
            <a:normAutofit fontScale="90000"/>
          </a:bodyPr>
          <a:lstStyle/>
          <a:p>
            <a:r>
              <a:rPr kumimoji="1" lang="ja-JP" altLang="en-US" b="1"/>
              <a:t>計算結果：</a:t>
            </a:r>
            <a:r>
              <a:rPr kumimoji="1" lang="en-US" altLang="ja-JP" b="1" dirty="0" err="1"/>
              <a:t>Sm</a:t>
            </a:r>
            <a:r>
              <a:rPr kumimoji="1" lang="ja-JP" altLang="en-US" b="1"/>
              <a:t>中心クラスターホモロジー</a:t>
            </a:r>
            <a:r>
              <a:rPr lang="ja-JP" altLang="en-US" b="1"/>
              <a:t>解析</a:t>
            </a:r>
            <a:endParaRPr kumimoji="1" lang="ja-JP" altLang="en-US" b="1" baseline="300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ADDA60B-98A3-5EA2-A3B2-10745E0C80D6}"/>
              </a:ext>
            </a:extLst>
          </p:cNvPr>
          <p:cNvSpPr txBox="1"/>
          <p:nvPr/>
        </p:nvSpPr>
        <p:spPr>
          <a:xfrm>
            <a:off x="187784" y="5627834"/>
            <a:ext cx="11816432" cy="9196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63500">
            <a:solidFill>
              <a:schemeClr val="accent1">
                <a:alpha val="97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ts val="3300"/>
              </a:lnSpc>
            </a:pPr>
            <a:r>
              <a:rPr lang="ja-JP" altLang="en-US" sz="2400" dirty="0"/>
              <a:t>・各クラスターに対応する</a:t>
            </a:r>
            <a:r>
              <a:rPr lang="en-US" altLang="ja-JP" sz="2400" dirty="0"/>
              <a:t>PD</a:t>
            </a:r>
            <a:r>
              <a:rPr lang="ja-JP" altLang="en-US" sz="2400" dirty="0"/>
              <a:t>上のプロットは</a:t>
            </a:r>
            <a:r>
              <a:rPr lang="en-US" altLang="ja-JP" sz="2400" dirty="0"/>
              <a:t>Birth</a:t>
            </a:r>
            <a:r>
              <a:rPr lang="ja-JP" altLang="en-US" sz="2400" dirty="0"/>
              <a:t>方向に沿って分散した</a:t>
            </a:r>
            <a:endParaRPr lang="en-US" altLang="ja-JP" sz="2400" dirty="0"/>
          </a:p>
          <a:p>
            <a:pPr algn="just">
              <a:lnSpc>
                <a:spcPts val="3300"/>
              </a:lnSpc>
            </a:pPr>
            <a:r>
              <a:rPr lang="ja-JP" altLang="en-US" sz="2400" dirty="0"/>
              <a:t>・冷却速度を遅くすることで、</a:t>
            </a:r>
            <a:r>
              <a:rPr lang="en-US" altLang="ja-JP" sz="2400" dirty="0"/>
              <a:t>Birth=6</a:t>
            </a:r>
            <a:r>
              <a:rPr lang="ja-JP" altLang="en-US" sz="2400" dirty="0"/>
              <a:t>付近にプロットが集中した</a:t>
            </a:r>
            <a:endParaRPr kumimoji="1" lang="en-US" altLang="ja-JP" sz="24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26F7FB4-A027-DC42-B963-A79C5ADAE00A}"/>
              </a:ext>
            </a:extLst>
          </p:cNvPr>
          <p:cNvSpPr txBox="1"/>
          <p:nvPr/>
        </p:nvSpPr>
        <p:spPr>
          <a:xfrm>
            <a:off x="1362343" y="1681985"/>
            <a:ext cx="40789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b="1" dirty="0" err="1"/>
              <a:t>Sm</a:t>
            </a:r>
            <a:r>
              <a:rPr lang="ja-JP" altLang="en-US" sz="1600" b="1"/>
              <a:t>中心 </a:t>
            </a:r>
            <a:r>
              <a:rPr lang="en-US" altLang="ja-JP" sz="1600" b="1" dirty="0"/>
              <a:t>1.0×10</a:t>
            </a:r>
            <a:r>
              <a:rPr lang="en-US" altLang="ja-JP" sz="1600" b="1" baseline="30000" dirty="0"/>
              <a:t>13</a:t>
            </a:r>
            <a:r>
              <a:rPr lang="en-US" altLang="ja-JP" sz="1600" b="1" dirty="0"/>
              <a:t>k/s</a:t>
            </a:r>
            <a:endParaRPr kumimoji="1" lang="ja-JP" altLang="en-US" sz="1600" b="1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7D7DA48-3F77-658A-4E58-605C7316E80B}"/>
              </a:ext>
            </a:extLst>
          </p:cNvPr>
          <p:cNvSpPr txBox="1"/>
          <p:nvPr/>
        </p:nvSpPr>
        <p:spPr>
          <a:xfrm>
            <a:off x="922505" y="894587"/>
            <a:ext cx="101904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1600" b="1"/>
              <a:t>シミュレーションで得られたそれぞれの冷却速度におけるクラスターにホモロジー解析を行い、クラスターの座標を</a:t>
            </a:r>
            <a:r>
              <a:rPr kumimoji="1" lang="en-US" altLang="ja-JP" sz="1600" b="1" dirty="0"/>
              <a:t>2</a:t>
            </a:r>
            <a:r>
              <a:rPr kumimoji="1" lang="ja-JP" altLang="en-US" sz="1600" b="1"/>
              <a:t>次元ヒストグラムに図示した。</a:t>
            </a:r>
            <a:endParaRPr kumimoji="1" lang="ja-JP" altLang="en-US" sz="1600" b="1" dirty="0"/>
          </a:p>
        </p:txBody>
      </p:sp>
      <p:pic>
        <p:nvPicPr>
          <p:cNvPr id="10" name="図 9" descr="グラフ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9B66C8A8-7906-5163-3ADF-5F456D0E41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068" y="1681985"/>
            <a:ext cx="4637589" cy="3710071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832D0DF-7E30-1F22-C142-73C6AF85C7D2}"/>
              </a:ext>
            </a:extLst>
          </p:cNvPr>
          <p:cNvSpPr txBox="1"/>
          <p:nvPr/>
        </p:nvSpPr>
        <p:spPr>
          <a:xfrm>
            <a:off x="6471391" y="1681985"/>
            <a:ext cx="40789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b="1" dirty="0" err="1"/>
              <a:t>Sm</a:t>
            </a:r>
            <a:r>
              <a:rPr lang="ja-JP" altLang="en-US" sz="1600" b="1"/>
              <a:t>中心</a:t>
            </a:r>
            <a:r>
              <a:rPr lang="en-US" altLang="ja-JP" sz="1600" b="1" dirty="0"/>
              <a:t> 1.0×10</a:t>
            </a:r>
            <a:r>
              <a:rPr lang="en-US" altLang="ja-JP" sz="1600" b="1" baseline="30000" dirty="0"/>
              <a:t>12</a:t>
            </a:r>
            <a:r>
              <a:rPr lang="en-US" altLang="ja-JP" sz="1600" b="1" dirty="0"/>
              <a:t>k/s</a:t>
            </a:r>
            <a:endParaRPr kumimoji="1" lang="ja-JP" altLang="en-US" sz="1600" b="1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0F489C5-7E72-8D95-F739-6CB4D3A1D7BB}"/>
              </a:ext>
            </a:extLst>
          </p:cNvPr>
          <p:cNvSpPr txBox="1"/>
          <p:nvPr/>
        </p:nvSpPr>
        <p:spPr>
          <a:xfrm>
            <a:off x="8130447" y="4384620"/>
            <a:ext cx="21904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b="1"/>
              <a:t>横軸の分散＝</a:t>
            </a:r>
            <a:r>
              <a:rPr lang="en-US" altLang="ja-JP" sz="1200" b="1" dirty="0"/>
              <a:t>0.807</a:t>
            </a:r>
          </a:p>
          <a:p>
            <a:r>
              <a:rPr kumimoji="1" lang="ja-JP" altLang="en-US" sz="1200" b="1"/>
              <a:t>縦軸の分散</a:t>
            </a:r>
            <a:r>
              <a:rPr lang="ja-JP" altLang="en-US" sz="1200" b="1"/>
              <a:t>＝</a:t>
            </a:r>
            <a:r>
              <a:rPr kumimoji="1" lang="en-US" altLang="ja-JP" sz="1200" b="1" dirty="0"/>
              <a:t>0.138</a:t>
            </a:r>
            <a:endParaRPr kumimoji="1" lang="ja-JP" altLang="en-US" sz="1200" b="1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FA4692B-3FB5-195E-6064-1628F99CAF8F}"/>
              </a:ext>
            </a:extLst>
          </p:cNvPr>
          <p:cNvSpPr txBox="1"/>
          <p:nvPr/>
        </p:nvSpPr>
        <p:spPr>
          <a:xfrm>
            <a:off x="3131108" y="4384620"/>
            <a:ext cx="21904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b="1"/>
              <a:t>横軸の分散＝</a:t>
            </a:r>
            <a:r>
              <a:rPr lang="en-US" altLang="ja-JP" sz="1200" b="1" dirty="0"/>
              <a:t>0.846</a:t>
            </a:r>
          </a:p>
          <a:p>
            <a:r>
              <a:rPr kumimoji="1" lang="ja-JP" altLang="en-US" sz="1200" b="1"/>
              <a:t>縦軸の分散</a:t>
            </a:r>
            <a:r>
              <a:rPr lang="ja-JP" altLang="en-US" sz="1200" b="1"/>
              <a:t>＝</a:t>
            </a:r>
            <a:r>
              <a:rPr kumimoji="1" lang="en-US" altLang="ja-JP" sz="1200" b="1" dirty="0"/>
              <a:t>0.153</a:t>
            </a:r>
            <a:endParaRPr kumimoji="1" lang="ja-JP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24231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46582-5378-B2D1-FB7B-B49B6A14E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F6BB2A-FE37-9AD0-E005-DBBE1115C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4289"/>
            <a:ext cx="11945695" cy="879792"/>
          </a:xfrm>
        </p:spPr>
        <p:txBody>
          <a:bodyPr>
            <a:normAutofit/>
          </a:bodyPr>
          <a:lstStyle/>
          <a:p>
            <a:r>
              <a:rPr kumimoji="1" lang="ja-JP" altLang="en-US" sz="3600" b="1"/>
              <a:t>計算結果</a:t>
            </a:r>
            <a:r>
              <a:rPr lang="en-US" altLang="ja-JP" sz="3600" b="1" dirty="0">
                <a:sym typeface="Wingdings" pitchFamily="2" charset="2"/>
              </a:rPr>
              <a:t>:</a:t>
            </a:r>
            <a:r>
              <a:rPr lang="en-US" altLang="ja-JP" sz="3600" b="1" dirty="0" err="1">
                <a:sym typeface="Wingdings" pitchFamily="2" charset="2"/>
              </a:rPr>
              <a:t>Sm</a:t>
            </a:r>
            <a:r>
              <a:rPr lang="ja-JP" altLang="en-US" sz="3600" b="1">
                <a:sym typeface="Wingdings" pitchFamily="2" charset="2"/>
              </a:rPr>
              <a:t>中心</a:t>
            </a:r>
            <a:r>
              <a:rPr kumimoji="1" lang="ja-JP" altLang="en-US" sz="3600" b="1"/>
              <a:t>クラスターホモロジー</a:t>
            </a:r>
            <a:r>
              <a:rPr lang="ja-JP" altLang="en-US" sz="3600" b="1"/>
              <a:t>解析</a:t>
            </a:r>
            <a:r>
              <a:rPr lang="en-US" altLang="ja-JP" sz="3600" b="1" dirty="0"/>
              <a:t>1.0×10</a:t>
            </a:r>
            <a:r>
              <a:rPr lang="en-US" altLang="ja-JP" sz="3600" b="1" baseline="30000" dirty="0"/>
              <a:t>12</a:t>
            </a:r>
            <a:endParaRPr kumimoji="1" lang="ja-JP" altLang="en-US" sz="3600" b="1" baseline="30000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71239F9C-53B1-341D-03F4-5F19BFA2F69C}"/>
              </a:ext>
            </a:extLst>
          </p:cNvPr>
          <p:cNvSpPr txBox="1"/>
          <p:nvPr/>
        </p:nvSpPr>
        <p:spPr>
          <a:xfrm>
            <a:off x="633913" y="1158648"/>
            <a:ext cx="4078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b="1"/>
              <a:t>縦軸</a:t>
            </a:r>
            <a:r>
              <a:rPr kumimoji="1" lang="en-US" altLang="ja-JP" sz="1600" b="1" dirty="0"/>
              <a:t>=</a:t>
            </a:r>
            <a:r>
              <a:rPr lang="en-US" altLang="ja-JP" sz="1600" b="1" dirty="0"/>
              <a:t>9.8</a:t>
            </a:r>
            <a:r>
              <a:rPr lang="ja-JP" altLang="en-US" sz="1600" b="1"/>
              <a:t>における</a:t>
            </a:r>
            <a:r>
              <a:rPr lang="en-US" altLang="ja-JP" sz="1600" b="1" dirty="0"/>
              <a:t>5</a:t>
            </a:r>
            <a:r>
              <a:rPr lang="ja-JP" altLang="en-US" sz="1600" b="1"/>
              <a:t>つの赤点で逆解析を行なった</a:t>
            </a:r>
            <a:endParaRPr lang="en-US" altLang="ja-JP" sz="1600" b="1" dirty="0"/>
          </a:p>
        </p:txBody>
      </p:sp>
      <p:pic>
        <p:nvPicPr>
          <p:cNvPr id="5" name="図 4" descr="グラフ, レーダー チャー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B087DB12-43BF-B187-3161-F43C0E75F6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27" t="12931" r="27379" b="18345"/>
          <a:stretch/>
        </p:blipFill>
        <p:spPr>
          <a:xfrm>
            <a:off x="5063371" y="1470460"/>
            <a:ext cx="1672469" cy="1645072"/>
          </a:xfrm>
          <a:prstGeom prst="rect">
            <a:avLst/>
          </a:prstGeom>
        </p:spPr>
      </p:pic>
      <p:pic>
        <p:nvPicPr>
          <p:cNvPr id="9" name="図 8" descr="グラフ, レーダー チャー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42788729-5712-9CD1-FAB9-83AF447C1F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76" t="13195" r="26163" b="16707"/>
          <a:stretch/>
        </p:blipFill>
        <p:spPr>
          <a:xfrm>
            <a:off x="9523171" y="1434817"/>
            <a:ext cx="1836927" cy="1716357"/>
          </a:xfrm>
          <a:prstGeom prst="rect">
            <a:avLst/>
          </a:prstGeom>
        </p:spPr>
      </p:pic>
      <p:pic>
        <p:nvPicPr>
          <p:cNvPr id="12" name="図 11" descr="グラフ, レーダー チャー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57BCFA8F-DE0D-FF8F-4972-AA5A2E1547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64" t="16014" r="25496" b="14234"/>
          <a:stretch/>
        </p:blipFill>
        <p:spPr>
          <a:xfrm>
            <a:off x="8346590" y="3747654"/>
            <a:ext cx="1698465" cy="1579771"/>
          </a:xfrm>
          <a:prstGeom prst="rect">
            <a:avLst/>
          </a:prstGeom>
        </p:spPr>
      </p:pic>
      <p:pic>
        <p:nvPicPr>
          <p:cNvPr id="18" name="図 17" descr="グラフ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5C168706-F9E0-CBEF-B6E8-8BBFE2083D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16" y="1900583"/>
            <a:ext cx="4291237" cy="3432990"/>
          </a:xfrm>
          <a:prstGeom prst="rect">
            <a:avLst/>
          </a:prstGeom>
        </p:spPr>
      </p:pic>
      <p:pic>
        <p:nvPicPr>
          <p:cNvPr id="20" name="図 19" descr="グラフ, レーダー チャー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931E2CD2-2300-E603-28AF-2E3062E006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56" t="19913" r="26146" b="15878"/>
          <a:stretch/>
        </p:blipFill>
        <p:spPr>
          <a:xfrm>
            <a:off x="7203537" y="1490561"/>
            <a:ext cx="1836927" cy="1645072"/>
          </a:xfrm>
          <a:prstGeom prst="rect">
            <a:avLst/>
          </a:prstGeom>
        </p:spPr>
      </p:pic>
      <p:pic>
        <p:nvPicPr>
          <p:cNvPr id="22" name="図 21" descr="グラフ, レーダー チャー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63298B2C-B843-56B0-D459-8C449DA02A2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04" t="16014" r="22450" b="14234"/>
          <a:stretch/>
        </p:blipFill>
        <p:spPr>
          <a:xfrm>
            <a:off x="5571986" y="3689166"/>
            <a:ext cx="1936895" cy="1678273"/>
          </a:xfrm>
          <a:prstGeom prst="rect">
            <a:avLst/>
          </a:prstGeom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53072D86-D63E-6996-1B48-F751A32C5570}"/>
              </a:ext>
            </a:extLst>
          </p:cNvPr>
          <p:cNvSpPr txBox="1"/>
          <p:nvPr/>
        </p:nvSpPr>
        <p:spPr>
          <a:xfrm>
            <a:off x="1331399" y="2844671"/>
            <a:ext cx="256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①</a:t>
            </a:r>
            <a:endParaRPr kumimoji="1" lang="ja-JP" altLang="en-US" sz="120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FC0D726C-2967-65AE-6EC2-59E830A5FFE8}"/>
              </a:ext>
            </a:extLst>
          </p:cNvPr>
          <p:cNvSpPr txBox="1"/>
          <p:nvPr/>
        </p:nvSpPr>
        <p:spPr>
          <a:xfrm>
            <a:off x="1702659" y="2844671"/>
            <a:ext cx="256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/>
              <a:t>②</a:t>
            </a:r>
            <a:endParaRPr kumimoji="1" lang="ja-JP" altLang="en-US" sz="120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E80F2AC-58FC-5D45-6543-2DE84B194532}"/>
              </a:ext>
            </a:extLst>
          </p:cNvPr>
          <p:cNvSpPr txBox="1"/>
          <p:nvPr/>
        </p:nvSpPr>
        <p:spPr>
          <a:xfrm>
            <a:off x="1874538" y="2844671"/>
            <a:ext cx="256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/>
              <a:t>③</a:t>
            </a:r>
            <a:endParaRPr kumimoji="1" lang="ja-JP" altLang="en-US" sz="120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67C5301D-D0BF-0DC8-61BF-355A2910CC67}"/>
              </a:ext>
            </a:extLst>
          </p:cNvPr>
          <p:cNvSpPr txBox="1"/>
          <p:nvPr/>
        </p:nvSpPr>
        <p:spPr>
          <a:xfrm>
            <a:off x="2046418" y="2844671"/>
            <a:ext cx="256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/>
              <a:t>④</a:t>
            </a:r>
            <a:endParaRPr kumimoji="1" lang="ja-JP" altLang="en-US" sz="120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DBFA8A61-126D-883F-4C82-63E5A10348BC}"/>
              </a:ext>
            </a:extLst>
          </p:cNvPr>
          <p:cNvSpPr txBox="1"/>
          <p:nvPr/>
        </p:nvSpPr>
        <p:spPr>
          <a:xfrm>
            <a:off x="2335176" y="2844671"/>
            <a:ext cx="256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/>
              <a:t>⑤</a:t>
            </a:r>
            <a:endParaRPr kumimoji="1" lang="ja-JP" altLang="en-US" sz="120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6C4F20BA-EB4A-BA36-4D0D-29A9E0248FBF}"/>
              </a:ext>
            </a:extLst>
          </p:cNvPr>
          <p:cNvSpPr txBox="1"/>
          <p:nvPr/>
        </p:nvSpPr>
        <p:spPr>
          <a:xfrm>
            <a:off x="5114409" y="1160226"/>
            <a:ext cx="14260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①</a:t>
            </a:r>
            <a:r>
              <a:rPr kumimoji="1" lang="ja-JP" altLang="en-US" sz="1200"/>
              <a:t>：原子数</a:t>
            </a:r>
            <a:r>
              <a:rPr kumimoji="1" lang="en-US" altLang="ja-JP" sz="1200" dirty="0"/>
              <a:t>17</a:t>
            </a:r>
            <a:endParaRPr kumimoji="1" lang="ja-JP" altLang="en-US" sz="120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AE481680-C42C-5504-492D-014437C8AECE}"/>
              </a:ext>
            </a:extLst>
          </p:cNvPr>
          <p:cNvSpPr txBox="1"/>
          <p:nvPr/>
        </p:nvSpPr>
        <p:spPr>
          <a:xfrm>
            <a:off x="7258607" y="1158648"/>
            <a:ext cx="15463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/>
              <a:t>②</a:t>
            </a:r>
            <a:r>
              <a:rPr lang="ja-JP" altLang="en-US" sz="1200"/>
              <a:t>：原子数</a:t>
            </a:r>
            <a:r>
              <a:rPr lang="en-US" altLang="ja-JP" sz="1200" dirty="0"/>
              <a:t>15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71D412D9-5DDA-9652-3136-2CFA019ED0BE}"/>
              </a:ext>
            </a:extLst>
          </p:cNvPr>
          <p:cNvSpPr txBox="1"/>
          <p:nvPr/>
        </p:nvSpPr>
        <p:spPr>
          <a:xfrm>
            <a:off x="9822636" y="1158648"/>
            <a:ext cx="15578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/>
              <a:t>③</a:t>
            </a:r>
            <a:r>
              <a:rPr lang="ja-JP" altLang="en-US" sz="1200"/>
              <a:t>：原子数</a:t>
            </a:r>
            <a:r>
              <a:rPr lang="en-US" altLang="ja-JP" sz="1200" dirty="0"/>
              <a:t>14</a:t>
            </a:r>
            <a:endParaRPr kumimoji="1" lang="ja-JP" altLang="en-US" sz="120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6169713-B7E6-B488-1288-F8AC26F84A94}"/>
              </a:ext>
            </a:extLst>
          </p:cNvPr>
          <p:cNvSpPr txBox="1"/>
          <p:nvPr/>
        </p:nvSpPr>
        <p:spPr>
          <a:xfrm>
            <a:off x="5765946" y="3439471"/>
            <a:ext cx="14926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/>
              <a:t>④</a:t>
            </a:r>
            <a:r>
              <a:rPr lang="ja-JP" altLang="en-US" sz="1200"/>
              <a:t>：原子数</a:t>
            </a:r>
            <a:r>
              <a:rPr lang="en-US" altLang="ja-JP" sz="1200" dirty="0"/>
              <a:t>13</a:t>
            </a:r>
            <a:endParaRPr kumimoji="1" lang="ja-JP" altLang="en-US" sz="120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30BDAF18-5B89-3FE3-471B-9B320DD81B65}"/>
              </a:ext>
            </a:extLst>
          </p:cNvPr>
          <p:cNvSpPr txBox="1"/>
          <p:nvPr/>
        </p:nvSpPr>
        <p:spPr>
          <a:xfrm>
            <a:off x="8484604" y="3439470"/>
            <a:ext cx="15761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/>
              <a:t>⑤</a:t>
            </a:r>
            <a:r>
              <a:rPr lang="ja-JP" altLang="en-US" sz="1200"/>
              <a:t>：原子数</a:t>
            </a:r>
            <a:r>
              <a:rPr lang="en-US" altLang="ja-JP" sz="1200" dirty="0"/>
              <a:t>11</a:t>
            </a:r>
            <a:endParaRPr kumimoji="1" lang="ja-JP" altLang="en-US" sz="120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8C395F95-FA16-93BF-F435-AB6AFA1089B1}"/>
              </a:ext>
            </a:extLst>
          </p:cNvPr>
          <p:cNvSpPr txBox="1"/>
          <p:nvPr/>
        </p:nvSpPr>
        <p:spPr>
          <a:xfrm>
            <a:off x="512524" y="5724065"/>
            <a:ext cx="11116463" cy="87479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63500">
            <a:solidFill>
              <a:schemeClr val="accent1">
                <a:alpha val="97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ts val="3100"/>
              </a:lnSpc>
            </a:pPr>
            <a:r>
              <a:rPr kumimoji="1" lang="ja-JP" altLang="en-US" sz="2400" dirty="0"/>
              <a:t>・</a:t>
            </a:r>
            <a:r>
              <a:rPr kumimoji="1" lang="en-US" altLang="ja-JP" sz="2400" dirty="0"/>
              <a:t>Birth</a:t>
            </a:r>
            <a:r>
              <a:rPr kumimoji="1" lang="ja-JP" altLang="en-US" sz="2400" dirty="0"/>
              <a:t>の増加に従って構成する原子数</a:t>
            </a:r>
            <a:r>
              <a:rPr kumimoji="1" lang="ja-JP" altLang="en-US" sz="2400"/>
              <a:t>が減少した</a:t>
            </a:r>
            <a:r>
              <a:rPr kumimoji="1" lang="ja-JP" altLang="en-US" sz="2400" dirty="0"/>
              <a:t>。</a:t>
            </a:r>
            <a:endParaRPr kumimoji="1" lang="en-US" altLang="ja-JP" sz="2400" dirty="0"/>
          </a:p>
          <a:p>
            <a:pPr algn="just">
              <a:lnSpc>
                <a:spcPts val="3100"/>
              </a:lnSpc>
            </a:pPr>
            <a:r>
              <a:rPr kumimoji="1" lang="ja-JP" altLang="en-US" sz="2400" dirty="0"/>
              <a:t>・プロットが集中する部分に存在するクラスターは不完全な形状であった。</a:t>
            </a:r>
            <a:endParaRPr kumimoji="1" lang="en-US" altLang="ja-JP" sz="2400" dirty="0"/>
          </a:p>
        </p:txBody>
      </p:sp>
      <p:pic>
        <p:nvPicPr>
          <p:cNvPr id="36" name="図 35" descr="グラフ, レーダー チャー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99A04342-262E-AFD0-F35F-17905F1EAF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045" b="88100"/>
          <a:stretch/>
        </p:blipFill>
        <p:spPr>
          <a:xfrm>
            <a:off x="10485427" y="4069321"/>
            <a:ext cx="1143560" cy="1022197"/>
          </a:xfrm>
          <a:prstGeom prst="rect">
            <a:avLst/>
          </a:prstGeom>
        </p:spPr>
      </p:pic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F7F71FA0-2CC8-2945-C5A1-67FFA64AB6CC}"/>
              </a:ext>
            </a:extLst>
          </p:cNvPr>
          <p:cNvSpPr txBox="1"/>
          <p:nvPr/>
        </p:nvSpPr>
        <p:spPr>
          <a:xfrm>
            <a:off x="382763" y="1924562"/>
            <a:ext cx="40789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b="1" dirty="0" err="1"/>
              <a:t>Sm</a:t>
            </a:r>
            <a:r>
              <a:rPr lang="ja-JP" altLang="en-US" sz="1600" b="1"/>
              <a:t>中心</a:t>
            </a:r>
            <a:r>
              <a:rPr lang="en-US" altLang="ja-JP" sz="1600" b="1" dirty="0"/>
              <a:t> 1.0×10</a:t>
            </a:r>
            <a:r>
              <a:rPr lang="en-US" altLang="ja-JP" sz="1600" b="1" baseline="30000" dirty="0"/>
              <a:t>12</a:t>
            </a:r>
            <a:r>
              <a:rPr lang="en-US" altLang="ja-JP" sz="1600" b="1" dirty="0"/>
              <a:t>k/s</a:t>
            </a:r>
            <a:endParaRPr kumimoji="1" lang="ja-JP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501641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46F991-9072-099E-9233-EC1330CF1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1531"/>
            <a:ext cx="10515600" cy="1181866"/>
          </a:xfrm>
        </p:spPr>
        <p:txBody>
          <a:bodyPr/>
          <a:lstStyle/>
          <a:p>
            <a:r>
              <a:rPr kumimoji="1" lang="ja-JP" altLang="en-US" b="1" dirty="0"/>
              <a:t>結言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D038EFEA-7916-AC8C-ACDD-4EAA260966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5516" y="1150335"/>
                <a:ext cx="11160967" cy="5518013"/>
              </a:xfrm>
              <a:solidFill>
                <a:schemeClr val="accent2">
                  <a:lumMod val="60000"/>
                  <a:lumOff val="40000"/>
                </a:schemeClr>
              </a:solidFill>
            </p:spPr>
            <p:txBody>
              <a:bodyPr>
                <a:noAutofit/>
              </a:bodyPr>
              <a:lstStyle/>
              <a:p>
                <a:pPr marL="0" indent="0" algn="just">
                  <a:lnSpc>
                    <a:spcPts val="3200"/>
                  </a:lnSpc>
                  <a:buNone/>
                </a:pPr>
                <a:r>
                  <a:rPr lang="ja-JP" altLang="en-US" sz="2400" b="1" dirty="0"/>
                  <a:t>・分子動力学シミュレーションで</a:t>
                </a:r>
                <a:r>
                  <a:rPr kumimoji="1" lang="en-US" altLang="ja-JP" sz="2400" b="1" dirty="0"/>
                  <a:t>Al</a:t>
                </a:r>
                <a:r>
                  <a:rPr kumimoji="1" lang="en-US" altLang="ja-JP" sz="2400" b="1" baseline="-25000" dirty="0"/>
                  <a:t>90</a:t>
                </a:r>
                <a:r>
                  <a:rPr kumimoji="1" lang="en-US" altLang="ja-JP" sz="2400" b="1" dirty="0"/>
                  <a:t>Sm</a:t>
                </a:r>
                <a:r>
                  <a:rPr kumimoji="1" lang="en-US" altLang="ja-JP" sz="2400" b="1" baseline="-25000" dirty="0"/>
                  <a:t>10</a:t>
                </a:r>
                <a:r>
                  <a:rPr kumimoji="1" lang="ja-JP" altLang="en-US" sz="2400" b="1" dirty="0"/>
                  <a:t>モデルを作成し、構造因子、</a:t>
                </a:r>
                <a:r>
                  <a:rPr kumimoji="1" lang="en-US" altLang="ja-JP" sz="2400" b="1" dirty="0"/>
                  <a:t>2</a:t>
                </a:r>
                <a:r>
                  <a:rPr kumimoji="1" lang="ja-JP" altLang="en-US" sz="2400" b="1" dirty="0"/>
                  <a:t>体分布関数を求め、過去研究事例</a:t>
                </a:r>
                <a:r>
                  <a:rPr kumimoji="1" lang="ja-JP" altLang="en-US" sz="2400" b="1"/>
                  <a:t>の実験値と</a:t>
                </a:r>
                <a:r>
                  <a:rPr kumimoji="1" lang="ja-JP" altLang="en-US" sz="2400" b="1" dirty="0"/>
                  <a:t>比較した。</a:t>
                </a:r>
                <a:endParaRPr lang="en-US" altLang="ja-JP" sz="2400" b="1" dirty="0"/>
              </a:p>
              <a:p>
                <a:pPr marL="0" indent="0" algn="just">
                  <a:lnSpc>
                    <a:spcPts val="3200"/>
                  </a:lnSpc>
                  <a:buNone/>
                </a:pPr>
                <a:r>
                  <a:rPr kumimoji="1" lang="ja-JP" altLang="en-US" sz="2400" b="1" dirty="0"/>
                  <a:t>・本実験では、構造モデル全体のクラスター分布を観察するためにパーシステントホモロジー解析ではなく、クラスターホモロジー解析を採用した。</a:t>
                </a:r>
                <a:endParaRPr kumimoji="1" lang="en-US" altLang="ja-JP" sz="2400" b="1" dirty="0"/>
              </a:p>
              <a:p>
                <a:pPr marL="0" indent="0" algn="just">
                  <a:lnSpc>
                    <a:spcPts val="3200"/>
                  </a:lnSpc>
                  <a:buNone/>
                </a:pPr>
                <a:r>
                  <a:rPr kumimoji="1" lang="ja-JP" altLang="en-US" sz="2400" b="1" dirty="0"/>
                  <a:t>・ボロノイ多面体解析において、</a:t>
                </a:r>
                <a:r>
                  <a:rPr kumimoji="1" lang="en-US" altLang="ja-JP" sz="2400" b="1" dirty="0"/>
                  <a:t>Al</a:t>
                </a:r>
                <a:r>
                  <a:rPr kumimoji="1" lang="ja-JP" altLang="en-US" sz="2400" b="1" dirty="0"/>
                  <a:t>中心のボロノイ指数は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ja-JP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ja-JP" sz="24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ja-JP" sz="24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ja-JP" sz="24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ja-JP" sz="2400" b="1" i="1" smtClean="0">
                            <a:latin typeface="Cambria Math" panose="02040503050406030204" pitchFamily="18" charset="0"/>
                          </a:rPr>
                          <m:t>𝟏𝟐</m:t>
                        </m:r>
                        <m:r>
                          <a:rPr lang="en-US" altLang="ja-JP" sz="24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ja-JP" sz="24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</m:oMath>
                </a14:m>
                <a:r>
                  <a:rPr kumimoji="1" lang="ja-JP" altLang="en-US" sz="2400" b="1" dirty="0"/>
                  <a:t>、</a:t>
                </a:r>
                <a:r>
                  <a:rPr kumimoji="1" lang="en-US" altLang="ja-JP" sz="2400" b="1" dirty="0" err="1"/>
                  <a:t>Sm</a:t>
                </a:r>
                <a:r>
                  <a:rPr kumimoji="1" lang="ja-JP" altLang="en-US" sz="2400" b="1" dirty="0"/>
                  <a:t>中心の場合は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ja-JP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1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ja-JP" sz="24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ja-JP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ja-JP" sz="24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ja-JP" sz="2400" b="1" i="1" smtClean="0">
                            <a:latin typeface="Cambria Math" panose="02040503050406030204" pitchFamily="18" charset="0"/>
                          </a:rPr>
                          <m:t>𝟏𝟎</m:t>
                        </m:r>
                        <m:r>
                          <a:rPr lang="en-US" altLang="ja-JP" sz="24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ja-JP" sz="24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</m:d>
                  </m:oMath>
                </a14:m>
                <a:r>
                  <a:rPr kumimoji="1" lang="ja-JP" altLang="en-US" sz="2400" b="1" dirty="0"/>
                  <a:t>がそれぞれ支配的であり、冷却速度を遅くすることでこの傾向はより顕著な結果を示した。ただし、</a:t>
                </a:r>
                <a:r>
                  <a:rPr kumimoji="1" lang="en-US" altLang="ja-JP" sz="2400" b="1" dirty="0" err="1"/>
                  <a:t>Sm</a:t>
                </a:r>
                <a:r>
                  <a:rPr kumimoji="1" lang="ja-JP" altLang="en-US" sz="2400" b="1" dirty="0"/>
                  <a:t>中心の多面体の種類は</a:t>
                </a:r>
                <a:r>
                  <a:rPr kumimoji="1" lang="en-US" altLang="ja-JP" sz="2400" b="1" dirty="0"/>
                  <a:t>400</a:t>
                </a:r>
                <a:r>
                  <a:rPr kumimoji="1" lang="ja-JP" altLang="en-US" sz="2400" b="1" dirty="0"/>
                  <a:t>程度あり、全体を把握することは難しかった。</a:t>
                </a:r>
                <a:endParaRPr kumimoji="1" lang="en-US" altLang="ja-JP" sz="2400" b="1" dirty="0"/>
              </a:p>
              <a:p>
                <a:pPr marL="0" indent="0" algn="just">
                  <a:lnSpc>
                    <a:spcPts val="3200"/>
                  </a:lnSpc>
                  <a:buNone/>
                </a:pPr>
                <a:r>
                  <a:rPr lang="ja-JP" altLang="en-US" sz="2400" b="1" dirty="0"/>
                  <a:t>・</a:t>
                </a:r>
                <a:r>
                  <a:rPr lang="en-US" altLang="ja-JP" sz="2400" b="1" dirty="0" err="1"/>
                  <a:t>Sm</a:t>
                </a:r>
                <a:r>
                  <a:rPr lang="ja-JP" altLang="en-US" sz="2400" b="1" dirty="0"/>
                  <a:t>中心のクラスターホモロジー解析において、局所構造の全体の分布や形状が明らかとなった。ボロノイ解析では最頻であった球体的な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ja-JP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1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ja-JP" sz="24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ja-JP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ja-JP" sz="24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ja-JP" sz="2400" b="1" i="1" smtClean="0">
                            <a:latin typeface="Cambria Math" panose="02040503050406030204" pitchFamily="18" charset="0"/>
                          </a:rPr>
                          <m:t>𝟏𝟎</m:t>
                        </m:r>
                        <m:r>
                          <a:rPr lang="en-US" altLang="ja-JP" sz="24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ja-JP" sz="24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</m:d>
                  </m:oMath>
                </a14:m>
                <a:r>
                  <a:rPr kumimoji="1" lang="ja-JP" altLang="en-US" sz="2400" b="1" dirty="0"/>
                  <a:t>のクラスターはヒストグラムの中心に存在しておらず、球体ではない歪んだ形状をした他の配位数を持ったクラスターが</a:t>
                </a:r>
                <a:r>
                  <a:rPr kumimoji="1" lang="ja-JP" altLang="en-US" sz="2400" b="1"/>
                  <a:t>中心に集まっていた</a:t>
                </a:r>
                <a:r>
                  <a:rPr kumimoji="1" lang="ja-JP" altLang="en-US" sz="2400" b="1" dirty="0"/>
                  <a:t>。</a:t>
                </a:r>
              </a:p>
              <a:p>
                <a:pPr marL="0" indent="0" algn="just">
                  <a:buNone/>
                </a:pPr>
                <a:endParaRPr kumimoji="1" lang="ja-JP" altLang="en-US" sz="2400" b="1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D038EFEA-7916-AC8C-ACDD-4EAA260966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5516" y="1150335"/>
                <a:ext cx="11160967" cy="5518013"/>
              </a:xfrm>
              <a:blipFill>
                <a:blip r:embed="rId2"/>
                <a:stretch>
                  <a:fillRect l="-795" t="-459" r="-79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6015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14A79-47EF-E189-2399-BC4FFFAFD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C25D8B-BC2D-7C67-6FED-026501089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4289"/>
            <a:ext cx="11549271" cy="879792"/>
          </a:xfrm>
        </p:spPr>
        <p:txBody>
          <a:bodyPr>
            <a:normAutofit/>
          </a:bodyPr>
          <a:lstStyle/>
          <a:p>
            <a:r>
              <a:rPr lang="ja-JP" altLang="en-US" b="1"/>
              <a:t>参考資料</a:t>
            </a:r>
            <a:r>
              <a:rPr kumimoji="1" lang="ja-JP" altLang="en-US" b="1"/>
              <a:t>：</a:t>
            </a:r>
            <a:r>
              <a:rPr kumimoji="1" lang="en-US" altLang="ja-JP" b="1" dirty="0"/>
              <a:t>Al</a:t>
            </a:r>
            <a:r>
              <a:rPr kumimoji="1" lang="ja-JP" altLang="en-US" b="1"/>
              <a:t>中心クラスターホモロジー</a:t>
            </a:r>
            <a:r>
              <a:rPr lang="ja-JP" altLang="en-US" b="1"/>
              <a:t>解析</a:t>
            </a:r>
            <a:endParaRPr kumimoji="1" lang="ja-JP" altLang="en-US" b="1" baseline="300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10C8545-AA48-D305-7FC4-02BD5DCF3174}"/>
              </a:ext>
            </a:extLst>
          </p:cNvPr>
          <p:cNvSpPr txBox="1"/>
          <p:nvPr/>
        </p:nvSpPr>
        <p:spPr>
          <a:xfrm>
            <a:off x="187784" y="5577034"/>
            <a:ext cx="11816432" cy="12003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63500">
            <a:solidFill>
              <a:schemeClr val="accent1">
                <a:alpha val="97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ja-JP" altLang="en-US" sz="2400" b="1"/>
              <a:t>結果</a:t>
            </a:r>
          </a:p>
          <a:p>
            <a:pPr algn="just"/>
            <a:r>
              <a:rPr lang="ja-JP" altLang="en-US" sz="2400"/>
              <a:t>クラスターは</a:t>
            </a:r>
            <a:r>
              <a:rPr lang="en-US" altLang="ja-JP" sz="2400" dirty="0"/>
              <a:t>X</a:t>
            </a:r>
            <a:r>
              <a:rPr lang="ja-JP" altLang="en-US" sz="2400"/>
              <a:t>軸に間延びした位置に分散した</a:t>
            </a:r>
            <a:endParaRPr lang="en-US" altLang="ja-JP" sz="2400" dirty="0"/>
          </a:p>
          <a:p>
            <a:pPr algn="just"/>
            <a:r>
              <a:rPr lang="ja-JP" altLang="en-US" sz="2400"/>
              <a:t>冷却速度を遅くすることで、横軸</a:t>
            </a:r>
            <a:r>
              <a:rPr lang="en-US" altLang="ja-JP" sz="2400" dirty="0"/>
              <a:t>=5</a:t>
            </a:r>
            <a:r>
              <a:rPr lang="ja-JP" altLang="en-US" sz="2400"/>
              <a:t>付近にクラスターが集中した</a:t>
            </a:r>
            <a:endParaRPr kumimoji="1" lang="en-US" altLang="ja-JP" sz="2400" dirty="0"/>
          </a:p>
        </p:txBody>
      </p:sp>
      <p:pic>
        <p:nvPicPr>
          <p:cNvPr id="6" name="図 5" descr="グラフ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8BB24996-1360-0841-31C8-5BFE1A3D12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5375" y="1673162"/>
            <a:ext cx="4637590" cy="3710072"/>
          </a:xfrm>
          <a:prstGeom prst="rect">
            <a:avLst/>
          </a:prstGeom>
        </p:spPr>
      </p:pic>
      <p:pic>
        <p:nvPicPr>
          <p:cNvPr id="3" name="図 2" descr="グラフ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69BD19F6-F854-5E84-EAED-19264107B9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490" y="1673162"/>
            <a:ext cx="4637590" cy="3710071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FD6FC28-7B0A-638E-7EF3-56A9AE0321EF}"/>
              </a:ext>
            </a:extLst>
          </p:cNvPr>
          <p:cNvSpPr txBox="1"/>
          <p:nvPr/>
        </p:nvSpPr>
        <p:spPr>
          <a:xfrm>
            <a:off x="1422304" y="1673162"/>
            <a:ext cx="40789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b="1" dirty="0"/>
              <a:t>Al</a:t>
            </a:r>
            <a:r>
              <a:rPr lang="ja-JP" altLang="en-US" sz="1600" b="1"/>
              <a:t>中心</a:t>
            </a:r>
            <a:r>
              <a:rPr lang="en-US" altLang="ja-JP" sz="1600" b="1" dirty="0"/>
              <a:t> 1.0×10</a:t>
            </a:r>
            <a:r>
              <a:rPr lang="en-US" altLang="ja-JP" sz="1600" b="1" baseline="30000" dirty="0"/>
              <a:t>13</a:t>
            </a:r>
            <a:r>
              <a:rPr lang="en-US" altLang="ja-JP" sz="1600" b="1" dirty="0"/>
              <a:t>k/s</a:t>
            </a:r>
            <a:endParaRPr kumimoji="1" lang="ja-JP" altLang="en-US" sz="1600" b="1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E35C971-E9FE-0617-8F24-3E14961D9440}"/>
              </a:ext>
            </a:extLst>
          </p:cNvPr>
          <p:cNvSpPr txBox="1"/>
          <p:nvPr/>
        </p:nvSpPr>
        <p:spPr>
          <a:xfrm>
            <a:off x="6607762" y="1673162"/>
            <a:ext cx="40789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b="1" dirty="0"/>
              <a:t>Al</a:t>
            </a:r>
            <a:r>
              <a:rPr lang="ja-JP" altLang="en-US" sz="1600" b="1"/>
              <a:t>中心</a:t>
            </a:r>
            <a:r>
              <a:rPr lang="en-US" altLang="ja-JP" sz="1600" b="1" dirty="0"/>
              <a:t> 1.0×10</a:t>
            </a:r>
            <a:r>
              <a:rPr lang="en-US" altLang="ja-JP" sz="1600" b="1" baseline="30000" dirty="0"/>
              <a:t>12</a:t>
            </a:r>
            <a:r>
              <a:rPr lang="en-US" altLang="ja-JP" sz="1600" b="1" dirty="0"/>
              <a:t>k/s</a:t>
            </a:r>
            <a:endParaRPr kumimoji="1" lang="ja-JP" altLang="en-US" sz="1600" b="1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80F6006-3FFD-22A4-9DD5-AA89C12E81D3}"/>
              </a:ext>
            </a:extLst>
          </p:cNvPr>
          <p:cNvSpPr txBox="1"/>
          <p:nvPr/>
        </p:nvSpPr>
        <p:spPr>
          <a:xfrm>
            <a:off x="922505" y="894587"/>
            <a:ext cx="101904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1600" b="1"/>
              <a:t>シミュレーションで得られたそれぞれの冷却速度におけるクラスターにホモロジー解析を行い、クラスターの座標を</a:t>
            </a:r>
            <a:r>
              <a:rPr kumimoji="1" lang="en-US" altLang="ja-JP" sz="1600" b="1" dirty="0"/>
              <a:t>2</a:t>
            </a:r>
            <a:r>
              <a:rPr kumimoji="1" lang="ja-JP" altLang="en-US" sz="1600" b="1"/>
              <a:t>次元ヒストグラムに図示した。</a:t>
            </a:r>
            <a:endParaRPr kumimoji="1" lang="ja-JP" altLang="en-US" sz="1600" b="1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E0CFEFD-7A8A-8A39-F547-4C9435C9B703}"/>
              </a:ext>
            </a:extLst>
          </p:cNvPr>
          <p:cNvSpPr txBox="1"/>
          <p:nvPr/>
        </p:nvSpPr>
        <p:spPr>
          <a:xfrm>
            <a:off x="8362675" y="4384620"/>
            <a:ext cx="21904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b="1"/>
              <a:t>横軸の分散＝</a:t>
            </a:r>
            <a:r>
              <a:rPr lang="en-US" altLang="ja-JP" sz="1200" b="1" dirty="0"/>
              <a:t>0.465</a:t>
            </a:r>
          </a:p>
          <a:p>
            <a:r>
              <a:rPr kumimoji="1" lang="ja-JP" altLang="en-US" sz="1200" b="1"/>
              <a:t>縦軸の分散</a:t>
            </a:r>
            <a:r>
              <a:rPr lang="ja-JP" altLang="en-US" sz="1200" b="1"/>
              <a:t>＝</a:t>
            </a:r>
            <a:r>
              <a:rPr kumimoji="1" lang="en-US" altLang="ja-JP" sz="1200" b="1" dirty="0"/>
              <a:t>0.130</a:t>
            </a:r>
            <a:endParaRPr kumimoji="1" lang="ja-JP" altLang="en-US" sz="1200" b="1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8241BC6-C843-3754-153B-84E2F89946DB}"/>
              </a:ext>
            </a:extLst>
          </p:cNvPr>
          <p:cNvSpPr txBox="1"/>
          <p:nvPr/>
        </p:nvSpPr>
        <p:spPr>
          <a:xfrm>
            <a:off x="3131108" y="4384620"/>
            <a:ext cx="21904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b="1"/>
              <a:t>横軸の分散＝</a:t>
            </a:r>
            <a:r>
              <a:rPr lang="en-US" altLang="ja-JP" sz="1200" b="1" dirty="0"/>
              <a:t>0.475</a:t>
            </a:r>
          </a:p>
          <a:p>
            <a:r>
              <a:rPr kumimoji="1" lang="ja-JP" altLang="en-US" sz="1200" b="1"/>
              <a:t>縦軸の分散</a:t>
            </a:r>
            <a:r>
              <a:rPr lang="ja-JP" altLang="en-US" sz="1200" b="1"/>
              <a:t>＝</a:t>
            </a:r>
            <a:r>
              <a:rPr kumimoji="1" lang="en-US" altLang="ja-JP" sz="1200" b="1" dirty="0"/>
              <a:t>0.128</a:t>
            </a:r>
            <a:endParaRPr kumimoji="1" lang="ja-JP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874041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2F7C2-BEFF-E915-09F8-8D49FEC92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156982-F399-A1A5-34BB-B094B98F5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4289"/>
            <a:ext cx="11549271" cy="879792"/>
          </a:xfrm>
        </p:spPr>
        <p:txBody>
          <a:bodyPr>
            <a:noAutofit/>
          </a:bodyPr>
          <a:lstStyle/>
          <a:p>
            <a:r>
              <a:rPr lang="ja-JP" altLang="en-US" sz="3200" b="1"/>
              <a:t>参考資料</a:t>
            </a:r>
            <a:r>
              <a:rPr kumimoji="1" lang="ja-JP" altLang="en-US" sz="3200" b="1"/>
              <a:t>：</a:t>
            </a:r>
            <a:r>
              <a:rPr kumimoji="1" lang="en-US" altLang="ja-JP" sz="3200" b="1" dirty="0"/>
              <a:t>Al</a:t>
            </a:r>
            <a:r>
              <a:rPr kumimoji="1" lang="ja-JP" altLang="en-US" sz="3200" b="1"/>
              <a:t>中心クラスターホモロジー</a:t>
            </a:r>
            <a:r>
              <a:rPr lang="ja-JP" altLang="en-US" sz="3200" b="1"/>
              <a:t>解析描画</a:t>
            </a:r>
            <a:r>
              <a:rPr lang="en-US" altLang="ja-JP" sz="3200" b="1" dirty="0"/>
              <a:t>1.0×10</a:t>
            </a:r>
            <a:r>
              <a:rPr lang="en-US" altLang="ja-JP" sz="3200" b="1" baseline="30000" dirty="0"/>
              <a:t>12</a:t>
            </a:r>
            <a:endParaRPr kumimoji="1" lang="ja-JP" altLang="en-US" sz="3200" b="1" baseline="30000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7B4C90A2-7E8C-EC41-0CD3-61A0478B7777}"/>
              </a:ext>
            </a:extLst>
          </p:cNvPr>
          <p:cNvSpPr txBox="1"/>
          <p:nvPr/>
        </p:nvSpPr>
        <p:spPr>
          <a:xfrm>
            <a:off x="6179238" y="5647463"/>
            <a:ext cx="4407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b="1"/>
              <a:t>左上</a:t>
            </a:r>
            <a:r>
              <a:rPr kumimoji="1" lang="en-US" altLang="ja-JP" sz="1600" b="1" dirty="0"/>
              <a:t>:</a:t>
            </a:r>
            <a:r>
              <a:rPr lang="ja-JP" altLang="en-US" sz="1600" b="1"/>
              <a:t>横軸の最小値</a:t>
            </a:r>
            <a:r>
              <a:rPr kumimoji="1" lang="ja-JP" altLang="en-US" sz="1600" b="1"/>
              <a:t>、右上：</a:t>
            </a:r>
            <a:r>
              <a:rPr lang="ja-JP" altLang="en-US" sz="1600" b="1"/>
              <a:t>横軸の中央値</a:t>
            </a:r>
            <a:endParaRPr kumimoji="1" lang="en-US" altLang="ja-JP" sz="1600" b="1" dirty="0"/>
          </a:p>
          <a:p>
            <a:r>
              <a:rPr kumimoji="1" lang="ja-JP" altLang="en-US" sz="1600" b="1"/>
              <a:t>左下：横軸の</a:t>
            </a:r>
            <a:r>
              <a:rPr lang="ja-JP" altLang="en-US" sz="1600" b="1"/>
              <a:t>最大値</a:t>
            </a:r>
            <a:endParaRPr kumimoji="1" lang="ja-JP" altLang="en-US" sz="1600" b="1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4FFCE522-2729-533F-9744-4C49390E6C75}"/>
              </a:ext>
            </a:extLst>
          </p:cNvPr>
          <p:cNvSpPr txBox="1"/>
          <p:nvPr/>
        </p:nvSpPr>
        <p:spPr>
          <a:xfrm>
            <a:off x="803040" y="894081"/>
            <a:ext cx="40789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b="1"/>
              <a:t>縦軸</a:t>
            </a:r>
            <a:r>
              <a:rPr kumimoji="1" lang="en-US" altLang="ja-JP" sz="1600" b="1" dirty="0"/>
              <a:t>=7.5</a:t>
            </a:r>
            <a:r>
              <a:rPr lang="ja-JP" altLang="en-US" sz="1600" b="1"/>
              <a:t>で逆解析を行なった</a:t>
            </a:r>
            <a:endParaRPr lang="en-US" altLang="ja-JP" sz="1600" b="1" dirty="0"/>
          </a:p>
        </p:txBody>
      </p:sp>
      <p:pic>
        <p:nvPicPr>
          <p:cNvPr id="4" name="図 3" descr="グラフ, 折れ線グラフ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7E4E3815-03B5-10F7-7A0E-C2540DB689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306" y="1614590"/>
            <a:ext cx="5166515" cy="4133212"/>
          </a:xfrm>
          <a:prstGeom prst="rect">
            <a:avLst/>
          </a:prstGeom>
        </p:spPr>
      </p:pic>
      <p:pic>
        <p:nvPicPr>
          <p:cNvPr id="6" name="図 5" descr="グラフ, レーダー チャー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640238D3-E55C-9C30-44A1-DA2EEF373F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1315" y="1105172"/>
            <a:ext cx="3219730" cy="2165599"/>
          </a:xfrm>
          <a:prstGeom prst="rect">
            <a:avLst/>
          </a:prstGeom>
        </p:spPr>
      </p:pic>
      <p:pic>
        <p:nvPicPr>
          <p:cNvPr id="8" name="図 7" descr="グラフ, 折れ線グラフ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675FA777-3C9F-83C1-9A78-297064F232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3138" y="1105172"/>
            <a:ext cx="3097947" cy="2086546"/>
          </a:xfrm>
          <a:prstGeom prst="rect">
            <a:avLst/>
          </a:prstGeom>
        </p:spPr>
      </p:pic>
      <p:pic>
        <p:nvPicPr>
          <p:cNvPr id="10" name="図 9" descr="グラフ, レーダー チャー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D86DC413-0C76-FE5A-F95F-8AC1D274D0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081" y="3349826"/>
            <a:ext cx="3102197" cy="2086546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B1559B2-C08A-AEA0-9492-4D0D6F066CAA}"/>
              </a:ext>
            </a:extLst>
          </p:cNvPr>
          <p:cNvSpPr txBox="1"/>
          <p:nvPr/>
        </p:nvSpPr>
        <p:spPr>
          <a:xfrm>
            <a:off x="423706" y="1710685"/>
            <a:ext cx="40789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b="1" dirty="0"/>
              <a:t>Al</a:t>
            </a:r>
            <a:r>
              <a:rPr lang="ja-JP" altLang="en-US" sz="1600" b="1"/>
              <a:t>中心</a:t>
            </a:r>
            <a:r>
              <a:rPr lang="en-US" altLang="ja-JP" sz="1600" b="1" dirty="0"/>
              <a:t> 1.0×10</a:t>
            </a:r>
            <a:r>
              <a:rPr lang="en-US" altLang="ja-JP" sz="1600" b="1" baseline="30000" dirty="0"/>
              <a:t>12</a:t>
            </a:r>
            <a:r>
              <a:rPr lang="en-US" altLang="ja-JP" sz="1600" b="1" dirty="0"/>
              <a:t>k/s</a:t>
            </a:r>
            <a:endParaRPr kumimoji="1" lang="ja-JP" altLang="en-US" sz="1600" b="1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76E8367-B15D-9DD1-663A-85C764330BBA}"/>
              </a:ext>
            </a:extLst>
          </p:cNvPr>
          <p:cNvSpPr txBox="1"/>
          <p:nvPr/>
        </p:nvSpPr>
        <p:spPr>
          <a:xfrm>
            <a:off x="2122988" y="4653050"/>
            <a:ext cx="21214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600" b="1"/>
              <a:t>横軸の分散＝</a:t>
            </a:r>
            <a:r>
              <a:rPr lang="en-US" altLang="ja-JP" sz="1600" b="1" dirty="0"/>
              <a:t>0.465</a:t>
            </a:r>
          </a:p>
          <a:p>
            <a:r>
              <a:rPr kumimoji="1" lang="ja-JP" altLang="en-US" sz="1600" b="1"/>
              <a:t>縦軸の分散</a:t>
            </a:r>
            <a:r>
              <a:rPr kumimoji="1" lang="en-US" altLang="ja-JP" sz="1600" b="1" dirty="0"/>
              <a:t>=0.130</a:t>
            </a:r>
            <a:endParaRPr kumimoji="1" lang="ja-JP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287857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18117</TotalTime>
  <Words>1470</Words>
  <Application>Microsoft Macintosh PowerPoint</Application>
  <PresentationFormat>ワイド画面</PresentationFormat>
  <Paragraphs>172</Paragraphs>
  <Slides>13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20" baseType="lpstr">
      <vt:lpstr>游ゴシック</vt:lpstr>
      <vt:lpstr>游ゴシック Light</vt:lpstr>
      <vt:lpstr>Arial</vt:lpstr>
      <vt:lpstr>Cambria Math</vt:lpstr>
      <vt:lpstr>Times New Roman</vt:lpstr>
      <vt:lpstr>Wingdings</vt:lpstr>
      <vt:lpstr>Office テーマ</vt:lpstr>
      <vt:lpstr>Al90Sm10金属ガラスにおける トポロジー的短距離秩序構造</vt:lpstr>
      <vt:lpstr>研究の概要</vt:lpstr>
      <vt:lpstr>背景と目的</vt:lpstr>
      <vt:lpstr>研究方法</vt:lpstr>
      <vt:lpstr>解析方法</vt:lpstr>
      <vt:lpstr>計算結果：構造因子</vt:lpstr>
      <vt:lpstr>計算結果：二体分布関数</vt:lpstr>
      <vt:lpstr>計算結果：ボロノイ多面体解析</vt:lpstr>
      <vt:lpstr>計算結果：Sm中心クラスターホモロジー解析</vt:lpstr>
      <vt:lpstr>計算結果:Sm中心クラスターホモロジー解析1.0×1012</vt:lpstr>
      <vt:lpstr>結言</vt:lpstr>
      <vt:lpstr>参考資料：Al中心クラスターホモロジー解析</vt:lpstr>
      <vt:lpstr>参考資料：Al中心クラスターホモロジー解析描画1.0×1012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アモルファス構造モデルの一意性の検討</dc:title>
  <dc:creator>窪田穂高</dc:creator>
  <cp:lastModifiedBy>shion_4649</cp:lastModifiedBy>
  <cp:revision>244</cp:revision>
  <cp:lastPrinted>2025-02-05T13:56:23Z</cp:lastPrinted>
  <dcterms:created xsi:type="dcterms:W3CDTF">2023-07-09T14:25:05Z</dcterms:created>
  <dcterms:modified xsi:type="dcterms:W3CDTF">2025-02-06T03:27:46Z</dcterms:modified>
</cp:coreProperties>
</file>