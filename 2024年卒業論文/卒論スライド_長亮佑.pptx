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6.xml" ContentType="application/vnd.openxmlformats-officedocument.themeOverride+xml"/>
  <Override PartName="/ppt/notesSlides/notesSlide4.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7.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87" r:id="rId3"/>
    <p:sldId id="282" r:id="rId4"/>
    <p:sldId id="283" r:id="rId5"/>
    <p:sldId id="258" r:id="rId6"/>
    <p:sldId id="284" r:id="rId7"/>
    <p:sldId id="285" r:id="rId8"/>
    <p:sldId id="278" r:id="rId9"/>
    <p:sldId id="276" r:id="rId10"/>
    <p:sldId id="286" r:id="rId11"/>
    <p:sldId id="261"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150" autoAdjust="0"/>
    <p:restoredTop sz="93408" autoAdjust="0"/>
  </p:normalViewPr>
  <p:slideViewPr>
    <p:cSldViewPr snapToGrid="0">
      <p:cViewPr varScale="1">
        <p:scale>
          <a:sx n="79" d="100"/>
          <a:sy n="79" d="100"/>
        </p:scale>
        <p:origin x="108" y="5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Volumes\NO%20NAME\10%5e12&#12463;&#12441;&#12521;&#12501;&#23436;&#25104;&#29256;.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Volumes\NO%20NAME\10%5e12&#12463;&#12441;&#12521;&#12501;&#23436;&#25104;&#29256;.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file:///\\Volumes\NO%20NAME\10%5e12&#12463;&#12441;&#12521;&#12501;&#23436;&#25104;&#29256;.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file:///\\Volumes\NO%20NAME\10%5e12&#12463;&#12441;&#12521;&#12501;&#23436;&#25104;&#29256;.xlsx" TargetMode="Externa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Volumes\NO%20NAME\10%5e12&#12463;&#12441;&#12521;&#12501;&#23436;&#25104;&#29256;.xlsx" TargetMode="Externa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file:///\\Volumes\NO%20NAME\10%5e12&#12463;&#12441;&#12521;&#12501;&#23436;&#25104;&#29256;.xlsx" TargetMode="External"/></Relationships>
</file>

<file path=ppt/charts/_rels/chart7.xml.rels><?xml version="1.0" encoding="UTF-8" standalone="yes"?>
<Relationships xmlns="http://schemas.openxmlformats.org/package/2006/relationships"><Relationship Id="rId3" Type="http://schemas.openxmlformats.org/officeDocument/2006/relationships/oleObject" Target="file:///\\Volumes\NO%20NAME\10%5e12.outpu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D:\10%5e12.outpu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433639545056869"/>
          <c:y val="3.0674227554767633E-2"/>
          <c:w val="0.81951474696114401"/>
          <c:h val="0.79577207212503853"/>
        </c:manualLayout>
      </c:layout>
      <c:scatterChart>
        <c:scatterStyle val="lineMarker"/>
        <c:varyColors val="0"/>
        <c:ser>
          <c:idx val="4"/>
          <c:order val="0"/>
          <c:tx>
            <c:strRef>
              <c:f>'Si-Si'!$K$1</c:f>
              <c:strCache>
                <c:ptCount val="1"/>
                <c:pt idx="0">
                  <c:v>1500K</c:v>
                </c:pt>
              </c:strCache>
            </c:strRef>
          </c:tx>
          <c:spPr>
            <a:ln w="19050" cap="rnd">
              <a:solidFill>
                <a:srgbClr val="FFFF00"/>
              </a:solidFill>
              <a:round/>
            </a:ln>
            <a:effectLst/>
          </c:spPr>
          <c:marker>
            <c:symbol val="none"/>
          </c:marker>
          <c:xVal>
            <c:numRef>
              <c:f>'Si-Si'!$F$2:$F$101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'Si-Si'!$K$2:$K$101</c:f>
              <c:numCache>
                <c:formatCode>General</c:formatCode>
                <c:ptCount val="100"/>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4.0732672000000001</c:v>
                </c:pt>
                <c:pt idx="26">
                  <c:v>4.0226141999999996</c:v>
                </c:pt>
                <c:pt idx="27">
                  <c:v>4.0419992000000002</c:v>
                </c:pt>
                <c:pt idx="28">
                  <c:v>4.0586558999999998</c:v>
                </c:pt>
                <c:pt idx="29">
                  <c:v>4.0547469999999999</c:v>
                </c:pt>
                <c:pt idx="30">
                  <c:v>4.0853602999999996</c:v>
                </c:pt>
                <c:pt idx="31">
                  <c:v>4.0480162000000002</c:v>
                </c:pt>
                <c:pt idx="32">
                  <c:v>4.0902140999999999</c:v>
                </c:pt>
                <c:pt idx="33">
                  <c:v>4.2547269999999999</c:v>
                </c:pt>
                <c:pt idx="34">
                  <c:v>4.3869489999999995</c:v>
                </c:pt>
                <c:pt idx="35">
                  <c:v>4.5796910000000004</c:v>
                </c:pt>
                <c:pt idx="36">
                  <c:v>4.8702310000000004</c:v>
                </c:pt>
                <c:pt idx="37">
                  <c:v>5.1858399999999998</c:v>
                </c:pt>
                <c:pt idx="38">
                  <c:v>5.5964799999999997</c:v>
                </c:pt>
                <c:pt idx="39">
                  <c:v>5.8118699999999999</c:v>
                </c:pt>
                <c:pt idx="40">
                  <c:v>5.7234999999999996</c:v>
                </c:pt>
                <c:pt idx="41">
                  <c:v>5.9734300000000005</c:v>
                </c:pt>
                <c:pt idx="42">
                  <c:v>5.8552800000000005</c:v>
                </c:pt>
                <c:pt idx="43">
                  <c:v>5.7373899999999995</c:v>
                </c:pt>
                <c:pt idx="44">
                  <c:v>5.5799799999999999</c:v>
                </c:pt>
                <c:pt idx="45">
                  <c:v>5.6570599999999995</c:v>
                </c:pt>
                <c:pt idx="46">
                  <c:v>5.6012500000000003</c:v>
                </c:pt>
                <c:pt idx="47">
                  <c:v>5.6612400000000003</c:v>
                </c:pt>
                <c:pt idx="48">
                  <c:v>5.3706300000000002</c:v>
                </c:pt>
                <c:pt idx="49">
                  <c:v>5.2185899999999998</c:v>
                </c:pt>
                <c:pt idx="50">
                  <c:v>5.0400299999999998</c:v>
                </c:pt>
                <c:pt idx="51">
                  <c:v>4.7904419999999996</c:v>
                </c:pt>
                <c:pt idx="52">
                  <c:v>4.7548560000000002</c:v>
                </c:pt>
                <c:pt idx="53">
                  <c:v>4.7546460000000002</c:v>
                </c:pt>
                <c:pt idx="54">
                  <c:v>4.8074139999999996</c:v>
                </c:pt>
                <c:pt idx="55">
                  <c:v>4.6857699999999998</c:v>
                </c:pt>
                <c:pt idx="56">
                  <c:v>4.741314</c:v>
                </c:pt>
                <c:pt idx="57">
                  <c:v>4.8502590000000003</c:v>
                </c:pt>
                <c:pt idx="58">
                  <c:v>4.7518260000000003</c:v>
                </c:pt>
                <c:pt idx="59">
                  <c:v>4.7985470000000001</c:v>
                </c:pt>
                <c:pt idx="60">
                  <c:v>4.8114189999999999</c:v>
                </c:pt>
                <c:pt idx="61">
                  <c:v>4.7978439999999996</c:v>
                </c:pt>
                <c:pt idx="62">
                  <c:v>4.8700989999999997</c:v>
                </c:pt>
                <c:pt idx="63">
                  <c:v>4.9138099999999998</c:v>
                </c:pt>
                <c:pt idx="64">
                  <c:v>4.9964069999999996</c:v>
                </c:pt>
                <c:pt idx="65">
                  <c:v>5.0069400000000002</c:v>
                </c:pt>
                <c:pt idx="66">
                  <c:v>4.9517410000000002</c:v>
                </c:pt>
                <c:pt idx="67">
                  <c:v>4.9307220000000003</c:v>
                </c:pt>
                <c:pt idx="68">
                  <c:v>4.981598</c:v>
                </c:pt>
                <c:pt idx="69">
                  <c:v>5.0817899999999998</c:v>
                </c:pt>
                <c:pt idx="70">
                  <c:v>5.0225600000000004</c:v>
                </c:pt>
                <c:pt idx="71">
                  <c:v>5.04697</c:v>
                </c:pt>
                <c:pt idx="72">
                  <c:v>5.08779</c:v>
                </c:pt>
                <c:pt idx="73">
                  <c:v>4.9260909999999996</c:v>
                </c:pt>
                <c:pt idx="74">
                  <c:v>5.09598</c:v>
                </c:pt>
                <c:pt idx="75">
                  <c:v>5.0504300000000004</c:v>
                </c:pt>
                <c:pt idx="76">
                  <c:v>4.9498680000000004</c:v>
                </c:pt>
                <c:pt idx="77">
                  <c:v>4.965179</c:v>
                </c:pt>
                <c:pt idx="78">
                  <c:v>4.9742509999999998</c:v>
                </c:pt>
                <c:pt idx="79">
                  <c:v>4.9926159999999999</c:v>
                </c:pt>
                <c:pt idx="80">
                  <c:v>4.9852650000000001</c:v>
                </c:pt>
                <c:pt idx="81">
                  <c:v>4.9636269999999998</c:v>
                </c:pt>
                <c:pt idx="82">
                  <c:v>4.9824109999999999</c:v>
                </c:pt>
                <c:pt idx="83">
                  <c:v>5.0068599999999996</c:v>
                </c:pt>
                <c:pt idx="84">
                  <c:v>5.0499000000000001</c:v>
                </c:pt>
                <c:pt idx="85">
                  <c:v>5.1406299999999998</c:v>
                </c:pt>
                <c:pt idx="86">
                  <c:v>5.0103999999999997</c:v>
                </c:pt>
                <c:pt idx="87">
                  <c:v>5.0081800000000003</c:v>
                </c:pt>
                <c:pt idx="88">
                  <c:v>5.0747499999999999</c:v>
                </c:pt>
                <c:pt idx="89">
                  <c:v>5.1222500000000002</c:v>
                </c:pt>
                <c:pt idx="90">
                  <c:v>5.0452300000000001</c:v>
                </c:pt>
                <c:pt idx="91">
                  <c:v>5.0737300000000003</c:v>
                </c:pt>
                <c:pt idx="92">
                  <c:v>5.0376399999999997</c:v>
                </c:pt>
                <c:pt idx="93">
                  <c:v>5.0773399999999995</c:v>
                </c:pt>
                <c:pt idx="94">
                  <c:v>4.9550609999999997</c:v>
                </c:pt>
                <c:pt idx="95">
                  <c:v>4.9630279999999996</c:v>
                </c:pt>
                <c:pt idx="96">
                  <c:v>4.9755779999999996</c:v>
                </c:pt>
                <c:pt idx="97">
                  <c:v>4.9640219999999999</c:v>
                </c:pt>
                <c:pt idx="98">
                  <c:v>4.9969320000000002</c:v>
                </c:pt>
                <c:pt idx="99">
                  <c:v>4.9497210000000003</c:v>
                </c:pt>
              </c:numCache>
            </c:numRef>
          </c:yVal>
          <c:smooth val="0"/>
          <c:extLst>
            <c:ext xmlns:c16="http://schemas.microsoft.com/office/drawing/2014/chart" uri="{C3380CC4-5D6E-409C-BE32-E72D297353CC}">
              <c16:uniqueId val="{00000000-C9B8-B444-B17D-1FC0E20300D9}"/>
            </c:ext>
          </c:extLst>
        </c:ser>
        <c:ser>
          <c:idx val="0"/>
          <c:order val="1"/>
          <c:tx>
            <c:strRef>
              <c:f>'Si-Si'!$J$1</c:f>
              <c:strCache>
                <c:ptCount val="1"/>
                <c:pt idx="0">
                  <c:v>1200K</c:v>
                </c:pt>
              </c:strCache>
            </c:strRef>
          </c:tx>
          <c:spPr>
            <a:ln w="19050" cap="rnd">
              <a:solidFill>
                <a:srgbClr val="00B050"/>
              </a:solidFill>
              <a:round/>
            </a:ln>
            <a:effectLst/>
          </c:spPr>
          <c:marker>
            <c:symbol val="none"/>
          </c:marker>
          <c:xVal>
            <c:numRef>
              <c:f>'Si-Si'!$F$2:$F$101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'Si-Si'!$J$2:$J$101</c:f>
              <c:numCache>
                <c:formatCode>General</c:formatCode>
                <c:ptCount val="100"/>
                <c:pt idx="0">
                  <c:v>3</c:v>
                </c:pt>
                <c:pt idx="1">
                  <c:v>3</c:v>
                </c:pt>
                <c:pt idx="2">
                  <c:v>3</c:v>
                </c:pt>
                <c:pt idx="3">
                  <c:v>3</c:v>
                </c:pt>
                <c:pt idx="4">
                  <c:v>3</c:v>
                </c:pt>
                <c:pt idx="5">
                  <c:v>3</c:v>
                </c:pt>
                <c:pt idx="6">
                  <c:v>3</c:v>
                </c:pt>
                <c:pt idx="7">
                  <c:v>3</c:v>
                </c:pt>
                <c:pt idx="8">
                  <c:v>3</c:v>
                </c:pt>
                <c:pt idx="9">
                  <c:v>3</c:v>
                </c:pt>
                <c:pt idx="10">
                  <c:v>3</c:v>
                </c:pt>
                <c:pt idx="11">
                  <c:v>3</c:v>
                </c:pt>
                <c:pt idx="12">
                  <c:v>3</c:v>
                </c:pt>
                <c:pt idx="13">
                  <c:v>3</c:v>
                </c:pt>
                <c:pt idx="14">
                  <c:v>3</c:v>
                </c:pt>
                <c:pt idx="15">
                  <c:v>3</c:v>
                </c:pt>
                <c:pt idx="16">
                  <c:v>3</c:v>
                </c:pt>
                <c:pt idx="17">
                  <c:v>3</c:v>
                </c:pt>
                <c:pt idx="18">
                  <c:v>3</c:v>
                </c:pt>
                <c:pt idx="19">
                  <c:v>3</c:v>
                </c:pt>
                <c:pt idx="20">
                  <c:v>3</c:v>
                </c:pt>
                <c:pt idx="21">
                  <c:v>3</c:v>
                </c:pt>
                <c:pt idx="22">
                  <c:v>3</c:v>
                </c:pt>
                <c:pt idx="23">
                  <c:v>3</c:v>
                </c:pt>
                <c:pt idx="24">
                  <c:v>3</c:v>
                </c:pt>
                <c:pt idx="25">
                  <c:v>3</c:v>
                </c:pt>
                <c:pt idx="26">
                  <c:v>3</c:v>
                </c:pt>
                <c:pt idx="27">
                  <c:v>3</c:v>
                </c:pt>
                <c:pt idx="28">
                  <c:v>3</c:v>
                </c:pt>
                <c:pt idx="29">
                  <c:v>3</c:v>
                </c:pt>
                <c:pt idx="30">
                  <c:v>3.0166781</c:v>
                </c:pt>
                <c:pt idx="31">
                  <c:v>3.0469081999999998</c:v>
                </c:pt>
                <c:pt idx="32">
                  <c:v>3.0734436999999999</c:v>
                </c:pt>
                <c:pt idx="33">
                  <c:v>3.1105999999999998</c:v>
                </c:pt>
                <c:pt idx="34">
                  <c:v>3.3910550000000002</c:v>
                </c:pt>
                <c:pt idx="35">
                  <c:v>3.6278700000000002</c:v>
                </c:pt>
                <c:pt idx="36">
                  <c:v>3.7802739999999999</c:v>
                </c:pt>
                <c:pt idx="37">
                  <c:v>4.4563699999999997</c:v>
                </c:pt>
                <c:pt idx="38">
                  <c:v>4.6852499999999999</c:v>
                </c:pt>
                <c:pt idx="39">
                  <c:v>4.9689399999999999</c:v>
                </c:pt>
                <c:pt idx="40">
                  <c:v>4.8729199999999997</c:v>
                </c:pt>
                <c:pt idx="41">
                  <c:v>4.6576199999999996</c:v>
                </c:pt>
                <c:pt idx="42">
                  <c:v>4.7437500000000004</c:v>
                </c:pt>
                <c:pt idx="43">
                  <c:v>4.8448899999999995</c:v>
                </c:pt>
                <c:pt idx="44">
                  <c:v>4.5670299999999999</c:v>
                </c:pt>
                <c:pt idx="45">
                  <c:v>4.7237400000000003</c:v>
                </c:pt>
                <c:pt idx="46">
                  <c:v>4.6647600000000002</c:v>
                </c:pt>
                <c:pt idx="47">
                  <c:v>4.6504200000000004</c:v>
                </c:pt>
                <c:pt idx="48">
                  <c:v>4.4379499999999998</c:v>
                </c:pt>
                <c:pt idx="49">
                  <c:v>4.5134100000000004</c:v>
                </c:pt>
                <c:pt idx="50">
                  <c:v>4.0768699999999995</c:v>
                </c:pt>
                <c:pt idx="51">
                  <c:v>3.900903</c:v>
                </c:pt>
                <c:pt idx="52">
                  <c:v>3.698032</c:v>
                </c:pt>
                <c:pt idx="53">
                  <c:v>3.6992859999999999</c:v>
                </c:pt>
                <c:pt idx="54">
                  <c:v>3.6843080000000001</c:v>
                </c:pt>
                <c:pt idx="55">
                  <c:v>3.7102430000000002</c:v>
                </c:pt>
                <c:pt idx="56">
                  <c:v>3.661022</c:v>
                </c:pt>
                <c:pt idx="57">
                  <c:v>3.6570019999999999</c:v>
                </c:pt>
                <c:pt idx="58">
                  <c:v>3.743544</c:v>
                </c:pt>
                <c:pt idx="59">
                  <c:v>3.7143790000000001</c:v>
                </c:pt>
                <c:pt idx="60">
                  <c:v>3.8562799999999999</c:v>
                </c:pt>
                <c:pt idx="61">
                  <c:v>3.9230130000000001</c:v>
                </c:pt>
                <c:pt idx="62">
                  <c:v>3.8937140000000001</c:v>
                </c:pt>
                <c:pt idx="63">
                  <c:v>3.9696820000000002</c:v>
                </c:pt>
                <c:pt idx="64">
                  <c:v>3.9211999999999998</c:v>
                </c:pt>
                <c:pt idx="65">
                  <c:v>3.8824380000000001</c:v>
                </c:pt>
                <c:pt idx="66">
                  <c:v>3.891184</c:v>
                </c:pt>
                <c:pt idx="67">
                  <c:v>3.9364889999999999</c:v>
                </c:pt>
                <c:pt idx="68">
                  <c:v>4.0118499999999999</c:v>
                </c:pt>
                <c:pt idx="69">
                  <c:v>3.9957950000000002</c:v>
                </c:pt>
                <c:pt idx="70">
                  <c:v>4.0426700000000002</c:v>
                </c:pt>
                <c:pt idx="71">
                  <c:v>3.965147</c:v>
                </c:pt>
                <c:pt idx="72">
                  <c:v>3.9918399999999998</c:v>
                </c:pt>
                <c:pt idx="73">
                  <c:v>4.1086400000000003</c:v>
                </c:pt>
                <c:pt idx="74">
                  <c:v>4.0231700000000004</c:v>
                </c:pt>
                <c:pt idx="75">
                  <c:v>3.952693</c:v>
                </c:pt>
                <c:pt idx="76">
                  <c:v>4.0499099999999997</c:v>
                </c:pt>
                <c:pt idx="77">
                  <c:v>3.9403230000000002</c:v>
                </c:pt>
                <c:pt idx="78">
                  <c:v>3.9920559999999998</c:v>
                </c:pt>
                <c:pt idx="79">
                  <c:v>3.9549810000000001</c:v>
                </c:pt>
                <c:pt idx="80">
                  <c:v>3.9745010000000001</c:v>
                </c:pt>
                <c:pt idx="81">
                  <c:v>4.1633100000000001</c:v>
                </c:pt>
                <c:pt idx="82">
                  <c:v>3.9848179999999997</c:v>
                </c:pt>
                <c:pt idx="83">
                  <c:v>4.0437099999999999</c:v>
                </c:pt>
                <c:pt idx="84">
                  <c:v>4.0626100000000003</c:v>
                </c:pt>
                <c:pt idx="85">
                  <c:v>4.1546400000000006</c:v>
                </c:pt>
                <c:pt idx="86">
                  <c:v>4.1612799999999996</c:v>
                </c:pt>
                <c:pt idx="87">
                  <c:v>4.1956800000000003</c:v>
                </c:pt>
                <c:pt idx="88">
                  <c:v>4.0895700000000001</c:v>
                </c:pt>
                <c:pt idx="89">
                  <c:v>3.9685109999999999</c:v>
                </c:pt>
                <c:pt idx="90">
                  <c:v>4.1120400000000004</c:v>
                </c:pt>
                <c:pt idx="91">
                  <c:v>4.0155899999999995</c:v>
                </c:pt>
                <c:pt idx="92">
                  <c:v>4.0173300000000003</c:v>
                </c:pt>
                <c:pt idx="93">
                  <c:v>3.9885830000000002</c:v>
                </c:pt>
                <c:pt idx="94">
                  <c:v>3.9973079999999999</c:v>
                </c:pt>
                <c:pt idx="95">
                  <c:v>3.9561169999999999</c:v>
                </c:pt>
                <c:pt idx="96">
                  <c:v>3.9347370000000002</c:v>
                </c:pt>
                <c:pt idx="97">
                  <c:v>3.9205579999999998</c:v>
                </c:pt>
                <c:pt idx="98">
                  <c:v>3.932347</c:v>
                </c:pt>
                <c:pt idx="99">
                  <c:v>3.9011629999999999</c:v>
                </c:pt>
              </c:numCache>
            </c:numRef>
          </c:yVal>
          <c:smooth val="0"/>
          <c:extLst>
            <c:ext xmlns:c16="http://schemas.microsoft.com/office/drawing/2014/chart" uri="{C3380CC4-5D6E-409C-BE32-E72D297353CC}">
              <c16:uniqueId val="{00000001-C9B8-B444-B17D-1FC0E20300D9}"/>
            </c:ext>
          </c:extLst>
        </c:ser>
        <c:ser>
          <c:idx val="1"/>
          <c:order val="2"/>
          <c:tx>
            <c:strRef>
              <c:f>'Si-Si'!$I$1</c:f>
              <c:strCache>
                <c:ptCount val="1"/>
                <c:pt idx="0">
                  <c:v>900K</c:v>
                </c:pt>
              </c:strCache>
            </c:strRef>
          </c:tx>
          <c:spPr>
            <a:ln w="19050" cap="rnd">
              <a:solidFill>
                <a:srgbClr val="0070C0"/>
              </a:solidFill>
              <a:round/>
            </a:ln>
            <a:effectLst/>
          </c:spPr>
          <c:marker>
            <c:symbol val="none"/>
          </c:marker>
          <c:xVal>
            <c:numRef>
              <c:f>'Si-Si'!$F$2:$F$101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'Si-Si'!$I$2:$I$101</c:f>
              <c:numCache>
                <c:formatCode>General</c:formatCode>
                <c:ptCount val="100"/>
                <c:pt idx="0">
                  <c:v>2</c:v>
                </c:pt>
                <c:pt idx="1">
                  <c:v>2</c:v>
                </c:pt>
                <c:pt idx="2">
                  <c:v>2</c:v>
                </c:pt>
                <c:pt idx="3">
                  <c:v>2</c:v>
                </c:pt>
                <c:pt idx="4">
                  <c:v>2</c:v>
                </c:pt>
                <c:pt idx="5">
                  <c:v>2</c:v>
                </c:pt>
                <c:pt idx="6">
                  <c:v>2</c:v>
                </c:pt>
                <c:pt idx="7">
                  <c:v>2</c:v>
                </c:pt>
                <c:pt idx="8">
                  <c:v>2</c:v>
                </c:pt>
                <c:pt idx="9">
                  <c:v>2</c:v>
                </c:pt>
                <c:pt idx="10">
                  <c:v>2</c:v>
                </c:pt>
                <c:pt idx="11">
                  <c:v>2</c:v>
                </c:pt>
                <c:pt idx="12">
                  <c:v>2</c:v>
                </c:pt>
                <c:pt idx="13">
                  <c:v>2</c:v>
                </c:pt>
                <c:pt idx="14">
                  <c:v>2</c:v>
                </c:pt>
                <c:pt idx="15">
                  <c:v>2</c:v>
                </c:pt>
                <c:pt idx="16">
                  <c:v>2</c:v>
                </c:pt>
                <c:pt idx="17">
                  <c:v>2</c:v>
                </c:pt>
                <c:pt idx="18">
                  <c:v>2</c:v>
                </c:pt>
                <c:pt idx="19">
                  <c:v>2</c:v>
                </c:pt>
                <c:pt idx="20">
                  <c:v>2</c:v>
                </c:pt>
                <c:pt idx="21">
                  <c:v>2</c:v>
                </c:pt>
                <c:pt idx="22">
                  <c:v>2</c:v>
                </c:pt>
                <c:pt idx="23">
                  <c:v>2</c:v>
                </c:pt>
                <c:pt idx="24">
                  <c:v>2</c:v>
                </c:pt>
                <c:pt idx="25">
                  <c:v>2</c:v>
                </c:pt>
                <c:pt idx="26">
                  <c:v>2</c:v>
                </c:pt>
                <c:pt idx="27">
                  <c:v>2</c:v>
                </c:pt>
                <c:pt idx="28">
                  <c:v>2</c:v>
                </c:pt>
                <c:pt idx="29">
                  <c:v>2</c:v>
                </c:pt>
                <c:pt idx="30">
                  <c:v>2.0162043999999999</c:v>
                </c:pt>
                <c:pt idx="31">
                  <c:v>2</c:v>
                </c:pt>
                <c:pt idx="32">
                  <c:v>2.0713574000000001</c:v>
                </c:pt>
                <c:pt idx="33">
                  <c:v>2.0268644999999998</c:v>
                </c:pt>
                <c:pt idx="34">
                  <c:v>2.1393140000000002</c:v>
                </c:pt>
                <c:pt idx="35">
                  <c:v>2.5023819999999999</c:v>
                </c:pt>
                <c:pt idx="36">
                  <c:v>2.8260000000000001</c:v>
                </c:pt>
                <c:pt idx="37">
                  <c:v>3.1470099999999999</c:v>
                </c:pt>
                <c:pt idx="38">
                  <c:v>3.6170400000000003</c:v>
                </c:pt>
                <c:pt idx="39">
                  <c:v>3.97098</c:v>
                </c:pt>
                <c:pt idx="40">
                  <c:v>4.0770499999999998</c:v>
                </c:pt>
                <c:pt idx="41">
                  <c:v>4.0131700000000006</c:v>
                </c:pt>
                <c:pt idx="42">
                  <c:v>4.0030099999999997</c:v>
                </c:pt>
                <c:pt idx="43">
                  <c:v>3.7128199999999998</c:v>
                </c:pt>
                <c:pt idx="44">
                  <c:v>3.6367099999999999</c:v>
                </c:pt>
                <c:pt idx="45">
                  <c:v>3.8349799999999998</c:v>
                </c:pt>
                <c:pt idx="46">
                  <c:v>3.8824000000000001</c:v>
                </c:pt>
                <c:pt idx="47">
                  <c:v>3.9442900000000001</c:v>
                </c:pt>
                <c:pt idx="48">
                  <c:v>3.6726799999999997</c:v>
                </c:pt>
                <c:pt idx="49">
                  <c:v>3.1505000000000001</c:v>
                </c:pt>
                <c:pt idx="50">
                  <c:v>3.0226299999999999</c:v>
                </c:pt>
                <c:pt idx="51">
                  <c:v>2.721848</c:v>
                </c:pt>
                <c:pt idx="52">
                  <c:v>2.5961629999999998</c:v>
                </c:pt>
                <c:pt idx="53">
                  <c:v>2.6004199999999997</c:v>
                </c:pt>
                <c:pt idx="54">
                  <c:v>2.5278350000000001</c:v>
                </c:pt>
                <c:pt idx="55">
                  <c:v>2.62155</c:v>
                </c:pt>
                <c:pt idx="56">
                  <c:v>2.7366929999999998</c:v>
                </c:pt>
                <c:pt idx="57">
                  <c:v>2.7432090000000002</c:v>
                </c:pt>
                <c:pt idx="58">
                  <c:v>2.6959930000000001</c:v>
                </c:pt>
                <c:pt idx="59">
                  <c:v>2.9325459999999999</c:v>
                </c:pt>
                <c:pt idx="60">
                  <c:v>2.8607870000000002</c:v>
                </c:pt>
                <c:pt idx="61">
                  <c:v>2.9565809999999999</c:v>
                </c:pt>
                <c:pt idx="62">
                  <c:v>2.95709</c:v>
                </c:pt>
                <c:pt idx="63">
                  <c:v>2.8785810000000001</c:v>
                </c:pt>
                <c:pt idx="64">
                  <c:v>2.9022800000000002</c:v>
                </c:pt>
                <c:pt idx="65">
                  <c:v>2.8784540000000001</c:v>
                </c:pt>
                <c:pt idx="66">
                  <c:v>3.0124500000000003</c:v>
                </c:pt>
                <c:pt idx="67">
                  <c:v>2.8503309999999997</c:v>
                </c:pt>
                <c:pt idx="68">
                  <c:v>2.8995790000000001</c:v>
                </c:pt>
                <c:pt idx="69">
                  <c:v>2.9519039999999999</c:v>
                </c:pt>
                <c:pt idx="70">
                  <c:v>2.8765619999999998</c:v>
                </c:pt>
                <c:pt idx="71">
                  <c:v>3.0144000000000002</c:v>
                </c:pt>
                <c:pt idx="72">
                  <c:v>2.97227</c:v>
                </c:pt>
                <c:pt idx="73">
                  <c:v>3.0101800000000001</c:v>
                </c:pt>
                <c:pt idx="74">
                  <c:v>3.07287</c:v>
                </c:pt>
                <c:pt idx="75">
                  <c:v>3.0234800000000002</c:v>
                </c:pt>
                <c:pt idx="76">
                  <c:v>3.0020500000000001</c:v>
                </c:pt>
                <c:pt idx="77">
                  <c:v>3.0366</c:v>
                </c:pt>
                <c:pt idx="78">
                  <c:v>2.956537</c:v>
                </c:pt>
                <c:pt idx="79">
                  <c:v>2.9779439999999999</c:v>
                </c:pt>
                <c:pt idx="80">
                  <c:v>3.0003299999999999</c:v>
                </c:pt>
                <c:pt idx="81">
                  <c:v>3.1257200000000003</c:v>
                </c:pt>
                <c:pt idx="82">
                  <c:v>3.0986000000000002</c:v>
                </c:pt>
                <c:pt idx="83">
                  <c:v>3.1351500000000003</c:v>
                </c:pt>
                <c:pt idx="84">
                  <c:v>3.1506600000000002</c:v>
                </c:pt>
                <c:pt idx="85">
                  <c:v>3.1156600000000001</c:v>
                </c:pt>
                <c:pt idx="86">
                  <c:v>3.0900099999999999</c:v>
                </c:pt>
                <c:pt idx="87">
                  <c:v>3.0928</c:v>
                </c:pt>
                <c:pt idx="88">
                  <c:v>3.09327</c:v>
                </c:pt>
                <c:pt idx="89">
                  <c:v>3.2289500000000002</c:v>
                </c:pt>
                <c:pt idx="90">
                  <c:v>3.0546899999999999</c:v>
                </c:pt>
                <c:pt idx="91">
                  <c:v>3.0281599999999997</c:v>
                </c:pt>
                <c:pt idx="92">
                  <c:v>3.0078100000000001</c:v>
                </c:pt>
                <c:pt idx="93">
                  <c:v>2.9673989999999999</c:v>
                </c:pt>
                <c:pt idx="94">
                  <c:v>2.9453459999999998</c:v>
                </c:pt>
                <c:pt idx="95">
                  <c:v>2.864493</c:v>
                </c:pt>
                <c:pt idx="96">
                  <c:v>2.9065669999999999</c:v>
                </c:pt>
                <c:pt idx="97">
                  <c:v>2.9166110000000001</c:v>
                </c:pt>
                <c:pt idx="98">
                  <c:v>2.9027560000000001</c:v>
                </c:pt>
                <c:pt idx="99">
                  <c:v>2.9288600000000002</c:v>
                </c:pt>
              </c:numCache>
            </c:numRef>
          </c:yVal>
          <c:smooth val="0"/>
          <c:extLst>
            <c:ext xmlns:c16="http://schemas.microsoft.com/office/drawing/2014/chart" uri="{C3380CC4-5D6E-409C-BE32-E72D297353CC}">
              <c16:uniqueId val="{00000002-C9B8-B444-B17D-1FC0E20300D9}"/>
            </c:ext>
          </c:extLst>
        </c:ser>
        <c:ser>
          <c:idx val="2"/>
          <c:order val="3"/>
          <c:tx>
            <c:strRef>
              <c:f>'Si-Si'!$H$1</c:f>
              <c:strCache>
                <c:ptCount val="1"/>
                <c:pt idx="0">
                  <c:v>600K</c:v>
                </c:pt>
              </c:strCache>
            </c:strRef>
          </c:tx>
          <c:spPr>
            <a:ln w="19050" cap="rnd">
              <a:solidFill>
                <a:srgbClr val="FF0000"/>
              </a:solidFill>
              <a:round/>
            </a:ln>
            <a:effectLst/>
          </c:spPr>
          <c:marker>
            <c:symbol val="none"/>
          </c:marker>
          <c:xVal>
            <c:numRef>
              <c:f>'Si-Si'!$F$2:$F$101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'Si-Si'!$H$2:$H$101</c:f>
              <c:numCache>
                <c:formatCode>General</c:formatCode>
                <c:ptCount val="100"/>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1.0140277</c:v>
                </c:pt>
                <c:pt idx="33">
                  <c:v>1.0264055000000001</c:v>
                </c:pt>
                <c:pt idx="34">
                  <c:v>1.1120369999999999</c:v>
                </c:pt>
                <c:pt idx="35">
                  <c:v>1.387985</c:v>
                </c:pt>
                <c:pt idx="36">
                  <c:v>1.745158</c:v>
                </c:pt>
                <c:pt idx="37">
                  <c:v>2.2960000000000003</c:v>
                </c:pt>
                <c:pt idx="38">
                  <c:v>2.7993399999999999</c:v>
                </c:pt>
                <c:pt idx="39">
                  <c:v>3.1747299999999998</c:v>
                </c:pt>
                <c:pt idx="40">
                  <c:v>3.41194</c:v>
                </c:pt>
                <c:pt idx="41">
                  <c:v>3.1164299999999998</c:v>
                </c:pt>
                <c:pt idx="42">
                  <c:v>2.67347</c:v>
                </c:pt>
                <c:pt idx="43">
                  <c:v>2.5112800000000002</c:v>
                </c:pt>
                <c:pt idx="44">
                  <c:v>2.5563700000000003</c:v>
                </c:pt>
                <c:pt idx="45">
                  <c:v>2.8322599999999998</c:v>
                </c:pt>
                <c:pt idx="46">
                  <c:v>3.1449099999999999</c:v>
                </c:pt>
                <c:pt idx="47">
                  <c:v>2.85853</c:v>
                </c:pt>
                <c:pt idx="48">
                  <c:v>2.71339</c:v>
                </c:pt>
                <c:pt idx="49">
                  <c:v>2.1731799999999999</c:v>
                </c:pt>
                <c:pt idx="50">
                  <c:v>1.8715269999999999</c:v>
                </c:pt>
                <c:pt idx="51">
                  <c:v>1.53074</c:v>
                </c:pt>
                <c:pt idx="52">
                  <c:v>1.4730829999999999</c:v>
                </c:pt>
                <c:pt idx="53">
                  <c:v>1.4814479999999999</c:v>
                </c:pt>
                <c:pt idx="54">
                  <c:v>1.5537380000000001</c:v>
                </c:pt>
                <c:pt idx="55">
                  <c:v>1.5676369999999999</c:v>
                </c:pt>
                <c:pt idx="56">
                  <c:v>1.7798080000000001</c:v>
                </c:pt>
                <c:pt idx="57">
                  <c:v>1.820146</c:v>
                </c:pt>
                <c:pt idx="58">
                  <c:v>1.7490489999999999</c:v>
                </c:pt>
                <c:pt idx="59">
                  <c:v>2.01288</c:v>
                </c:pt>
                <c:pt idx="60">
                  <c:v>1.866323</c:v>
                </c:pt>
                <c:pt idx="61">
                  <c:v>1.9128150000000002</c:v>
                </c:pt>
                <c:pt idx="62">
                  <c:v>1.963498</c:v>
                </c:pt>
                <c:pt idx="63">
                  <c:v>1.911343</c:v>
                </c:pt>
                <c:pt idx="64">
                  <c:v>2.01153</c:v>
                </c:pt>
                <c:pt idx="65">
                  <c:v>1.93943</c:v>
                </c:pt>
                <c:pt idx="66">
                  <c:v>1.9281429999999999</c:v>
                </c:pt>
                <c:pt idx="67">
                  <c:v>1.907351</c:v>
                </c:pt>
                <c:pt idx="68">
                  <c:v>1.9473690000000001</c:v>
                </c:pt>
                <c:pt idx="69">
                  <c:v>2.0460799999999999</c:v>
                </c:pt>
                <c:pt idx="70">
                  <c:v>1.89438</c:v>
                </c:pt>
                <c:pt idx="71">
                  <c:v>1.9912730000000001</c:v>
                </c:pt>
                <c:pt idx="72">
                  <c:v>1.981031</c:v>
                </c:pt>
                <c:pt idx="73">
                  <c:v>2.0806899999999997</c:v>
                </c:pt>
                <c:pt idx="74">
                  <c:v>2.00115</c:v>
                </c:pt>
                <c:pt idx="75">
                  <c:v>2.0839799999999999</c:v>
                </c:pt>
                <c:pt idx="76">
                  <c:v>1.9950619999999999</c:v>
                </c:pt>
                <c:pt idx="77">
                  <c:v>1.9448780000000001</c:v>
                </c:pt>
                <c:pt idx="78">
                  <c:v>1.8704619999999998</c:v>
                </c:pt>
                <c:pt idx="79">
                  <c:v>1.9448259999999999</c:v>
                </c:pt>
                <c:pt idx="80">
                  <c:v>1.9900959999999999</c:v>
                </c:pt>
                <c:pt idx="81">
                  <c:v>2.00387</c:v>
                </c:pt>
                <c:pt idx="82">
                  <c:v>2.10378</c:v>
                </c:pt>
                <c:pt idx="83">
                  <c:v>2.0647500000000001</c:v>
                </c:pt>
                <c:pt idx="84">
                  <c:v>2.1455299999999999</c:v>
                </c:pt>
                <c:pt idx="85">
                  <c:v>2.1675399999999998</c:v>
                </c:pt>
                <c:pt idx="86">
                  <c:v>2.21794</c:v>
                </c:pt>
                <c:pt idx="87">
                  <c:v>2.16703</c:v>
                </c:pt>
                <c:pt idx="88">
                  <c:v>2.0802700000000001</c:v>
                </c:pt>
                <c:pt idx="89">
                  <c:v>2.08216</c:v>
                </c:pt>
                <c:pt idx="90">
                  <c:v>2.04752</c:v>
                </c:pt>
                <c:pt idx="91">
                  <c:v>1.969886</c:v>
                </c:pt>
                <c:pt idx="92">
                  <c:v>2.0079099999999999</c:v>
                </c:pt>
                <c:pt idx="93">
                  <c:v>1.9762960000000001</c:v>
                </c:pt>
                <c:pt idx="94">
                  <c:v>2.0204599999999999</c:v>
                </c:pt>
                <c:pt idx="95">
                  <c:v>1.9000889999999999</c:v>
                </c:pt>
                <c:pt idx="96">
                  <c:v>1.9690479999999999</c:v>
                </c:pt>
                <c:pt idx="97">
                  <c:v>1.883805</c:v>
                </c:pt>
                <c:pt idx="98">
                  <c:v>1.919405</c:v>
                </c:pt>
                <c:pt idx="99">
                  <c:v>1.933945</c:v>
                </c:pt>
              </c:numCache>
            </c:numRef>
          </c:yVal>
          <c:smooth val="0"/>
          <c:extLst>
            <c:ext xmlns:c16="http://schemas.microsoft.com/office/drawing/2014/chart" uri="{C3380CC4-5D6E-409C-BE32-E72D297353CC}">
              <c16:uniqueId val="{00000003-C9B8-B444-B17D-1FC0E20300D9}"/>
            </c:ext>
          </c:extLst>
        </c:ser>
        <c:ser>
          <c:idx val="3"/>
          <c:order val="4"/>
          <c:tx>
            <c:strRef>
              <c:f>'Si-Si'!$G$1</c:f>
              <c:strCache>
                <c:ptCount val="1"/>
                <c:pt idx="0">
                  <c:v>300K</c:v>
                </c:pt>
              </c:strCache>
            </c:strRef>
          </c:tx>
          <c:spPr>
            <a:ln w="19050" cap="rnd">
              <a:solidFill>
                <a:sysClr val="windowText" lastClr="000000"/>
              </a:solidFill>
              <a:round/>
            </a:ln>
            <a:effectLst/>
          </c:spPr>
          <c:marker>
            <c:symbol val="none"/>
          </c:marker>
          <c:xVal>
            <c:numRef>
              <c:f>'Si-Si'!$F$2:$F$101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'Si-Si'!$G$2:$G$101</c:f>
              <c:numCache>
                <c:formatCode>General</c:formatCode>
                <c:ptCount val="10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1.47127E-2</c:v>
                </c:pt>
                <c:pt idx="32">
                  <c:v>1.38213E-2</c:v>
                </c:pt>
                <c:pt idx="33">
                  <c:v>1.3008499999999999E-2</c:v>
                </c:pt>
                <c:pt idx="34">
                  <c:v>0.110389</c:v>
                </c:pt>
                <c:pt idx="35">
                  <c:v>0.22009899999999999</c:v>
                </c:pt>
                <c:pt idx="36">
                  <c:v>0.86569499999999999</c:v>
                </c:pt>
                <c:pt idx="37">
                  <c:v>1.16273</c:v>
                </c:pt>
                <c:pt idx="38">
                  <c:v>1.9797100000000001</c:v>
                </c:pt>
                <c:pt idx="39">
                  <c:v>2.6012300000000002</c:v>
                </c:pt>
                <c:pt idx="40">
                  <c:v>2.4298600000000001</c:v>
                </c:pt>
                <c:pt idx="41">
                  <c:v>2.1361599999999998</c:v>
                </c:pt>
                <c:pt idx="42">
                  <c:v>1.6407700000000001</c:v>
                </c:pt>
                <c:pt idx="43">
                  <c:v>1.35789</c:v>
                </c:pt>
                <c:pt idx="44">
                  <c:v>1.3712800000000001</c:v>
                </c:pt>
                <c:pt idx="45">
                  <c:v>1.81236</c:v>
                </c:pt>
                <c:pt idx="46">
                  <c:v>2.3699300000000001</c:v>
                </c:pt>
                <c:pt idx="47">
                  <c:v>2.0706099999999998</c:v>
                </c:pt>
                <c:pt idx="48">
                  <c:v>1.5516399999999999</c:v>
                </c:pt>
                <c:pt idx="49">
                  <c:v>1.1499600000000001</c:v>
                </c:pt>
                <c:pt idx="50">
                  <c:v>0.69841500000000001</c:v>
                </c:pt>
                <c:pt idx="51">
                  <c:v>0.48990600000000001</c:v>
                </c:pt>
                <c:pt idx="52">
                  <c:v>0.333702</c:v>
                </c:pt>
                <c:pt idx="53">
                  <c:v>0.42845899999999998</c:v>
                </c:pt>
                <c:pt idx="54">
                  <c:v>0.53084699999999996</c:v>
                </c:pt>
                <c:pt idx="55">
                  <c:v>0.68725999999999998</c:v>
                </c:pt>
                <c:pt idx="56">
                  <c:v>0.71345599999999998</c:v>
                </c:pt>
                <c:pt idx="57">
                  <c:v>0.91847500000000004</c:v>
                </c:pt>
                <c:pt idx="58">
                  <c:v>0.89160899999999998</c:v>
                </c:pt>
                <c:pt idx="59">
                  <c:v>1.0103500000000001</c:v>
                </c:pt>
                <c:pt idx="60">
                  <c:v>0.89346599999999998</c:v>
                </c:pt>
                <c:pt idx="61">
                  <c:v>0.95728800000000003</c:v>
                </c:pt>
                <c:pt idx="62">
                  <c:v>0.87457499999999999</c:v>
                </c:pt>
                <c:pt idx="63">
                  <c:v>0.87259200000000003</c:v>
                </c:pt>
                <c:pt idx="64">
                  <c:v>0.99664600000000003</c:v>
                </c:pt>
                <c:pt idx="65">
                  <c:v>0.91540200000000005</c:v>
                </c:pt>
                <c:pt idx="66">
                  <c:v>0.84846200000000005</c:v>
                </c:pt>
                <c:pt idx="67">
                  <c:v>0.97090699999999996</c:v>
                </c:pt>
                <c:pt idx="68">
                  <c:v>0.93965600000000005</c:v>
                </c:pt>
                <c:pt idx="69">
                  <c:v>0.87049399999999999</c:v>
                </c:pt>
                <c:pt idx="70">
                  <c:v>1.01047</c:v>
                </c:pt>
                <c:pt idx="71">
                  <c:v>1.01667</c:v>
                </c:pt>
                <c:pt idx="72">
                  <c:v>1.0193700000000001</c:v>
                </c:pt>
                <c:pt idx="73">
                  <c:v>1.11344</c:v>
                </c:pt>
                <c:pt idx="74">
                  <c:v>1.0811200000000001</c:v>
                </c:pt>
                <c:pt idx="75">
                  <c:v>1.03474</c:v>
                </c:pt>
                <c:pt idx="76">
                  <c:v>0.93302499999999999</c:v>
                </c:pt>
                <c:pt idx="77">
                  <c:v>0.960148</c:v>
                </c:pt>
                <c:pt idx="78">
                  <c:v>0.97848800000000002</c:v>
                </c:pt>
                <c:pt idx="79">
                  <c:v>0.98174700000000004</c:v>
                </c:pt>
                <c:pt idx="80">
                  <c:v>1.00031</c:v>
                </c:pt>
                <c:pt idx="81">
                  <c:v>0.96712500000000001</c:v>
                </c:pt>
                <c:pt idx="82">
                  <c:v>1.07467</c:v>
                </c:pt>
                <c:pt idx="83">
                  <c:v>1.1140000000000001</c:v>
                </c:pt>
                <c:pt idx="84">
                  <c:v>1.1225499999999999</c:v>
                </c:pt>
                <c:pt idx="85">
                  <c:v>1.1743300000000001</c:v>
                </c:pt>
                <c:pt idx="86">
                  <c:v>1.2312399999999999</c:v>
                </c:pt>
                <c:pt idx="87">
                  <c:v>1.1193599999999999</c:v>
                </c:pt>
                <c:pt idx="88">
                  <c:v>1.0737000000000001</c:v>
                </c:pt>
                <c:pt idx="89">
                  <c:v>1.06806</c:v>
                </c:pt>
                <c:pt idx="90">
                  <c:v>1.05707</c:v>
                </c:pt>
                <c:pt idx="91">
                  <c:v>0.98351999999999995</c:v>
                </c:pt>
                <c:pt idx="92">
                  <c:v>1.0067299999999999</c:v>
                </c:pt>
                <c:pt idx="93">
                  <c:v>0.96193499999999998</c:v>
                </c:pt>
                <c:pt idx="94">
                  <c:v>0.94985900000000001</c:v>
                </c:pt>
                <c:pt idx="95">
                  <c:v>0.912462</c:v>
                </c:pt>
                <c:pt idx="96">
                  <c:v>0.84661500000000001</c:v>
                </c:pt>
                <c:pt idx="97">
                  <c:v>0.94298700000000002</c:v>
                </c:pt>
                <c:pt idx="98">
                  <c:v>0.89835699999999996</c:v>
                </c:pt>
                <c:pt idx="99">
                  <c:v>0.92315599999999998</c:v>
                </c:pt>
              </c:numCache>
            </c:numRef>
          </c:yVal>
          <c:smooth val="0"/>
          <c:extLst>
            <c:ext xmlns:c16="http://schemas.microsoft.com/office/drawing/2014/chart" uri="{C3380CC4-5D6E-409C-BE32-E72D297353CC}">
              <c16:uniqueId val="{00000004-C9B8-B444-B17D-1FC0E20300D9}"/>
            </c:ext>
          </c:extLst>
        </c:ser>
        <c:dLbls>
          <c:showLegendKey val="0"/>
          <c:showVal val="0"/>
          <c:showCatName val="0"/>
          <c:showSerName val="0"/>
          <c:showPercent val="0"/>
          <c:showBubbleSize val="0"/>
        </c:dLbls>
        <c:axId val="369295072"/>
        <c:axId val="369301792"/>
      </c:scatterChart>
      <c:valAx>
        <c:axId val="369295072"/>
        <c:scaling>
          <c:orientation val="minMax"/>
          <c:max val="10"/>
        </c:scaling>
        <c:delete val="0"/>
        <c:axPos val="b"/>
        <c:title>
          <c:tx>
            <c:rich>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altLang="ja-JP" sz="1400" b="0" i="0" u="none" strike="noStrike" kern="1200" baseline="0">
                    <a:solidFill>
                      <a:sysClr val="windowText" lastClr="000000"/>
                    </a:solidFill>
                  </a:rPr>
                  <a:t>r(Å)</a:t>
                </a:r>
                <a:endParaRPr lang="ja-JP" altLang="ja-JP" sz="1400" b="0" i="0" u="none" strike="noStrike" kern="1200" baseline="0">
                  <a:solidFill>
                    <a:sysClr val="windowText" lastClr="000000"/>
                  </a:solidFill>
                </a:endParaRPr>
              </a:p>
            </c:rich>
          </c:tx>
          <c:layout>
            <c:manualLayout>
              <c:xMode val="edge"/>
              <c:yMode val="edge"/>
              <c:x val="0.50906445607841488"/>
              <c:y val="0.9148171288371562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ltLang="ja-JP"/>
            </a:p>
          </c:txPr>
        </c:title>
        <c:numFmt formatCode="General" sourceLinked="1"/>
        <c:majorTickMark val="out"/>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369301792"/>
        <c:crosses val="autoZero"/>
        <c:crossBetween val="midCat"/>
      </c:valAx>
      <c:valAx>
        <c:axId val="369301792"/>
        <c:scaling>
          <c:orientation val="minMax"/>
          <c:max val="9"/>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altLang="ja-JP"/>
                  <a:t>g(r)</a:t>
                </a:r>
                <a:endParaRPr lang="ja-JP" altLang="en-US"/>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ltLang="en-US"/>
            </a:p>
          </c:txPr>
        </c:title>
        <c:numFmt formatCode="General" sourceLinked="1"/>
        <c:majorTickMark val="out"/>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369295072"/>
        <c:crosses val="autoZero"/>
        <c:crossBetween val="midCat"/>
      </c:valAx>
      <c:spPr>
        <a:noFill/>
        <a:ln>
          <a:solidFill>
            <a:sysClr val="windowText" lastClr="000000"/>
          </a:solidFill>
        </a:ln>
        <a:effectLst/>
      </c:spPr>
    </c:plotArea>
    <c:legend>
      <c:legendPos val="tr"/>
      <c:layout>
        <c:manualLayout>
          <c:xMode val="edge"/>
          <c:yMode val="edge"/>
          <c:x val="0.73379432110605458"/>
          <c:y val="5.1924083331424432E-2"/>
          <c:w val="0.20740310100870143"/>
          <c:h val="0.30634500816715621"/>
        </c:manualLayout>
      </c:layout>
      <c:overlay val="1"/>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legend>
    <c:plotVisOnly val="1"/>
    <c:dispBlanksAs val="gap"/>
    <c:showDLblsOverMax val="0"/>
  </c:chart>
  <c:spPr>
    <a:solidFill>
      <a:schemeClr val="bg1"/>
    </a:solidFill>
    <a:ln w="9525" cap="flat" cmpd="sng" algn="ctr">
      <a:noFill/>
      <a:round/>
    </a:ln>
    <a:effectLst/>
  </c:spPr>
  <c:txPr>
    <a:bodyPr/>
    <a:lstStyle/>
    <a:p>
      <a:pPr>
        <a:defRPr sz="1400">
          <a:solidFill>
            <a:schemeClr val="tx1"/>
          </a:solidFill>
        </a:defRPr>
      </a:pPr>
      <a:endParaRPr lang="ja-JP"/>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9866815254240472"/>
          <c:y val="5.1866592494433317E-2"/>
          <c:w val="0.75518302349447197"/>
          <c:h val="0.8792924678417805"/>
        </c:manualLayout>
      </c:layout>
      <c:scatterChart>
        <c:scatterStyle val="lineMarker"/>
        <c:varyColors val="0"/>
        <c:ser>
          <c:idx val="3"/>
          <c:order val="0"/>
          <c:spPr>
            <a:ln w="19050" cap="rnd">
              <a:solidFill>
                <a:srgbClr val="0070C0"/>
              </a:solidFill>
              <a:round/>
            </a:ln>
            <a:effectLst/>
          </c:spPr>
          <c:marker>
            <c:symbol val="none"/>
          </c:marker>
          <c:yVal>
            <c:numRef>
              <c:f>Sheet3!$B$1:$B$14</c:f>
              <c:numCache>
                <c:formatCode>General</c:formatCode>
                <c:ptCount val="14"/>
                <c:pt idx="0">
                  <c:v>3000</c:v>
                </c:pt>
                <c:pt idx="1">
                  <c:v>3000</c:v>
                </c:pt>
                <c:pt idx="2">
                  <c:v>3000</c:v>
                </c:pt>
                <c:pt idx="3">
                  <c:v>2700</c:v>
                </c:pt>
                <c:pt idx="4">
                  <c:v>2400</c:v>
                </c:pt>
                <c:pt idx="5">
                  <c:v>2100</c:v>
                </c:pt>
                <c:pt idx="6">
                  <c:v>1800</c:v>
                </c:pt>
                <c:pt idx="7">
                  <c:v>1500</c:v>
                </c:pt>
                <c:pt idx="8">
                  <c:v>1200</c:v>
                </c:pt>
                <c:pt idx="9">
                  <c:v>900</c:v>
                </c:pt>
                <c:pt idx="10">
                  <c:v>600</c:v>
                </c:pt>
                <c:pt idx="11">
                  <c:v>300</c:v>
                </c:pt>
                <c:pt idx="12">
                  <c:v>300</c:v>
                </c:pt>
                <c:pt idx="13">
                  <c:v>300</c:v>
                </c:pt>
              </c:numCache>
            </c:numRef>
          </c:yVal>
          <c:smooth val="0"/>
          <c:extLst>
            <c:ext xmlns:c16="http://schemas.microsoft.com/office/drawing/2014/chart" uri="{C3380CC4-5D6E-409C-BE32-E72D297353CC}">
              <c16:uniqueId val="{00000000-85D6-9148-A97B-6C958520C6C3}"/>
            </c:ext>
          </c:extLst>
        </c:ser>
        <c:dLbls>
          <c:showLegendKey val="0"/>
          <c:showVal val="0"/>
          <c:showCatName val="0"/>
          <c:showSerName val="0"/>
          <c:showPercent val="0"/>
          <c:showBubbleSize val="0"/>
        </c:dLbls>
        <c:axId val="369295072"/>
        <c:axId val="369301792"/>
      </c:scatterChart>
      <c:valAx>
        <c:axId val="369295072"/>
        <c:scaling>
          <c:orientation val="minMax"/>
          <c:max val="15"/>
        </c:scaling>
        <c:delete val="1"/>
        <c:axPos val="b"/>
        <c:numFmt formatCode="General" sourceLinked="1"/>
        <c:majorTickMark val="out"/>
        <c:minorTickMark val="none"/>
        <c:tickLblPos val="nextTo"/>
        <c:crossAx val="369301792"/>
        <c:crosses val="autoZero"/>
        <c:crossBetween val="midCat"/>
      </c:valAx>
      <c:valAx>
        <c:axId val="369301792"/>
        <c:scaling>
          <c:orientation val="minMax"/>
          <c:max val="3500"/>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ja-JP" altLang="en-US"/>
                  <a:t>温度</a:t>
                </a:r>
                <a:r>
                  <a:rPr lang="en-US" altLang="ja-JP"/>
                  <a:t>(K)</a:t>
                </a:r>
                <a:endParaRPr lang="ja-JP" altLang="en-US"/>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ltLang="en-US"/>
            </a:p>
          </c:txPr>
        </c:title>
        <c:numFmt formatCode="General" sourceLinked="1"/>
        <c:majorTickMark val="out"/>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369295072"/>
        <c:crosses val="autoZero"/>
        <c:crossBetween val="midCat"/>
      </c:valAx>
      <c:spPr>
        <a:noFill/>
        <a:ln>
          <a:solidFill>
            <a:sysClr val="windowText" lastClr="000000"/>
          </a:solidFill>
        </a:ln>
        <a:effectLst/>
      </c:spPr>
    </c:plotArea>
    <c:plotVisOnly val="1"/>
    <c:dispBlanksAs val="gap"/>
    <c:showDLblsOverMax val="0"/>
  </c:chart>
  <c:spPr>
    <a:solidFill>
      <a:schemeClr val="bg1"/>
    </a:solidFill>
    <a:ln w="9525" cap="flat" cmpd="sng" algn="ctr">
      <a:noFill/>
      <a:round/>
    </a:ln>
    <a:effectLst/>
  </c:spPr>
  <c:txPr>
    <a:bodyPr/>
    <a:lstStyle/>
    <a:p>
      <a:pPr>
        <a:defRPr sz="1400">
          <a:solidFill>
            <a:schemeClr val="tx1"/>
          </a:solidFill>
        </a:defRPr>
      </a:pPr>
      <a:endParaRPr lang="ja-JP"/>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577974628171477"/>
          <c:y val="4.229151898123093E-2"/>
          <c:w val="0.7927556505814588"/>
          <c:h val="0.76913456969863281"/>
        </c:manualLayout>
      </c:layout>
      <c:scatterChart>
        <c:scatterStyle val="smoothMarker"/>
        <c:varyColors val="0"/>
        <c:ser>
          <c:idx val="3"/>
          <c:order val="0"/>
          <c:tx>
            <c:strRef>
              <c:f>'S(Q)'!$L$1</c:f>
              <c:strCache>
                <c:ptCount val="1"/>
                <c:pt idx="0">
                  <c:v>300K</c:v>
                </c:pt>
              </c:strCache>
            </c:strRef>
          </c:tx>
          <c:spPr>
            <a:ln w="19050" cap="rnd">
              <a:solidFill>
                <a:schemeClr val="tx1"/>
              </a:solidFill>
              <a:round/>
            </a:ln>
            <a:effectLst/>
          </c:spPr>
          <c:marker>
            <c:symbol val="none"/>
          </c:marker>
          <c:xVal>
            <c:numRef>
              <c:f>'S(Q)'!$K$2:$K$545</c:f>
              <c:numCache>
                <c:formatCode>0.00E+00</c:formatCode>
                <c:ptCount val="544"/>
                <c:pt idx="0">
                  <c:v>7.1807789999999996E-2</c:v>
                </c:pt>
                <c:pt idx="1">
                  <c:v>0.1436153</c:v>
                </c:pt>
                <c:pt idx="2">
                  <c:v>0.21542220000000001</c:v>
                </c:pt>
                <c:pt idx="3">
                  <c:v>0.28722829999999999</c:v>
                </c:pt>
                <c:pt idx="4">
                  <c:v>0.3590332</c:v>
                </c:pt>
                <c:pt idx="5">
                  <c:v>0.43083660000000001</c:v>
                </c:pt>
                <c:pt idx="6">
                  <c:v>0.50263840000000004</c:v>
                </c:pt>
                <c:pt idx="7">
                  <c:v>0.57443820000000001</c:v>
                </c:pt>
                <c:pt idx="8">
                  <c:v>0.64623560000000002</c:v>
                </c:pt>
                <c:pt idx="9">
                  <c:v>0.71803050000000002</c:v>
                </c:pt>
                <c:pt idx="10">
                  <c:v>0.78982249999999998</c:v>
                </c:pt>
                <c:pt idx="11">
                  <c:v>0.86161120000000002</c:v>
                </c:pt>
                <c:pt idx="12">
                  <c:v>0.93339660000000002</c:v>
                </c:pt>
                <c:pt idx="13" formatCode="General">
                  <c:v>1.0051779999999999</c:v>
                </c:pt>
                <c:pt idx="14" formatCode="General">
                  <c:v>1.076956</c:v>
                </c:pt>
                <c:pt idx="15" formatCode="General">
                  <c:v>1.1487289999999999</c:v>
                </c:pt>
                <c:pt idx="16" formatCode="General">
                  <c:v>1.2204980000000001</c:v>
                </c:pt>
                <c:pt idx="17" formatCode="General">
                  <c:v>1.292262</c:v>
                </c:pt>
                <c:pt idx="18" formatCode="General">
                  <c:v>1.36402</c:v>
                </c:pt>
                <c:pt idx="19" formatCode="General">
                  <c:v>1.4357740000000001</c:v>
                </c:pt>
                <c:pt idx="20" formatCode="General">
                  <c:v>1.5075210000000001</c:v>
                </c:pt>
                <c:pt idx="21" formatCode="General">
                  <c:v>1.5792630000000001</c:v>
                </c:pt>
                <c:pt idx="22" formatCode="General">
                  <c:v>1.650998</c:v>
                </c:pt>
                <c:pt idx="23" formatCode="General">
                  <c:v>1.722726</c:v>
                </c:pt>
                <c:pt idx="24" formatCode="General">
                  <c:v>1.794448</c:v>
                </c:pt>
                <c:pt idx="25" formatCode="General">
                  <c:v>1.8661620000000001</c:v>
                </c:pt>
                <c:pt idx="26" formatCode="General">
                  <c:v>1.9378690000000001</c:v>
                </c:pt>
                <c:pt idx="27" formatCode="General">
                  <c:v>2.0095689999999999</c:v>
                </c:pt>
                <c:pt idx="28" formatCode="General">
                  <c:v>2.0812599999999999</c:v>
                </c:pt>
                <c:pt idx="29" formatCode="General">
                  <c:v>2.1529430000000001</c:v>
                </c:pt>
                <c:pt idx="30" formatCode="General">
                  <c:v>2.2246169999999998</c:v>
                </c:pt>
                <c:pt idx="31" formatCode="General">
                  <c:v>2.2962820000000002</c:v>
                </c:pt>
                <c:pt idx="32" formatCode="General">
                  <c:v>2.3679389999999998</c:v>
                </c:pt>
                <c:pt idx="33" formatCode="General">
                  <c:v>2.4395850000000001</c:v>
                </c:pt>
                <c:pt idx="34" formatCode="General">
                  <c:v>2.5112220000000001</c:v>
                </c:pt>
                <c:pt idx="35" formatCode="General">
                  <c:v>2.582849</c:v>
                </c:pt>
                <c:pt idx="36" formatCode="General">
                  <c:v>2.6544660000000002</c:v>
                </c:pt>
                <c:pt idx="37" formatCode="General">
                  <c:v>2.7260719999999998</c:v>
                </c:pt>
                <c:pt idx="38" formatCode="General">
                  <c:v>2.7976670000000001</c:v>
                </c:pt>
                <c:pt idx="39" formatCode="General">
                  <c:v>2.8692510000000002</c:v>
                </c:pt>
                <c:pt idx="40" formatCode="General">
                  <c:v>2.940823</c:v>
                </c:pt>
                <c:pt idx="41" formatCode="General">
                  <c:v>3.0123829999999998</c:v>
                </c:pt>
                <c:pt idx="42" formatCode="General">
                  <c:v>3.0839319999999999</c:v>
                </c:pt>
                <c:pt idx="43" formatCode="General">
                  <c:v>3.1554679999999999</c:v>
                </c:pt>
                <c:pt idx="44" formatCode="General">
                  <c:v>3.2269920000000001</c:v>
                </c:pt>
                <c:pt idx="45" formatCode="General">
                  <c:v>3.2985030000000002</c:v>
                </c:pt>
                <c:pt idx="46" formatCode="General">
                  <c:v>3.37</c:v>
                </c:pt>
                <c:pt idx="47" formatCode="General">
                  <c:v>3.441484</c:v>
                </c:pt>
                <c:pt idx="48" formatCode="General">
                  <c:v>3.5129540000000001</c:v>
                </c:pt>
                <c:pt idx="49" formatCode="General">
                  <c:v>3.5844109999999998</c:v>
                </c:pt>
                <c:pt idx="50" formatCode="General">
                  <c:v>3.655853</c:v>
                </c:pt>
                <c:pt idx="51" formatCode="General">
                  <c:v>3.7272799999999999</c:v>
                </c:pt>
                <c:pt idx="52" formatCode="General">
                  <c:v>3.798692</c:v>
                </c:pt>
                <c:pt idx="53" formatCode="General">
                  <c:v>3.8700890000000001</c:v>
                </c:pt>
                <c:pt idx="54" formatCode="General">
                  <c:v>3.9414709999999999</c:v>
                </c:pt>
                <c:pt idx="55" formatCode="General">
                  <c:v>4.0128370000000002</c:v>
                </c:pt>
                <c:pt idx="56" formatCode="General">
                  <c:v>4.084187</c:v>
                </c:pt>
                <c:pt idx="57" formatCode="General">
                  <c:v>4.1555200000000001</c:v>
                </c:pt>
                <c:pt idx="58" formatCode="General">
                  <c:v>4.2268369999999997</c:v>
                </c:pt>
                <c:pt idx="59" formatCode="General">
                  <c:v>4.2981369999999997</c:v>
                </c:pt>
                <c:pt idx="60" formatCode="General">
                  <c:v>4.3694199999999999</c:v>
                </c:pt>
                <c:pt idx="61" formatCode="General">
                  <c:v>4.4406850000000002</c:v>
                </c:pt>
                <c:pt idx="62" formatCode="General">
                  <c:v>4.511933</c:v>
                </c:pt>
                <c:pt idx="63" formatCode="General">
                  <c:v>4.5831619999999997</c:v>
                </c:pt>
                <c:pt idx="64" formatCode="General">
                  <c:v>4.6543729999999996</c:v>
                </c:pt>
                <c:pt idx="65" formatCode="General">
                  <c:v>4.7255659999999997</c:v>
                </c:pt>
                <c:pt idx="66" formatCode="General">
                  <c:v>4.7967399999999998</c:v>
                </c:pt>
                <c:pt idx="67" formatCode="General">
                  <c:v>4.8678939999999997</c:v>
                </c:pt>
                <c:pt idx="68" formatCode="General">
                  <c:v>4.9390289999999997</c:v>
                </c:pt>
                <c:pt idx="69" formatCode="General">
                  <c:v>5.0101440000000004</c:v>
                </c:pt>
                <c:pt idx="70" formatCode="General">
                  <c:v>5.0812400000000002</c:v>
                </c:pt>
                <c:pt idx="71" formatCode="General">
                  <c:v>5.1523139999999996</c:v>
                </c:pt>
                <c:pt idx="72" formatCode="General">
                  <c:v>5.2233689999999999</c:v>
                </c:pt>
                <c:pt idx="73" formatCode="General">
                  <c:v>5.2944019999999998</c:v>
                </c:pt>
                <c:pt idx="74" formatCode="General">
                  <c:v>5.3654140000000003</c:v>
                </c:pt>
                <c:pt idx="75" formatCode="General">
                  <c:v>5.4364049999999997</c:v>
                </c:pt>
                <c:pt idx="76" formatCode="General">
                  <c:v>5.5073740000000004</c:v>
                </c:pt>
                <c:pt idx="77" formatCode="General">
                  <c:v>5.5783209999999999</c:v>
                </c:pt>
                <c:pt idx="78" formatCode="General">
                  <c:v>5.6492449999999996</c:v>
                </c:pt>
                <c:pt idx="79" formatCode="General">
                  <c:v>5.720148</c:v>
                </c:pt>
                <c:pt idx="80" formatCode="General">
                  <c:v>5.7910269999999997</c:v>
                </c:pt>
                <c:pt idx="81" formatCode="General">
                  <c:v>5.8618829999999997</c:v>
                </c:pt>
                <c:pt idx="82" formatCode="General">
                  <c:v>5.932715</c:v>
                </c:pt>
                <c:pt idx="83" formatCode="General">
                  <c:v>6.0035239999999996</c:v>
                </c:pt>
                <c:pt idx="84" formatCode="General">
                  <c:v>6.0743090000000004</c:v>
                </c:pt>
                <c:pt idx="85" formatCode="General">
                  <c:v>6.1450699999999996</c:v>
                </c:pt>
                <c:pt idx="86" formatCode="General">
                  <c:v>6.2158059999999997</c:v>
                </c:pt>
                <c:pt idx="87" formatCode="General">
                  <c:v>6.2865159999999998</c:v>
                </c:pt>
                <c:pt idx="88" formatCode="General">
                  <c:v>6.357202</c:v>
                </c:pt>
                <c:pt idx="89" formatCode="General">
                  <c:v>6.4278630000000003</c:v>
                </c:pt>
                <c:pt idx="90" formatCode="General">
                  <c:v>6.4984970000000004</c:v>
                </c:pt>
                <c:pt idx="91" formatCode="General">
                  <c:v>6.5691059999999997</c:v>
                </c:pt>
                <c:pt idx="92" formatCode="General">
                  <c:v>6.6396889999999997</c:v>
                </c:pt>
                <c:pt idx="93" formatCode="General">
                  <c:v>6.7102449999999996</c:v>
                </c:pt>
                <c:pt idx="94" formatCode="General">
                  <c:v>6.7807740000000001</c:v>
                </c:pt>
                <c:pt idx="95" formatCode="General">
                  <c:v>6.8512760000000004</c:v>
                </c:pt>
                <c:pt idx="96" formatCode="General">
                  <c:v>6.9217510000000004</c:v>
                </c:pt>
                <c:pt idx="97" formatCode="General">
                  <c:v>6.9921980000000001</c:v>
                </c:pt>
                <c:pt idx="98" formatCode="General">
                  <c:v>7.0626160000000002</c:v>
                </c:pt>
                <c:pt idx="99" formatCode="General">
                  <c:v>7.1330070000000001</c:v>
                </c:pt>
                <c:pt idx="100" formatCode="General">
                  <c:v>7.2033690000000004</c:v>
                </c:pt>
                <c:pt idx="101" formatCode="General">
                  <c:v>7.2737030000000003</c:v>
                </c:pt>
                <c:pt idx="102" formatCode="General">
                  <c:v>7.3440070000000004</c:v>
                </c:pt>
                <c:pt idx="103" formatCode="General">
                  <c:v>7.4142809999999999</c:v>
                </c:pt>
                <c:pt idx="104" formatCode="General">
                  <c:v>7.4845269999999999</c:v>
                </c:pt>
                <c:pt idx="105" formatCode="General">
                  <c:v>7.5547420000000001</c:v>
                </c:pt>
                <c:pt idx="106" formatCode="General">
                  <c:v>7.6249269999999996</c:v>
                </c:pt>
                <c:pt idx="107" formatCode="General">
                  <c:v>7.6950820000000002</c:v>
                </c:pt>
                <c:pt idx="108" formatCode="General">
                  <c:v>7.7652049999999999</c:v>
                </c:pt>
                <c:pt idx="109" formatCode="General">
                  <c:v>7.8352979999999999</c:v>
                </c:pt>
                <c:pt idx="110" formatCode="General">
                  <c:v>7.9053589999999998</c:v>
                </c:pt>
                <c:pt idx="111" formatCode="General">
                  <c:v>7.9753889999999998</c:v>
                </c:pt>
                <c:pt idx="112" formatCode="General">
                  <c:v>8.0453869999999998</c:v>
                </c:pt>
                <c:pt idx="113" formatCode="General">
                  <c:v>8.1153530000000007</c:v>
                </c:pt>
                <c:pt idx="114" formatCode="General">
                  <c:v>8.1852859999999996</c:v>
                </c:pt>
                <c:pt idx="115" formatCode="General">
                  <c:v>8.2551860000000001</c:v>
                </c:pt>
                <c:pt idx="116" formatCode="General">
                  <c:v>8.3250539999999997</c:v>
                </c:pt>
                <c:pt idx="117" formatCode="General">
                  <c:v>8.3948879999999999</c:v>
                </c:pt>
                <c:pt idx="118" formatCode="General">
                  <c:v>8.4646880000000007</c:v>
                </c:pt>
                <c:pt idx="119" formatCode="General">
                  <c:v>8.5344549999999995</c:v>
                </c:pt>
                <c:pt idx="120" formatCode="General">
                  <c:v>8.6041880000000006</c:v>
                </c:pt>
                <c:pt idx="121" formatCode="General">
                  <c:v>8.6738859999999995</c:v>
                </c:pt>
                <c:pt idx="122" formatCode="General">
                  <c:v>8.7435489999999998</c:v>
                </c:pt>
                <c:pt idx="123" formatCode="General">
                  <c:v>8.8131780000000006</c:v>
                </c:pt>
                <c:pt idx="124" formatCode="General">
                  <c:v>8.882771</c:v>
                </c:pt>
                <c:pt idx="125" formatCode="General">
                  <c:v>8.9523290000000006</c:v>
                </c:pt>
                <c:pt idx="126" formatCode="General">
                  <c:v>9.0218509999999998</c:v>
                </c:pt>
                <c:pt idx="127" formatCode="General">
                  <c:v>9.0913360000000001</c:v>
                </c:pt>
                <c:pt idx="128" formatCode="General">
                  <c:v>9.1607859999999999</c:v>
                </c:pt>
                <c:pt idx="129" formatCode="General">
                  <c:v>9.2301990000000007</c:v>
                </c:pt>
                <c:pt idx="130" formatCode="General">
                  <c:v>9.2995750000000008</c:v>
                </c:pt>
                <c:pt idx="131" formatCode="General">
                  <c:v>9.3689129999999992</c:v>
                </c:pt>
                <c:pt idx="132" formatCode="General">
                  <c:v>9.4382140000000003</c:v>
                </c:pt>
                <c:pt idx="133" formatCode="General">
                  <c:v>9.5074780000000008</c:v>
                </c:pt>
                <c:pt idx="134" formatCode="General">
                  <c:v>9.5767030000000002</c:v>
                </c:pt>
                <c:pt idx="135" formatCode="General">
                  <c:v>9.6458899999999996</c:v>
                </c:pt>
                <c:pt idx="136" formatCode="General">
                  <c:v>9.7150379999999998</c:v>
                </c:pt>
                <c:pt idx="137" formatCode="General">
                  <c:v>9.7841480000000001</c:v>
                </c:pt>
                <c:pt idx="138" formatCode="General">
                  <c:v>9.8532189999999993</c:v>
                </c:pt>
                <c:pt idx="139" formatCode="General">
                  <c:v>9.92225</c:v>
                </c:pt>
                <c:pt idx="140" formatCode="General">
                  <c:v>9.9912410000000005</c:v>
                </c:pt>
                <c:pt idx="141" formatCode="General">
                  <c:v>10.06019</c:v>
                </c:pt>
                <c:pt idx="142" formatCode="General">
                  <c:v>10.129099999999999</c:v>
                </c:pt>
                <c:pt idx="143" formatCode="General">
                  <c:v>10.197979999999999</c:v>
                </c:pt>
                <c:pt idx="144" formatCode="General">
                  <c:v>10.2668</c:v>
                </c:pt>
                <c:pt idx="145" formatCode="General">
                  <c:v>10.33559</c:v>
                </c:pt>
                <c:pt idx="146" formatCode="General">
                  <c:v>10.404339999999999</c:v>
                </c:pt>
                <c:pt idx="147" formatCode="General">
                  <c:v>10.473050000000001</c:v>
                </c:pt>
                <c:pt idx="148" formatCode="General">
                  <c:v>10.54171</c:v>
                </c:pt>
                <c:pt idx="149" formatCode="General">
                  <c:v>10.610329999999999</c:v>
                </c:pt>
                <c:pt idx="150" formatCode="General">
                  <c:v>10.67891</c:v>
                </c:pt>
                <c:pt idx="151" formatCode="General">
                  <c:v>10.747450000000001</c:v>
                </c:pt>
                <c:pt idx="152" formatCode="General">
                  <c:v>10.815939999999999</c:v>
                </c:pt>
                <c:pt idx="153" formatCode="General">
                  <c:v>10.88439</c:v>
                </c:pt>
                <c:pt idx="154" formatCode="General">
                  <c:v>10.9528</c:v>
                </c:pt>
                <c:pt idx="155" formatCode="General">
                  <c:v>11.02116</c:v>
                </c:pt>
                <c:pt idx="156" formatCode="General">
                  <c:v>11.08948</c:v>
                </c:pt>
                <c:pt idx="157" formatCode="General">
                  <c:v>11.15776</c:v>
                </c:pt>
                <c:pt idx="158" formatCode="General">
                  <c:v>11.225989999999999</c:v>
                </c:pt>
                <c:pt idx="159" formatCode="General">
                  <c:v>11.294169999999999</c:v>
                </c:pt>
                <c:pt idx="160" formatCode="General">
                  <c:v>11.362310000000001</c:v>
                </c:pt>
                <c:pt idx="161" formatCode="General">
                  <c:v>11.43041</c:v>
                </c:pt>
                <c:pt idx="162" formatCode="General">
                  <c:v>11.49845</c:v>
                </c:pt>
                <c:pt idx="163" formatCode="General">
                  <c:v>11.566459999999999</c:v>
                </c:pt>
                <c:pt idx="164" formatCode="General">
                  <c:v>11.634410000000001</c:v>
                </c:pt>
                <c:pt idx="165" formatCode="General">
                  <c:v>11.70232</c:v>
                </c:pt>
                <c:pt idx="166" formatCode="General">
                  <c:v>11.770189999999999</c:v>
                </c:pt>
                <c:pt idx="167" formatCode="General">
                  <c:v>11.837999999999999</c:v>
                </c:pt>
                <c:pt idx="168" formatCode="General">
                  <c:v>11.90577</c:v>
                </c:pt>
                <c:pt idx="169" formatCode="General">
                  <c:v>11.97349</c:v>
                </c:pt>
                <c:pt idx="170" formatCode="General">
                  <c:v>12.041169999999999</c:v>
                </c:pt>
                <c:pt idx="171" formatCode="General">
                  <c:v>12.108790000000001</c:v>
                </c:pt>
                <c:pt idx="172" formatCode="General">
                  <c:v>12.17637</c:v>
                </c:pt>
                <c:pt idx="173" formatCode="General">
                  <c:v>12.2439</c:v>
                </c:pt>
                <c:pt idx="174" formatCode="General">
                  <c:v>12.31137</c:v>
                </c:pt>
                <c:pt idx="175" formatCode="General">
                  <c:v>12.3788</c:v>
                </c:pt>
                <c:pt idx="176" formatCode="General">
                  <c:v>12.44618</c:v>
                </c:pt>
                <c:pt idx="177" formatCode="General">
                  <c:v>12.51351</c:v>
                </c:pt>
                <c:pt idx="178" formatCode="General">
                  <c:v>12.58079</c:v>
                </c:pt>
                <c:pt idx="179" formatCode="General">
                  <c:v>12.648020000000001</c:v>
                </c:pt>
                <c:pt idx="180" formatCode="General">
                  <c:v>12.715199999999999</c:v>
                </c:pt>
                <c:pt idx="181" formatCode="General">
                  <c:v>12.78233</c:v>
                </c:pt>
                <c:pt idx="182" formatCode="General">
                  <c:v>12.849410000000001</c:v>
                </c:pt>
                <c:pt idx="183" formatCode="General">
                  <c:v>12.91644</c:v>
                </c:pt>
                <c:pt idx="184" formatCode="General">
                  <c:v>12.983409999999999</c:v>
                </c:pt>
                <c:pt idx="185" formatCode="General">
                  <c:v>13.050330000000001</c:v>
                </c:pt>
                <c:pt idx="186" formatCode="General">
                  <c:v>13.1172</c:v>
                </c:pt>
                <c:pt idx="187" formatCode="General">
                  <c:v>13.18402</c:v>
                </c:pt>
                <c:pt idx="188" formatCode="General">
                  <c:v>13.25079</c:v>
                </c:pt>
                <c:pt idx="189" formatCode="General">
                  <c:v>13.317500000000001</c:v>
                </c:pt>
                <c:pt idx="190" formatCode="General">
                  <c:v>13.38416</c:v>
                </c:pt>
                <c:pt idx="191" formatCode="General">
                  <c:v>13.450760000000001</c:v>
                </c:pt>
                <c:pt idx="192" formatCode="General">
                  <c:v>13.51731</c:v>
                </c:pt>
                <c:pt idx="193" formatCode="General">
                  <c:v>13.58381</c:v>
                </c:pt>
                <c:pt idx="194" formatCode="General">
                  <c:v>13.65025</c:v>
                </c:pt>
                <c:pt idx="195" formatCode="General">
                  <c:v>13.71664</c:v>
                </c:pt>
                <c:pt idx="196" formatCode="General">
                  <c:v>13.78298</c:v>
                </c:pt>
                <c:pt idx="197" formatCode="General">
                  <c:v>13.84925</c:v>
                </c:pt>
                <c:pt idx="198" formatCode="General">
                  <c:v>13.915480000000001</c:v>
                </c:pt>
                <c:pt idx="199" formatCode="General">
                  <c:v>13.981640000000001</c:v>
                </c:pt>
                <c:pt idx="200" formatCode="General">
                  <c:v>14.04776</c:v>
                </c:pt>
                <c:pt idx="201" formatCode="General">
                  <c:v>14.113810000000001</c:v>
                </c:pt>
                <c:pt idx="202" formatCode="General">
                  <c:v>14.17981</c:v>
                </c:pt>
                <c:pt idx="203" formatCode="General">
                  <c:v>14.245749999999999</c:v>
                </c:pt>
                <c:pt idx="204" formatCode="General">
                  <c:v>14.311640000000001</c:v>
                </c:pt>
                <c:pt idx="205" formatCode="General">
                  <c:v>14.377459999999999</c:v>
                </c:pt>
                <c:pt idx="206" formatCode="General">
                  <c:v>14.44323</c:v>
                </c:pt>
                <c:pt idx="207" formatCode="General">
                  <c:v>14.50895</c:v>
                </c:pt>
                <c:pt idx="208" formatCode="General">
                  <c:v>14.5746</c:v>
                </c:pt>
                <c:pt idx="209" formatCode="General">
                  <c:v>14.6402</c:v>
                </c:pt>
                <c:pt idx="210" formatCode="General">
                  <c:v>14.705730000000001</c:v>
                </c:pt>
                <c:pt idx="211" formatCode="General">
                  <c:v>14.77121</c:v>
                </c:pt>
                <c:pt idx="212" formatCode="General">
                  <c:v>14.83663</c:v>
                </c:pt>
                <c:pt idx="213" formatCode="General">
                  <c:v>14.90199</c:v>
                </c:pt>
                <c:pt idx="214" formatCode="General">
                  <c:v>14.96729</c:v>
                </c:pt>
                <c:pt idx="215" formatCode="General">
                  <c:v>15.032539999999999</c:v>
                </c:pt>
                <c:pt idx="216" formatCode="General">
                  <c:v>15.097720000000001</c:v>
                </c:pt>
                <c:pt idx="217" formatCode="General">
                  <c:v>15.162839999999999</c:v>
                </c:pt>
                <c:pt idx="218" formatCode="General">
                  <c:v>15.2279</c:v>
                </c:pt>
                <c:pt idx="219" formatCode="General">
                  <c:v>15.29289</c:v>
                </c:pt>
                <c:pt idx="220" formatCode="General">
                  <c:v>15.35783</c:v>
                </c:pt>
                <c:pt idx="221" formatCode="General">
                  <c:v>15.42271</c:v>
                </c:pt>
                <c:pt idx="222" formatCode="General">
                  <c:v>15.48752</c:v>
                </c:pt>
                <c:pt idx="223" formatCode="General">
                  <c:v>15.55228</c:v>
                </c:pt>
                <c:pt idx="224" formatCode="General">
                  <c:v>15.61697</c:v>
                </c:pt>
                <c:pt idx="225" formatCode="General">
                  <c:v>15.68159</c:v>
                </c:pt>
                <c:pt idx="226" formatCode="General">
                  <c:v>15.74616</c:v>
                </c:pt>
                <c:pt idx="227" formatCode="General">
                  <c:v>15.81066</c:v>
                </c:pt>
                <c:pt idx="228" formatCode="General">
                  <c:v>15.8751</c:v>
                </c:pt>
                <c:pt idx="229" formatCode="General">
                  <c:v>15.93948</c:v>
                </c:pt>
                <c:pt idx="230" formatCode="General">
                  <c:v>16.003789999999999</c:v>
                </c:pt>
                <c:pt idx="231" formatCode="General">
                  <c:v>16.06804</c:v>
                </c:pt>
                <c:pt idx="232" formatCode="General">
                  <c:v>16.13222</c:v>
                </c:pt>
                <c:pt idx="233" formatCode="General">
                  <c:v>16.196339999999999</c:v>
                </c:pt>
                <c:pt idx="234" formatCode="General">
                  <c:v>16.260390000000001</c:v>
                </c:pt>
                <c:pt idx="235" formatCode="General">
                  <c:v>16.324380000000001</c:v>
                </c:pt>
                <c:pt idx="236" formatCode="General">
                  <c:v>16.388300000000001</c:v>
                </c:pt>
                <c:pt idx="237" formatCode="General">
                  <c:v>16.452159999999999</c:v>
                </c:pt>
                <c:pt idx="238" formatCode="General">
                  <c:v>16.51595</c:v>
                </c:pt>
                <c:pt idx="239" formatCode="General">
                  <c:v>16.57968</c:v>
                </c:pt>
                <c:pt idx="240" formatCode="General">
                  <c:v>16.643339999999998</c:v>
                </c:pt>
                <c:pt idx="241" formatCode="General">
                  <c:v>16.70693</c:v>
                </c:pt>
                <c:pt idx="242" formatCode="General">
                  <c:v>16.77046</c:v>
                </c:pt>
                <c:pt idx="243" formatCode="General">
                  <c:v>16.833919999999999</c:v>
                </c:pt>
                <c:pt idx="244" formatCode="General">
                  <c:v>16.897310000000001</c:v>
                </c:pt>
                <c:pt idx="245" formatCode="General">
                  <c:v>16.960640000000001</c:v>
                </c:pt>
                <c:pt idx="246" formatCode="General">
                  <c:v>17.023890000000002</c:v>
                </c:pt>
                <c:pt idx="247" formatCode="General">
                  <c:v>17.08708</c:v>
                </c:pt>
                <c:pt idx="248" formatCode="General">
                  <c:v>17.150200000000002</c:v>
                </c:pt>
                <c:pt idx="249" formatCode="General">
                  <c:v>17.213249999999999</c:v>
                </c:pt>
                <c:pt idx="250" formatCode="General">
                  <c:v>17.276240000000001</c:v>
                </c:pt>
                <c:pt idx="251" formatCode="General">
                  <c:v>17.33915</c:v>
                </c:pt>
                <c:pt idx="252" formatCode="General">
                  <c:v>17.401990000000001</c:v>
                </c:pt>
                <c:pt idx="253" formatCode="General">
                  <c:v>17.464770000000001</c:v>
                </c:pt>
                <c:pt idx="254" formatCode="General">
                  <c:v>17.527480000000001</c:v>
                </c:pt>
                <c:pt idx="255" formatCode="General">
                  <c:v>17.590109999999999</c:v>
                </c:pt>
                <c:pt idx="256" formatCode="General">
                  <c:v>17.652670000000001</c:v>
                </c:pt>
                <c:pt idx="257" formatCode="General">
                  <c:v>17.715170000000001</c:v>
                </c:pt>
                <c:pt idx="258" formatCode="General">
                  <c:v>17.77759</c:v>
                </c:pt>
                <c:pt idx="259" formatCode="General">
                  <c:v>17.839939999999999</c:v>
                </c:pt>
                <c:pt idx="260" formatCode="General">
                  <c:v>17.90222</c:v>
                </c:pt>
                <c:pt idx="261" formatCode="General">
                  <c:v>17.96443</c:v>
                </c:pt>
                <c:pt idx="262" formatCode="General">
                  <c:v>18.02657</c:v>
                </c:pt>
                <c:pt idx="263" formatCode="General">
                  <c:v>18.088629999999998</c:v>
                </c:pt>
                <c:pt idx="264" formatCode="General">
                  <c:v>18.15063</c:v>
                </c:pt>
                <c:pt idx="265" formatCode="General">
                  <c:v>18.21255</c:v>
                </c:pt>
                <c:pt idx="266" formatCode="General">
                  <c:v>18.27439</c:v>
                </c:pt>
                <c:pt idx="267" formatCode="General">
                  <c:v>18.336169999999999</c:v>
                </c:pt>
                <c:pt idx="268" formatCode="General">
                  <c:v>18.397870000000001</c:v>
                </c:pt>
                <c:pt idx="269" formatCode="General">
                  <c:v>18.459499999999998</c:v>
                </c:pt>
                <c:pt idx="270" formatCode="General">
                  <c:v>18.521049999999999</c:v>
                </c:pt>
                <c:pt idx="271" formatCode="General">
                  <c:v>18.582529999999998</c:v>
                </c:pt>
                <c:pt idx="272" formatCode="General">
                  <c:v>18.643930000000001</c:v>
                </c:pt>
                <c:pt idx="273" formatCode="General">
                  <c:v>18.705259999999999</c:v>
                </c:pt>
                <c:pt idx="274" formatCode="General">
                  <c:v>18.76652</c:v>
                </c:pt>
                <c:pt idx="275" formatCode="General">
                  <c:v>18.8277</c:v>
                </c:pt>
                <c:pt idx="276" formatCode="General">
                  <c:v>18.8888</c:v>
                </c:pt>
                <c:pt idx="277" formatCode="General">
                  <c:v>18.949829999999999</c:v>
                </c:pt>
                <c:pt idx="278" formatCode="General">
                  <c:v>19.01079</c:v>
                </c:pt>
                <c:pt idx="279" formatCode="General">
                  <c:v>19.071660000000001</c:v>
                </c:pt>
                <c:pt idx="280" formatCode="General">
                  <c:v>19.132470000000001</c:v>
                </c:pt>
                <c:pt idx="281" formatCode="General">
                  <c:v>19.193190000000001</c:v>
                </c:pt>
                <c:pt idx="282" formatCode="General">
                  <c:v>19.25384</c:v>
                </c:pt>
                <c:pt idx="283" formatCode="General">
                  <c:v>19.314409999999999</c:v>
                </c:pt>
                <c:pt idx="284" formatCode="General">
                  <c:v>19.3749</c:v>
                </c:pt>
                <c:pt idx="285" formatCode="General">
                  <c:v>19.435320000000001</c:v>
                </c:pt>
                <c:pt idx="286" formatCode="General">
                  <c:v>19.495660000000001</c:v>
                </c:pt>
                <c:pt idx="287" formatCode="General">
                  <c:v>19.55592</c:v>
                </c:pt>
                <c:pt idx="288" formatCode="General">
                  <c:v>19.616099999999999</c:v>
                </c:pt>
                <c:pt idx="289" formatCode="General">
                  <c:v>19.676200000000001</c:v>
                </c:pt>
                <c:pt idx="290" formatCode="General">
                  <c:v>19.736229999999999</c:v>
                </c:pt>
                <c:pt idx="291" formatCode="General">
                  <c:v>19.79618</c:v>
                </c:pt>
                <c:pt idx="292" formatCode="General">
                  <c:v>19.85604</c:v>
                </c:pt>
                <c:pt idx="293" formatCode="General">
                  <c:v>19.91583</c:v>
                </c:pt>
                <c:pt idx="294" formatCode="General">
                  <c:v>19.975539999999999</c:v>
                </c:pt>
                <c:pt idx="295" formatCode="General">
                  <c:v>20.035170000000001</c:v>
                </c:pt>
                <c:pt idx="296" formatCode="General">
                  <c:v>20.094719999999999</c:v>
                </c:pt>
                <c:pt idx="297" formatCode="General">
                  <c:v>20.15418</c:v>
                </c:pt>
                <c:pt idx="298" formatCode="General">
                  <c:v>20.213570000000001</c:v>
                </c:pt>
                <c:pt idx="299" formatCode="General">
                  <c:v>20.272880000000001</c:v>
                </c:pt>
                <c:pt idx="300" formatCode="General">
                  <c:v>20.332100000000001</c:v>
                </c:pt>
                <c:pt idx="301" formatCode="General">
                  <c:v>20.39124</c:v>
                </c:pt>
                <c:pt idx="302" formatCode="General">
                  <c:v>20.450310000000002</c:v>
                </c:pt>
                <c:pt idx="303" formatCode="General">
                  <c:v>20.50929</c:v>
                </c:pt>
                <c:pt idx="304" formatCode="General">
                  <c:v>20.568190000000001</c:v>
                </c:pt>
                <c:pt idx="305" formatCode="General">
                  <c:v>20.626999999999999</c:v>
                </c:pt>
                <c:pt idx="306" formatCode="General">
                  <c:v>20.68573</c:v>
                </c:pt>
                <c:pt idx="307" formatCode="General">
                  <c:v>20.74438</c:v>
                </c:pt>
                <c:pt idx="308" formatCode="General">
                  <c:v>20.802949999999999</c:v>
                </c:pt>
                <c:pt idx="309" formatCode="General">
                  <c:v>20.861440000000002</c:v>
                </c:pt>
                <c:pt idx="310" formatCode="General">
                  <c:v>20.919840000000001</c:v>
                </c:pt>
                <c:pt idx="311" formatCode="General">
                  <c:v>20.978159999999999</c:v>
                </c:pt>
                <c:pt idx="312" formatCode="General">
                  <c:v>21.036390000000001</c:v>
                </c:pt>
                <c:pt idx="313" formatCode="General">
                  <c:v>21.094539999999999</c:v>
                </c:pt>
                <c:pt idx="314" formatCode="General">
                  <c:v>21.1526</c:v>
                </c:pt>
                <c:pt idx="315" formatCode="General">
                  <c:v>21.21058</c:v>
                </c:pt>
                <c:pt idx="316" formatCode="General">
                  <c:v>21.26848</c:v>
                </c:pt>
                <c:pt idx="317" formatCode="General">
                  <c:v>21.32629</c:v>
                </c:pt>
                <c:pt idx="318" formatCode="General">
                  <c:v>21.38402</c:v>
                </c:pt>
                <c:pt idx="319" formatCode="General">
                  <c:v>21.441649999999999</c:v>
                </c:pt>
                <c:pt idx="320" formatCode="General">
                  <c:v>21.499210000000001</c:v>
                </c:pt>
                <c:pt idx="321" formatCode="General">
                  <c:v>21.55668</c:v>
                </c:pt>
                <c:pt idx="322" formatCode="General">
                  <c:v>21.614059999999998</c:v>
                </c:pt>
                <c:pt idx="323" formatCode="General">
                  <c:v>21.67135</c:v>
                </c:pt>
                <c:pt idx="324" formatCode="General">
                  <c:v>21.728560000000002</c:v>
                </c:pt>
                <c:pt idx="325" formatCode="General">
                  <c:v>21.785679999999999</c:v>
                </c:pt>
                <c:pt idx="326" formatCode="General">
                  <c:v>21.84272</c:v>
                </c:pt>
                <c:pt idx="327" formatCode="General">
                  <c:v>21.89967</c:v>
                </c:pt>
                <c:pt idx="328" formatCode="General">
                  <c:v>21.956520000000001</c:v>
                </c:pt>
                <c:pt idx="329" formatCode="General">
                  <c:v>22.013300000000001</c:v>
                </c:pt>
                <c:pt idx="330" formatCode="General">
                  <c:v>22.069980000000001</c:v>
                </c:pt>
                <c:pt idx="331" formatCode="General">
                  <c:v>22.126580000000001</c:v>
                </c:pt>
                <c:pt idx="332" formatCode="General">
                  <c:v>22.18308</c:v>
                </c:pt>
                <c:pt idx="333" formatCode="General">
                  <c:v>22.2395</c:v>
                </c:pt>
                <c:pt idx="334" formatCode="General">
                  <c:v>22.295829999999999</c:v>
                </c:pt>
                <c:pt idx="335" formatCode="General">
                  <c:v>22.352070000000001</c:v>
                </c:pt>
                <c:pt idx="336" formatCode="General">
                  <c:v>22.40822</c:v>
                </c:pt>
                <c:pt idx="337" formatCode="General">
                  <c:v>22.464279999999999</c:v>
                </c:pt>
                <c:pt idx="338" formatCode="General">
                  <c:v>22.520250000000001</c:v>
                </c:pt>
                <c:pt idx="339" formatCode="General">
                  <c:v>22.576129999999999</c:v>
                </c:pt>
                <c:pt idx="340" formatCode="General">
                  <c:v>22.631920000000001</c:v>
                </c:pt>
                <c:pt idx="341" formatCode="General">
                  <c:v>22.687619999999999</c:v>
                </c:pt>
                <c:pt idx="342" formatCode="General">
                  <c:v>22.743230000000001</c:v>
                </c:pt>
                <c:pt idx="343" formatCode="General">
                  <c:v>22.798749999999998</c:v>
                </c:pt>
                <c:pt idx="344" formatCode="General">
                  <c:v>22.854179999999999</c:v>
                </c:pt>
                <c:pt idx="345" formatCode="General">
                  <c:v>22.909510000000001</c:v>
                </c:pt>
                <c:pt idx="346" formatCode="General">
                  <c:v>22.964759999999998</c:v>
                </c:pt>
                <c:pt idx="347" formatCode="General">
                  <c:v>23.019909999999999</c:v>
                </c:pt>
                <c:pt idx="348" formatCode="General">
                  <c:v>23.07497</c:v>
                </c:pt>
                <c:pt idx="349" formatCode="General">
                  <c:v>23.129940000000001</c:v>
                </c:pt>
                <c:pt idx="350" formatCode="General">
                  <c:v>23.184809999999999</c:v>
                </c:pt>
                <c:pt idx="351" formatCode="General">
                  <c:v>23.239599999999999</c:v>
                </c:pt>
                <c:pt idx="352" formatCode="General">
                  <c:v>23.294280000000001</c:v>
                </c:pt>
                <c:pt idx="353" formatCode="General">
                  <c:v>23.348880000000001</c:v>
                </c:pt>
                <c:pt idx="354" formatCode="General">
                  <c:v>23.403390000000002</c:v>
                </c:pt>
                <c:pt idx="355" formatCode="General">
                  <c:v>23.457789999999999</c:v>
                </c:pt>
                <c:pt idx="356" formatCode="General">
                  <c:v>23.51211</c:v>
                </c:pt>
                <c:pt idx="357" formatCode="General">
                  <c:v>23.566330000000001</c:v>
                </c:pt>
                <c:pt idx="358" formatCode="General">
                  <c:v>23.620460000000001</c:v>
                </c:pt>
                <c:pt idx="359" formatCode="General">
                  <c:v>23.674489999999999</c:v>
                </c:pt>
                <c:pt idx="360" formatCode="General">
                  <c:v>23.728429999999999</c:v>
                </c:pt>
                <c:pt idx="361" formatCode="General">
                  <c:v>23.78227</c:v>
                </c:pt>
                <c:pt idx="362" formatCode="General">
                  <c:v>23.836020000000001</c:v>
                </c:pt>
                <c:pt idx="363" formatCode="General">
                  <c:v>23.889669999999999</c:v>
                </c:pt>
                <c:pt idx="364" formatCode="General">
                  <c:v>23.94323</c:v>
                </c:pt>
                <c:pt idx="365" formatCode="General">
                  <c:v>23.996690000000001</c:v>
                </c:pt>
                <c:pt idx="366" formatCode="General">
                  <c:v>24.050059999999998</c:v>
                </c:pt>
                <c:pt idx="367" formatCode="General">
                  <c:v>24.10333</c:v>
                </c:pt>
                <c:pt idx="368" formatCode="General">
                  <c:v>24.156500000000001</c:v>
                </c:pt>
                <c:pt idx="369" formatCode="General">
                  <c:v>24.209579999999999</c:v>
                </c:pt>
                <c:pt idx="370" formatCode="General">
                  <c:v>24.262560000000001</c:v>
                </c:pt>
                <c:pt idx="371" formatCode="General">
                  <c:v>24.315439999999999</c:v>
                </c:pt>
                <c:pt idx="372" formatCode="General">
                  <c:v>24.368220000000001</c:v>
                </c:pt>
                <c:pt idx="373" formatCode="General">
                  <c:v>24.420909999999999</c:v>
                </c:pt>
                <c:pt idx="374" formatCode="General">
                  <c:v>24.473500000000001</c:v>
                </c:pt>
                <c:pt idx="375" formatCode="General">
                  <c:v>24.52599</c:v>
                </c:pt>
                <c:pt idx="376" formatCode="General">
                  <c:v>24.578389999999999</c:v>
                </c:pt>
                <c:pt idx="377" formatCode="General">
                  <c:v>24.630680000000002</c:v>
                </c:pt>
                <c:pt idx="378" formatCode="General">
                  <c:v>24.682880000000001</c:v>
                </c:pt>
                <c:pt idx="379" formatCode="General">
                  <c:v>24.73498</c:v>
                </c:pt>
                <c:pt idx="380" formatCode="General">
                  <c:v>24.78698</c:v>
                </c:pt>
                <c:pt idx="381" formatCode="General">
                  <c:v>24.83888</c:v>
                </c:pt>
                <c:pt idx="382" formatCode="General">
                  <c:v>24.89068</c:v>
                </c:pt>
                <c:pt idx="383" formatCode="General">
                  <c:v>24.94238</c:v>
                </c:pt>
                <c:pt idx="384" formatCode="General">
                  <c:v>24.993980000000001</c:v>
                </c:pt>
                <c:pt idx="385" formatCode="General">
                  <c:v>25.045480000000001</c:v>
                </c:pt>
                <c:pt idx="386" formatCode="General">
                  <c:v>25.096879999999999</c:v>
                </c:pt>
                <c:pt idx="387" formatCode="General">
                  <c:v>25.14819</c:v>
                </c:pt>
                <c:pt idx="388" formatCode="General">
                  <c:v>25.199380000000001</c:v>
                </c:pt>
                <c:pt idx="389" formatCode="General">
                  <c:v>25.25048</c:v>
                </c:pt>
                <c:pt idx="390" formatCode="General">
                  <c:v>25.301480000000002</c:v>
                </c:pt>
                <c:pt idx="391" formatCode="General">
                  <c:v>25.35238</c:v>
                </c:pt>
                <c:pt idx="392" formatCode="General">
                  <c:v>25.403179999999999</c:v>
                </c:pt>
                <c:pt idx="393" formatCode="General">
                  <c:v>25.453869999999998</c:v>
                </c:pt>
                <c:pt idx="394" formatCode="General">
                  <c:v>25.504470000000001</c:v>
                </c:pt>
                <c:pt idx="395" formatCode="General">
                  <c:v>25.554950000000002</c:v>
                </c:pt>
                <c:pt idx="396" formatCode="General">
                  <c:v>25.605340000000002</c:v>
                </c:pt>
                <c:pt idx="397" formatCode="General">
                  <c:v>25.655629999999999</c:v>
                </c:pt>
                <c:pt idx="398" formatCode="General">
                  <c:v>25.70581</c:v>
                </c:pt>
                <c:pt idx="399" formatCode="General">
                  <c:v>25.755890000000001</c:v>
                </c:pt>
                <c:pt idx="400" formatCode="General">
                  <c:v>25.805869999999999</c:v>
                </c:pt>
                <c:pt idx="401" formatCode="General">
                  <c:v>25.85575</c:v>
                </c:pt>
                <c:pt idx="402" formatCode="General">
                  <c:v>25.905519999999999</c:v>
                </c:pt>
                <c:pt idx="403" formatCode="General">
                  <c:v>25.955179999999999</c:v>
                </c:pt>
                <c:pt idx="404" formatCode="General">
                  <c:v>26.004750000000001</c:v>
                </c:pt>
                <c:pt idx="405" formatCode="General">
                  <c:v>26.054200000000002</c:v>
                </c:pt>
                <c:pt idx="406" formatCode="General">
                  <c:v>26.103560000000002</c:v>
                </c:pt>
                <c:pt idx="407" formatCode="General">
                  <c:v>26.152809999999999</c:v>
                </c:pt>
                <c:pt idx="408" formatCode="General">
                  <c:v>26.20196</c:v>
                </c:pt>
                <c:pt idx="409" formatCode="General">
                  <c:v>26.251000000000001</c:v>
                </c:pt>
                <c:pt idx="410" formatCode="General">
                  <c:v>26.29993</c:v>
                </c:pt>
                <c:pt idx="411" formatCode="General">
                  <c:v>26.348769999999998</c:v>
                </c:pt>
                <c:pt idx="412" formatCode="General">
                  <c:v>26.397490000000001</c:v>
                </c:pt>
                <c:pt idx="413" formatCode="General">
                  <c:v>26.446110000000001</c:v>
                </c:pt>
                <c:pt idx="414" formatCode="General">
                  <c:v>26.494630000000001</c:v>
                </c:pt>
                <c:pt idx="415" formatCode="General">
                  <c:v>26.543030000000002</c:v>
                </c:pt>
                <c:pt idx="416" formatCode="General">
                  <c:v>26.591339999999999</c:v>
                </c:pt>
                <c:pt idx="417" formatCode="General">
                  <c:v>26.639530000000001</c:v>
                </c:pt>
                <c:pt idx="418" formatCode="General">
                  <c:v>26.687619999999999</c:v>
                </c:pt>
                <c:pt idx="419" formatCode="General">
                  <c:v>26.735600000000002</c:v>
                </c:pt>
                <c:pt idx="420" formatCode="General">
                  <c:v>26.783480000000001</c:v>
                </c:pt>
                <c:pt idx="421" formatCode="General">
                  <c:v>26.831250000000001</c:v>
                </c:pt>
                <c:pt idx="422" formatCode="General">
                  <c:v>26.878910000000001</c:v>
                </c:pt>
                <c:pt idx="423" formatCode="General">
                  <c:v>26.926459999999999</c:v>
                </c:pt>
                <c:pt idx="424" formatCode="General">
                  <c:v>26.97391</c:v>
                </c:pt>
                <c:pt idx="425" formatCode="General">
                  <c:v>27.021249999999998</c:v>
                </c:pt>
                <c:pt idx="426" formatCode="General">
                  <c:v>27.068480000000001</c:v>
                </c:pt>
                <c:pt idx="427" formatCode="General">
                  <c:v>27.115600000000001</c:v>
                </c:pt>
                <c:pt idx="428" formatCode="General">
                  <c:v>27.162610000000001</c:v>
                </c:pt>
                <c:pt idx="429" formatCode="General">
                  <c:v>27.209520000000001</c:v>
                </c:pt>
                <c:pt idx="430" formatCode="General">
                  <c:v>27.256309999999999</c:v>
                </c:pt>
                <c:pt idx="431" formatCode="General">
                  <c:v>27.303000000000001</c:v>
                </c:pt>
                <c:pt idx="432" formatCode="General">
                  <c:v>27.34958</c:v>
                </c:pt>
                <c:pt idx="433" formatCode="General">
                  <c:v>27.396039999999999</c:v>
                </c:pt>
                <c:pt idx="434" formatCode="General">
                  <c:v>27.442399999999999</c:v>
                </c:pt>
                <c:pt idx="435" formatCode="General">
                  <c:v>27.48865</c:v>
                </c:pt>
                <c:pt idx="436" formatCode="General">
                  <c:v>27.534790000000001</c:v>
                </c:pt>
                <c:pt idx="437" formatCode="General">
                  <c:v>27.580819999999999</c:v>
                </c:pt>
                <c:pt idx="438" formatCode="General">
                  <c:v>27.626740000000002</c:v>
                </c:pt>
                <c:pt idx="439" formatCode="General">
                  <c:v>27.672540000000001</c:v>
                </c:pt>
                <c:pt idx="440" formatCode="General">
                  <c:v>27.718240000000002</c:v>
                </c:pt>
                <c:pt idx="441" formatCode="General">
                  <c:v>27.763829999999999</c:v>
                </c:pt>
                <c:pt idx="442" formatCode="General">
                  <c:v>27.8093</c:v>
                </c:pt>
                <c:pt idx="443" formatCode="General">
                  <c:v>27.854669999999999</c:v>
                </c:pt>
                <c:pt idx="444" formatCode="General">
                  <c:v>27.899920000000002</c:v>
                </c:pt>
                <c:pt idx="445" formatCode="General">
                  <c:v>27.945060000000002</c:v>
                </c:pt>
                <c:pt idx="446" formatCode="General">
                  <c:v>27.990089999999999</c:v>
                </c:pt>
                <c:pt idx="447" formatCode="General">
                  <c:v>28.03501</c:v>
                </c:pt>
                <c:pt idx="448" formatCode="General">
                  <c:v>28.079809999999998</c:v>
                </c:pt>
                <c:pt idx="449" formatCode="General">
                  <c:v>28.124500000000001</c:v>
                </c:pt>
                <c:pt idx="450" formatCode="General">
                  <c:v>28.169080000000001</c:v>
                </c:pt>
                <c:pt idx="451" formatCode="General">
                  <c:v>28.213550000000001</c:v>
                </c:pt>
                <c:pt idx="452" formatCode="General">
                  <c:v>28.257909999999999</c:v>
                </c:pt>
                <c:pt idx="453" formatCode="General">
                  <c:v>28.302150000000001</c:v>
                </c:pt>
                <c:pt idx="454" formatCode="General">
                  <c:v>28.34628</c:v>
                </c:pt>
                <c:pt idx="455" formatCode="General">
                  <c:v>28.39029</c:v>
                </c:pt>
                <c:pt idx="456" formatCode="General">
                  <c:v>28.434190000000001</c:v>
                </c:pt>
                <c:pt idx="457" formatCode="General">
                  <c:v>28.477979999999999</c:v>
                </c:pt>
                <c:pt idx="458" formatCode="General">
                  <c:v>28.521650000000001</c:v>
                </c:pt>
                <c:pt idx="459" formatCode="General">
                  <c:v>28.56521</c:v>
                </c:pt>
                <c:pt idx="460" formatCode="General">
                  <c:v>28.60866</c:v>
                </c:pt>
                <c:pt idx="461" formatCode="General">
                  <c:v>28.651990000000001</c:v>
                </c:pt>
                <c:pt idx="462" formatCode="General">
                  <c:v>28.695209999999999</c:v>
                </c:pt>
                <c:pt idx="463" formatCode="General">
                  <c:v>28.738309999999998</c:v>
                </c:pt>
                <c:pt idx="464" formatCode="General">
                  <c:v>28.781300000000002</c:v>
                </c:pt>
                <c:pt idx="465" formatCode="General">
                  <c:v>28.824169999999999</c:v>
                </c:pt>
                <c:pt idx="466" formatCode="General">
                  <c:v>28.86692</c:v>
                </c:pt>
                <c:pt idx="467" formatCode="General">
                  <c:v>28.909559999999999</c:v>
                </c:pt>
                <c:pt idx="468" formatCode="General">
                  <c:v>28.952089999999998</c:v>
                </c:pt>
                <c:pt idx="469" formatCode="General">
                  <c:v>28.994499999999999</c:v>
                </c:pt>
                <c:pt idx="470" formatCode="General">
                  <c:v>29.03679</c:v>
                </c:pt>
                <c:pt idx="471" formatCode="General">
                  <c:v>29.078970000000002</c:v>
                </c:pt>
                <c:pt idx="472" formatCode="General">
                  <c:v>29.121030000000001</c:v>
                </c:pt>
                <c:pt idx="473" formatCode="General">
                  <c:v>29.162970000000001</c:v>
                </c:pt>
                <c:pt idx="474" formatCode="General">
                  <c:v>29.204799999999999</c:v>
                </c:pt>
                <c:pt idx="475" formatCode="General">
                  <c:v>29.246510000000001</c:v>
                </c:pt>
                <c:pt idx="476" formatCode="General">
                  <c:v>29.28811</c:v>
                </c:pt>
                <c:pt idx="477" formatCode="General">
                  <c:v>29.32958</c:v>
                </c:pt>
                <c:pt idx="478" formatCode="General">
                  <c:v>29.370940000000001</c:v>
                </c:pt>
                <c:pt idx="479" formatCode="General">
                  <c:v>29.412189999999999</c:v>
                </c:pt>
                <c:pt idx="480" formatCode="General">
                  <c:v>29.453309999999998</c:v>
                </c:pt>
                <c:pt idx="481" formatCode="General">
                  <c:v>29.494319999999998</c:v>
                </c:pt>
                <c:pt idx="482" formatCode="General">
                  <c:v>29.5352</c:v>
                </c:pt>
                <c:pt idx="483" formatCode="General">
                  <c:v>29.575980000000001</c:v>
                </c:pt>
                <c:pt idx="484" formatCode="General">
                  <c:v>29.616630000000001</c:v>
                </c:pt>
                <c:pt idx="485" formatCode="General">
                  <c:v>29.657160000000001</c:v>
                </c:pt>
                <c:pt idx="486" formatCode="General">
                  <c:v>29.697579999999999</c:v>
                </c:pt>
                <c:pt idx="487" formatCode="General">
                  <c:v>29.737870000000001</c:v>
                </c:pt>
                <c:pt idx="488" formatCode="General">
                  <c:v>29.77805</c:v>
                </c:pt>
                <c:pt idx="489" formatCode="General">
                  <c:v>29.818110000000001</c:v>
                </c:pt>
                <c:pt idx="490" formatCode="General">
                  <c:v>29.858049999999999</c:v>
                </c:pt>
                <c:pt idx="491" formatCode="General">
                  <c:v>29.897870000000001</c:v>
                </c:pt>
                <c:pt idx="492" formatCode="General">
                  <c:v>29.937570000000001</c:v>
                </c:pt>
                <c:pt idx="493" formatCode="General">
                  <c:v>29.977150000000002</c:v>
                </c:pt>
                <c:pt idx="494" formatCode="General">
                  <c:v>30.01661</c:v>
                </c:pt>
                <c:pt idx="495" formatCode="General">
                  <c:v>30.055949999999999</c:v>
                </c:pt>
                <c:pt idx="496" formatCode="General">
                  <c:v>30.09517</c:v>
                </c:pt>
                <c:pt idx="497" formatCode="General">
                  <c:v>30.134270000000001</c:v>
                </c:pt>
                <c:pt idx="498" formatCode="General">
                  <c:v>30.17324</c:v>
                </c:pt>
                <c:pt idx="499" formatCode="General">
                  <c:v>30.2121</c:v>
                </c:pt>
                <c:pt idx="500" formatCode="General">
                  <c:v>30.25084</c:v>
                </c:pt>
                <c:pt idx="501" formatCode="General">
                  <c:v>30.289459999999998</c:v>
                </c:pt>
                <c:pt idx="502" formatCode="General">
                  <c:v>30.327950000000001</c:v>
                </c:pt>
                <c:pt idx="503" formatCode="General">
                  <c:v>30.366330000000001</c:v>
                </c:pt>
                <c:pt idx="504" formatCode="General">
                  <c:v>30.404579999999999</c:v>
                </c:pt>
                <c:pt idx="505" formatCode="General">
                  <c:v>30.442710000000002</c:v>
                </c:pt>
                <c:pt idx="506" formatCode="General">
                  <c:v>30.480720000000002</c:v>
                </c:pt>
                <c:pt idx="507" formatCode="General">
                  <c:v>30.518609999999999</c:v>
                </c:pt>
                <c:pt idx="508" formatCode="General">
                  <c:v>30.556370000000001</c:v>
                </c:pt>
                <c:pt idx="509" formatCode="General">
                  <c:v>30.59402</c:v>
                </c:pt>
                <c:pt idx="510" formatCode="General">
                  <c:v>30.631530000000001</c:v>
                </c:pt>
                <c:pt idx="511" formatCode="General">
                  <c:v>30.66893</c:v>
                </c:pt>
                <c:pt idx="512" formatCode="General">
                  <c:v>30.706209999999999</c:v>
                </c:pt>
                <c:pt idx="513" formatCode="General">
                  <c:v>30.743359999999999</c:v>
                </c:pt>
                <c:pt idx="514" formatCode="General">
                  <c:v>30.780390000000001</c:v>
                </c:pt>
                <c:pt idx="515" formatCode="General">
                  <c:v>30.817299999999999</c:v>
                </c:pt>
                <c:pt idx="516" formatCode="General">
                  <c:v>30.85408</c:v>
                </c:pt>
                <c:pt idx="517" formatCode="General">
                  <c:v>30.890740000000001</c:v>
                </c:pt>
                <c:pt idx="518" formatCode="General">
                  <c:v>30.92728</c:v>
                </c:pt>
                <c:pt idx="519" formatCode="General">
                  <c:v>30.96369</c:v>
                </c:pt>
                <c:pt idx="520" formatCode="General">
                  <c:v>30.999980000000001</c:v>
                </c:pt>
                <c:pt idx="521" formatCode="General">
                  <c:v>31.03614</c:v>
                </c:pt>
                <c:pt idx="522" formatCode="General">
                  <c:v>31.072179999999999</c:v>
                </c:pt>
                <c:pt idx="523" formatCode="General">
                  <c:v>31.1081</c:v>
                </c:pt>
                <c:pt idx="524" formatCode="General">
                  <c:v>31.143889999999999</c:v>
                </c:pt>
                <c:pt idx="525" formatCode="General">
                  <c:v>31.179559999999999</c:v>
                </c:pt>
                <c:pt idx="526" formatCode="General">
                  <c:v>31.2151</c:v>
                </c:pt>
                <c:pt idx="527" formatCode="General">
                  <c:v>31.250520000000002</c:v>
                </c:pt>
                <c:pt idx="528" formatCode="General">
                  <c:v>31.285810000000001</c:v>
                </c:pt>
                <c:pt idx="529" formatCode="General">
                  <c:v>31.320979999999999</c:v>
                </c:pt>
                <c:pt idx="530" formatCode="General">
                  <c:v>31.356020000000001</c:v>
                </c:pt>
                <c:pt idx="531" formatCode="General">
                  <c:v>31.390940000000001</c:v>
                </c:pt>
                <c:pt idx="532" formatCode="General">
                  <c:v>31.425730000000001</c:v>
                </c:pt>
                <c:pt idx="533" formatCode="General">
                  <c:v>31.46039</c:v>
                </c:pt>
                <c:pt idx="534" formatCode="General">
                  <c:v>31.49493</c:v>
                </c:pt>
                <c:pt idx="535" formatCode="General">
                  <c:v>31.529350000000001</c:v>
                </c:pt>
                <c:pt idx="536" formatCode="General">
                  <c:v>31.56363</c:v>
                </c:pt>
                <c:pt idx="537" formatCode="General">
                  <c:v>31.597799999999999</c:v>
                </c:pt>
                <c:pt idx="538" formatCode="General">
                  <c:v>31.631830000000001</c:v>
                </c:pt>
                <c:pt idx="539" formatCode="General">
                  <c:v>31.66574</c:v>
                </c:pt>
                <c:pt idx="540" formatCode="General">
                  <c:v>31.69952</c:v>
                </c:pt>
                <c:pt idx="541" formatCode="General">
                  <c:v>31.733180000000001</c:v>
                </c:pt>
                <c:pt idx="542" formatCode="General">
                  <c:v>31.7667</c:v>
                </c:pt>
                <c:pt idx="543" formatCode="General">
                  <c:v>31.8001</c:v>
                </c:pt>
              </c:numCache>
            </c:numRef>
          </c:xVal>
          <c:yVal>
            <c:numRef>
              <c:f>'S(Q)'!$L$2:$L$545</c:f>
              <c:numCache>
                <c:formatCode>General</c:formatCode>
                <c:ptCount val="544"/>
                <c:pt idx="0">
                  <c:v>-1.4526460000000001</c:v>
                </c:pt>
                <c:pt idx="1">
                  <c:v>-1.2055659999999999</c:v>
                </c:pt>
                <c:pt idx="2" formatCode="0.00E+00">
                  <c:v>-0.99993540000000003</c:v>
                </c:pt>
                <c:pt idx="3" formatCode="0.00E+00">
                  <c:v>-0.93071459999999995</c:v>
                </c:pt>
                <c:pt idx="4" formatCode="0.00E+00">
                  <c:v>-0.9558411</c:v>
                </c:pt>
                <c:pt idx="5" formatCode="0.00E+00">
                  <c:v>-0.9879867</c:v>
                </c:pt>
                <c:pt idx="6" formatCode="0.00E+00">
                  <c:v>-0.99609329999999996</c:v>
                </c:pt>
                <c:pt idx="7">
                  <c:v>-1.0024919999999999</c:v>
                </c:pt>
                <c:pt idx="8">
                  <c:v>-1.018046</c:v>
                </c:pt>
                <c:pt idx="9">
                  <c:v>-1.0224740000000001</c:v>
                </c:pt>
                <c:pt idx="10">
                  <c:v>-1.0044820000000001</c:v>
                </c:pt>
                <c:pt idx="11" formatCode="0.00E+00">
                  <c:v>-0.98492570000000002</c:v>
                </c:pt>
                <c:pt idx="12" formatCode="0.00E+00">
                  <c:v>-0.98514670000000004</c:v>
                </c:pt>
                <c:pt idx="13" formatCode="0.00E+00">
                  <c:v>-0.99387740000000002</c:v>
                </c:pt>
                <c:pt idx="14" formatCode="0.00E+00">
                  <c:v>-0.98565349999999996</c:v>
                </c:pt>
                <c:pt idx="15" formatCode="0.00E+00">
                  <c:v>-0.9607445</c:v>
                </c:pt>
                <c:pt idx="16" formatCode="0.00E+00">
                  <c:v>-0.94440570000000001</c:v>
                </c:pt>
                <c:pt idx="17" formatCode="0.00E+00">
                  <c:v>-0.94776740000000004</c:v>
                </c:pt>
                <c:pt idx="18" formatCode="0.00E+00">
                  <c:v>-0.95062230000000003</c:v>
                </c:pt>
                <c:pt idx="19" formatCode="0.00E+00">
                  <c:v>-0.93121569999999998</c:v>
                </c:pt>
                <c:pt idx="20" formatCode="0.00E+00">
                  <c:v>-0.8980224</c:v>
                </c:pt>
                <c:pt idx="21" formatCode="0.00E+00">
                  <c:v>-0.87866509999999998</c:v>
                </c:pt>
                <c:pt idx="22" formatCode="0.00E+00">
                  <c:v>-0.88496739999999996</c:v>
                </c:pt>
                <c:pt idx="23" formatCode="0.00E+00">
                  <c:v>-0.90284529999999996</c:v>
                </c:pt>
                <c:pt idx="24" formatCode="0.00E+00">
                  <c:v>-0.91446760000000005</c:v>
                </c:pt>
                <c:pt idx="25" formatCode="0.00E+00">
                  <c:v>-0.91693250000000004</c:v>
                </c:pt>
                <c:pt idx="26" formatCode="0.00E+00">
                  <c:v>-0.91623089999999996</c:v>
                </c:pt>
                <c:pt idx="27" formatCode="0.00E+00">
                  <c:v>-0.91357849999999996</c:v>
                </c:pt>
                <c:pt idx="28" formatCode="0.00E+00">
                  <c:v>-0.90372810000000003</c:v>
                </c:pt>
                <c:pt idx="29" formatCode="0.00E+00">
                  <c:v>-0.88001629999999997</c:v>
                </c:pt>
                <c:pt idx="30" formatCode="0.00E+00">
                  <c:v>-0.83587060000000002</c:v>
                </c:pt>
                <c:pt idx="31" formatCode="0.00E+00">
                  <c:v>-0.76709669999999996</c:v>
                </c:pt>
                <c:pt idx="32" formatCode="0.00E+00">
                  <c:v>-0.67516339999999997</c:v>
                </c:pt>
                <c:pt idx="33" formatCode="0.00E+00">
                  <c:v>-0.55411509999999997</c:v>
                </c:pt>
                <c:pt idx="34" formatCode="0.00E+00">
                  <c:v>-0.36057270000000002</c:v>
                </c:pt>
                <c:pt idx="35" formatCode="0.00E+00">
                  <c:v>-1.2630189999999999E-2</c:v>
                </c:pt>
                <c:pt idx="36" formatCode="0.00E+00">
                  <c:v>0.53992079999999998</c:v>
                </c:pt>
                <c:pt idx="37">
                  <c:v>1.2176899999999999</c:v>
                </c:pt>
                <c:pt idx="38">
                  <c:v>1.800379</c:v>
                </c:pt>
                <c:pt idx="39">
                  <c:v>2.054827</c:v>
                </c:pt>
                <c:pt idx="40">
                  <c:v>1.9042349999999999</c:v>
                </c:pt>
                <c:pt idx="41">
                  <c:v>1.4781519999999999</c:v>
                </c:pt>
                <c:pt idx="42" formatCode="0.00E+00">
                  <c:v>0.99789899999999998</c:v>
                </c:pt>
                <c:pt idx="43" formatCode="0.00E+00">
                  <c:v>0.61670130000000001</c:v>
                </c:pt>
                <c:pt idx="44" formatCode="0.00E+00">
                  <c:v>0.35940359999999999</c:v>
                </c:pt>
                <c:pt idx="45" formatCode="0.00E+00">
                  <c:v>0.17965100000000001</c:v>
                </c:pt>
                <c:pt idx="46" formatCode="0.00E+00">
                  <c:v>3.7698860000000001E-2</c:v>
                </c:pt>
                <c:pt idx="47" formatCode="0.00E+00">
                  <c:v>-7.8777029999999998E-2</c:v>
                </c:pt>
                <c:pt idx="48" formatCode="0.00E+00">
                  <c:v>-0.17512620000000001</c:v>
                </c:pt>
                <c:pt idx="49" formatCode="0.00E+00">
                  <c:v>-0.25928440000000003</c:v>
                </c:pt>
                <c:pt idx="50" formatCode="0.00E+00">
                  <c:v>-0.33192899999999997</c:v>
                </c:pt>
                <c:pt idx="51" formatCode="0.00E+00">
                  <c:v>-0.38580419999999999</c:v>
                </c:pt>
                <c:pt idx="52" formatCode="0.00E+00">
                  <c:v>-0.42119489999999998</c:v>
                </c:pt>
                <c:pt idx="53" formatCode="0.00E+00">
                  <c:v>-0.45180510000000002</c:v>
                </c:pt>
                <c:pt idx="54" formatCode="0.00E+00">
                  <c:v>-0.48831380000000002</c:v>
                </c:pt>
                <c:pt idx="55" formatCode="0.00E+00">
                  <c:v>-0.5228621</c:v>
                </c:pt>
                <c:pt idx="56" formatCode="0.00E+00">
                  <c:v>-0.53801770000000004</c:v>
                </c:pt>
                <c:pt idx="57" formatCode="0.00E+00">
                  <c:v>-0.52800460000000005</c:v>
                </c:pt>
                <c:pt idx="58" formatCode="0.00E+00">
                  <c:v>-0.50302040000000003</c:v>
                </c:pt>
                <c:pt idx="59" formatCode="0.00E+00">
                  <c:v>-0.47297899999999998</c:v>
                </c:pt>
                <c:pt idx="60" formatCode="0.00E+00">
                  <c:v>-0.4349732</c:v>
                </c:pt>
                <c:pt idx="61" formatCode="0.00E+00">
                  <c:v>-0.37992690000000001</c:v>
                </c:pt>
                <c:pt idx="62" formatCode="0.00E+00">
                  <c:v>-0.30589909999999998</c:v>
                </c:pt>
                <c:pt idx="63" formatCode="0.00E+00">
                  <c:v>-0.21969140000000001</c:v>
                </c:pt>
                <c:pt idx="64" formatCode="0.00E+00">
                  <c:v>-0.12782399999999999</c:v>
                </c:pt>
                <c:pt idx="65" formatCode="0.00E+00">
                  <c:v>-3.0602230000000001E-2</c:v>
                </c:pt>
                <c:pt idx="66" formatCode="0.00E+00">
                  <c:v>7.5390620000000005E-2</c:v>
                </c:pt>
                <c:pt idx="67" formatCode="0.00E+00">
                  <c:v>0.19170670000000001</c:v>
                </c:pt>
                <c:pt idx="68" formatCode="0.00E+00">
                  <c:v>0.31291089999999999</c:v>
                </c:pt>
                <c:pt idx="69" formatCode="0.00E+00">
                  <c:v>0.42227749999999997</c:v>
                </c:pt>
                <c:pt idx="70" formatCode="0.00E+00">
                  <c:v>0.49380659999999998</c:v>
                </c:pt>
                <c:pt idx="71" formatCode="0.00E+00">
                  <c:v>0.50667850000000003</c:v>
                </c:pt>
                <c:pt idx="72" formatCode="0.00E+00">
                  <c:v>0.4633621</c:v>
                </c:pt>
                <c:pt idx="73" formatCode="0.00E+00">
                  <c:v>0.3905787</c:v>
                </c:pt>
                <c:pt idx="74" formatCode="0.00E+00">
                  <c:v>0.31729790000000002</c:v>
                </c:pt>
                <c:pt idx="75" formatCode="0.00E+00">
                  <c:v>0.25249719999999998</c:v>
                </c:pt>
                <c:pt idx="76" formatCode="0.00E+00">
                  <c:v>0.18804670000000001</c:v>
                </c:pt>
                <c:pt idx="77" formatCode="0.00E+00">
                  <c:v>0.1206604</c:v>
                </c:pt>
                <c:pt idx="78" formatCode="0.00E+00">
                  <c:v>6.241186E-2</c:v>
                </c:pt>
                <c:pt idx="79" formatCode="0.00E+00">
                  <c:v>2.6164440000000001E-2</c:v>
                </c:pt>
                <c:pt idx="80" formatCode="0.00E+00">
                  <c:v>7.4648370000000002E-3</c:v>
                </c:pt>
                <c:pt idx="81" formatCode="0.00E+00">
                  <c:v>-1.1233089999999999E-2</c:v>
                </c:pt>
                <c:pt idx="82" formatCode="0.00E+00">
                  <c:v>-3.9927890000000001E-2</c:v>
                </c:pt>
                <c:pt idx="83" formatCode="0.00E+00">
                  <c:v>-7.2152579999999994E-2</c:v>
                </c:pt>
                <c:pt idx="84" formatCode="0.00E+00">
                  <c:v>-9.7977179999999997E-2</c:v>
                </c:pt>
                <c:pt idx="85" formatCode="0.00E+00">
                  <c:v>-0.1184535</c:v>
                </c:pt>
                <c:pt idx="86" formatCode="0.00E+00">
                  <c:v>-0.1413848</c:v>
                </c:pt>
                <c:pt idx="87" formatCode="0.00E+00">
                  <c:v>-0.1667969</c:v>
                </c:pt>
                <c:pt idx="88" formatCode="0.00E+00">
                  <c:v>-0.1846139</c:v>
                </c:pt>
                <c:pt idx="89" formatCode="0.00E+00">
                  <c:v>-0.1877876</c:v>
                </c:pt>
                <c:pt idx="90" formatCode="0.00E+00">
                  <c:v>-0.18149889999999999</c:v>
                </c:pt>
                <c:pt idx="91" formatCode="0.00E+00">
                  <c:v>-0.17564199999999999</c:v>
                </c:pt>
                <c:pt idx="92" formatCode="0.00E+00">
                  <c:v>-0.1720479</c:v>
                </c:pt>
                <c:pt idx="93" formatCode="0.00E+00">
                  <c:v>-0.16395860000000001</c:v>
                </c:pt>
                <c:pt idx="94" formatCode="0.00E+00">
                  <c:v>-0.14622660000000001</c:v>
                </c:pt>
                <c:pt idx="95" formatCode="0.00E+00">
                  <c:v>-0.12012879999999999</c:v>
                </c:pt>
                <c:pt idx="96" formatCode="0.00E+00">
                  <c:v>-8.7076189999999998E-2</c:v>
                </c:pt>
                <c:pt idx="97" formatCode="0.00E+00">
                  <c:v>-4.3443460000000003E-2</c:v>
                </c:pt>
                <c:pt idx="98" formatCode="0.00E+00">
                  <c:v>1.313434E-2</c:v>
                </c:pt>
                <c:pt idx="99" formatCode="0.00E+00">
                  <c:v>7.4060619999999994E-2</c:v>
                </c:pt>
                <c:pt idx="100" formatCode="0.00E+00">
                  <c:v>0.12193809999999999</c:v>
                </c:pt>
                <c:pt idx="101" formatCode="0.00E+00">
                  <c:v>0.14477129999999999</c:v>
                </c:pt>
                <c:pt idx="102" formatCode="0.00E+00">
                  <c:v>0.1459029</c:v>
                </c:pt>
                <c:pt idx="103" formatCode="0.00E+00">
                  <c:v>0.1380846</c:v>
                </c:pt>
                <c:pt idx="104" formatCode="0.00E+00">
                  <c:v>0.12937119999999999</c:v>
                </c:pt>
                <c:pt idx="105" formatCode="0.00E+00">
                  <c:v>0.11724610000000001</c:v>
                </c:pt>
                <c:pt idx="106" formatCode="0.00E+00">
                  <c:v>9.5864229999999995E-2</c:v>
                </c:pt>
                <c:pt idx="107" formatCode="0.00E+00">
                  <c:v>6.5789150000000005E-2</c:v>
                </c:pt>
                <c:pt idx="108" formatCode="0.00E+00">
                  <c:v>3.4811750000000002E-2</c:v>
                </c:pt>
                <c:pt idx="109" formatCode="0.00E+00">
                  <c:v>1.066655E-2</c:v>
                </c:pt>
                <c:pt idx="110" formatCode="0.00E+00">
                  <c:v>-4.7567850000000004E-3</c:v>
                </c:pt>
                <c:pt idx="111" formatCode="0.00E+00">
                  <c:v>-1.397956E-2</c:v>
                </c:pt>
                <c:pt idx="112" formatCode="0.00E+00">
                  <c:v>-1.8963979999999998E-2</c:v>
                </c:pt>
                <c:pt idx="113" formatCode="0.00E+00">
                  <c:v>-1.9375719999999999E-2</c:v>
                </c:pt>
                <c:pt idx="114" formatCode="0.00E+00">
                  <c:v>-1.533136E-2</c:v>
                </c:pt>
                <c:pt idx="115" formatCode="0.00E+00">
                  <c:v>-9.8053120000000001E-3</c:v>
                </c:pt>
                <c:pt idx="116" formatCode="0.00E+00">
                  <c:v>-6.7317569999999997E-3</c:v>
                </c:pt>
                <c:pt idx="117" formatCode="0.00E+00">
                  <c:v>-6.9875400000000004E-3</c:v>
                </c:pt>
                <c:pt idx="118" formatCode="0.00E+00">
                  <c:v>-7.7109819999999999E-3</c:v>
                </c:pt>
                <c:pt idx="119" formatCode="0.00E+00">
                  <c:v>-6.2746770000000002E-3</c:v>
                </c:pt>
                <c:pt idx="120" formatCode="0.00E+00">
                  <c:v>-3.8333859999999998E-3</c:v>
                </c:pt>
                <c:pt idx="121" formatCode="0.00E+00">
                  <c:v>-3.5075739999999998E-3</c:v>
                </c:pt>
                <c:pt idx="122" formatCode="0.00E+00">
                  <c:v>-5.5699510000000001E-3</c:v>
                </c:pt>
                <c:pt idx="123" formatCode="0.00E+00">
                  <c:v>-6.7612339999999996E-3</c:v>
                </c:pt>
                <c:pt idx="124" formatCode="0.00E+00">
                  <c:v>-5.5259530000000001E-3</c:v>
                </c:pt>
                <c:pt idx="125" formatCode="0.00E+00">
                  <c:v>-5.8805120000000001E-3</c:v>
                </c:pt>
                <c:pt idx="126" formatCode="0.00E+00">
                  <c:v>-1.307792E-2</c:v>
                </c:pt>
                <c:pt idx="127" formatCode="0.00E+00">
                  <c:v>-2.5492109999999998E-2</c:v>
                </c:pt>
                <c:pt idx="128" formatCode="0.00E+00">
                  <c:v>-3.4156140000000001E-2</c:v>
                </c:pt>
                <c:pt idx="129" formatCode="0.00E+00">
                  <c:v>-3.2562349999999997E-2</c:v>
                </c:pt>
                <c:pt idx="130" formatCode="0.00E+00">
                  <c:v>-2.4796479999999999E-2</c:v>
                </c:pt>
                <c:pt idx="131" formatCode="0.00E+00">
                  <c:v>-2.0332289999999999E-2</c:v>
                </c:pt>
                <c:pt idx="132" formatCode="0.00E+00">
                  <c:v>-2.097564E-2</c:v>
                </c:pt>
                <c:pt idx="133" formatCode="0.00E+00">
                  <c:v>-1.728795E-2</c:v>
                </c:pt>
                <c:pt idx="134" formatCode="0.00E+00">
                  <c:v>-7.3886519999999997E-4</c:v>
                </c:pt>
                <c:pt idx="135" formatCode="0.00E+00">
                  <c:v>2.323797E-2</c:v>
                </c:pt>
                <c:pt idx="136" formatCode="0.00E+00">
                  <c:v>3.8868489999999999E-2</c:v>
                </c:pt>
                <c:pt idx="137" formatCode="0.00E+00">
                  <c:v>3.7082509999999999E-2</c:v>
                </c:pt>
                <c:pt idx="138" formatCode="0.00E+00">
                  <c:v>2.5064510000000002E-2</c:v>
                </c:pt>
                <c:pt idx="139" formatCode="0.00E+00">
                  <c:v>1.6652400000000001E-2</c:v>
                </c:pt>
                <c:pt idx="140" formatCode="0.00E+00">
                  <c:v>1.623954E-2</c:v>
                </c:pt>
                <c:pt idx="141" formatCode="0.00E+00">
                  <c:v>1.6208940000000002E-2</c:v>
                </c:pt>
                <c:pt idx="142" formatCode="0.00E+00">
                  <c:v>9.2466679999999996E-3</c:v>
                </c:pt>
                <c:pt idx="143" formatCode="0.00E+00">
                  <c:v>-2.121225E-3</c:v>
                </c:pt>
                <c:pt idx="144" formatCode="0.00E+00">
                  <c:v>-1.073211E-2</c:v>
                </c:pt>
                <c:pt idx="145" formatCode="0.00E+00">
                  <c:v>-1.5647959999999999E-2</c:v>
                </c:pt>
                <c:pt idx="146" formatCode="0.00E+00">
                  <c:v>-2.267081E-2</c:v>
                </c:pt>
                <c:pt idx="147" formatCode="0.00E+00">
                  <c:v>-3.4260369999999998E-2</c:v>
                </c:pt>
                <c:pt idx="148" formatCode="0.00E+00">
                  <c:v>-4.3893620000000001E-2</c:v>
                </c:pt>
                <c:pt idx="149" formatCode="0.00E+00">
                  <c:v>-4.3399760000000003E-2</c:v>
                </c:pt>
                <c:pt idx="150" formatCode="0.00E+00">
                  <c:v>-3.335859E-2</c:v>
                </c:pt>
                <c:pt idx="151" formatCode="0.00E+00">
                  <c:v>-2.2391680000000001E-2</c:v>
                </c:pt>
                <c:pt idx="152" formatCode="0.00E+00">
                  <c:v>-1.653017E-2</c:v>
                </c:pt>
                <c:pt idx="153" formatCode="0.00E+00">
                  <c:v>-1.298701E-2</c:v>
                </c:pt>
                <c:pt idx="154" formatCode="0.00E+00">
                  <c:v>-5.8184059999999999E-3</c:v>
                </c:pt>
                <c:pt idx="155" formatCode="0.00E+00">
                  <c:v>5.3477860000000002E-3</c:v>
                </c:pt>
                <c:pt idx="156" formatCode="0.00E+00">
                  <c:v>1.5406400000000001E-2</c:v>
                </c:pt>
                <c:pt idx="157" formatCode="0.00E+00">
                  <c:v>2.1376059999999999E-2</c:v>
                </c:pt>
                <c:pt idx="158" formatCode="0.00E+00">
                  <c:v>2.611867E-2</c:v>
                </c:pt>
                <c:pt idx="159" formatCode="0.00E+00">
                  <c:v>3.335349E-2</c:v>
                </c:pt>
                <c:pt idx="160" formatCode="0.00E+00">
                  <c:v>4.1769500000000001E-2</c:v>
                </c:pt>
                <c:pt idx="161" formatCode="0.00E+00">
                  <c:v>4.6625890000000003E-2</c:v>
                </c:pt>
                <c:pt idx="162" formatCode="0.00E+00">
                  <c:v>4.5958909999999999E-2</c:v>
                </c:pt>
                <c:pt idx="163" formatCode="0.00E+00">
                  <c:v>4.226866E-2</c:v>
                </c:pt>
                <c:pt idx="164" formatCode="0.00E+00">
                  <c:v>3.7910430000000002E-2</c:v>
                </c:pt>
                <c:pt idx="165" formatCode="0.00E+00">
                  <c:v>3.1857099999999999E-2</c:v>
                </c:pt>
                <c:pt idx="166" formatCode="0.00E+00">
                  <c:v>2.3003780000000001E-2</c:v>
                </c:pt>
                <c:pt idx="167" formatCode="0.00E+00">
                  <c:v>1.4663860000000001E-2</c:v>
                </c:pt>
                <c:pt idx="168" formatCode="0.00E+00">
                  <c:v>1.22109E-2</c:v>
                </c:pt>
                <c:pt idx="169" formatCode="0.00E+00">
                  <c:v>1.5544779999999999E-2</c:v>
                </c:pt>
                <c:pt idx="170" formatCode="0.00E+00">
                  <c:v>1.6643229999999998E-2</c:v>
                </c:pt>
                <c:pt idx="171" formatCode="0.00E+00">
                  <c:v>7.1711910000000004E-3</c:v>
                </c:pt>
                <c:pt idx="172" formatCode="0.00E+00">
                  <c:v>-1.184115E-2</c:v>
                </c:pt>
                <c:pt idx="173" formatCode="0.00E+00">
                  <c:v>-2.985606E-2</c:v>
                </c:pt>
                <c:pt idx="174" formatCode="0.00E+00">
                  <c:v>-3.6997519999999999E-2</c:v>
                </c:pt>
                <c:pt idx="175" formatCode="0.00E+00">
                  <c:v>-3.340655E-2</c:v>
                </c:pt>
                <c:pt idx="176" formatCode="0.00E+00">
                  <c:v>-2.8010090000000001E-2</c:v>
                </c:pt>
                <c:pt idx="177" formatCode="0.00E+00">
                  <c:v>-2.9018329999999998E-2</c:v>
                </c:pt>
                <c:pt idx="178" formatCode="0.00E+00">
                  <c:v>-3.6609580000000003E-2</c:v>
                </c:pt>
                <c:pt idx="179" formatCode="0.00E+00">
                  <c:v>-4.4274639999999997E-2</c:v>
                </c:pt>
                <c:pt idx="180" formatCode="0.00E+00">
                  <c:v>-4.5725399999999999E-2</c:v>
                </c:pt>
                <c:pt idx="181" formatCode="0.00E+00">
                  <c:v>-4.0072770000000001E-2</c:v>
                </c:pt>
                <c:pt idx="182" formatCode="0.00E+00">
                  <c:v>-3.1557179999999997E-2</c:v>
                </c:pt>
                <c:pt idx="183" formatCode="0.00E+00">
                  <c:v>-2.5509179999999999E-2</c:v>
                </c:pt>
                <c:pt idx="184" formatCode="0.00E+00">
                  <c:v>-2.42694E-2</c:v>
                </c:pt>
                <c:pt idx="185" formatCode="0.00E+00">
                  <c:v>-2.5777999999999999E-2</c:v>
                </c:pt>
                <c:pt idx="186" formatCode="0.00E+00">
                  <c:v>-2.557734E-2</c:v>
                </c:pt>
                <c:pt idx="187" formatCode="0.00E+00">
                  <c:v>-2.070926E-2</c:v>
                </c:pt>
                <c:pt idx="188" formatCode="0.00E+00">
                  <c:v>-1.2172479999999999E-2</c:v>
                </c:pt>
                <c:pt idx="189" formatCode="0.00E+00">
                  <c:v>-3.4494080000000002E-3</c:v>
                </c:pt>
                <c:pt idx="190" formatCode="0.00E+00">
                  <c:v>3.426096E-3</c:v>
                </c:pt>
                <c:pt idx="191" formatCode="0.00E+00">
                  <c:v>9.7225530000000001E-3</c:v>
                </c:pt>
                <c:pt idx="192" formatCode="0.00E+00">
                  <c:v>1.7505139999999999E-2</c:v>
                </c:pt>
                <c:pt idx="193" formatCode="0.00E+00">
                  <c:v>2.6086390000000001E-2</c:v>
                </c:pt>
                <c:pt idx="194" formatCode="0.00E+00">
                  <c:v>3.2489780000000003E-2</c:v>
                </c:pt>
                <c:pt idx="195" formatCode="0.00E+00">
                  <c:v>3.5761689999999999E-2</c:v>
                </c:pt>
                <c:pt idx="196" formatCode="0.00E+00">
                  <c:v>3.9188130000000002E-2</c:v>
                </c:pt>
                <c:pt idx="197" formatCode="0.00E+00">
                  <c:v>4.637144E-2</c:v>
                </c:pt>
                <c:pt idx="198" formatCode="0.00E+00">
                  <c:v>5.5320899999999999E-2</c:v>
                </c:pt>
                <c:pt idx="199" formatCode="0.00E+00">
                  <c:v>5.8620930000000002E-2</c:v>
                </c:pt>
                <c:pt idx="200" formatCode="0.00E+00">
                  <c:v>5.1116559999999998E-2</c:v>
                </c:pt>
                <c:pt idx="201" formatCode="0.00E+00">
                  <c:v>3.6736560000000001E-2</c:v>
                </c:pt>
                <c:pt idx="202" formatCode="0.00E+00">
                  <c:v>2.5703610000000002E-2</c:v>
                </c:pt>
                <c:pt idx="203" formatCode="0.00E+00">
                  <c:v>2.4178729999999999E-2</c:v>
                </c:pt>
                <c:pt idx="204" formatCode="0.00E+00">
                  <c:v>2.7754089999999999E-2</c:v>
                </c:pt>
                <c:pt idx="205" formatCode="0.00E+00">
                  <c:v>2.6412999999999999E-2</c:v>
                </c:pt>
                <c:pt idx="206" formatCode="0.00E+00">
                  <c:v>1.551756E-2</c:v>
                </c:pt>
                <c:pt idx="207" formatCode="0.00E+00">
                  <c:v>4.7338380000000002E-4</c:v>
                </c:pt>
                <c:pt idx="208" formatCode="0.00E+00">
                  <c:v>-9.8285509999999996E-3</c:v>
                </c:pt>
                <c:pt idx="209" formatCode="0.00E+00">
                  <c:v>-1.281186E-2</c:v>
                </c:pt>
                <c:pt idx="210" formatCode="0.00E+00">
                  <c:v>-1.4095440000000001E-2</c:v>
                </c:pt>
                <c:pt idx="211" formatCode="0.00E+00">
                  <c:v>-2.0038770000000001E-2</c:v>
                </c:pt>
                <c:pt idx="212" formatCode="0.00E+00">
                  <c:v>-3.020519E-2</c:v>
                </c:pt>
                <c:pt idx="213" formatCode="0.00E+00">
                  <c:v>-3.8305260000000001E-2</c:v>
                </c:pt>
                <c:pt idx="214" formatCode="0.00E+00">
                  <c:v>-3.9834960000000003E-2</c:v>
                </c:pt>
                <c:pt idx="215" formatCode="0.00E+00">
                  <c:v>-3.7234749999999997E-2</c:v>
                </c:pt>
                <c:pt idx="216" formatCode="0.00E+00">
                  <c:v>-3.6976170000000003E-2</c:v>
                </c:pt>
                <c:pt idx="217" formatCode="0.00E+00">
                  <c:v>-4.2366349999999997E-2</c:v>
                </c:pt>
                <c:pt idx="218" formatCode="0.00E+00">
                  <c:v>-5.0033790000000002E-2</c:v>
                </c:pt>
                <c:pt idx="219" formatCode="0.00E+00">
                  <c:v>-5.3262419999999998E-2</c:v>
                </c:pt>
                <c:pt idx="220" formatCode="0.00E+00">
                  <c:v>-4.8080339999999999E-2</c:v>
                </c:pt>
                <c:pt idx="221" formatCode="0.00E+00">
                  <c:v>-3.6182840000000001E-2</c:v>
                </c:pt>
                <c:pt idx="222" formatCode="0.00E+00">
                  <c:v>-2.2950729999999999E-2</c:v>
                </c:pt>
                <c:pt idx="223" formatCode="0.00E+00">
                  <c:v>-1.335419E-2</c:v>
                </c:pt>
                <c:pt idx="224" formatCode="0.00E+00">
                  <c:v>-9.140301E-3</c:v>
                </c:pt>
                <c:pt idx="225" formatCode="0.00E+00">
                  <c:v>-8.4721120000000004E-3</c:v>
                </c:pt>
                <c:pt idx="226" formatCode="0.00E+00">
                  <c:v>-7.4256820000000003E-3</c:v>
                </c:pt>
                <c:pt idx="227" formatCode="0.00E+00">
                  <c:v>-2.4420169999999999E-3</c:v>
                </c:pt>
                <c:pt idx="228" formatCode="0.00E+00">
                  <c:v>7.3281259999999999E-3</c:v>
                </c:pt>
                <c:pt idx="229" formatCode="0.00E+00">
                  <c:v>1.9293230000000001E-2</c:v>
                </c:pt>
                <c:pt idx="230" formatCode="0.00E+00">
                  <c:v>2.923017E-2</c:v>
                </c:pt>
                <c:pt idx="231" formatCode="0.00E+00">
                  <c:v>3.4468430000000001E-2</c:v>
                </c:pt>
                <c:pt idx="232" formatCode="0.00E+00">
                  <c:v>3.5671899999999999E-2</c:v>
                </c:pt>
                <c:pt idx="233" formatCode="0.00E+00">
                  <c:v>3.5578650000000003E-2</c:v>
                </c:pt>
                <c:pt idx="234" formatCode="0.00E+00">
                  <c:v>3.6137269999999999E-2</c:v>
                </c:pt>
                <c:pt idx="235" formatCode="0.00E+00">
                  <c:v>3.706781E-2</c:v>
                </c:pt>
                <c:pt idx="236" formatCode="0.00E+00">
                  <c:v>3.7061709999999998E-2</c:v>
                </c:pt>
                <c:pt idx="237" formatCode="0.00E+00">
                  <c:v>3.5758970000000001E-2</c:v>
                </c:pt>
                <c:pt idx="238" formatCode="0.00E+00">
                  <c:v>3.3994700000000003E-2</c:v>
                </c:pt>
                <c:pt idx="239" formatCode="0.00E+00">
                  <c:v>3.225459E-2</c:v>
                </c:pt>
                <c:pt idx="240" formatCode="0.00E+00">
                  <c:v>2.963932E-2</c:v>
                </c:pt>
                <c:pt idx="241" formatCode="0.00E+00">
                  <c:v>2.491792E-2</c:v>
                </c:pt>
                <c:pt idx="242" formatCode="0.00E+00">
                  <c:v>1.8413539999999999E-2</c:v>
                </c:pt>
                <c:pt idx="243" formatCode="0.00E+00">
                  <c:v>1.219346E-2</c:v>
                </c:pt>
                <c:pt idx="244" formatCode="0.00E+00">
                  <c:v>8.0329619999999994E-3</c:v>
                </c:pt>
                <c:pt idx="245" formatCode="0.00E+00">
                  <c:v>5.4441059999999998E-3</c:v>
                </c:pt>
                <c:pt idx="246" formatCode="0.00E+00">
                  <c:v>2.1547020000000001E-3</c:v>
                </c:pt>
                <c:pt idx="247" formatCode="0.00E+00">
                  <c:v>-3.4127369999999999E-3</c:v>
                </c:pt>
                <c:pt idx="248" formatCode="0.00E+00">
                  <c:v>-1.0466349999999999E-2</c:v>
                </c:pt>
                <c:pt idx="249" formatCode="0.00E+00">
                  <c:v>-1.6803990000000001E-2</c:v>
                </c:pt>
                <c:pt idx="250" formatCode="0.00E+00">
                  <c:v>-2.1141190000000001E-2</c:v>
                </c:pt>
                <c:pt idx="251" formatCode="0.00E+00">
                  <c:v>-2.4061639999999999E-2</c:v>
                </c:pt>
                <c:pt idx="252" formatCode="0.00E+00">
                  <c:v>-2.666404E-2</c:v>
                </c:pt>
                <c:pt idx="253" formatCode="0.00E+00">
                  <c:v>-2.8809979999999999E-2</c:v>
                </c:pt>
                <c:pt idx="254" formatCode="0.00E+00">
                  <c:v>-2.9258699999999999E-2</c:v>
                </c:pt>
                <c:pt idx="255" formatCode="0.00E+00">
                  <c:v>-2.7540660000000002E-2</c:v>
                </c:pt>
                <c:pt idx="256" formatCode="0.00E+00">
                  <c:v>-2.518724E-2</c:v>
                </c:pt>
                <c:pt idx="257" formatCode="0.00E+00">
                  <c:v>-2.4618259999999999E-2</c:v>
                </c:pt>
                <c:pt idx="258" formatCode="0.00E+00">
                  <c:v>-2.67441E-2</c:v>
                </c:pt>
                <c:pt idx="259" formatCode="0.00E+00">
                  <c:v>-2.9889720000000002E-2</c:v>
                </c:pt>
                <c:pt idx="260" formatCode="0.00E+00">
                  <c:v>-3.1210689999999999E-2</c:v>
                </c:pt>
                <c:pt idx="261" formatCode="0.00E+00">
                  <c:v>-2.9086000000000001E-2</c:v>
                </c:pt>
                <c:pt idx="262" formatCode="0.00E+00">
                  <c:v>-2.4102149999999999E-2</c:v>
                </c:pt>
                <c:pt idx="263" formatCode="0.00E+00">
                  <c:v>-1.7975700000000001E-2</c:v>
                </c:pt>
                <c:pt idx="264" formatCode="0.00E+00">
                  <c:v>-1.1918689999999999E-2</c:v>
                </c:pt>
                <c:pt idx="265" formatCode="0.00E+00">
                  <c:v>-6.1421160000000004E-3</c:v>
                </c:pt>
                <c:pt idx="266" formatCode="0.00E+00">
                  <c:v>-5.4618780000000001E-4</c:v>
                </c:pt>
                <c:pt idx="267" formatCode="0.00E+00">
                  <c:v>4.6503930000000001E-3</c:v>
                </c:pt>
                <c:pt idx="268" formatCode="0.00E+00">
                  <c:v>9.1151029999999994E-3</c:v>
                </c:pt>
                <c:pt idx="269" formatCode="0.00E+00">
                  <c:v>1.290352E-2</c:v>
                </c:pt>
                <c:pt idx="270" formatCode="0.00E+00">
                  <c:v>1.6379250000000001E-2</c:v>
                </c:pt>
                <c:pt idx="271" formatCode="0.00E+00">
                  <c:v>1.9644600000000002E-2</c:v>
                </c:pt>
                <c:pt idx="272" formatCode="0.00E+00">
                  <c:v>2.237372E-2</c:v>
                </c:pt>
                <c:pt idx="273" formatCode="0.00E+00">
                  <c:v>2.4378210000000001E-2</c:v>
                </c:pt>
                <c:pt idx="274" formatCode="0.00E+00">
                  <c:v>2.6071339999999998E-2</c:v>
                </c:pt>
                <c:pt idx="275" formatCode="0.00E+00">
                  <c:v>2.7923610000000001E-2</c:v>
                </c:pt>
                <c:pt idx="276" formatCode="0.00E+00">
                  <c:v>2.9366860000000002E-2</c:v>
                </c:pt>
                <c:pt idx="277" formatCode="0.00E+00">
                  <c:v>2.8699780000000001E-2</c:v>
                </c:pt>
                <c:pt idx="278" formatCode="0.00E+00">
                  <c:v>2.4700980000000001E-2</c:v>
                </c:pt>
                <c:pt idx="279" formatCode="0.00E+00">
                  <c:v>1.853047E-2</c:v>
                </c:pt>
                <c:pt idx="280" formatCode="0.00E+00">
                  <c:v>1.360752E-2</c:v>
                </c:pt>
                <c:pt idx="281" formatCode="0.00E+00">
                  <c:v>1.29318E-2</c:v>
                </c:pt>
                <c:pt idx="282" formatCode="0.00E+00">
                  <c:v>1.6157049999999999E-2</c:v>
                </c:pt>
                <c:pt idx="283" formatCode="0.00E+00">
                  <c:v>1.9447450000000002E-2</c:v>
                </c:pt>
                <c:pt idx="284" formatCode="0.00E+00">
                  <c:v>1.8637020000000001E-2</c:v>
                </c:pt>
                <c:pt idx="285" formatCode="0.00E+00">
                  <c:v>1.2860379999999999E-2</c:v>
                </c:pt>
                <c:pt idx="286" formatCode="0.00E+00">
                  <c:v>5.1850029999999997E-3</c:v>
                </c:pt>
                <c:pt idx="287" formatCode="0.00E+00">
                  <c:v>-3.4216180000000001E-4</c:v>
                </c:pt>
                <c:pt idx="288" formatCode="0.00E+00">
                  <c:v>-2.3238170000000002E-3</c:v>
                </c:pt>
                <c:pt idx="289" formatCode="0.00E+00">
                  <c:v>-2.8694409999999999E-3</c:v>
                </c:pt>
                <c:pt idx="290" formatCode="0.00E+00">
                  <c:v>-5.1308300000000003E-3</c:v>
                </c:pt>
                <c:pt idx="291" formatCode="0.00E+00">
                  <c:v>-1.020239E-2</c:v>
                </c:pt>
                <c:pt idx="292" formatCode="0.00E+00">
                  <c:v>-1.6379000000000001E-2</c:v>
                </c:pt>
                <c:pt idx="293" formatCode="0.00E+00">
                  <c:v>-2.109159E-2</c:v>
                </c:pt>
                <c:pt idx="294" formatCode="0.00E+00">
                  <c:v>-2.3210109999999999E-2</c:v>
                </c:pt>
                <c:pt idx="295" formatCode="0.00E+00">
                  <c:v>-2.3466939999999999E-2</c:v>
                </c:pt>
                <c:pt idx="296" formatCode="0.00E+00">
                  <c:v>-2.3089869999999998E-2</c:v>
                </c:pt>
                <c:pt idx="297" formatCode="0.00E+00">
                  <c:v>-2.2535630000000001E-2</c:v>
                </c:pt>
                <c:pt idx="298" formatCode="0.00E+00">
                  <c:v>-2.1648279999999999E-2</c:v>
                </c:pt>
                <c:pt idx="299" formatCode="0.00E+00">
                  <c:v>-2.0599349999999999E-2</c:v>
                </c:pt>
                <c:pt idx="300" formatCode="0.00E+00">
                  <c:v>-2.006935E-2</c:v>
                </c:pt>
                <c:pt idx="301" formatCode="0.00E+00">
                  <c:v>-2.0285870000000001E-2</c:v>
                </c:pt>
                <c:pt idx="302" formatCode="0.00E+00">
                  <c:v>-2.0203570000000001E-2</c:v>
                </c:pt>
                <c:pt idx="303" formatCode="0.00E+00">
                  <c:v>-1.815661E-2</c:v>
                </c:pt>
                <c:pt idx="304" formatCode="0.00E+00">
                  <c:v>-1.3586569999999999E-2</c:v>
                </c:pt>
                <c:pt idx="305" formatCode="0.00E+00">
                  <c:v>-7.9806300000000007E-3</c:v>
                </c:pt>
                <c:pt idx="306" formatCode="0.00E+00">
                  <c:v>-3.7797320000000001E-3</c:v>
                </c:pt>
                <c:pt idx="307" formatCode="0.00E+00">
                  <c:v>-2.1836989999999999E-3</c:v>
                </c:pt>
                <c:pt idx="308" formatCode="0.00E+00">
                  <c:v>-2.0792670000000001E-3</c:v>
                </c:pt>
                <c:pt idx="309" formatCode="0.00E+00">
                  <c:v>-1.22536E-3</c:v>
                </c:pt>
                <c:pt idx="310" formatCode="0.00E+00">
                  <c:v>1.549422E-3</c:v>
                </c:pt>
                <c:pt idx="311" formatCode="0.00E+00">
                  <c:v>5.4497529999999999E-3</c:v>
                </c:pt>
                <c:pt idx="312" formatCode="0.00E+00">
                  <c:v>8.979061E-3</c:v>
                </c:pt>
                <c:pt idx="313" formatCode="0.00E+00">
                  <c:v>1.182775E-2</c:v>
                </c:pt>
                <c:pt idx="314" formatCode="0.00E+00">
                  <c:v>1.513713E-2</c:v>
                </c:pt>
                <c:pt idx="315" formatCode="0.00E+00">
                  <c:v>1.9728849999999999E-2</c:v>
                </c:pt>
                <c:pt idx="316" formatCode="0.00E+00">
                  <c:v>2.4287920000000001E-2</c:v>
                </c:pt>
                <c:pt idx="317" formatCode="0.00E+00">
                  <c:v>2.5795729999999999E-2</c:v>
                </c:pt>
                <c:pt idx="318" formatCode="0.00E+00">
                  <c:v>2.2223260000000002E-2</c:v>
                </c:pt>
                <c:pt idx="319" formatCode="0.00E+00">
                  <c:v>1.4955019999999999E-2</c:v>
                </c:pt>
                <c:pt idx="320" formatCode="0.00E+00">
                  <c:v>8.3309419999999992E-3</c:v>
                </c:pt>
                <c:pt idx="321" formatCode="0.00E+00">
                  <c:v>6.3462270000000003E-3</c:v>
                </c:pt>
                <c:pt idx="322" formatCode="0.00E+00">
                  <c:v>9.3519439999999992E-3</c:v>
                </c:pt>
                <c:pt idx="323" formatCode="0.00E+00">
                  <c:v>1.377511E-2</c:v>
                </c:pt>
                <c:pt idx="324" formatCode="0.00E+00">
                  <c:v>1.515857E-2</c:v>
                </c:pt>
                <c:pt idx="325" formatCode="0.00E+00">
                  <c:v>1.1824299999999999E-2</c:v>
                </c:pt>
                <c:pt idx="326" formatCode="0.00E+00">
                  <c:v>5.9890150000000003E-3</c:v>
                </c:pt>
                <c:pt idx="327" formatCode="0.00E+00">
                  <c:v>1.5760800000000001E-3</c:v>
                </c:pt>
                <c:pt idx="328" formatCode="0.00E+00">
                  <c:v>8.7696650000000003E-4</c:v>
                </c:pt>
                <c:pt idx="329" formatCode="0.00E+00">
                  <c:v>2.9768680000000001E-3</c:v>
                </c:pt>
                <c:pt idx="330" formatCode="0.00E+00">
                  <c:v>4.9859470000000001E-3</c:v>
                </c:pt>
                <c:pt idx="331" formatCode="0.00E+00">
                  <c:v>4.6006830000000004E-3</c:v>
                </c:pt>
                <c:pt idx="332" formatCode="0.00E+00">
                  <c:v>1.673225E-3</c:v>
                </c:pt>
                <c:pt idx="333" formatCode="0.00E+00">
                  <c:v>-2.2286739999999999E-3</c:v>
                </c:pt>
                <c:pt idx="334" formatCode="0.00E+00">
                  <c:v>-5.3797719999999997E-3</c:v>
                </c:pt>
                <c:pt idx="335" formatCode="0.00E+00">
                  <c:v>-7.0067050000000002E-3</c:v>
                </c:pt>
                <c:pt idx="336" formatCode="0.00E+00">
                  <c:v>-7.2645909999999999E-3</c:v>
                </c:pt>
                <c:pt idx="337" formatCode="0.00E+00">
                  <c:v>-6.6528330000000004E-3</c:v>
                </c:pt>
                <c:pt idx="338" formatCode="0.00E+00">
                  <c:v>-5.7339590000000003E-3</c:v>
                </c:pt>
                <c:pt idx="339" formatCode="0.00E+00">
                  <c:v>-5.2902000000000001E-3</c:v>
                </c:pt>
                <c:pt idx="340" formatCode="0.00E+00">
                  <c:v>-6.3257590000000002E-3</c:v>
                </c:pt>
                <c:pt idx="341" formatCode="0.00E+00">
                  <c:v>-9.4850400000000001E-3</c:v>
                </c:pt>
                <c:pt idx="342" formatCode="0.00E+00">
                  <c:v>-1.427696E-2</c:v>
                </c:pt>
                <c:pt idx="343" formatCode="0.00E+00">
                  <c:v>-1.8965679999999999E-2</c:v>
                </c:pt>
                <c:pt idx="344" formatCode="0.00E+00">
                  <c:v>-2.149299E-2</c:v>
                </c:pt>
                <c:pt idx="345" formatCode="0.00E+00">
                  <c:v>-2.0793659999999999E-2</c:v>
                </c:pt>
                <c:pt idx="346" formatCode="0.00E+00">
                  <c:v>-1.742088E-2</c:v>
                </c:pt>
                <c:pt idx="347" formatCode="0.00E+00">
                  <c:v>-1.2986320000000001E-2</c:v>
                </c:pt>
                <c:pt idx="348" formatCode="0.00E+00">
                  <c:v>-8.9811820000000007E-3</c:v>
                </c:pt>
                <c:pt idx="349" formatCode="0.00E+00">
                  <c:v>-6.020704E-3</c:v>
                </c:pt>
                <c:pt idx="350" formatCode="0.00E+00">
                  <c:v>-4.0042430000000002E-3</c:v>
                </c:pt>
                <c:pt idx="351" formatCode="0.00E+00">
                  <c:v>-2.738206E-3</c:v>
                </c:pt>
                <c:pt idx="352" formatCode="0.00E+00">
                  <c:v>-2.1990859999999998E-3</c:v>
                </c:pt>
                <c:pt idx="353" formatCode="0.00E+00">
                  <c:v>-2.1757719999999999E-3</c:v>
                </c:pt>
                <c:pt idx="354" formatCode="0.00E+00">
                  <c:v>-1.865429E-3</c:v>
                </c:pt>
                <c:pt idx="355" formatCode="0.00E+00">
                  <c:v>-1.6184359999999999E-4</c:v>
                </c:pt>
                <c:pt idx="356" formatCode="0.00E+00">
                  <c:v>3.3605029999999999E-3</c:v>
                </c:pt>
                <c:pt idx="357" formatCode="0.00E+00">
                  <c:v>7.6541980000000001E-3</c:v>
                </c:pt>
                <c:pt idx="358" formatCode="0.00E+00">
                  <c:v>1.055437E-2</c:v>
                </c:pt>
                <c:pt idx="359" formatCode="0.00E+00">
                  <c:v>1.028686E-2</c:v>
                </c:pt>
                <c:pt idx="360" formatCode="0.00E+00">
                  <c:v>6.9980550000000004E-3</c:v>
                </c:pt>
                <c:pt idx="361" formatCode="0.00E+00">
                  <c:v>2.9627849999999999E-3</c:v>
                </c:pt>
                <c:pt idx="362" formatCode="0.00E+00">
                  <c:v>1.127205E-3</c:v>
                </c:pt>
                <c:pt idx="363" formatCode="0.00E+00">
                  <c:v>3.0327959999999999E-3</c:v>
                </c:pt>
                <c:pt idx="364" formatCode="0.00E+00">
                  <c:v>7.7304299999999999E-3</c:v>
                </c:pt>
                <c:pt idx="365" formatCode="0.00E+00">
                  <c:v>1.250768E-2</c:v>
                </c:pt>
                <c:pt idx="366" formatCode="0.00E+00">
                  <c:v>1.481206E-2</c:v>
                </c:pt>
                <c:pt idx="367" formatCode="0.00E+00">
                  <c:v>1.385864E-2</c:v>
                </c:pt>
                <c:pt idx="368" formatCode="0.00E+00">
                  <c:v>1.0797019999999999E-2</c:v>
                </c:pt>
                <c:pt idx="369" formatCode="0.00E+00">
                  <c:v>7.548829E-3</c:v>
                </c:pt>
                <c:pt idx="370" formatCode="0.00E+00">
                  <c:v>5.4268540000000001E-3</c:v>
                </c:pt>
                <c:pt idx="371" formatCode="0.00E+00">
                  <c:v>4.6090080000000004E-3</c:v>
                </c:pt>
                <c:pt idx="372" formatCode="0.00E+00">
                  <c:v>4.6262439999999998E-3</c:v>
                </c:pt>
                <c:pt idx="373" formatCode="0.00E+00">
                  <c:v>5.135817E-3</c:v>
                </c:pt>
                <c:pt idx="374" formatCode="0.00E+00">
                  <c:v>6.1532770000000004E-3</c:v>
                </c:pt>
                <c:pt idx="375" formatCode="0.00E+00">
                  <c:v>7.6029729999999998E-3</c:v>
                </c:pt>
                <c:pt idx="376" formatCode="0.00E+00">
                  <c:v>8.7924179999999998E-3</c:v>
                </c:pt>
                <c:pt idx="377" formatCode="0.00E+00">
                  <c:v>8.5131479999999999E-3</c:v>
                </c:pt>
                <c:pt idx="378" formatCode="0.00E+00">
                  <c:v>5.8517730000000002E-3</c:v>
                </c:pt>
                <c:pt idx="379" formatCode="0.00E+00">
                  <c:v>1.0656420000000001E-3</c:v>
                </c:pt>
                <c:pt idx="380" formatCode="0.00E+00">
                  <c:v>-4.2774579999999996E-3</c:v>
                </c:pt>
                <c:pt idx="381" formatCode="0.00E+00">
                  <c:v>-8.1300190000000005E-3</c:v>
                </c:pt>
                <c:pt idx="382" formatCode="0.00E+00">
                  <c:v>-9.2043579999999993E-3</c:v>
                </c:pt>
                <c:pt idx="383" formatCode="0.00E+00">
                  <c:v>-7.7193210000000003E-3</c:v>
                </c:pt>
                <c:pt idx="384" formatCode="0.00E+00">
                  <c:v>-5.1418920000000003E-3</c:v>
                </c:pt>
                <c:pt idx="385" formatCode="0.00E+00">
                  <c:v>-3.1717619999999998E-3</c:v>
                </c:pt>
                <c:pt idx="386" formatCode="0.00E+00">
                  <c:v>-2.736011E-3</c:v>
                </c:pt>
                <c:pt idx="387" formatCode="0.00E+00">
                  <c:v>-3.6528939999999998E-3</c:v>
                </c:pt>
                <c:pt idx="388" formatCode="0.00E+00">
                  <c:v>-5.0527649999999999E-3</c:v>
                </c:pt>
                <c:pt idx="389" formatCode="0.00E+00">
                  <c:v>-6.105554E-3</c:v>
                </c:pt>
                <c:pt idx="390" formatCode="0.00E+00">
                  <c:v>-6.4970990000000001E-3</c:v>
                </c:pt>
                <c:pt idx="391" formatCode="0.00E+00">
                  <c:v>-6.4192670000000002E-3</c:v>
                </c:pt>
                <c:pt idx="392" formatCode="0.00E+00">
                  <c:v>-6.2472150000000004E-3</c:v>
                </c:pt>
                <c:pt idx="393" formatCode="0.00E+00">
                  <c:v>-6.2414899999999997E-3</c:v>
                </c:pt>
                <c:pt idx="394" formatCode="0.00E+00">
                  <c:v>-6.4654730000000002E-3</c:v>
                </c:pt>
                <c:pt idx="395" formatCode="0.00E+00">
                  <c:v>-6.860512E-3</c:v>
                </c:pt>
                <c:pt idx="396" formatCode="0.00E+00">
                  <c:v>-7.316131E-3</c:v>
                </c:pt>
                <c:pt idx="397" formatCode="0.00E+00">
                  <c:v>-7.6660570000000004E-3</c:v>
                </c:pt>
                <c:pt idx="398" formatCode="0.00E+00">
                  <c:v>-7.6853240000000003E-3</c:v>
                </c:pt>
                <c:pt idx="399" formatCode="0.00E+00">
                  <c:v>-7.182262E-3</c:v>
                </c:pt>
                <c:pt idx="400" formatCode="0.00E+00">
                  <c:v>-6.1543309999999999E-3</c:v>
                </c:pt>
                <c:pt idx="401" formatCode="0.00E+00">
                  <c:v>-4.8534399999999997E-3</c:v>
                </c:pt>
                <c:pt idx="402" formatCode="0.00E+00">
                  <c:v>-3.64204E-3</c:v>
                </c:pt>
                <c:pt idx="403" formatCode="0.00E+00">
                  <c:v>-2.7070110000000001E-3</c:v>
                </c:pt>
                <c:pt idx="404" formatCode="0.00E+00">
                  <c:v>-1.8697119999999999E-3</c:v>
                </c:pt>
                <c:pt idx="405" formatCode="0.00E+00">
                  <c:v>-6.9860630000000005E-4</c:v>
                </c:pt>
                <c:pt idx="406" formatCode="0.00E+00">
                  <c:v>1.106143E-3</c:v>
                </c:pt>
                <c:pt idx="407" formatCode="0.00E+00">
                  <c:v>3.3455199999999998E-3</c:v>
                </c:pt>
                <c:pt idx="408" formatCode="0.00E+00">
                  <c:v>5.3024939999999996E-3</c:v>
                </c:pt>
                <c:pt idx="409" formatCode="0.00E+00">
                  <c:v>6.1616889999999997E-3</c:v>
                </c:pt>
                <c:pt idx="410" formatCode="0.00E+00">
                  <c:v>5.6033230000000003E-3</c:v>
                </c:pt>
                <c:pt idx="411" formatCode="0.00E+00">
                  <c:v>4.1272749999999997E-3</c:v>
                </c:pt>
                <c:pt idx="412" formatCode="0.00E+00">
                  <c:v>2.822209E-3</c:v>
                </c:pt>
                <c:pt idx="413" formatCode="0.00E+00">
                  <c:v>2.6906E-3</c:v>
                </c:pt>
                <c:pt idx="414" formatCode="0.00E+00">
                  <c:v>3.9833359999999996E-3</c:v>
                </c:pt>
                <c:pt idx="415" formatCode="0.00E+00">
                  <c:v>6.0143619999999997E-3</c:v>
                </c:pt>
                <c:pt idx="416" formatCode="0.00E+00">
                  <c:v>7.5973439999999998E-3</c:v>
                </c:pt>
                <c:pt idx="417" formatCode="0.00E+00">
                  <c:v>7.8088180000000004E-3</c:v>
                </c:pt>
                <c:pt idx="418" formatCode="0.00E+00">
                  <c:v>6.5567079999999996E-3</c:v>
                </c:pt>
                <c:pt idx="419" formatCode="0.00E+00">
                  <c:v>4.5810390000000003E-3</c:v>
                </c:pt>
                <c:pt idx="420" formatCode="0.00E+00">
                  <c:v>2.9208799999999998E-3</c:v>
                </c:pt>
                <c:pt idx="421" formatCode="0.00E+00">
                  <c:v>2.245623E-3</c:v>
                </c:pt>
                <c:pt idx="422" formatCode="0.00E+00">
                  <c:v>2.508962E-3</c:v>
                </c:pt>
                <c:pt idx="423" formatCode="0.00E+00">
                  <c:v>3.122503E-3</c:v>
                </c:pt>
                <c:pt idx="424" formatCode="0.00E+00">
                  <c:v>3.4625200000000002E-3</c:v>
                </c:pt>
                <c:pt idx="425" formatCode="0.00E+00">
                  <c:v>3.3084389999999998E-3</c:v>
                </c:pt>
                <c:pt idx="426" formatCode="0.00E+00">
                  <c:v>2.9053239999999999E-3</c:v>
                </c:pt>
                <c:pt idx="427" formatCode="0.00E+00">
                  <c:v>2.6519500000000001E-3</c:v>
                </c:pt>
                <c:pt idx="428" formatCode="0.00E+00">
                  <c:v>2.699688E-3</c:v>
                </c:pt>
                <c:pt idx="429" formatCode="0.00E+00">
                  <c:v>2.7952300000000001E-3</c:v>
                </c:pt>
                <c:pt idx="430" formatCode="0.00E+00">
                  <c:v>2.4918399999999999E-3</c:v>
                </c:pt>
                <c:pt idx="431" formatCode="0.00E+00">
                  <c:v>1.557753E-3</c:v>
                </c:pt>
                <c:pt idx="432" formatCode="0.00E+00">
                  <c:v>2.5278859999999998E-4</c:v>
                </c:pt>
                <c:pt idx="433" formatCode="0.00E+00">
                  <c:v>-7.614376E-4</c:v>
                </c:pt>
                <c:pt idx="434" formatCode="0.00E+00">
                  <c:v>-8.4160189999999996E-4</c:v>
                </c:pt>
                <c:pt idx="435" formatCode="0.00E+00">
                  <c:v>1.6968589999999999E-4</c:v>
                </c:pt>
                <c:pt idx="436" formatCode="0.00E+00">
                  <c:v>1.757163E-3</c:v>
                </c:pt>
                <c:pt idx="437" formatCode="0.00E+00">
                  <c:v>2.9708529999999999E-3</c:v>
                </c:pt>
                <c:pt idx="438" formatCode="0.00E+00">
                  <c:v>2.9501290000000001E-3</c:v>
                </c:pt>
                <c:pt idx="439" formatCode="0.00E+00">
                  <c:v>1.409528E-3</c:v>
                </c:pt>
                <c:pt idx="440" formatCode="0.00E+00">
                  <c:v>-1.2073030000000001E-3</c:v>
                </c:pt>
                <c:pt idx="441" formatCode="0.00E+00">
                  <c:v>-3.9850839999999998E-3</c:v>
                </c:pt>
                <c:pt idx="442" formatCode="0.00E+00">
                  <c:v>-6.03113E-3</c:v>
                </c:pt>
                <c:pt idx="443" formatCode="0.00E+00">
                  <c:v>-6.9067490000000002E-3</c:v>
                </c:pt>
                <c:pt idx="444" formatCode="0.00E+00">
                  <c:v>-6.7626910000000004E-3</c:v>
                </c:pt>
                <c:pt idx="445" formatCode="0.00E+00">
                  <c:v>-6.1407700000000003E-3</c:v>
                </c:pt>
                <c:pt idx="446" formatCode="0.00E+00">
                  <c:v>-5.6024109999999998E-3</c:v>
                </c:pt>
                <c:pt idx="447" formatCode="0.00E+00">
                  <c:v>-5.4174799999999997E-3</c:v>
                </c:pt>
                <c:pt idx="448" formatCode="0.00E+00">
                  <c:v>-5.4743530000000004E-3</c:v>
                </c:pt>
                <c:pt idx="449" formatCode="0.00E+00">
                  <c:v>-5.4205240000000003E-3</c:v>
                </c:pt>
                <c:pt idx="450" formatCode="0.00E+00">
                  <c:v>-4.9126339999999999E-3</c:v>
                </c:pt>
                <c:pt idx="451" formatCode="0.00E+00">
                  <c:v>-3.8210079999999999E-3</c:v>
                </c:pt>
                <c:pt idx="452" formatCode="0.00E+00">
                  <c:v>-2.2929420000000001E-3</c:v>
                </c:pt>
                <c:pt idx="453" formatCode="0.00E+00">
                  <c:v>-6.7733310000000005E-4</c:v>
                </c:pt>
                <c:pt idx="454" formatCode="0.00E+00">
                  <c:v>6.2086759999999998E-4</c:v>
                </c:pt>
                <c:pt idx="455" formatCode="0.00E+00">
                  <c:v>1.2768440000000001E-3</c:v>
                </c:pt>
                <c:pt idx="456" formatCode="0.00E+00">
                  <c:v>1.13159E-3</c:v>
                </c:pt>
                <c:pt idx="457" formatCode="0.00E+00">
                  <c:v>2.2461930000000001E-4</c:v>
                </c:pt>
                <c:pt idx="458" formatCode="0.00E+00">
                  <c:v>-1.2134139999999999E-3</c:v>
                </c:pt>
                <c:pt idx="459" formatCode="0.00E+00">
                  <c:v>-2.8035410000000001E-3</c:v>
                </c:pt>
                <c:pt idx="460" formatCode="0.00E+00">
                  <c:v>-4.1035469999999999E-3</c:v>
                </c:pt>
                <c:pt idx="461" formatCode="0.00E+00">
                  <c:v>-4.730705E-3</c:v>
                </c:pt>
                <c:pt idx="462" formatCode="0.00E+00">
                  <c:v>-4.4897319999999998E-3</c:v>
                </c:pt>
                <c:pt idx="463" formatCode="0.00E+00">
                  <c:v>-3.44963E-3</c:v>
                </c:pt>
                <c:pt idx="464" formatCode="0.00E+00">
                  <c:v>-1.9206340000000001E-3</c:v>
                </c:pt>
                <c:pt idx="465" formatCode="0.00E+00">
                  <c:v>-3.2826250000000002E-4</c:v>
                </c:pt>
                <c:pt idx="466" formatCode="0.00E+00">
                  <c:v>9.6251940000000003E-4</c:v>
                </c:pt>
                <c:pt idx="467" formatCode="0.00E+00">
                  <c:v>1.783869E-3</c:v>
                </c:pt>
                <c:pt idx="468" formatCode="0.00E+00">
                  <c:v>2.191836E-3</c:v>
                </c:pt>
                <c:pt idx="469" formatCode="0.00E+00">
                  <c:v>2.3745239999999998E-3</c:v>
                </c:pt>
                <c:pt idx="470" formatCode="0.00E+00">
                  <c:v>2.5023929999999999E-3</c:v>
                </c:pt>
                <c:pt idx="471" formatCode="0.00E+00">
                  <c:v>2.615629E-3</c:v>
                </c:pt>
                <c:pt idx="472" formatCode="0.00E+00">
                  <c:v>2.6185409999999998E-3</c:v>
                </c:pt>
                <c:pt idx="473" formatCode="0.00E+00">
                  <c:v>2.3805240000000002E-3</c:v>
                </c:pt>
                <c:pt idx="474" formatCode="0.00E+00">
                  <c:v>1.8724029999999999E-3</c:v>
                </c:pt>
                <c:pt idx="475" formatCode="0.00E+00">
                  <c:v>1.240948E-3</c:v>
                </c:pt>
                <c:pt idx="476" formatCode="0.00E+00">
                  <c:v>7.6160870000000001E-4</c:v>
                </c:pt>
                <c:pt idx="477" formatCode="0.00E+00">
                  <c:v>6.8800209999999998E-4</c:v>
                </c:pt>
                <c:pt idx="478" formatCode="0.00E+00">
                  <c:v>1.0883399999999999E-3</c:v>
                </c:pt>
                <c:pt idx="479" formatCode="0.00E+00">
                  <c:v>1.776014E-3</c:v>
                </c:pt>
                <c:pt idx="480" formatCode="0.00E+00">
                  <c:v>2.3917700000000001E-3</c:v>
                </c:pt>
                <c:pt idx="481" formatCode="0.00E+00">
                  <c:v>2.6046989999999998E-3</c:v>
                </c:pt>
                <c:pt idx="482" formatCode="0.00E+00">
                  <c:v>2.3215750000000002E-3</c:v>
                </c:pt>
                <c:pt idx="483" formatCode="0.00E+00">
                  <c:v>1.778288E-3</c:v>
                </c:pt>
                <c:pt idx="484" formatCode="0.00E+00">
                  <c:v>1.445266E-3</c:v>
                </c:pt>
                <c:pt idx="485" formatCode="0.00E+00">
                  <c:v>1.780823E-3</c:v>
                </c:pt>
                <c:pt idx="486" formatCode="0.00E+00">
                  <c:v>2.9571839999999999E-3</c:v>
                </c:pt>
                <c:pt idx="487" formatCode="0.00E+00">
                  <c:v>4.7092319999999998E-3</c:v>
                </c:pt>
                <c:pt idx="488" formatCode="0.00E+00">
                  <c:v>6.4000059999999998E-3</c:v>
                </c:pt>
                <c:pt idx="489" formatCode="0.00E+00">
                  <c:v>7.287923E-3</c:v>
                </c:pt>
                <c:pt idx="490" formatCode="0.00E+00">
                  <c:v>6.8725160000000004E-3</c:v>
                </c:pt>
                <c:pt idx="491" formatCode="0.00E+00">
                  <c:v>5.1511760000000004E-3</c:v>
                </c:pt>
                <c:pt idx="492" formatCode="0.00E+00">
                  <c:v>2.656065E-3</c:v>
                </c:pt>
                <c:pt idx="493" formatCode="0.00E+00">
                  <c:v>2.462357E-4</c:v>
                </c:pt>
                <c:pt idx="494" formatCode="0.00E+00">
                  <c:v>-1.252022E-3</c:v>
                </c:pt>
                <c:pt idx="495" formatCode="0.00E+00">
                  <c:v>-1.39152E-3</c:v>
                </c:pt>
                <c:pt idx="496" formatCode="0.00E+00">
                  <c:v>-2.8169570000000001E-4</c:v>
                </c:pt>
                <c:pt idx="497" formatCode="0.00E+00">
                  <c:v>1.4777340000000001E-3</c:v>
                </c:pt>
                <c:pt idx="498" formatCode="0.00E+00">
                  <c:v>3.066596E-3</c:v>
                </c:pt>
                <c:pt idx="499" formatCode="0.00E+00">
                  <c:v>3.7872740000000002E-3</c:v>
                </c:pt>
                <c:pt idx="500" formatCode="0.00E+00">
                  <c:v>3.3278560000000001E-3</c:v>
                </c:pt>
                <c:pt idx="501" formatCode="0.00E+00">
                  <c:v>1.8400090000000001E-3</c:v>
                </c:pt>
                <c:pt idx="502" formatCode="0.00E+00">
                  <c:v>-1.8136319999999999E-4</c:v>
                </c:pt>
                <c:pt idx="503" formatCode="0.00E+00">
                  <c:v>-2.1388000000000002E-3</c:v>
                </c:pt>
                <c:pt idx="504" formatCode="0.00E+00">
                  <c:v>-3.5726450000000002E-3</c:v>
                </c:pt>
                <c:pt idx="505" formatCode="0.00E+00">
                  <c:v>-4.295887E-3</c:v>
                </c:pt>
                <c:pt idx="506" formatCode="0.00E+00">
                  <c:v>-4.3838799999999997E-3</c:v>
                </c:pt>
                <c:pt idx="507" formatCode="0.00E+00">
                  <c:v>-4.0546419999999998E-3</c:v>
                </c:pt>
                <c:pt idx="508" formatCode="0.00E+00">
                  <c:v>-3.5225399999999998E-3</c:v>
                </c:pt>
                <c:pt idx="509" formatCode="0.00E+00">
                  <c:v>-2.908749E-3</c:v>
                </c:pt>
                <c:pt idx="510" formatCode="0.00E+00">
                  <c:v>-2.2475809999999998E-3</c:v>
                </c:pt>
                <c:pt idx="511" formatCode="0.00E+00">
                  <c:v>-1.567148E-3</c:v>
                </c:pt>
                <c:pt idx="512" formatCode="0.00E+00">
                  <c:v>-9.7937260000000004E-4</c:v>
                </c:pt>
                <c:pt idx="513" formatCode="0.00E+00">
                  <c:v>-7.0803670000000002E-4</c:v>
                </c:pt>
                <c:pt idx="514" formatCode="0.00E+00">
                  <c:v>-1.021182E-3</c:v>
                </c:pt>
                <c:pt idx="515" formatCode="0.00E+00">
                  <c:v>-2.0896249999999999E-3</c:v>
                </c:pt>
                <c:pt idx="516" formatCode="0.00E+00">
                  <c:v>-3.8421620000000001E-3</c:v>
                </c:pt>
                <c:pt idx="517" formatCode="0.00E+00">
                  <c:v>-5.8999910000000003E-3</c:v>
                </c:pt>
                <c:pt idx="518" formatCode="0.00E+00">
                  <c:v>-7.6449329999999996E-3</c:v>
                </c:pt>
                <c:pt idx="519" formatCode="0.00E+00">
                  <c:v>-8.4143510000000005E-3</c:v>
                </c:pt>
                <c:pt idx="520" formatCode="0.00E+00">
                  <c:v>-7.756293E-3</c:v>
                </c:pt>
                <c:pt idx="521" formatCode="0.00E+00">
                  <c:v>-5.6399479999999997E-3</c:v>
                </c:pt>
                <c:pt idx="522" formatCode="0.00E+00">
                  <c:v>-2.5281570000000001E-3</c:v>
                </c:pt>
                <c:pt idx="523" formatCode="0.00E+00">
                  <c:v>7.3262559999999997E-4</c:v>
                </c:pt>
                <c:pt idx="524" formatCode="0.00E+00">
                  <c:v>3.1776040000000001E-3</c:v>
                </c:pt>
                <c:pt idx="525" formatCode="0.00E+00">
                  <c:v>4.0508239999999997E-3</c:v>
                </c:pt>
                <c:pt idx="526" formatCode="0.00E+00">
                  <c:v>3.0764220000000001E-3</c:v>
                </c:pt>
                <c:pt idx="527" formatCode="0.00E+00">
                  <c:v>5.7146880000000005E-4</c:v>
                </c:pt>
                <c:pt idx="528" formatCode="0.00E+00">
                  <c:v>-2.6444289999999998E-3</c:v>
                </c:pt>
                <c:pt idx="529" formatCode="0.00E+00">
                  <c:v>-5.5126039999999999E-3</c:v>
                </c:pt>
                <c:pt idx="530" formatCode="0.00E+00">
                  <c:v>-7.0787990000000002E-3</c:v>
                </c:pt>
                <c:pt idx="531" formatCode="0.00E+00">
                  <c:v>-6.7993510000000004E-3</c:v>
                </c:pt>
                <c:pt idx="532" formatCode="0.00E+00">
                  <c:v>-4.7057150000000001E-3</c:v>
                </c:pt>
                <c:pt idx="533" formatCode="0.00E+00">
                  <c:v>-1.3773419999999999E-3</c:v>
                </c:pt>
                <c:pt idx="534" formatCode="0.00E+00">
                  <c:v>2.2585690000000002E-3</c:v>
                </c:pt>
                <c:pt idx="535" formatCode="0.00E+00">
                  <c:v>5.2271519999999997E-3</c:v>
                </c:pt>
                <c:pt idx="536" formatCode="0.00E+00">
                  <c:v>6.8019869999999998E-3</c:v>
                </c:pt>
                <c:pt idx="537" formatCode="0.00E+00">
                  <c:v>6.7010849999999999E-3</c:v>
                </c:pt>
                <c:pt idx="538" formatCode="0.00E+00">
                  <c:v>5.1318070000000004E-3</c:v>
                </c:pt>
                <c:pt idx="539" formatCode="0.00E+00">
                  <c:v>2.6821280000000002E-3</c:v>
                </c:pt>
                <c:pt idx="540" formatCode="0.00E+00">
                  <c:v>1.0977589999999999E-4</c:v>
                </c:pt>
                <c:pt idx="541" formatCode="0.00E+00">
                  <c:v>-1.8950010000000001E-3</c:v>
                </c:pt>
                <c:pt idx="542" formatCode="0.00E+00">
                  <c:v>-2.8947349999999998E-3</c:v>
                </c:pt>
                <c:pt idx="543" formatCode="0.00E+00">
                  <c:v>-2.7892310000000001E-3</c:v>
                </c:pt>
              </c:numCache>
            </c:numRef>
          </c:yVal>
          <c:smooth val="1"/>
          <c:extLst>
            <c:ext xmlns:c16="http://schemas.microsoft.com/office/drawing/2014/chart" uri="{C3380CC4-5D6E-409C-BE32-E72D297353CC}">
              <c16:uniqueId val="{00000000-3247-FF49-8060-82B19A380097}"/>
            </c:ext>
          </c:extLst>
        </c:ser>
        <c:ser>
          <c:idx val="2"/>
          <c:order val="1"/>
          <c:tx>
            <c:strRef>
              <c:f>'S(Q)'!$M$1</c:f>
              <c:strCache>
                <c:ptCount val="1"/>
                <c:pt idx="0">
                  <c:v>600K</c:v>
                </c:pt>
              </c:strCache>
            </c:strRef>
          </c:tx>
          <c:spPr>
            <a:ln w="19050" cap="rnd">
              <a:solidFill>
                <a:srgbClr val="FF0000"/>
              </a:solidFill>
              <a:round/>
            </a:ln>
            <a:effectLst/>
          </c:spPr>
          <c:marker>
            <c:symbol val="none"/>
          </c:marker>
          <c:xVal>
            <c:numRef>
              <c:f>'S(Q)'!$K$2:$K$545</c:f>
              <c:numCache>
                <c:formatCode>0.00E+00</c:formatCode>
                <c:ptCount val="544"/>
                <c:pt idx="0">
                  <c:v>7.1807789999999996E-2</c:v>
                </c:pt>
                <c:pt idx="1">
                  <c:v>0.1436153</c:v>
                </c:pt>
                <c:pt idx="2">
                  <c:v>0.21542220000000001</c:v>
                </c:pt>
                <c:pt idx="3">
                  <c:v>0.28722829999999999</c:v>
                </c:pt>
                <c:pt idx="4">
                  <c:v>0.3590332</c:v>
                </c:pt>
                <c:pt idx="5">
                  <c:v>0.43083660000000001</c:v>
                </c:pt>
                <c:pt idx="6">
                  <c:v>0.50263840000000004</c:v>
                </c:pt>
                <c:pt idx="7">
                  <c:v>0.57443820000000001</c:v>
                </c:pt>
                <c:pt idx="8">
                  <c:v>0.64623560000000002</c:v>
                </c:pt>
                <c:pt idx="9">
                  <c:v>0.71803050000000002</c:v>
                </c:pt>
                <c:pt idx="10">
                  <c:v>0.78982249999999998</c:v>
                </c:pt>
                <c:pt idx="11">
                  <c:v>0.86161120000000002</c:v>
                </c:pt>
                <c:pt idx="12">
                  <c:v>0.93339660000000002</c:v>
                </c:pt>
                <c:pt idx="13" formatCode="General">
                  <c:v>1.0051779999999999</c:v>
                </c:pt>
                <c:pt idx="14" formatCode="General">
                  <c:v>1.076956</c:v>
                </c:pt>
                <c:pt idx="15" formatCode="General">
                  <c:v>1.1487289999999999</c:v>
                </c:pt>
                <c:pt idx="16" formatCode="General">
                  <c:v>1.2204980000000001</c:v>
                </c:pt>
                <c:pt idx="17" formatCode="General">
                  <c:v>1.292262</c:v>
                </c:pt>
                <c:pt idx="18" formatCode="General">
                  <c:v>1.36402</c:v>
                </c:pt>
                <c:pt idx="19" formatCode="General">
                  <c:v>1.4357740000000001</c:v>
                </c:pt>
                <c:pt idx="20" formatCode="General">
                  <c:v>1.5075210000000001</c:v>
                </c:pt>
                <c:pt idx="21" formatCode="General">
                  <c:v>1.5792630000000001</c:v>
                </c:pt>
                <c:pt idx="22" formatCode="General">
                  <c:v>1.650998</c:v>
                </c:pt>
                <c:pt idx="23" formatCode="General">
                  <c:v>1.722726</c:v>
                </c:pt>
                <c:pt idx="24" formatCode="General">
                  <c:v>1.794448</c:v>
                </c:pt>
                <c:pt idx="25" formatCode="General">
                  <c:v>1.8661620000000001</c:v>
                </c:pt>
                <c:pt idx="26" formatCode="General">
                  <c:v>1.9378690000000001</c:v>
                </c:pt>
                <c:pt idx="27" formatCode="General">
                  <c:v>2.0095689999999999</c:v>
                </c:pt>
                <c:pt idx="28" formatCode="General">
                  <c:v>2.0812599999999999</c:v>
                </c:pt>
                <c:pt idx="29" formatCode="General">
                  <c:v>2.1529430000000001</c:v>
                </c:pt>
                <c:pt idx="30" formatCode="General">
                  <c:v>2.2246169999999998</c:v>
                </c:pt>
                <c:pt idx="31" formatCode="General">
                  <c:v>2.2962820000000002</c:v>
                </c:pt>
                <c:pt idx="32" formatCode="General">
                  <c:v>2.3679389999999998</c:v>
                </c:pt>
                <c:pt idx="33" formatCode="General">
                  <c:v>2.4395850000000001</c:v>
                </c:pt>
                <c:pt idx="34" formatCode="General">
                  <c:v>2.5112220000000001</c:v>
                </c:pt>
                <c:pt idx="35" formatCode="General">
                  <c:v>2.582849</c:v>
                </c:pt>
                <c:pt idx="36" formatCode="General">
                  <c:v>2.6544660000000002</c:v>
                </c:pt>
                <c:pt idx="37" formatCode="General">
                  <c:v>2.7260719999999998</c:v>
                </c:pt>
                <c:pt idx="38" formatCode="General">
                  <c:v>2.7976670000000001</c:v>
                </c:pt>
                <c:pt idx="39" formatCode="General">
                  <c:v>2.8692510000000002</c:v>
                </c:pt>
                <c:pt idx="40" formatCode="General">
                  <c:v>2.940823</c:v>
                </c:pt>
                <c:pt idx="41" formatCode="General">
                  <c:v>3.0123829999999998</c:v>
                </c:pt>
                <c:pt idx="42" formatCode="General">
                  <c:v>3.0839319999999999</c:v>
                </c:pt>
                <c:pt idx="43" formatCode="General">
                  <c:v>3.1554679999999999</c:v>
                </c:pt>
                <c:pt idx="44" formatCode="General">
                  <c:v>3.2269920000000001</c:v>
                </c:pt>
                <c:pt idx="45" formatCode="General">
                  <c:v>3.2985030000000002</c:v>
                </c:pt>
                <c:pt idx="46" formatCode="General">
                  <c:v>3.37</c:v>
                </c:pt>
                <c:pt idx="47" formatCode="General">
                  <c:v>3.441484</c:v>
                </c:pt>
                <c:pt idx="48" formatCode="General">
                  <c:v>3.5129540000000001</c:v>
                </c:pt>
                <c:pt idx="49" formatCode="General">
                  <c:v>3.5844109999999998</c:v>
                </c:pt>
                <c:pt idx="50" formatCode="General">
                  <c:v>3.655853</c:v>
                </c:pt>
                <c:pt idx="51" formatCode="General">
                  <c:v>3.7272799999999999</c:v>
                </c:pt>
                <c:pt idx="52" formatCode="General">
                  <c:v>3.798692</c:v>
                </c:pt>
                <c:pt idx="53" formatCode="General">
                  <c:v>3.8700890000000001</c:v>
                </c:pt>
                <c:pt idx="54" formatCode="General">
                  <c:v>3.9414709999999999</c:v>
                </c:pt>
                <c:pt idx="55" formatCode="General">
                  <c:v>4.0128370000000002</c:v>
                </c:pt>
                <c:pt idx="56" formatCode="General">
                  <c:v>4.084187</c:v>
                </c:pt>
                <c:pt idx="57" formatCode="General">
                  <c:v>4.1555200000000001</c:v>
                </c:pt>
                <c:pt idx="58" formatCode="General">
                  <c:v>4.2268369999999997</c:v>
                </c:pt>
                <c:pt idx="59" formatCode="General">
                  <c:v>4.2981369999999997</c:v>
                </c:pt>
                <c:pt idx="60" formatCode="General">
                  <c:v>4.3694199999999999</c:v>
                </c:pt>
                <c:pt idx="61" formatCode="General">
                  <c:v>4.4406850000000002</c:v>
                </c:pt>
                <c:pt idx="62" formatCode="General">
                  <c:v>4.511933</c:v>
                </c:pt>
                <c:pt idx="63" formatCode="General">
                  <c:v>4.5831619999999997</c:v>
                </c:pt>
                <c:pt idx="64" formatCode="General">
                  <c:v>4.6543729999999996</c:v>
                </c:pt>
                <c:pt idx="65" formatCode="General">
                  <c:v>4.7255659999999997</c:v>
                </c:pt>
                <c:pt idx="66" formatCode="General">
                  <c:v>4.7967399999999998</c:v>
                </c:pt>
                <c:pt idx="67" formatCode="General">
                  <c:v>4.8678939999999997</c:v>
                </c:pt>
                <c:pt idx="68" formatCode="General">
                  <c:v>4.9390289999999997</c:v>
                </c:pt>
                <c:pt idx="69" formatCode="General">
                  <c:v>5.0101440000000004</c:v>
                </c:pt>
                <c:pt idx="70" formatCode="General">
                  <c:v>5.0812400000000002</c:v>
                </c:pt>
                <c:pt idx="71" formatCode="General">
                  <c:v>5.1523139999999996</c:v>
                </c:pt>
                <c:pt idx="72" formatCode="General">
                  <c:v>5.2233689999999999</c:v>
                </c:pt>
                <c:pt idx="73" formatCode="General">
                  <c:v>5.2944019999999998</c:v>
                </c:pt>
                <c:pt idx="74" formatCode="General">
                  <c:v>5.3654140000000003</c:v>
                </c:pt>
                <c:pt idx="75" formatCode="General">
                  <c:v>5.4364049999999997</c:v>
                </c:pt>
                <c:pt idx="76" formatCode="General">
                  <c:v>5.5073740000000004</c:v>
                </c:pt>
                <c:pt idx="77" formatCode="General">
                  <c:v>5.5783209999999999</c:v>
                </c:pt>
                <c:pt idx="78" formatCode="General">
                  <c:v>5.6492449999999996</c:v>
                </c:pt>
                <c:pt idx="79" formatCode="General">
                  <c:v>5.720148</c:v>
                </c:pt>
                <c:pt idx="80" formatCode="General">
                  <c:v>5.7910269999999997</c:v>
                </c:pt>
                <c:pt idx="81" formatCode="General">
                  <c:v>5.8618829999999997</c:v>
                </c:pt>
                <c:pt idx="82" formatCode="General">
                  <c:v>5.932715</c:v>
                </c:pt>
                <c:pt idx="83" formatCode="General">
                  <c:v>6.0035239999999996</c:v>
                </c:pt>
                <c:pt idx="84" formatCode="General">
                  <c:v>6.0743090000000004</c:v>
                </c:pt>
                <c:pt idx="85" formatCode="General">
                  <c:v>6.1450699999999996</c:v>
                </c:pt>
                <c:pt idx="86" formatCode="General">
                  <c:v>6.2158059999999997</c:v>
                </c:pt>
                <c:pt idx="87" formatCode="General">
                  <c:v>6.2865159999999998</c:v>
                </c:pt>
                <c:pt idx="88" formatCode="General">
                  <c:v>6.357202</c:v>
                </c:pt>
                <c:pt idx="89" formatCode="General">
                  <c:v>6.4278630000000003</c:v>
                </c:pt>
                <c:pt idx="90" formatCode="General">
                  <c:v>6.4984970000000004</c:v>
                </c:pt>
                <c:pt idx="91" formatCode="General">
                  <c:v>6.5691059999999997</c:v>
                </c:pt>
                <c:pt idx="92" formatCode="General">
                  <c:v>6.6396889999999997</c:v>
                </c:pt>
                <c:pt idx="93" formatCode="General">
                  <c:v>6.7102449999999996</c:v>
                </c:pt>
                <c:pt idx="94" formatCode="General">
                  <c:v>6.7807740000000001</c:v>
                </c:pt>
                <c:pt idx="95" formatCode="General">
                  <c:v>6.8512760000000004</c:v>
                </c:pt>
                <c:pt idx="96" formatCode="General">
                  <c:v>6.9217510000000004</c:v>
                </c:pt>
                <c:pt idx="97" formatCode="General">
                  <c:v>6.9921980000000001</c:v>
                </c:pt>
                <c:pt idx="98" formatCode="General">
                  <c:v>7.0626160000000002</c:v>
                </c:pt>
                <c:pt idx="99" formatCode="General">
                  <c:v>7.1330070000000001</c:v>
                </c:pt>
                <c:pt idx="100" formatCode="General">
                  <c:v>7.2033690000000004</c:v>
                </c:pt>
                <c:pt idx="101" formatCode="General">
                  <c:v>7.2737030000000003</c:v>
                </c:pt>
                <c:pt idx="102" formatCode="General">
                  <c:v>7.3440070000000004</c:v>
                </c:pt>
                <c:pt idx="103" formatCode="General">
                  <c:v>7.4142809999999999</c:v>
                </c:pt>
                <c:pt idx="104" formatCode="General">
                  <c:v>7.4845269999999999</c:v>
                </c:pt>
                <c:pt idx="105" formatCode="General">
                  <c:v>7.5547420000000001</c:v>
                </c:pt>
                <c:pt idx="106" formatCode="General">
                  <c:v>7.6249269999999996</c:v>
                </c:pt>
                <c:pt idx="107" formatCode="General">
                  <c:v>7.6950820000000002</c:v>
                </c:pt>
                <c:pt idx="108" formatCode="General">
                  <c:v>7.7652049999999999</c:v>
                </c:pt>
                <c:pt idx="109" formatCode="General">
                  <c:v>7.8352979999999999</c:v>
                </c:pt>
                <c:pt idx="110" formatCode="General">
                  <c:v>7.9053589999999998</c:v>
                </c:pt>
                <c:pt idx="111" formatCode="General">
                  <c:v>7.9753889999999998</c:v>
                </c:pt>
                <c:pt idx="112" formatCode="General">
                  <c:v>8.0453869999999998</c:v>
                </c:pt>
                <c:pt idx="113" formatCode="General">
                  <c:v>8.1153530000000007</c:v>
                </c:pt>
                <c:pt idx="114" formatCode="General">
                  <c:v>8.1852859999999996</c:v>
                </c:pt>
                <c:pt idx="115" formatCode="General">
                  <c:v>8.2551860000000001</c:v>
                </c:pt>
                <c:pt idx="116" formatCode="General">
                  <c:v>8.3250539999999997</c:v>
                </c:pt>
                <c:pt idx="117" formatCode="General">
                  <c:v>8.3948879999999999</c:v>
                </c:pt>
                <c:pt idx="118" formatCode="General">
                  <c:v>8.4646880000000007</c:v>
                </c:pt>
                <c:pt idx="119" formatCode="General">
                  <c:v>8.5344549999999995</c:v>
                </c:pt>
                <c:pt idx="120" formatCode="General">
                  <c:v>8.6041880000000006</c:v>
                </c:pt>
                <c:pt idx="121" formatCode="General">
                  <c:v>8.6738859999999995</c:v>
                </c:pt>
                <c:pt idx="122" formatCode="General">
                  <c:v>8.7435489999999998</c:v>
                </c:pt>
                <c:pt idx="123" formatCode="General">
                  <c:v>8.8131780000000006</c:v>
                </c:pt>
                <c:pt idx="124" formatCode="General">
                  <c:v>8.882771</c:v>
                </c:pt>
                <c:pt idx="125" formatCode="General">
                  <c:v>8.9523290000000006</c:v>
                </c:pt>
                <c:pt idx="126" formatCode="General">
                  <c:v>9.0218509999999998</c:v>
                </c:pt>
                <c:pt idx="127" formatCode="General">
                  <c:v>9.0913360000000001</c:v>
                </c:pt>
                <c:pt idx="128" formatCode="General">
                  <c:v>9.1607859999999999</c:v>
                </c:pt>
                <c:pt idx="129" formatCode="General">
                  <c:v>9.2301990000000007</c:v>
                </c:pt>
                <c:pt idx="130" formatCode="General">
                  <c:v>9.2995750000000008</c:v>
                </c:pt>
                <c:pt idx="131" formatCode="General">
                  <c:v>9.3689129999999992</c:v>
                </c:pt>
                <c:pt idx="132" formatCode="General">
                  <c:v>9.4382140000000003</c:v>
                </c:pt>
                <c:pt idx="133" formatCode="General">
                  <c:v>9.5074780000000008</c:v>
                </c:pt>
                <c:pt idx="134" formatCode="General">
                  <c:v>9.5767030000000002</c:v>
                </c:pt>
                <c:pt idx="135" formatCode="General">
                  <c:v>9.6458899999999996</c:v>
                </c:pt>
                <c:pt idx="136" formatCode="General">
                  <c:v>9.7150379999999998</c:v>
                </c:pt>
                <c:pt idx="137" formatCode="General">
                  <c:v>9.7841480000000001</c:v>
                </c:pt>
                <c:pt idx="138" formatCode="General">
                  <c:v>9.8532189999999993</c:v>
                </c:pt>
                <c:pt idx="139" formatCode="General">
                  <c:v>9.92225</c:v>
                </c:pt>
                <c:pt idx="140" formatCode="General">
                  <c:v>9.9912410000000005</c:v>
                </c:pt>
                <c:pt idx="141" formatCode="General">
                  <c:v>10.06019</c:v>
                </c:pt>
                <c:pt idx="142" formatCode="General">
                  <c:v>10.129099999999999</c:v>
                </c:pt>
                <c:pt idx="143" formatCode="General">
                  <c:v>10.197979999999999</c:v>
                </c:pt>
                <c:pt idx="144" formatCode="General">
                  <c:v>10.2668</c:v>
                </c:pt>
                <c:pt idx="145" formatCode="General">
                  <c:v>10.33559</c:v>
                </c:pt>
                <c:pt idx="146" formatCode="General">
                  <c:v>10.404339999999999</c:v>
                </c:pt>
                <c:pt idx="147" formatCode="General">
                  <c:v>10.473050000000001</c:v>
                </c:pt>
                <c:pt idx="148" formatCode="General">
                  <c:v>10.54171</c:v>
                </c:pt>
                <c:pt idx="149" formatCode="General">
                  <c:v>10.610329999999999</c:v>
                </c:pt>
                <c:pt idx="150" formatCode="General">
                  <c:v>10.67891</c:v>
                </c:pt>
                <c:pt idx="151" formatCode="General">
                  <c:v>10.747450000000001</c:v>
                </c:pt>
                <c:pt idx="152" formatCode="General">
                  <c:v>10.815939999999999</c:v>
                </c:pt>
                <c:pt idx="153" formatCode="General">
                  <c:v>10.88439</c:v>
                </c:pt>
                <c:pt idx="154" formatCode="General">
                  <c:v>10.9528</c:v>
                </c:pt>
                <c:pt idx="155" formatCode="General">
                  <c:v>11.02116</c:v>
                </c:pt>
                <c:pt idx="156" formatCode="General">
                  <c:v>11.08948</c:v>
                </c:pt>
                <c:pt idx="157" formatCode="General">
                  <c:v>11.15776</c:v>
                </c:pt>
                <c:pt idx="158" formatCode="General">
                  <c:v>11.225989999999999</c:v>
                </c:pt>
                <c:pt idx="159" formatCode="General">
                  <c:v>11.294169999999999</c:v>
                </c:pt>
                <c:pt idx="160" formatCode="General">
                  <c:v>11.362310000000001</c:v>
                </c:pt>
                <c:pt idx="161" formatCode="General">
                  <c:v>11.43041</c:v>
                </c:pt>
                <c:pt idx="162" formatCode="General">
                  <c:v>11.49845</c:v>
                </c:pt>
                <c:pt idx="163" formatCode="General">
                  <c:v>11.566459999999999</c:v>
                </c:pt>
                <c:pt idx="164" formatCode="General">
                  <c:v>11.634410000000001</c:v>
                </c:pt>
                <c:pt idx="165" formatCode="General">
                  <c:v>11.70232</c:v>
                </c:pt>
                <c:pt idx="166" formatCode="General">
                  <c:v>11.770189999999999</c:v>
                </c:pt>
                <c:pt idx="167" formatCode="General">
                  <c:v>11.837999999999999</c:v>
                </c:pt>
                <c:pt idx="168" formatCode="General">
                  <c:v>11.90577</c:v>
                </c:pt>
                <c:pt idx="169" formatCode="General">
                  <c:v>11.97349</c:v>
                </c:pt>
                <c:pt idx="170" formatCode="General">
                  <c:v>12.041169999999999</c:v>
                </c:pt>
                <c:pt idx="171" formatCode="General">
                  <c:v>12.108790000000001</c:v>
                </c:pt>
                <c:pt idx="172" formatCode="General">
                  <c:v>12.17637</c:v>
                </c:pt>
                <c:pt idx="173" formatCode="General">
                  <c:v>12.2439</c:v>
                </c:pt>
                <c:pt idx="174" formatCode="General">
                  <c:v>12.31137</c:v>
                </c:pt>
                <c:pt idx="175" formatCode="General">
                  <c:v>12.3788</c:v>
                </c:pt>
                <c:pt idx="176" formatCode="General">
                  <c:v>12.44618</c:v>
                </c:pt>
                <c:pt idx="177" formatCode="General">
                  <c:v>12.51351</c:v>
                </c:pt>
                <c:pt idx="178" formatCode="General">
                  <c:v>12.58079</c:v>
                </c:pt>
                <c:pt idx="179" formatCode="General">
                  <c:v>12.648020000000001</c:v>
                </c:pt>
                <c:pt idx="180" formatCode="General">
                  <c:v>12.715199999999999</c:v>
                </c:pt>
                <c:pt idx="181" formatCode="General">
                  <c:v>12.78233</c:v>
                </c:pt>
                <c:pt idx="182" formatCode="General">
                  <c:v>12.849410000000001</c:v>
                </c:pt>
                <c:pt idx="183" formatCode="General">
                  <c:v>12.91644</c:v>
                </c:pt>
                <c:pt idx="184" formatCode="General">
                  <c:v>12.983409999999999</c:v>
                </c:pt>
                <c:pt idx="185" formatCode="General">
                  <c:v>13.050330000000001</c:v>
                </c:pt>
                <c:pt idx="186" formatCode="General">
                  <c:v>13.1172</c:v>
                </c:pt>
                <c:pt idx="187" formatCode="General">
                  <c:v>13.18402</c:v>
                </c:pt>
                <c:pt idx="188" formatCode="General">
                  <c:v>13.25079</c:v>
                </c:pt>
                <c:pt idx="189" formatCode="General">
                  <c:v>13.317500000000001</c:v>
                </c:pt>
                <c:pt idx="190" formatCode="General">
                  <c:v>13.38416</c:v>
                </c:pt>
                <c:pt idx="191" formatCode="General">
                  <c:v>13.450760000000001</c:v>
                </c:pt>
                <c:pt idx="192" formatCode="General">
                  <c:v>13.51731</c:v>
                </c:pt>
                <c:pt idx="193" formatCode="General">
                  <c:v>13.58381</c:v>
                </c:pt>
                <c:pt idx="194" formatCode="General">
                  <c:v>13.65025</c:v>
                </c:pt>
                <c:pt idx="195" formatCode="General">
                  <c:v>13.71664</c:v>
                </c:pt>
                <c:pt idx="196" formatCode="General">
                  <c:v>13.78298</c:v>
                </c:pt>
                <c:pt idx="197" formatCode="General">
                  <c:v>13.84925</c:v>
                </c:pt>
                <c:pt idx="198" formatCode="General">
                  <c:v>13.915480000000001</c:v>
                </c:pt>
                <c:pt idx="199" formatCode="General">
                  <c:v>13.981640000000001</c:v>
                </c:pt>
                <c:pt idx="200" formatCode="General">
                  <c:v>14.04776</c:v>
                </c:pt>
                <c:pt idx="201" formatCode="General">
                  <c:v>14.113810000000001</c:v>
                </c:pt>
                <c:pt idx="202" formatCode="General">
                  <c:v>14.17981</c:v>
                </c:pt>
                <c:pt idx="203" formatCode="General">
                  <c:v>14.245749999999999</c:v>
                </c:pt>
                <c:pt idx="204" formatCode="General">
                  <c:v>14.311640000000001</c:v>
                </c:pt>
                <c:pt idx="205" formatCode="General">
                  <c:v>14.377459999999999</c:v>
                </c:pt>
                <c:pt idx="206" formatCode="General">
                  <c:v>14.44323</c:v>
                </c:pt>
                <c:pt idx="207" formatCode="General">
                  <c:v>14.50895</c:v>
                </c:pt>
                <c:pt idx="208" formatCode="General">
                  <c:v>14.5746</c:v>
                </c:pt>
                <c:pt idx="209" formatCode="General">
                  <c:v>14.6402</c:v>
                </c:pt>
                <c:pt idx="210" formatCode="General">
                  <c:v>14.705730000000001</c:v>
                </c:pt>
                <c:pt idx="211" formatCode="General">
                  <c:v>14.77121</c:v>
                </c:pt>
                <c:pt idx="212" formatCode="General">
                  <c:v>14.83663</c:v>
                </c:pt>
                <c:pt idx="213" formatCode="General">
                  <c:v>14.90199</c:v>
                </c:pt>
                <c:pt idx="214" formatCode="General">
                  <c:v>14.96729</c:v>
                </c:pt>
                <c:pt idx="215" formatCode="General">
                  <c:v>15.032539999999999</c:v>
                </c:pt>
                <c:pt idx="216" formatCode="General">
                  <c:v>15.097720000000001</c:v>
                </c:pt>
                <c:pt idx="217" formatCode="General">
                  <c:v>15.162839999999999</c:v>
                </c:pt>
                <c:pt idx="218" formatCode="General">
                  <c:v>15.2279</c:v>
                </c:pt>
                <c:pt idx="219" formatCode="General">
                  <c:v>15.29289</c:v>
                </c:pt>
                <c:pt idx="220" formatCode="General">
                  <c:v>15.35783</c:v>
                </c:pt>
                <c:pt idx="221" formatCode="General">
                  <c:v>15.42271</c:v>
                </c:pt>
                <c:pt idx="222" formatCode="General">
                  <c:v>15.48752</c:v>
                </c:pt>
                <c:pt idx="223" formatCode="General">
                  <c:v>15.55228</c:v>
                </c:pt>
                <c:pt idx="224" formatCode="General">
                  <c:v>15.61697</c:v>
                </c:pt>
                <c:pt idx="225" formatCode="General">
                  <c:v>15.68159</c:v>
                </c:pt>
                <c:pt idx="226" formatCode="General">
                  <c:v>15.74616</c:v>
                </c:pt>
                <c:pt idx="227" formatCode="General">
                  <c:v>15.81066</c:v>
                </c:pt>
                <c:pt idx="228" formatCode="General">
                  <c:v>15.8751</c:v>
                </c:pt>
                <c:pt idx="229" formatCode="General">
                  <c:v>15.93948</c:v>
                </c:pt>
                <c:pt idx="230" formatCode="General">
                  <c:v>16.003789999999999</c:v>
                </c:pt>
                <c:pt idx="231" formatCode="General">
                  <c:v>16.06804</c:v>
                </c:pt>
                <c:pt idx="232" formatCode="General">
                  <c:v>16.13222</c:v>
                </c:pt>
                <c:pt idx="233" formatCode="General">
                  <c:v>16.196339999999999</c:v>
                </c:pt>
                <c:pt idx="234" formatCode="General">
                  <c:v>16.260390000000001</c:v>
                </c:pt>
                <c:pt idx="235" formatCode="General">
                  <c:v>16.324380000000001</c:v>
                </c:pt>
                <c:pt idx="236" formatCode="General">
                  <c:v>16.388300000000001</c:v>
                </c:pt>
                <c:pt idx="237" formatCode="General">
                  <c:v>16.452159999999999</c:v>
                </c:pt>
                <c:pt idx="238" formatCode="General">
                  <c:v>16.51595</c:v>
                </c:pt>
                <c:pt idx="239" formatCode="General">
                  <c:v>16.57968</c:v>
                </c:pt>
                <c:pt idx="240" formatCode="General">
                  <c:v>16.643339999999998</c:v>
                </c:pt>
                <c:pt idx="241" formatCode="General">
                  <c:v>16.70693</c:v>
                </c:pt>
                <c:pt idx="242" formatCode="General">
                  <c:v>16.77046</c:v>
                </c:pt>
                <c:pt idx="243" formatCode="General">
                  <c:v>16.833919999999999</c:v>
                </c:pt>
                <c:pt idx="244" formatCode="General">
                  <c:v>16.897310000000001</c:v>
                </c:pt>
                <c:pt idx="245" formatCode="General">
                  <c:v>16.960640000000001</c:v>
                </c:pt>
                <c:pt idx="246" formatCode="General">
                  <c:v>17.023890000000002</c:v>
                </c:pt>
                <c:pt idx="247" formatCode="General">
                  <c:v>17.08708</c:v>
                </c:pt>
                <c:pt idx="248" formatCode="General">
                  <c:v>17.150200000000002</c:v>
                </c:pt>
                <c:pt idx="249" formatCode="General">
                  <c:v>17.213249999999999</c:v>
                </c:pt>
                <c:pt idx="250" formatCode="General">
                  <c:v>17.276240000000001</c:v>
                </c:pt>
                <c:pt idx="251" formatCode="General">
                  <c:v>17.33915</c:v>
                </c:pt>
                <c:pt idx="252" formatCode="General">
                  <c:v>17.401990000000001</c:v>
                </c:pt>
                <c:pt idx="253" formatCode="General">
                  <c:v>17.464770000000001</c:v>
                </c:pt>
                <c:pt idx="254" formatCode="General">
                  <c:v>17.527480000000001</c:v>
                </c:pt>
                <c:pt idx="255" formatCode="General">
                  <c:v>17.590109999999999</c:v>
                </c:pt>
                <c:pt idx="256" formatCode="General">
                  <c:v>17.652670000000001</c:v>
                </c:pt>
                <c:pt idx="257" formatCode="General">
                  <c:v>17.715170000000001</c:v>
                </c:pt>
                <c:pt idx="258" formatCode="General">
                  <c:v>17.77759</c:v>
                </c:pt>
                <c:pt idx="259" formatCode="General">
                  <c:v>17.839939999999999</c:v>
                </c:pt>
                <c:pt idx="260" formatCode="General">
                  <c:v>17.90222</c:v>
                </c:pt>
                <c:pt idx="261" formatCode="General">
                  <c:v>17.96443</c:v>
                </c:pt>
                <c:pt idx="262" formatCode="General">
                  <c:v>18.02657</c:v>
                </c:pt>
                <c:pt idx="263" formatCode="General">
                  <c:v>18.088629999999998</c:v>
                </c:pt>
                <c:pt idx="264" formatCode="General">
                  <c:v>18.15063</c:v>
                </c:pt>
                <c:pt idx="265" formatCode="General">
                  <c:v>18.21255</c:v>
                </c:pt>
                <c:pt idx="266" formatCode="General">
                  <c:v>18.27439</c:v>
                </c:pt>
                <c:pt idx="267" formatCode="General">
                  <c:v>18.336169999999999</c:v>
                </c:pt>
                <c:pt idx="268" formatCode="General">
                  <c:v>18.397870000000001</c:v>
                </c:pt>
                <c:pt idx="269" formatCode="General">
                  <c:v>18.459499999999998</c:v>
                </c:pt>
                <c:pt idx="270" formatCode="General">
                  <c:v>18.521049999999999</c:v>
                </c:pt>
                <c:pt idx="271" formatCode="General">
                  <c:v>18.582529999999998</c:v>
                </c:pt>
                <c:pt idx="272" formatCode="General">
                  <c:v>18.643930000000001</c:v>
                </c:pt>
                <c:pt idx="273" formatCode="General">
                  <c:v>18.705259999999999</c:v>
                </c:pt>
                <c:pt idx="274" formatCode="General">
                  <c:v>18.76652</c:v>
                </c:pt>
                <c:pt idx="275" formatCode="General">
                  <c:v>18.8277</c:v>
                </c:pt>
                <c:pt idx="276" formatCode="General">
                  <c:v>18.8888</c:v>
                </c:pt>
                <c:pt idx="277" formatCode="General">
                  <c:v>18.949829999999999</c:v>
                </c:pt>
                <c:pt idx="278" formatCode="General">
                  <c:v>19.01079</c:v>
                </c:pt>
                <c:pt idx="279" formatCode="General">
                  <c:v>19.071660000000001</c:v>
                </c:pt>
                <c:pt idx="280" formatCode="General">
                  <c:v>19.132470000000001</c:v>
                </c:pt>
                <c:pt idx="281" formatCode="General">
                  <c:v>19.193190000000001</c:v>
                </c:pt>
                <c:pt idx="282" formatCode="General">
                  <c:v>19.25384</c:v>
                </c:pt>
                <c:pt idx="283" formatCode="General">
                  <c:v>19.314409999999999</c:v>
                </c:pt>
                <c:pt idx="284" formatCode="General">
                  <c:v>19.3749</c:v>
                </c:pt>
                <c:pt idx="285" formatCode="General">
                  <c:v>19.435320000000001</c:v>
                </c:pt>
                <c:pt idx="286" formatCode="General">
                  <c:v>19.495660000000001</c:v>
                </c:pt>
                <c:pt idx="287" formatCode="General">
                  <c:v>19.55592</c:v>
                </c:pt>
                <c:pt idx="288" formatCode="General">
                  <c:v>19.616099999999999</c:v>
                </c:pt>
                <c:pt idx="289" formatCode="General">
                  <c:v>19.676200000000001</c:v>
                </c:pt>
                <c:pt idx="290" formatCode="General">
                  <c:v>19.736229999999999</c:v>
                </c:pt>
                <c:pt idx="291" formatCode="General">
                  <c:v>19.79618</c:v>
                </c:pt>
                <c:pt idx="292" formatCode="General">
                  <c:v>19.85604</c:v>
                </c:pt>
                <c:pt idx="293" formatCode="General">
                  <c:v>19.91583</c:v>
                </c:pt>
                <c:pt idx="294" formatCode="General">
                  <c:v>19.975539999999999</c:v>
                </c:pt>
                <c:pt idx="295" formatCode="General">
                  <c:v>20.035170000000001</c:v>
                </c:pt>
                <c:pt idx="296" formatCode="General">
                  <c:v>20.094719999999999</c:v>
                </c:pt>
                <c:pt idx="297" formatCode="General">
                  <c:v>20.15418</c:v>
                </c:pt>
                <c:pt idx="298" formatCode="General">
                  <c:v>20.213570000000001</c:v>
                </c:pt>
                <c:pt idx="299" formatCode="General">
                  <c:v>20.272880000000001</c:v>
                </c:pt>
                <c:pt idx="300" formatCode="General">
                  <c:v>20.332100000000001</c:v>
                </c:pt>
                <c:pt idx="301" formatCode="General">
                  <c:v>20.39124</c:v>
                </c:pt>
                <c:pt idx="302" formatCode="General">
                  <c:v>20.450310000000002</c:v>
                </c:pt>
                <c:pt idx="303" formatCode="General">
                  <c:v>20.50929</c:v>
                </c:pt>
                <c:pt idx="304" formatCode="General">
                  <c:v>20.568190000000001</c:v>
                </c:pt>
                <c:pt idx="305" formatCode="General">
                  <c:v>20.626999999999999</c:v>
                </c:pt>
                <c:pt idx="306" formatCode="General">
                  <c:v>20.68573</c:v>
                </c:pt>
                <c:pt idx="307" formatCode="General">
                  <c:v>20.74438</c:v>
                </c:pt>
                <c:pt idx="308" formatCode="General">
                  <c:v>20.802949999999999</c:v>
                </c:pt>
                <c:pt idx="309" formatCode="General">
                  <c:v>20.861440000000002</c:v>
                </c:pt>
                <c:pt idx="310" formatCode="General">
                  <c:v>20.919840000000001</c:v>
                </c:pt>
                <c:pt idx="311" formatCode="General">
                  <c:v>20.978159999999999</c:v>
                </c:pt>
                <c:pt idx="312" formatCode="General">
                  <c:v>21.036390000000001</c:v>
                </c:pt>
                <c:pt idx="313" formatCode="General">
                  <c:v>21.094539999999999</c:v>
                </c:pt>
                <c:pt idx="314" formatCode="General">
                  <c:v>21.1526</c:v>
                </c:pt>
                <c:pt idx="315" formatCode="General">
                  <c:v>21.21058</c:v>
                </c:pt>
                <c:pt idx="316" formatCode="General">
                  <c:v>21.26848</c:v>
                </c:pt>
                <c:pt idx="317" formatCode="General">
                  <c:v>21.32629</c:v>
                </c:pt>
                <c:pt idx="318" formatCode="General">
                  <c:v>21.38402</c:v>
                </c:pt>
                <c:pt idx="319" formatCode="General">
                  <c:v>21.441649999999999</c:v>
                </c:pt>
                <c:pt idx="320" formatCode="General">
                  <c:v>21.499210000000001</c:v>
                </c:pt>
                <c:pt idx="321" formatCode="General">
                  <c:v>21.55668</c:v>
                </c:pt>
                <c:pt idx="322" formatCode="General">
                  <c:v>21.614059999999998</c:v>
                </c:pt>
                <c:pt idx="323" formatCode="General">
                  <c:v>21.67135</c:v>
                </c:pt>
                <c:pt idx="324" formatCode="General">
                  <c:v>21.728560000000002</c:v>
                </c:pt>
                <c:pt idx="325" formatCode="General">
                  <c:v>21.785679999999999</c:v>
                </c:pt>
                <c:pt idx="326" formatCode="General">
                  <c:v>21.84272</c:v>
                </c:pt>
                <c:pt idx="327" formatCode="General">
                  <c:v>21.89967</c:v>
                </c:pt>
                <c:pt idx="328" formatCode="General">
                  <c:v>21.956520000000001</c:v>
                </c:pt>
                <c:pt idx="329" formatCode="General">
                  <c:v>22.013300000000001</c:v>
                </c:pt>
                <c:pt idx="330" formatCode="General">
                  <c:v>22.069980000000001</c:v>
                </c:pt>
                <c:pt idx="331" formatCode="General">
                  <c:v>22.126580000000001</c:v>
                </c:pt>
                <c:pt idx="332" formatCode="General">
                  <c:v>22.18308</c:v>
                </c:pt>
                <c:pt idx="333" formatCode="General">
                  <c:v>22.2395</c:v>
                </c:pt>
                <c:pt idx="334" formatCode="General">
                  <c:v>22.295829999999999</c:v>
                </c:pt>
                <c:pt idx="335" formatCode="General">
                  <c:v>22.352070000000001</c:v>
                </c:pt>
                <c:pt idx="336" formatCode="General">
                  <c:v>22.40822</c:v>
                </c:pt>
                <c:pt idx="337" formatCode="General">
                  <c:v>22.464279999999999</c:v>
                </c:pt>
                <c:pt idx="338" formatCode="General">
                  <c:v>22.520250000000001</c:v>
                </c:pt>
                <c:pt idx="339" formatCode="General">
                  <c:v>22.576129999999999</c:v>
                </c:pt>
                <c:pt idx="340" formatCode="General">
                  <c:v>22.631920000000001</c:v>
                </c:pt>
                <c:pt idx="341" formatCode="General">
                  <c:v>22.687619999999999</c:v>
                </c:pt>
                <c:pt idx="342" formatCode="General">
                  <c:v>22.743230000000001</c:v>
                </c:pt>
                <c:pt idx="343" formatCode="General">
                  <c:v>22.798749999999998</c:v>
                </c:pt>
                <c:pt idx="344" formatCode="General">
                  <c:v>22.854179999999999</c:v>
                </c:pt>
                <c:pt idx="345" formatCode="General">
                  <c:v>22.909510000000001</c:v>
                </c:pt>
                <c:pt idx="346" formatCode="General">
                  <c:v>22.964759999999998</c:v>
                </c:pt>
                <c:pt idx="347" formatCode="General">
                  <c:v>23.019909999999999</c:v>
                </c:pt>
                <c:pt idx="348" formatCode="General">
                  <c:v>23.07497</c:v>
                </c:pt>
                <c:pt idx="349" formatCode="General">
                  <c:v>23.129940000000001</c:v>
                </c:pt>
                <c:pt idx="350" formatCode="General">
                  <c:v>23.184809999999999</c:v>
                </c:pt>
                <c:pt idx="351" formatCode="General">
                  <c:v>23.239599999999999</c:v>
                </c:pt>
                <c:pt idx="352" formatCode="General">
                  <c:v>23.294280000000001</c:v>
                </c:pt>
                <c:pt idx="353" formatCode="General">
                  <c:v>23.348880000000001</c:v>
                </c:pt>
                <c:pt idx="354" formatCode="General">
                  <c:v>23.403390000000002</c:v>
                </c:pt>
                <c:pt idx="355" formatCode="General">
                  <c:v>23.457789999999999</c:v>
                </c:pt>
                <c:pt idx="356" formatCode="General">
                  <c:v>23.51211</c:v>
                </c:pt>
                <c:pt idx="357" formatCode="General">
                  <c:v>23.566330000000001</c:v>
                </c:pt>
                <c:pt idx="358" formatCode="General">
                  <c:v>23.620460000000001</c:v>
                </c:pt>
                <c:pt idx="359" formatCode="General">
                  <c:v>23.674489999999999</c:v>
                </c:pt>
                <c:pt idx="360" formatCode="General">
                  <c:v>23.728429999999999</c:v>
                </c:pt>
                <c:pt idx="361" formatCode="General">
                  <c:v>23.78227</c:v>
                </c:pt>
                <c:pt idx="362" formatCode="General">
                  <c:v>23.836020000000001</c:v>
                </c:pt>
                <c:pt idx="363" formatCode="General">
                  <c:v>23.889669999999999</c:v>
                </c:pt>
                <c:pt idx="364" formatCode="General">
                  <c:v>23.94323</c:v>
                </c:pt>
                <c:pt idx="365" formatCode="General">
                  <c:v>23.996690000000001</c:v>
                </c:pt>
                <c:pt idx="366" formatCode="General">
                  <c:v>24.050059999999998</c:v>
                </c:pt>
                <c:pt idx="367" formatCode="General">
                  <c:v>24.10333</c:v>
                </c:pt>
                <c:pt idx="368" formatCode="General">
                  <c:v>24.156500000000001</c:v>
                </c:pt>
                <c:pt idx="369" formatCode="General">
                  <c:v>24.209579999999999</c:v>
                </c:pt>
                <c:pt idx="370" formatCode="General">
                  <c:v>24.262560000000001</c:v>
                </c:pt>
                <c:pt idx="371" formatCode="General">
                  <c:v>24.315439999999999</c:v>
                </c:pt>
                <c:pt idx="372" formatCode="General">
                  <c:v>24.368220000000001</c:v>
                </c:pt>
                <c:pt idx="373" formatCode="General">
                  <c:v>24.420909999999999</c:v>
                </c:pt>
                <c:pt idx="374" formatCode="General">
                  <c:v>24.473500000000001</c:v>
                </c:pt>
                <c:pt idx="375" formatCode="General">
                  <c:v>24.52599</c:v>
                </c:pt>
                <c:pt idx="376" formatCode="General">
                  <c:v>24.578389999999999</c:v>
                </c:pt>
                <c:pt idx="377" formatCode="General">
                  <c:v>24.630680000000002</c:v>
                </c:pt>
                <c:pt idx="378" formatCode="General">
                  <c:v>24.682880000000001</c:v>
                </c:pt>
                <c:pt idx="379" formatCode="General">
                  <c:v>24.73498</c:v>
                </c:pt>
                <c:pt idx="380" formatCode="General">
                  <c:v>24.78698</c:v>
                </c:pt>
                <c:pt idx="381" formatCode="General">
                  <c:v>24.83888</c:v>
                </c:pt>
                <c:pt idx="382" formatCode="General">
                  <c:v>24.89068</c:v>
                </c:pt>
                <c:pt idx="383" formatCode="General">
                  <c:v>24.94238</c:v>
                </c:pt>
                <c:pt idx="384" formatCode="General">
                  <c:v>24.993980000000001</c:v>
                </c:pt>
                <c:pt idx="385" formatCode="General">
                  <c:v>25.045480000000001</c:v>
                </c:pt>
                <c:pt idx="386" formatCode="General">
                  <c:v>25.096879999999999</c:v>
                </c:pt>
                <c:pt idx="387" formatCode="General">
                  <c:v>25.14819</c:v>
                </c:pt>
                <c:pt idx="388" formatCode="General">
                  <c:v>25.199380000000001</c:v>
                </c:pt>
                <c:pt idx="389" formatCode="General">
                  <c:v>25.25048</c:v>
                </c:pt>
                <c:pt idx="390" formatCode="General">
                  <c:v>25.301480000000002</c:v>
                </c:pt>
                <c:pt idx="391" formatCode="General">
                  <c:v>25.35238</c:v>
                </c:pt>
                <c:pt idx="392" formatCode="General">
                  <c:v>25.403179999999999</c:v>
                </c:pt>
                <c:pt idx="393" formatCode="General">
                  <c:v>25.453869999999998</c:v>
                </c:pt>
                <c:pt idx="394" formatCode="General">
                  <c:v>25.504470000000001</c:v>
                </c:pt>
                <c:pt idx="395" formatCode="General">
                  <c:v>25.554950000000002</c:v>
                </c:pt>
                <c:pt idx="396" formatCode="General">
                  <c:v>25.605340000000002</c:v>
                </c:pt>
                <c:pt idx="397" formatCode="General">
                  <c:v>25.655629999999999</c:v>
                </c:pt>
                <c:pt idx="398" formatCode="General">
                  <c:v>25.70581</c:v>
                </c:pt>
                <c:pt idx="399" formatCode="General">
                  <c:v>25.755890000000001</c:v>
                </c:pt>
                <c:pt idx="400" formatCode="General">
                  <c:v>25.805869999999999</c:v>
                </c:pt>
                <c:pt idx="401" formatCode="General">
                  <c:v>25.85575</c:v>
                </c:pt>
                <c:pt idx="402" formatCode="General">
                  <c:v>25.905519999999999</c:v>
                </c:pt>
                <c:pt idx="403" formatCode="General">
                  <c:v>25.955179999999999</c:v>
                </c:pt>
                <c:pt idx="404" formatCode="General">
                  <c:v>26.004750000000001</c:v>
                </c:pt>
                <c:pt idx="405" formatCode="General">
                  <c:v>26.054200000000002</c:v>
                </c:pt>
                <c:pt idx="406" formatCode="General">
                  <c:v>26.103560000000002</c:v>
                </c:pt>
                <c:pt idx="407" formatCode="General">
                  <c:v>26.152809999999999</c:v>
                </c:pt>
                <c:pt idx="408" formatCode="General">
                  <c:v>26.20196</c:v>
                </c:pt>
                <c:pt idx="409" formatCode="General">
                  <c:v>26.251000000000001</c:v>
                </c:pt>
                <c:pt idx="410" formatCode="General">
                  <c:v>26.29993</c:v>
                </c:pt>
                <c:pt idx="411" formatCode="General">
                  <c:v>26.348769999999998</c:v>
                </c:pt>
                <c:pt idx="412" formatCode="General">
                  <c:v>26.397490000000001</c:v>
                </c:pt>
                <c:pt idx="413" formatCode="General">
                  <c:v>26.446110000000001</c:v>
                </c:pt>
                <c:pt idx="414" formatCode="General">
                  <c:v>26.494630000000001</c:v>
                </c:pt>
                <c:pt idx="415" formatCode="General">
                  <c:v>26.543030000000002</c:v>
                </c:pt>
                <c:pt idx="416" formatCode="General">
                  <c:v>26.591339999999999</c:v>
                </c:pt>
                <c:pt idx="417" formatCode="General">
                  <c:v>26.639530000000001</c:v>
                </c:pt>
                <c:pt idx="418" formatCode="General">
                  <c:v>26.687619999999999</c:v>
                </c:pt>
                <c:pt idx="419" formatCode="General">
                  <c:v>26.735600000000002</c:v>
                </c:pt>
                <c:pt idx="420" formatCode="General">
                  <c:v>26.783480000000001</c:v>
                </c:pt>
                <c:pt idx="421" formatCode="General">
                  <c:v>26.831250000000001</c:v>
                </c:pt>
                <c:pt idx="422" formatCode="General">
                  <c:v>26.878910000000001</c:v>
                </c:pt>
                <c:pt idx="423" formatCode="General">
                  <c:v>26.926459999999999</c:v>
                </c:pt>
                <c:pt idx="424" formatCode="General">
                  <c:v>26.97391</c:v>
                </c:pt>
                <c:pt idx="425" formatCode="General">
                  <c:v>27.021249999999998</c:v>
                </c:pt>
                <c:pt idx="426" formatCode="General">
                  <c:v>27.068480000000001</c:v>
                </c:pt>
                <c:pt idx="427" formatCode="General">
                  <c:v>27.115600000000001</c:v>
                </c:pt>
                <c:pt idx="428" formatCode="General">
                  <c:v>27.162610000000001</c:v>
                </c:pt>
                <c:pt idx="429" formatCode="General">
                  <c:v>27.209520000000001</c:v>
                </c:pt>
                <c:pt idx="430" formatCode="General">
                  <c:v>27.256309999999999</c:v>
                </c:pt>
                <c:pt idx="431" formatCode="General">
                  <c:v>27.303000000000001</c:v>
                </c:pt>
                <c:pt idx="432" formatCode="General">
                  <c:v>27.34958</c:v>
                </c:pt>
                <c:pt idx="433" formatCode="General">
                  <c:v>27.396039999999999</c:v>
                </c:pt>
                <c:pt idx="434" formatCode="General">
                  <c:v>27.442399999999999</c:v>
                </c:pt>
                <c:pt idx="435" formatCode="General">
                  <c:v>27.48865</c:v>
                </c:pt>
                <c:pt idx="436" formatCode="General">
                  <c:v>27.534790000000001</c:v>
                </c:pt>
                <c:pt idx="437" formatCode="General">
                  <c:v>27.580819999999999</c:v>
                </c:pt>
                <c:pt idx="438" formatCode="General">
                  <c:v>27.626740000000002</c:v>
                </c:pt>
                <c:pt idx="439" formatCode="General">
                  <c:v>27.672540000000001</c:v>
                </c:pt>
                <c:pt idx="440" formatCode="General">
                  <c:v>27.718240000000002</c:v>
                </c:pt>
                <c:pt idx="441" formatCode="General">
                  <c:v>27.763829999999999</c:v>
                </c:pt>
                <c:pt idx="442" formatCode="General">
                  <c:v>27.8093</c:v>
                </c:pt>
                <c:pt idx="443" formatCode="General">
                  <c:v>27.854669999999999</c:v>
                </c:pt>
                <c:pt idx="444" formatCode="General">
                  <c:v>27.899920000000002</c:v>
                </c:pt>
                <c:pt idx="445" formatCode="General">
                  <c:v>27.945060000000002</c:v>
                </c:pt>
                <c:pt idx="446" formatCode="General">
                  <c:v>27.990089999999999</c:v>
                </c:pt>
                <c:pt idx="447" formatCode="General">
                  <c:v>28.03501</c:v>
                </c:pt>
                <c:pt idx="448" formatCode="General">
                  <c:v>28.079809999999998</c:v>
                </c:pt>
                <c:pt idx="449" formatCode="General">
                  <c:v>28.124500000000001</c:v>
                </c:pt>
                <c:pt idx="450" formatCode="General">
                  <c:v>28.169080000000001</c:v>
                </c:pt>
                <c:pt idx="451" formatCode="General">
                  <c:v>28.213550000000001</c:v>
                </c:pt>
                <c:pt idx="452" formatCode="General">
                  <c:v>28.257909999999999</c:v>
                </c:pt>
                <c:pt idx="453" formatCode="General">
                  <c:v>28.302150000000001</c:v>
                </c:pt>
                <c:pt idx="454" formatCode="General">
                  <c:v>28.34628</c:v>
                </c:pt>
                <c:pt idx="455" formatCode="General">
                  <c:v>28.39029</c:v>
                </c:pt>
                <c:pt idx="456" formatCode="General">
                  <c:v>28.434190000000001</c:v>
                </c:pt>
                <c:pt idx="457" formatCode="General">
                  <c:v>28.477979999999999</c:v>
                </c:pt>
                <c:pt idx="458" formatCode="General">
                  <c:v>28.521650000000001</c:v>
                </c:pt>
                <c:pt idx="459" formatCode="General">
                  <c:v>28.56521</c:v>
                </c:pt>
                <c:pt idx="460" formatCode="General">
                  <c:v>28.60866</c:v>
                </c:pt>
                <c:pt idx="461" formatCode="General">
                  <c:v>28.651990000000001</c:v>
                </c:pt>
                <c:pt idx="462" formatCode="General">
                  <c:v>28.695209999999999</c:v>
                </c:pt>
                <c:pt idx="463" formatCode="General">
                  <c:v>28.738309999999998</c:v>
                </c:pt>
                <c:pt idx="464" formatCode="General">
                  <c:v>28.781300000000002</c:v>
                </c:pt>
                <c:pt idx="465" formatCode="General">
                  <c:v>28.824169999999999</c:v>
                </c:pt>
                <c:pt idx="466" formatCode="General">
                  <c:v>28.86692</c:v>
                </c:pt>
                <c:pt idx="467" formatCode="General">
                  <c:v>28.909559999999999</c:v>
                </c:pt>
                <c:pt idx="468" formatCode="General">
                  <c:v>28.952089999999998</c:v>
                </c:pt>
                <c:pt idx="469" formatCode="General">
                  <c:v>28.994499999999999</c:v>
                </c:pt>
                <c:pt idx="470" formatCode="General">
                  <c:v>29.03679</c:v>
                </c:pt>
                <c:pt idx="471" formatCode="General">
                  <c:v>29.078970000000002</c:v>
                </c:pt>
                <c:pt idx="472" formatCode="General">
                  <c:v>29.121030000000001</c:v>
                </c:pt>
                <c:pt idx="473" formatCode="General">
                  <c:v>29.162970000000001</c:v>
                </c:pt>
                <c:pt idx="474" formatCode="General">
                  <c:v>29.204799999999999</c:v>
                </c:pt>
                <c:pt idx="475" formatCode="General">
                  <c:v>29.246510000000001</c:v>
                </c:pt>
                <c:pt idx="476" formatCode="General">
                  <c:v>29.28811</c:v>
                </c:pt>
                <c:pt idx="477" formatCode="General">
                  <c:v>29.32958</c:v>
                </c:pt>
                <c:pt idx="478" formatCode="General">
                  <c:v>29.370940000000001</c:v>
                </c:pt>
                <c:pt idx="479" formatCode="General">
                  <c:v>29.412189999999999</c:v>
                </c:pt>
                <c:pt idx="480" formatCode="General">
                  <c:v>29.453309999999998</c:v>
                </c:pt>
                <c:pt idx="481" formatCode="General">
                  <c:v>29.494319999999998</c:v>
                </c:pt>
                <c:pt idx="482" formatCode="General">
                  <c:v>29.5352</c:v>
                </c:pt>
                <c:pt idx="483" formatCode="General">
                  <c:v>29.575980000000001</c:v>
                </c:pt>
                <c:pt idx="484" formatCode="General">
                  <c:v>29.616630000000001</c:v>
                </c:pt>
                <c:pt idx="485" formatCode="General">
                  <c:v>29.657160000000001</c:v>
                </c:pt>
                <c:pt idx="486" formatCode="General">
                  <c:v>29.697579999999999</c:v>
                </c:pt>
                <c:pt idx="487" formatCode="General">
                  <c:v>29.737870000000001</c:v>
                </c:pt>
                <c:pt idx="488" formatCode="General">
                  <c:v>29.77805</c:v>
                </c:pt>
                <c:pt idx="489" formatCode="General">
                  <c:v>29.818110000000001</c:v>
                </c:pt>
                <c:pt idx="490" formatCode="General">
                  <c:v>29.858049999999999</c:v>
                </c:pt>
                <c:pt idx="491" formatCode="General">
                  <c:v>29.897870000000001</c:v>
                </c:pt>
                <c:pt idx="492" formatCode="General">
                  <c:v>29.937570000000001</c:v>
                </c:pt>
                <c:pt idx="493" formatCode="General">
                  <c:v>29.977150000000002</c:v>
                </c:pt>
                <c:pt idx="494" formatCode="General">
                  <c:v>30.01661</c:v>
                </c:pt>
                <c:pt idx="495" formatCode="General">
                  <c:v>30.055949999999999</c:v>
                </c:pt>
                <c:pt idx="496" formatCode="General">
                  <c:v>30.09517</c:v>
                </c:pt>
                <c:pt idx="497" formatCode="General">
                  <c:v>30.134270000000001</c:v>
                </c:pt>
                <c:pt idx="498" formatCode="General">
                  <c:v>30.17324</c:v>
                </c:pt>
                <c:pt idx="499" formatCode="General">
                  <c:v>30.2121</c:v>
                </c:pt>
                <c:pt idx="500" formatCode="General">
                  <c:v>30.25084</c:v>
                </c:pt>
                <c:pt idx="501" formatCode="General">
                  <c:v>30.289459999999998</c:v>
                </c:pt>
                <c:pt idx="502" formatCode="General">
                  <c:v>30.327950000000001</c:v>
                </c:pt>
                <c:pt idx="503" formatCode="General">
                  <c:v>30.366330000000001</c:v>
                </c:pt>
                <c:pt idx="504" formatCode="General">
                  <c:v>30.404579999999999</c:v>
                </c:pt>
                <c:pt idx="505" formatCode="General">
                  <c:v>30.442710000000002</c:v>
                </c:pt>
                <c:pt idx="506" formatCode="General">
                  <c:v>30.480720000000002</c:v>
                </c:pt>
                <c:pt idx="507" formatCode="General">
                  <c:v>30.518609999999999</c:v>
                </c:pt>
                <c:pt idx="508" formatCode="General">
                  <c:v>30.556370000000001</c:v>
                </c:pt>
                <c:pt idx="509" formatCode="General">
                  <c:v>30.59402</c:v>
                </c:pt>
                <c:pt idx="510" formatCode="General">
                  <c:v>30.631530000000001</c:v>
                </c:pt>
                <c:pt idx="511" formatCode="General">
                  <c:v>30.66893</c:v>
                </c:pt>
                <c:pt idx="512" formatCode="General">
                  <c:v>30.706209999999999</c:v>
                </c:pt>
                <c:pt idx="513" formatCode="General">
                  <c:v>30.743359999999999</c:v>
                </c:pt>
                <c:pt idx="514" formatCode="General">
                  <c:v>30.780390000000001</c:v>
                </c:pt>
                <c:pt idx="515" formatCode="General">
                  <c:v>30.817299999999999</c:v>
                </c:pt>
                <c:pt idx="516" formatCode="General">
                  <c:v>30.85408</c:v>
                </c:pt>
                <c:pt idx="517" formatCode="General">
                  <c:v>30.890740000000001</c:v>
                </c:pt>
                <c:pt idx="518" formatCode="General">
                  <c:v>30.92728</c:v>
                </c:pt>
                <c:pt idx="519" formatCode="General">
                  <c:v>30.96369</c:v>
                </c:pt>
                <c:pt idx="520" formatCode="General">
                  <c:v>30.999980000000001</c:v>
                </c:pt>
                <c:pt idx="521" formatCode="General">
                  <c:v>31.03614</c:v>
                </c:pt>
                <c:pt idx="522" formatCode="General">
                  <c:v>31.072179999999999</c:v>
                </c:pt>
                <c:pt idx="523" formatCode="General">
                  <c:v>31.1081</c:v>
                </c:pt>
                <c:pt idx="524" formatCode="General">
                  <c:v>31.143889999999999</c:v>
                </c:pt>
                <c:pt idx="525" formatCode="General">
                  <c:v>31.179559999999999</c:v>
                </c:pt>
                <c:pt idx="526" formatCode="General">
                  <c:v>31.2151</c:v>
                </c:pt>
                <c:pt idx="527" formatCode="General">
                  <c:v>31.250520000000002</c:v>
                </c:pt>
                <c:pt idx="528" formatCode="General">
                  <c:v>31.285810000000001</c:v>
                </c:pt>
                <c:pt idx="529" formatCode="General">
                  <c:v>31.320979999999999</c:v>
                </c:pt>
                <c:pt idx="530" formatCode="General">
                  <c:v>31.356020000000001</c:v>
                </c:pt>
                <c:pt idx="531" formatCode="General">
                  <c:v>31.390940000000001</c:v>
                </c:pt>
                <c:pt idx="532" formatCode="General">
                  <c:v>31.425730000000001</c:v>
                </c:pt>
                <c:pt idx="533" formatCode="General">
                  <c:v>31.46039</c:v>
                </c:pt>
                <c:pt idx="534" formatCode="General">
                  <c:v>31.49493</c:v>
                </c:pt>
                <c:pt idx="535" formatCode="General">
                  <c:v>31.529350000000001</c:v>
                </c:pt>
                <c:pt idx="536" formatCode="General">
                  <c:v>31.56363</c:v>
                </c:pt>
                <c:pt idx="537" formatCode="General">
                  <c:v>31.597799999999999</c:v>
                </c:pt>
                <c:pt idx="538" formatCode="General">
                  <c:v>31.631830000000001</c:v>
                </c:pt>
                <c:pt idx="539" formatCode="General">
                  <c:v>31.66574</c:v>
                </c:pt>
                <c:pt idx="540" formatCode="General">
                  <c:v>31.69952</c:v>
                </c:pt>
                <c:pt idx="541" formatCode="General">
                  <c:v>31.733180000000001</c:v>
                </c:pt>
                <c:pt idx="542" formatCode="General">
                  <c:v>31.7667</c:v>
                </c:pt>
                <c:pt idx="543" formatCode="General">
                  <c:v>31.8001</c:v>
                </c:pt>
              </c:numCache>
            </c:numRef>
          </c:xVal>
          <c:yVal>
            <c:numRef>
              <c:f>'S(Q)'!$M$2:$M$545</c:f>
              <c:numCache>
                <c:formatCode>General</c:formatCode>
                <c:ptCount val="544"/>
                <c:pt idx="0">
                  <c:v>-0.40463699999999991</c:v>
                </c:pt>
                <c:pt idx="1">
                  <c:v>-0.19300899999999999</c:v>
                </c:pt>
                <c:pt idx="2">
                  <c:v>-6.8660000000000387E-3</c:v>
                </c:pt>
                <c:pt idx="3">
                  <c:v>6.9250900000000004E-2</c:v>
                </c:pt>
                <c:pt idx="4">
                  <c:v>5.7431600000000027E-2</c:v>
                </c:pt>
                <c:pt idx="5">
                  <c:v>2.3213200000000045E-2</c:v>
                </c:pt>
                <c:pt idx="6">
                  <c:v>-6.3900000000005619E-4</c:v>
                </c:pt>
                <c:pt idx="7">
                  <c:v>-1.8702999999999914E-2</c:v>
                </c:pt>
                <c:pt idx="8">
                  <c:v>-3.2378999999999936E-2</c:v>
                </c:pt>
                <c:pt idx="9">
                  <c:v>-2.7933999999999903E-2</c:v>
                </c:pt>
                <c:pt idx="10">
                  <c:v>-2.9999999999998916E-3</c:v>
                </c:pt>
                <c:pt idx="11">
                  <c:v>2.1007899999999968E-2</c:v>
                </c:pt>
                <c:pt idx="12">
                  <c:v>2.4637400000000031E-2</c:v>
                </c:pt>
                <c:pt idx="13">
                  <c:v>1.5272100000000011E-2</c:v>
                </c:pt>
                <c:pt idx="14">
                  <c:v>1.4187300000000014E-2</c:v>
                </c:pt>
                <c:pt idx="15">
                  <c:v>2.6961899999999983E-2</c:v>
                </c:pt>
                <c:pt idx="16">
                  <c:v>4.0621800000000041E-2</c:v>
                </c:pt>
                <c:pt idx="17">
                  <c:v>4.750589999999999E-2</c:v>
                </c:pt>
                <c:pt idx="18">
                  <c:v>5.7216500000000003E-2</c:v>
                </c:pt>
                <c:pt idx="19">
                  <c:v>8.0028899999999958E-2</c:v>
                </c:pt>
                <c:pt idx="20">
                  <c:v>0.10872570000000004</c:v>
                </c:pt>
                <c:pt idx="21">
                  <c:v>0.12539400000000001</c:v>
                </c:pt>
                <c:pt idx="22">
                  <c:v>0.12196130000000005</c:v>
                </c:pt>
                <c:pt idx="23">
                  <c:v>0.10697009999999996</c:v>
                </c:pt>
                <c:pt idx="24">
                  <c:v>9.4310400000000016E-2</c:v>
                </c:pt>
                <c:pt idx="25">
                  <c:v>9.1729300000000014E-2</c:v>
                </c:pt>
                <c:pt idx="26">
                  <c:v>9.9564399999999997E-2</c:v>
                </c:pt>
                <c:pt idx="27">
                  <c:v>0.1145332</c:v>
                </c:pt>
                <c:pt idx="28">
                  <c:v>0.13405999999999996</c:v>
                </c:pt>
                <c:pt idx="29">
                  <c:v>0.16176330000000005</c:v>
                </c:pt>
                <c:pt idx="30">
                  <c:v>0.20858529999999997</c:v>
                </c:pt>
                <c:pt idx="31">
                  <c:v>0.28294269999999999</c:v>
                </c:pt>
                <c:pt idx="32">
                  <c:v>0.38255519999999998</c:v>
                </c:pt>
                <c:pt idx="33">
                  <c:v>0.51125259999999995</c:v>
                </c:pt>
                <c:pt idx="34">
                  <c:v>0.71140779999999992</c:v>
                </c:pt>
                <c:pt idx="35">
                  <c:v>1.0593366500000001</c:v>
                </c:pt>
                <c:pt idx="36">
                  <c:v>1.5920553</c:v>
                </c:pt>
                <c:pt idx="37">
                  <c:v>2.2212559999999999</c:v>
                </c:pt>
                <c:pt idx="38">
                  <c:v>2.7386889999999999</c:v>
                </c:pt>
                <c:pt idx="39">
                  <c:v>2.941948</c:v>
                </c:pt>
                <c:pt idx="40">
                  <c:v>2.778419</c:v>
                </c:pt>
                <c:pt idx="41">
                  <c:v>2.3731409999999999</c:v>
                </c:pt>
                <c:pt idx="42">
                  <c:v>1.9207386</c:v>
                </c:pt>
                <c:pt idx="43">
                  <c:v>1.5532808</c:v>
                </c:pt>
                <c:pt idx="44">
                  <c:v>1.2978923</c:v>
                </c:pt>
                <c:pt idx="45">
                  <c:v>1.1250642</c:v>
                </c:pt>
                <c:pt idx="46">
                  <c:v>1.0049912249999999</c:v>
                </c:pt>
                <c:pt idx="47">
                  <c:v>0.91854495999999997</c:v>
                </c:pt>
                <c:pt idx="48">
                  <c:v>0.84530749999999999</c:v>
                </c:pt>
                <c:pt idx="49">
                  <c:v>0.76824479999999995</c:v>
                </c:pt>
                <c:pt idx="50">
                  <c:v>0.68985580000000002</c:v>
                </c:pt>
                <c:pt idx="51">
                  <c:v>0.62841429999999998</c:v>
                </c:pt>
                <c:pt idx="52">
                  <c:v>0.59286240000000001</c:v>
                </c:pt>
                <c:pt idx="53">
                  <c:v>0.5696639</c:v>
                </c:pt>
                <c:pt idx="54">
                  <c:v>0.54015039999999992</c:v>
                </c:pt>
                <c:pt idx="55">
                  <c:v>0.50501390000000002</c:v>
                </c:pt>
                <c:pt idx="56">
                  <c:v>0.48398300000000005</c:v>
                </c:pt>
                <c:pt idx="57">
                  <c:v>0.49293830000000005</c:v>
                </c:pt>
                <c:pt idx="58">
                  <c:v>0.52821720000000005</c:v>
                </c:pt>
                <c:pt idx="59">
                  <c:v>0.57428990000000002</c:v>
                </c:pt>
                <c:pt idx="60">
                  <c:v>0.62089299999999992</c:v>
                </c:pt>
                <c:pt idx="61">
                  <c:v>0.66966079999999994</c:v>
                </c:pt>
                <c:pt idx="62">
                  <c:v>0.72858920000000005</c:v>
                </c:pt>
                <c:pt idx="63">
                  <c:v>0.80480940000000001</c:v>
                </c:pt>
                <c:pt idx="64">
                  <c:v>0.90029742999999995</c:v>
                </c:pt>
                <c:pt idx="65">
                  <c:v>1.0087636900000001</c:v>
                </c:pt>
                <c:pt idx="66">
                  <c:v>1.1162487000000001</c:v>
                </c:pt>
                <c:pt idx="67">
                  <c:v>1.2097456</c:v>
                </c:pt>
                <c:pt idx="68">
                  <c:v>1.2872555999999999</c:v>
                </c:pt>
                <c:pt idx="69">
                  <c:v>1.3550633000000001</c:v>
                </c:pt>
                <c:pt idx="70">
                  <c:v>1.4116660999999999</c:v>
                </c:pt>
                <c:pt idx="71">
                  <c:v>1.4386540999999999</c:v>
                </c:pt>
                <c:pt idx="72">
                  <c:v>1.4151582</c:v>
                </c:pt>
                <c:pt idx="73">
                  <c:v>1.3429405999999999</c:v>
                </c:pt>
                <c:pt idx="74">
                  <c:v>1.2517809</c:v>
                </c:pt>
                <c:pt idx="75">
                  <c:v>1.1760401</c:v>
                </c:pt>
                <c:pt idx="76">
                  <c:v>1.1281897999999999</c:v>
                </c:pt>
                <c:pt idx="77">
                  <c:v>1.0980010199999999</c:v>
                </c:pt>
                <c:pt idx="78">
                  <c:v>1.07317993</c:v>
                </c:pt>
                <c:pt idx="79">
                  <c:v>1.0524957699999999</c:v>
                </c:pt>
                <c:pt idx="80">
                  <c:v>1.0375197199999999</c:v>
                </c:pt>
                <c:pt idx="81">
                  <c:v>1.02056094</c:v>
                </c:pt>
                <c:pt idx="82">
                  <c:v>0.99000364299999999</c:v>
                </c:pt>
                <c:pt idx="83">
                  <c:v>0.94676936</c:v>
                </c:pt>
                <c:pt idx="84">
                  <c:v>0.90753720999999998</c:v>
                </c:pt>
                <c:pt idx="85">
                  <c:v>0.88752169999999997</c:v>
                </c:pt>
                <c:pt idx="86">
                  <c:v>0.88367010000000001</c:v>
                </c:pt>
                <c:pt idx="87">
                  <c:v>0.87923589999999996</c:v>
                </c:pt>
                <c:pt idx="88">
                  <c:v>0.86336270000000004</c:v>
                </c:pt>
                <c:pt idx="89">
                  <c:v>0.84170809999999996</c:v>
                </c:pt>
                <c:pt idx="90">
                  <c:v>0.8276926</c:v>
                </c:pt>
                <c:pt idx="91">
                  <c:v>0.8278972</c:v>
                </c:pt>
                <c:pt idx="92">
                  <c:v>0.83865539999999994</c:v>
                </c:pt>
                <c:pt idx="93">
                  <c:v>0.85399800000000003</c:v>
                </c:pt>
                <c:pt idx="94">
                  <c:v>0.87280619999999998</c:v>
                </c:pt>
                <c:pt idx="95">
                  <c:v>0.89820160000000004</c:v>
                </c:pt>
                <c:pt idx="96">
                  <c:v>0.93274599000000002</c:v>
                </c:pt>
                <c:pt idx="97">
                  <c:v>0.97489234999999996</c:v>
                </c:pt>
                <c:pt idx="98">
                  <c:v>1.0181704300000001</c:v>
                </c:pt>
                <c:pt idx="99">
                  <c:v>1.0534752199999999</c:v>
                </c:pt>
                <c:pt idx="100">
                  <c:v>1.0748350099999999</c:v>
                </c:pt>
                <c:pt idx="101">
                  <c:v>1.0847056100000001</c:v>
                </c:pt>
                <c:pt idx="102">
                  <c:v>1.0915498699999999</c:v>
                </c:pt>
                <c:pt idx="103">
                  <c:v>1.0996247400000001</c:v>
                </c:pt>
                <c:pt idx="104">
                  <c:v>1.1025662999999999</c:v>
                </c:pt>
                <c:pt idx="105">
                  <c:v>1.09077512</c:v>
                </c:pt>
                <c:pt idx="106">
                  <c:v>1.0653373900000001</c:v>
                </c:pt>
                <c:pt idx="107">
                  <c:v>1.0403752500000001</c:v>
                </c:pt>
                <c:pt idx="108">
                  <c:v>1.0288102800000001</c:v>
                </c:pt>
                <c:pt idx="109">
                  <c:v>1.02851838</c:v>
                </c:pt>
                <c:pt idx="110">
                  <c:v>1.0266149499999999</c:v>
                </c:pt>
                <c:pt idx="111">
                  <c:v>1.01634753</c:v>
                </c:pt>
                <c:pt idx="112">
                  <c:v>1.004682195</c:v>
                </c:pt>
                <c:pt idx="113">
                  <c:v>1.001630029</c:v>
                </c:pt>
                <c:pt idx="114">
                  <c:v>1.006792302</c:v>
                </c:pt>
                <c:pt idx="115">
                  <c:v>1.01098735</c:v>
                </c:pt>
                <c:pt idx="116">
                  <c:v>1.008996421</c:v>
                </c:pt>
                <c:pt idx="117">
                  <c:v>1.004885665</c:v>
                </c:pt>
                <c:pt idx="118">
                  <c:v>1.00369303</c:v>
                </c:pt>
                <c:pt idx="119">
                  <c:v>1.0031985839999999</c:v>
                </c:pt>
                <c:pt idx="120">
                  <c:v>0.99804486999999997</c:v>
                </c:pt>
                <c:pt idx="121">
                  <c:v>0.98910671999999999</c:v>
                </c:pt>
                <c:pt idx="122">
                  <c:v>0.98317858000000002</c:v>
                </c:pt>
                <c:pt idx="123">
                  <c:v>0.98311453999999998</c:v>
                </c:pt>
                <c:pt idx="124">
                  <c:v>0.98346619999999996</c:v>
                </c:pt>
                <c:pt idx="125">
                  <c:v>0.97874802999999999</c:v>
                </c:pt>
                <c:pt idx="126">
                  <c:v>0.97230501000000003</c:v>
                </c:pt>
                <c:pt idx="127">
                  <c:v>0.97207869999999996</c:v>
                </c:pt>
                <c:pt idx="128">
                  <c:v>0.97862952999999997</c:v>
                </c:pt>
                <c:pt idx="129">
                  <c:v>0.98297820000000002</c:v>
                </c:pt>
                <c:pt idx="130">
                  <c:v>0.97869200000000001</c:v>
                </c:pt>
                <c:pt idx="131">
                  <c:v>0.97207052999999999</c:v>
                </c:pt>
                <c:pt idx="132">
                  <c:v>0.97560406</c:v>
                </c:pt>
                <c:pt idx="133">
                  <c:v>0.99218583199999999</c:v>
                </c:pt>
                <c:pt idx="134">
                  <c:v>1.0105159399999999</c:v>
                </c:pt>
                <c:pt idx="135">
                  <c:v>1.0179178</c:v>
                </c:pt>
                <c:pt idx="136">
                  <c:v>1.01434684</c:v>
                </c:pt>
                <c:pt idx="137">
                  <c:v>1.0103154700000001</c:v>
                </c:pt>
                <c:pt idx="138">
                  <c:v>1.0124405599999999</c:v>
                </c:pt>
                <c:pt idx="139">
                  <c:v>1.01549182</c:v>
                </c:pt>
                <c:pt idx="140">
                  <c:v>1.01039597</c:v>
                </c:pt>
                <c:pt idx="141">
                  <c:v>0.99715602400000003</c:v>
                </c:pt>
                <c:pt idx="142">
                  <c:v>0.98625790999999996</c:v>
                </c:pt>
                <c:pt idx="143">
                  <c:v>0.98709446000000001</c:v>
                </c:pt>
                <c:pt idx="144">
                  <c:v>0.99744869999999997</c:v>
                </c:pt>
                <c:pt idx="145">
                  <c:v>1.0059362329999999</c:v>
                </c:pt>
                <c:pt idx="146">
                  <c:v>1.0039563760000001</c:v>
                </c:pt>
                <c:pt idx="147">
                  <c:v>0.99379645699999997</c:v>
                </c:pt>
                <c:pt idx="148">
                  <c:v>0.98500898000000003</c:v>
                </c:pt>
                <c:pt idx="149">
                  <c:v>0.98411303999999999</c:v>
                </c:pt>
                <c:pt idx="150">
                  <c:v>0.98880451999999996</c:v>
                </c:pt>
                <c:pt idx="151">
                  <c:v>0.99199291000000001</c:v>
                </c:pt>
                <c:pt idx="152">
                  <c:v>0.990415877</c:v>
                </c:pt>
                <c:pt idx="153">
                  <c:v>0.98823304000000001</c:v>
                </c:pt>
                <c:pt idx="154">
                  <c:v>0.99186597899999995</c:v>
                </c:pt>
                <c:pt idx="155">
                  <c:v>1.0020854100000001</c:v>
                </c:pt>
                <c:pt idx="156">
                  <c:v>1.0125310999999999</c:v>
                </c:pt>
                <c:pt idx="157">
                  <c:v>1.01668325</c:v>
                </c:pt>
                <c:pt idx="158">
                  <c:v>1.0154041</c:v>
                </c:pt>
                <c:pt idx="159">
                  <c:v>1.0160164</c:v>
                </c:pt>
                <c:pt idx="160">
                  <c:v>1.02349292</c:v>
                </c:pt>
                <c:pt idx="161">
                  <c:v>1.0338493600000001</c:v>
                </c:pt>
                <c:pt idx="162">
                  <c:v>1.0377242099999999</c:v>
                </c:pt>
                <c:pt idx="163">
                  <c:v>1.03042042</c:v>
                </c:pt>
                <c:pt idx="164">
                  <c:v>1.0171381900000001</c:v>
                </c:pt>
                <c:pt idx="165">
                  <c:v>1.007679719</c:v>
                </c:pt>
                <c:pt idx="166">
                  <c:v>1.0067830440000001</c:v>
                </c:pt>
                <c:pt idx="167">
                  <c:v>1.0105030699999999</c:v>
                </c:pt>
                <c:pt idx="168">
                  <c:v>1.01152654</c:v>
                </c:pt>
                <c:pt idx="169">
                  <c:v>1.00669404</c:v>
                </c:pt>
                <c:pt idx="170">
                  <c:v>0.99902910440000003</c:v>
                </c:pt>
                <c:pt idx="171">
                  <c:v>0.99361442600000005</c:v>
                </c:pt>
                <c:pt idx="172">
                  <c:v>0.99256785000000003</c:v>
                </c:pt>
                <c:pt idx="173">
                  <c:v>0.99361779299999997</c:v>
                </c:pt>
                <c:pt idx="174">
                  <c:v>0.99242966300000002</c:v>
                </c:pt>
                <c:pt idx="175">
                  <c:v>0.9862242</c:v>
                </c:pt>
                <c:pt idx="176">
                  <c:v>0.97629237999999996</c:v>
                </c:pt>
                <c:pt idx="177">
                  <c:v>0.96774437999999996</c:v>
                </c:pt>
                <c:pt idx="178">
                  <c:v>0.96600204999999995</c:v>
                </c:pt>
                <c:pt idx="179">
                  <c:v>0.97211179000000003</c:v>
                </c:pt>
                <c:pt idx="180">
                  <c:v>0.98114895000000002</c:v>
                </c:pt>
                <c:pt idx="181">
                  <c:v>0.98611488000000003</c:v>
                </c:pt>
                <c:pt idx="182">
                  <c:v>0.98416937000000004</c:v>
                </c:pt>
                <c:pt idx="183">
                  <c:v>0.97887784</c:v>
                </c:pt>
                <c:pt idx="184">
                  <c:v>0.97605487000000002</c:v>
                </c:pt>
                <c:pt idx="185">
                  <c:v>0.97792100999999998</c:v>
                </c:pt>
                <c:pt idx="186">
                  <c:v>0.98207973000000004</c:v>
                </c:pt>
                <c:pt idx="187">
                  <c:v>0.98581459999999999</c:v>
                </c:pt>
                <c:pt idx="188">
                  <c:v>0.98980884999999996</c:v>
                </c:pt>
                <c:pt idx="189">
                  <c:v>0.99660897500000001</c:v>
                </c:pt>
                <c:pt idx="190">
                  <c:v>1.0062484730000001</c:v>
                </c:pt>
                <c:pt idx="191">
                  <c:v>1.01511631</c:v>
                </c:pt>
                <c:pt idx="192">
                  <c:v>1.0197465299999999</c:v>
                </c:pt>
                <c:pt idx="193">
                  <c:v>1.0206548799999999</c:v>
                </c:pt>
                <c:pt idx="194">
                  <c:v>1.0212886800000001</c:v>
                </c:pt>
                <c:pt idx="195">
                  <c:v>1.0235315199999999</c:v>
                </c:pt>
                <c:pt idx="196">
                  <c:v>1.0256076700000001</c:v>
                </c:pt>
                <c:pt idx="197">
                  <c:v>1.0249847400000001</c:v>
                </c:pt>
                <c:pt idx="198">
                  <c:v>1.0223423599999999</c:v>
                </c:pt>
                <c:pt idx="199">
                  <c:v>1.0213111800000001</c:v>
                </c:pt>
                <c:pt idx="200">
                  <c:v>1.02411071</c:v>
                </c:pt>
                <c:pt idx="201">
                  <c:v>1.0284196999999999</c:v>
                </c:pt>
                <c:pt idx="202">
                  <c:v>1.0293586800000001</c:v>
                </c:pt>
                <c:pt idx="203">
                  <c:v>1.02438684</c:v>
                </c:pt>
                <c:pt idx="204">
                  <c:v>1.0157004700000001</c:v>
                </c:pt>
                <c:pt idx="205">
                  <c:v>1.007845061</c:v>
                </c:pt>
                <c:pt idx="206">
                  <c:v>1.0035204520000001</c:v>
                </c:pt>
                <c:pt idx="207">
                  <c:v>1.0018945779999999</c:v>
                </c:pt>
                <c:pt idx="208">
                  <c:v>1.0003894327</c:v>
                </c:pt>
                <c:pt idx="209">
                  <c:v>0.99736680600000005</c:v>
                </c:pt>
                <c:pt idx="210">
                  <c:v>0.99307995299999996</c:v>
                </c:pt>
                <c:pt idx="211">
                  <c:v>0.98871144</c:v>
                </c:pt>
                <c:pt idx="212">
                  <c:v>0.98502502000000003</c:v>
                </c:pt>
                <c:pt idx="213">
                  <c:v>0.98182802999999996</c:v>
                </c:pt>
                <c:pt idx="214">
                  <c:v>0.97837916999999996</c:v>
                </c:pt>
                <c:pt idx="215">
                  <c:v>0.97434776999999995</c:v>
                </c:pt>
                <c:pt idx="216">
                  <c:v>0.97070729</c:v>
                </c:pt>
                <c:pt idx="217">
                  <c:v>0.96964342000000003</c:v>
                </c:pt>
                <c:pt idx="218">
                  <c:v>0.97291305000000006</c:v>
                </c:pt>
                <c:pt idx="219">
                  <c:v>0.97965347999999997</c:v>
                </c:pt>
                <c:pt idx="220">
                  <c:v>0.98600162000000002</c:v>
                </c:pt>
                <c:pt idx="221">
                  <c:v>0.98781827</c:v>
                </c:pt>
                <c:pt idx="222">
                  <c:v>0.98455565</c:v>
                </c:pt>
                <c:pt idx="223">
                  <c:v>0.98032271999999998</c:v>
                </c:pt>
                <c:pt idx="224">
                  <c:v>0.98043252000000003</c:v>
                </c:pt>
                <c:pt idx="225">
                  <c:v>0.98645050000000001</c:v>
                </c:pt>
                <c:pt idx="226">
                  <c:v>0.99479852800000002</c:v>
                </c:pt>
                <c:pt idx="227">
                  <c:v>1.000514661</c:v>
                </c:pt>
                <c:pt idx="228">
                  <c:v>1.002236825</c:v>
                </c:pt>
                <c:pt idx="229">
                  <c:v>1.0030698629999999</c:v>
                </c:pt>
                <c:pt idx="230">
                  <c:v>1.00653627</c:v>
                </c:pt>
                <c:pt idx="231">
                  <c:v>1.0123199000000001</c:v>
                </c:pt>
                <c:pt idx="232">
                  <c:v>1.01668826</c:v>
                </c:pt>
                <c:pt idx="233">
                  <c:v>1.01705402</c:v>
                </c:pt>
                <c:pt idx="234">
                  <c:v>1.0153223300000001</c:v>
                </c:pt>
                <c:pt idx="235">
                  <c:v>1.0160285099999999</c:v>
                </c:pt>
                <c:pt idx="236">
                  <c:v>1.0212494299999999</c:v>
                </c:pt>
                <c:pt idx="237">
                  <c:v>1.02800487</c:v>
                </c:pt>
                <c:pt idx="238">
                  <c:v>1.03109579</c:v>
                </c:pt>
                <c:pt idx="239">
                  <c:v>1.02829014</c:v>
                </c:pt>
                <c:pt idx="240">
                  <c:v>1.0222959899999999</c:v>
                </c:pt>
                <c:pt idx="241">
                  <c:v>1.0176519799999999</c:v>
                </c:pt>
                <c:pt idx="242">
                  <c:v>1.01613683</c:v>
                </c:pt>
                <c:pt idx="243">
                  <c:v>1.0154977999999999</c:v>
                </c:pt>
                <c:pt idx="244">
                  <c:v>1.0123501500000001</c:v>
                </c:pt>
                <c:pt idx="245">
                  <c:v>1.0057860009999999</c:v>
                </c:pt>
                <c:pt idx="246">
                  <c:v>0.99811377099999998</c:v>
                </c:pt>
                <c:pt idx="247">
                  <c:v>0.99262250299999999</c:v>
                </c:pt>
                <c:pt idx="248">
                  <c:v>0.99101459700000005</c:v>
                </c:pt>
                <c:pt idx="249">
                  <c:v>0.99259642400000003</c:v>
                </c:pt>
                <c:pt idx="250">
                  <c:v>0.99506044400000004</c:v>
                </c:pt>
                <c:pt idx="251">
                  <c:v>0.99571535799999999</c:v>
                </c:pt>
                <c:pt idx="252">
                  <c:v>0.99272743900000004</c:v>
                </c:pt>
                <c:pt idx="253">
                  <c:v>0.98636367000000003</c:v>
                </c:pt>
                <c:pt idx="254">
                  <c:v>0.97942938000000002</c:v>
                </c:pt>
                <c:pt idx="255">
                  <c:v>0.97571783999999995</c:v>
                </c:pt>
                <c:pt idx="256">
                  <c:v>0.97695472999999999</c:v>
                </c:pt>
                <c:pt idx="257">
                  <c:v>0.98099813999999996</c:v>
                </c:pt>
                <c:pt idx="258">
                  <c:v>0.98367073999999999</c:v>
                </c:pt>
                <c:pt idx="259">
                  <c:v>0.98297400000000001</c:v>
                </c:pt>
                <c:pt idx="260">
                  <c:v>0.98132615999999995</c:v>
                </c:pt>
                <c:pt idx="261">
                  <c:v>0.98300003000000002</c:v>
                </c:pt>
                <c:pt idx="262">
                  <c:v>0.98915158999999997</c:v>
                </c:pt>
                <c:pt idx="263">
                  <c:v>0.99596110199999999</c:v>
                </c:pt>
                <c:pt idx="264">
                  <c:v>0.99838437999999996</c:v>
                </c:pt>
                <c:pt idx="265">
                  <c:v>0.99570671099999997</c:v>
                </c:pt>
                <c:pt idx="266">
                  <c:v>0.99265771300000005</c:v>
                </c:pt>
                <c:pt idx="267">
                  <c:v>0.99448432799999997</c:v>
                </c:pt>
                <c:pt idx="268">
                  <c:v>1.001202377</c:v>
                </c:pt>
                <c:pt idx="269">
                  <c:v>1.007460751</c:v>
                </c:pt>
                <c:pt idx="270">
                  <c:v>1.008364064</c:v>
                </c:pt>
                <c:pt idx="271">
                  <c:v>1.0048809240000001</c:v>
                </c:pt>
                <c:pt idx="272">
                  <c:v>1.002782973</c:v>
                </c:pt>
                <c:pt idx="273">
                  <c:v>1.0062239609999999</c:v>
                </c:pt>
                <c:pt idx="274">
                  <c:v>1.0130810100000001</c:v>
                </c:pt>
                <c:pt idx="275">
                  <c:v>1.0172496099999999</c:v>
                </c:pt>
                <c:pt idx="276">
                  <c:v>1.01533761</c:v>
                </c:pt>
                <c:pt idx="277">
                  <c:v>1.0103522700000001</c:v>
                </c:pt>
                <c:pt idx="278">
                  <c:v>1.008378446</c:v>
                </c:pt>
                <c:pt idx="279">
                  <c:v>1.0120076200000001</c:v>
                </c:pt>
                <c:pt idx="280">
                  <c:v>1.0176976200000001</c:v>
                </c:pt>
                <c:pt idx="281">
                  <c:v>1.0197110700000001</c:v>
                </c:pt>
                <c:pt idx="282">
                  <c:v>1.0160782399999999</c:v>
                </c:pt>
                <c:pt idx="283">
                  <c:v>1.01016773</c:v>
                </c:pt>
                <c:pt idx="284">
                  <c:v>1.006627495</c:v>
                </c:pt>
                <c:pt idx="285">
                  <c:v>1.0065764749999999</c:v>
                </c:pt>
                <c:pt idx="286">
                  <c:v>1.0072135289999999</c:v>
                </c:pt>
                <c:pt idx="287">
                  <c:v>1.0056537729999999</c:v>
                </c:pt>
                <c:pt idx="288">
                  <c:v>1.002178832</c:v>
                </c:pt>
                <c:pt idx="289">
                  <c:v>0.99930203539999995</c:v>
                </c:pt>
                <c:pt idx="290">
                  <c:v>0.99823268499999995</c:v>
                </c:pt>
                <c:pt idx="291">
                  <c:v>0.99725931000000001</c:v>
                </c:pt>
                <c:pt idx="292">
                  <c:v>0.994014061</c:v>
                </c:pt>
                <c:pt idx="293">
                  <c:v>0.98880798999999997</c:v>
                </c:pt>
                <c:pt idx="294">
                  <c:v>0.98490752999999998</c:v>
                </c:pt>
                <c:pt idx="295">
                  <c:v>0.98522538999999998</c:v>
                </c:pt>
                <c:pt idx="296">
                  <c:v>0.98910951000000003</c:v>
                </c:pt>
                <c:pt idx="297">
                  <c:v>0.99287396900000002</c:v>
                </c:pt>
                <c:pt idx="298">
                  <c:v>0.99350465799999998</c:v>
                </c:pt>
                <c:pt idx="299">
                  <c:v>0.99147006000000004</c:v>
                </c:pt>
                <c:pt idx="300">
                  <c:v>0.98968445000000005</c:v>
                </c:pt>
                <c:pt idx="301">
                  <c:v>0.99002237400000004</c:v>
                </c:pt>
                <c:pt idx="302">
                  <c:v>0.99140245800000004</c:v>
                </c:pt>
                <c:pt idx="303">
                  <c:v>0.991485477</c:v>
                </c:pt>
                <c:pt idx="304">
                  <c:v>0.98984706</c:v>
                </c:pt>
                <c:pt idx="305">
                  <c:v>0.98885120000000004</c:v>
                </c:pt>
                <c:pt idx="306">
                  <c:v>0.99112452799999995</c:v>
                </c:pt>
                <c:pt idx="307">
                  <c:v>0.99642782399999996</c:v>
                </c:pt>
                <c:pt idx="308">
                  <c:v>1.001464616</c:v>
                </c:pt>
                <c:pt idx="309">
                  <c:v>1.002982558</c:v>
                </c:pt>
                <c:pt idx="310">
                  <c:v>1.0009463441999999</c:v>
                </c:pt>
                <c:pt idx="311">
                  <c:v>0.99847050199999998</c:v>
                </c:pt>
                <c:pt idx="312">
                  <c:v>0.99862639900000005</c:v>
                </c:pt>
                <c:pt idx="313">
                  <c:v>1.0014507180000001</c:v>
                </c:pt>
                <c:pt idx="314">
                  <c:v>1.0041563170000001</c:v>
                </c:pt>
                <c:pt idx="315">
                  <c:v>1.0041675269999999</c:v>
                </c:pt>
                <c:pt idx="316">
                  <c:v>1.001796734</c:v>
                </c:pt>
                <c:pt idx="317">
                  <c:v>0.99993643497999996</c:v>
                </c:pt>
                <c:pt idx="318">
                  <c:v>1.0012454079999999</c:v>
                </c:pt>
                <c:pt idx="319">
                  <c:v>1.005679368</c:v>
                </c:pt>
                <c:pt idx="320">
                  <c:v>1.01061377</c:v>
                </c:pt>
                <c:pt idx="321">
                  <c:v>1.0131562599999999</c:v>
                </c:pt>
                <c:pt idx="322">
                  <c:v>1.0123489299999999</c:v>
                </c:pt>
                <c:pt idx="323">
                  <c:v>1.0094643240000001</c:v>
                </c:pt>
                <c:pt idx="324">
                  <c:v>1.00661343</c:v>
                </c:pt>
                <c:pt idx="325">
                  <c:v>1.005222955</c:v>
                </c:pt>
                <c:pt idx="326">
                  <c:v>1.0055429600000001</c:v>
                </c:pt>
                <c:pt idx="327">
                  <c:v>1.0070480079999999</c:v>
                </c:pt>
                <c:pt idx="328">
                  <c:v>1.008925058</c:v>
                </c:pt>
                <c:pt idx="329">
                  <c:v>1.01025487</c:v>
                </c:pt>
                <c:pt idx="330">
                  <c:v>1.0101671699999999</c:v>
                </c:pt>
                <c:pt idx="331">
                  <c:v>1.0082617490000001</c:v>
                </c:pt>
                <c:pt idx="332">
                  <c:v>1.005016366</c:v>
                </c:pt>
                <c:pt idx="333">
                  <c:v>1.0016172160000001</c:v>
                </c:pt>
                <c:pt idx="334">
                  <c:v>0.99914086629999999</c:v>
                </c:pt>
                <c:pt idx="335">
                  <c:v>0.997757479</c:v>
                </c:pt>
                <c:pt idx="336">
                  <c:v>0.99673279699999995</c:v>
                </c:pt>
                <c:pt idx="337">
                  <c:v>0.99524685400000001</c:v>
                </c:pt>
                <c:pt idx="338">
                  <c:v>0.99322512100000004</c:v>
                </c:pt>
                <c:pt idx="339">
                  <c:v>0.99137346800000004</c:v>
                </c:pt>
                <c:pt idx="340">
                  <c:v>0.990442814</c:v>
                </c:pt>
                <c:pt idx="341">
                  <c:v>0.99052401700000003</c:v>
                </c:pt>
                <c:pt idx="342">
                  <c:v>0.99107426899999995</c:v>
                </c:pt>
                <c:pt idx="343">
                  <c:v>0.99154877500000005</c:v>
                </c:pt>
                <c:pt idx="344">
                  <c:v>0.99188601600000004</c:v>
                </c:pt>
                <c:pt idx="345">
                  <c:v>0.99233775400000002</c:v>
                </c:pt>
                <c:pt idx="346">
                  <c:v>0.99293819299999997</c:v>
                </c:pt>
                <c:pt idx="347">
                  <c:v>0.99333684099999997</c:v>
                </c:pt>
                <c:pt idx="348">
                  <c:v>0.99327787899999997</c:v>
                </c:pt>
                <c:pt idx="349">
                  <c:v>0.99318535399999996</c:v>
                </c:pt>
                <c:pt idx="350">
                  <c:v>0.99406133600000002</c:v>
                </c:pt>
                <c:pt idx="351">
                  <c:v>0.99657745200000003</c:v>
                </c:pt>
                <c:pt idx="352">
                  <c:v>1.0001707965</c:v>
                </c:pt>
                <c:pt idx="353">
                  <c:v>1.003130423</c:v>
                </c:pt>
                <c:pt idx="354">
                  <c:v>1.0037996220000001</c:v>
                </c:pt>
                <c:pt idx="355">
                  <c:v>1.0019274140000001</c:v>
                </c:pt>
                <c:pt idx="356">
                  <c:v>0.99896447399999999</c:v>
                </c:pt>
                <c:pt idx="357">
                  <c:v>0.99700761299999996</c:v>
                </c:pt>
                <c:pt idx="358">
                  <c:v>0.997295402</c:v>
                </c:pt>
                <c:pt idx="359">
                  <c:v>0.99951569539999996</c:v>
                </c:pt>
                <c:pt idx="360">
                  <c:v>1.00238143</c:v>
                </c:pt>
                <c:pt idx="361">
                  <c:v>1.004772373</c:v>
                </c:pt>
                <c:pt idx="362">
                  <c:v>1.0063434229999999</c:v>
                </c:pt>
                <c:pt idx="363">
                  <c:v>1.0071930899999999</c:v>
                </c:pt>
                <c:pt idx="364">
                  <c:v>1.0072009099999999</c:v>
                </c:pt>
                <c:pt idx="365">
                  <c:v>1.0059383959999999</c:v>
                </c:pt>
                <c:pt idx="366">
                  <c:v>1.003342585</c:v>
                </c:pt>
                <c:pt idx="367">
                  <c:v>1.0003879525999999</c:v>
                </c:pt>
                <c:pt idx="368">
                  <c:v>0.998826824</c:v>
                </c:pt>
                <c:pt idx="369">
                  <c:v>0.99993632821</c:v>
                </c:pt>
                <c:pt idx="370">
                  <c:v>1.003285985</c:v>
                </c:pt>
                <c:pt idx="371">
                  <c:v>1.006735905</c:v>
                </c:pt>
                <c:pt idx="372">
                  <c:v>1.007895921</c:v>
                </c:pt>
                <c:pt idx="373">
                  <c:v>1.0059558959999999</c:v>
                </c:pt>
                <c:pt idx="374">
                  <c:v>1.0023667869999999</c:v>
                </c:pt>
                <c:pt idx="375">
                  <c:v>0.99974301269999999</c:v>
                </c:pt>
                <c:pt idx="376">
                  <c:v>0.99984458310000002</c:v>
                </c:pt>
                <c:pt idx="377">
                  <c:v>1.0022688209999999</c:v>
                </c:pt>
                <c:pt idx="378">
                  <c:v>1.004877314</c:v>
                </c:pt>
                <c:pt idx="379">
                  <c:v>1.005532807</c:v>
                </c:pt>
                <c:pt idx="380">
                  <c:v>1.0036818540000001</c:v>
                </c:pt>
                <c:pt idx="381">
                  <c:v>1.0005516108000001</c:v>
                </c:pt>
                <c:pt idx="382">
                  <c:v>0.99795906099999998</c:v>
                </c:pt>
                <c:pt idx="383">
                  <c:v>0.99686306599999996</c:v>
                </c:pt>
                <c:pt idx="384">
                  <c:v>0.99686366800000004</c:v>
                </c:pt>
                <c:pt idx="385">
                  <c:v>0.99691409399999997</c:v>
                </c:pt>
                <c:pt idx="386">
                  <c:v>0.99644079600000002</c:v>
                </c:pt>
                <c:pt idx="387">
                  <c:v>0.99581445999999996</c:v>
                </c:pt>
                <c:pt idx="388">
                  <c:v>0.99581991400000003</c:v>
                </c:pt>
                <c:pt idx="389">
                  <c:v>0.99673045100000002</c:v>
                </c:pt>
                <c:pt idx="390">
                  <c:v>0.99792215399999995</c:v>
                </c:pt>
                <c:pt idx="391">
                  <c:v>0.99840652500000004</c:v>
                </c:pt>
                <c:pt idx="392">
                  <c:v>0.99777201999999998</c:v>
                </c:pt>
                <c:pt idx="393">
                  <c:v>0.99663300300000002</c:v>
                </c:pt>
                <c:pt idx="394">
                  <c:v>0.99613553899999996</c:v>
                </c:pt>
                <c:pt idx="395">
                  <c:v>0.99693799999999999</c:v>
                </c:pt>
                <c:pt idx="396">
                  <c:v>0.99857694299999999</c:v>
                </c:pt>
                <c:pt idx="397">
                  <c:v>0.99980657959999997</c:v>
                </c:pt>
                <c:pt idx="398">
                  <c:v>0.9996491247</c:v>
                </c:pt>
                <c:pt idx="399">
                  <c:v>0.99826399600000004</c:v>
                </c:pt>
                <c:pt idx="400">
                  <c:v>0.99688290000000002</c:v>
                </c:pt>
                <c:pt idx="401">
                  <c:v>0.996839735</c:v>
                </c:pt>
                <c:pt idx="402">
                  <c:v>0.99848329300000005</c:v>
                </c:pt>
                <c:pt idx="403">
                  <c:v>1.0008554632</c:v>
                </c:pt>
                <c:pt idx="404">
                  <c:v>1.002389532</c:v>
                </c:pt>
                <c:pt idx="405">
                  <c:v>1.0020641459999999</c:v>
                </c:pt>
                <c:pt idx="406">
                  <c:v>1.0001112207</c:v>
                </c:pt>
                <c:pt idx="407">
                  <c:v>0.99777169399999999</c:v>
                </c:pt>
                <c:pt idx="408">
                  <c:v>0.99636081799999998</c:v>
                </c:pt>
                <c:pt idx="409">
                  <c:v>0.99640981900000003</c:v>
                </c:pt>
                <c:pt idx="410">
                  <c:v>0.99751241800000001</c:v>
                </c:pt>
                <c:pt idx="411">
                  <c:v>0.99888091199999995</c:v>
                </c:pt>
                <c:pt idx="412">
                  <c:v>1.00005498969</c:v>
                </c:pt>
                <c:pt idx="413">
                  <c:v>1.0011551380000001</c:v>
                </c:pt>
                <c:pt idx="414">
                  <c:v>1.0025301019999999</c:v>
                </c:pt>
                <c:pt idx="415">
                  <c:v>1.0041950719999999</c:v>
                </c:pt>
                <c:pt idx="416">
                  <c:v>1.005620986</c:v>
                </c:pt>
                <c:pt idx="417">
                  <c:v>1.0060987139999999</c:v>
                </c:pt>
                <c:pt idx="418">
                  <c:v>1.005369446</c:v>
                </c:pt>
                <c:pt idx="419">
                  <c:v>1.003950007</c:v>
                </c:pt>
                <c:pt idx="420">
                  <c:v>1.0028187399999999</c:v>
                </c:pt>
                <c:pt idx="421">
                  <c:v>1.0026661050000001</c:v>
                </c:pt>
                <c:pt idx="422">
                  <c:v>1.0033035830000001</c:v>
                </c:pt>
                <c:pt idx="423">
                  <c:v>1.0037382589999999</c:v>
                </c:pt>
                <c:pt idx="424">
                  <c:v>1.0029092209999999</c:v>
                </c:pt>
                <c:pt idx="425">
                  <c:v>1.0005496701000001</c:v>
                </c:pt>
                <c:pt idx="426">
                  <c:v>0.99750862399999995</c:v>
                </c:pt>
                <c:pt idx="427">
                  <c:v>0.995252201</c:v>
                </c:pt>
                <c:pt idx="428">
                  <c:v>0.99487510599999995</c:v>
                </c:pt>
                <c:pt idx="429">
                  <c:v>0.99633130700000005</c:v>
                </c:pt>
                <c:pt idx="430">
                  <c:v>0.99844910499999995</c:v>
                </c:pt>
                <c:pt idx="431">
                  <c:v>0.99973299069999999</c:v>
                </c:pt>
                <c:pt idx="432">
                  <c:v>0.99938969950000001</c:v>
                </c:pt>
                <c:pt idx="433">
                  <c:v>0.99785909699999997</c:v>
                </c:pt>
                <c:pt idx="434">
                  <c:v>0.99648569799999998</c:v>
                </c:pt>
                <c:pt idx="435">
                  <c:v>0.99657211999999995</c:v>
                </c:pt>
                <c:pt idx="436">
                  <c:v>0.99847804799999995</c:v>
                </c:pt>
                <c:pt idx="437">
                  <c:v>1.0013745039999999</c:v>
                </c:pt>
                <c:pt idx="438">
                  <c:v>1.003794278</c:v>
                </c:pt>
                <c:pt idx="439">
                  <c:v>1.0045747469999999</c:v>
                </c:pt>
                <c:pt idx="440">
                  <c:v>1.003549719</c:v>
                </c:pt>
                <c:pt idx="441">
                  <c:v>1.0015568239999999</c:v>
                </c:pt>
                <c:pt idx="442">
                  <c:v>0.99981296639999995</c:v>
                </c:pt>
                <c:pt idx="443">
                  <c:v>0.99912659599999998</c:v>
                </c:pt>
                <c:pt idx="444">
                  <c:v>0.9994787369</c:v>
                </c:pt>
                <c:pt idx="445">
                  <c:v>1.0002081761999999</c:v>
                </c:pt>
                <c:pt idx="446">
                  <c:v>1.0006010009999999</c:v>
                </c:pt>
                <c:pt idx="447">
                  <c:v>1.0004284808999999</c:v>
                </c:pt>
                <c:pt idx="448">
                  <c:v>1.00005685324</c:v>
                </c:pt>
                <c:pt idx="449">
                  <c:v>1.0000864227399999</c:v>
                </c:pt>
                <c:pt idx="450">
                  <c:v>1.0008179795000001</c:v>
                </c:pt>
                <c:pt idx="451">
                  <c:v>1.0019525359999999</c:v>
                </c:pt>
                <c:pt idx="452">
                  <c:v>1.002746541</c:v>
                </c:pt>
                <c:pt idx="453">
                  <c:v>1.0025116000000001</c:v>
                </c:pt>
                <c:pt idx="454">
                  <c:v>1.0011068000000001</c:v>
                </c:pt>
                <c:pt idx="455">
                  <c:v>0.99907925880000004</c:v>
                </c:pt>
                <c:pt idx="456">
                  <c:v>0.99735453299999999</c:v>
                </c:pt>
                <c:pt idx="457">
                  <c:v>0.99668141700000001</c:v>
                </c:pt>
                <c:pt idx="458">
                  <c:v>0.99719516399999997</c:v>
                </c:pt>
                <c:pt idx="459">
                  <c:v>0.99837451099999996</c:v>
                </c:pt>
                <c:pt idx="460">
                  <c:v>0.99940477910000003</c:v>
                </c:pt>
                <c:pt idx="461">
                  <c:v>0.99969908730000001</c:v>
                </c:pt>
                <c:pt idx="462">
                  <c:v>0.99924082110000001</c:v>
                </c:pt>
                <c:pt idx="463">
                  <c:v>0.99854169999999998</c:v>
                </c:pt>
                <c:pt idx="464">
                  <c:v>0.99826383799999996</c:v>
                </c:pt>
                <c:pt idx="465">
                  <c:v>0.99876423700000005</c:v>
                </c:pt>
                <c:pt idx="466">
                  <c:v>0.99985377610000004</c:v>
                </c:pt>
                <c:pt idx="467">
                  <c:v>1.0009134234999999</c:v>
                </c:pt>
                <c:pt idx="468">
                  <c:v>1.001278691</c:v>
                </c:pt>
                <c:pt idx="469">
                  <c:v>1.0006436536000001</c:v>
                </c:pt>
                <c:pt idx="470">
                  <c:v>0.99923749100000003</c:v>
                </c:pt>
                <c:pt idx="471">
                  <c:v>0.99768091800000003</c:v>
                </c:pt>
                <c:pt idx="472">
                  <c:v>0.99662840500000005</c:v>
                </c:pt>
                <c:pt idx="473">
                  <c:v>0.99642252399999998</c:v>
                </c:pt>
                <c:pt idx="474">
                  <c:v>0.99696020200000002</c:v>
                </c:pt>
                <c:pt idx="475">
                  <c:v>0.99782630500000002</c:v>
                </c:pt>
                <c:pt idx="476">
                  <c:v>0.99858497300000004</c:v>
                </c:pt>
                <c:pt idx="477">
                  <c:v>0.99903546450000003</c:v>
                </c:pt>
                <c:pt idx="478">
                  <c:v>0.99928031039999998</c:v>
                </c:pt>
                <c:pt idx="479">
                  <c:v>0.99958546029999995</c:v>
                </c:pt>
                <c:pt idx="480">
                  <c:v>1.0001440588999999</c:v>
                </c:pt>
                <c:pt idx="481">
                  <c:v>1.0009086455</c:v>
                </c:pt>
                <c:pt idx="482">
                  <c:v>1.001602023</c:v>
                </c:pt>
                <c:pt idx="483">
                  <c:v>1.0018963299999999</c:v>
                </c:pt>
                <c:pt idx="484">
                  <c:v>1.001641252</c:v>
                </c:pt>
                <c:pt idx="485">
                  <c:v>1.0009923585</c:v>
                </c:pt>
                <c:pt idx="486">
                  <c:v>1.0003538142999999</c:v>
                </c:pt>
                <c:pt idx="487">
                  <c:v>1.0001644667</c:v>
                </c:pt>
                <c:pt idx="488">
                  <c:v>1.0006520617000001</c:v>
                </c:pt>
                <c:pt idx="489">
                  <c:v>1.0016987049999999</c:v>
                </c:pt>
                <c:pt idx="490">
                  <c:v>1.0028951269999999</c:v>
                </c:pt>
                <c:pt idx="491">
                  <c:v>1.0037517410000001</c:v>
                </c:pt>
                <c:pt idx="492">
                  <c:v>1.0039465990000001</c:v>
                </c:pt>
                <c:pt idx="493">
                  <c:v>1.0034722970000001</c:v>
                </c:pt>
                <c:pt idx="494">
                  <c:v>1.0026060139999999</c:v>
                </c:pt>
                <c:pt idx="495">
                  <c:v>1.001728808</c:v>
                </c:pt>
                <c:pt idx="496">
                  <c:v>1.001102817</c:v>
                </c:pt>
                <c:pt idx="497">
                  <c:v>1.0007357934000001</c:v>
                </c:pt>
                <c:pt idx="498">
                  <c:v>1.0004063965000001</c:v>
                </c:pt>
                <c:pt idx="499">
                  <c:v>0.99983172939999998</c:v>
                </c:pt>
                <c:pt idx="500">
                  <c:v>0.99887658300000004</c:v>
                </c:pt>
                <c:pt idx="501">
                  <c:v>0.99768169200000001</c:v>
                </c:pt>
                <c:pt idx="502">
                  <c:v>0.99663327599999996</c:v>
                </c:pt>
                <c:pt idx="503">
                  <c:v>0.99618500099999996</c:v>
                </c:pt>
                <c:pt idx="504">
                  <c:v>0.99662369500000003</c:v>
                </c:pt>
                <c:pt idx="505">
                  <c:v>0.99790349300000003</c:v>
                </c:pt>
                <c:pt idx="506">
                  <c:v>0.99963738270000002</c:v>
                </c:pt>
                <c:pt idx="507">
                  <c:v>1.0012563839999999</c:v>
                </c:pt>
                <c:pt idx="508">
                  <c:v>1.0022586550000001</c:v>
                </c:pt>
                <c:pt idx="509">
                  <c:v>1.0024289239999999</c:v>
                </c:pt>
                <c:pt idx="510">
                  <c:v>1.001921431</c:v>
                </c:pt>
                <c:pt idx="511">
                  <c:v>1.0011689079999999</c:v>
                </c:pt>
                <c:pt idx="512">
                  <c:v>1.0006651995</c:v>
                </c:pt>
                <c:pt idx="513">
                  <c:v>1.0007275742999999</c:v>
                </c:pt>
                <c:pt idx="514">
                  <c:v>1.001352805</c:v>
                </c:pt>
                <c:pt idx="515">
                  <c:v>1.002231377</c:v>
                </c:pt>
                <c:pt idx="516">
                  <c:v>1.002908452</c:v>
                </c:pt>
                <c:pt idx="517">
                  <c:v>1.00300944</c:v>
                </c:pt>
                <c:pt idx="518">
                  <c:v>1.002421963</c:v>
                </c:pt>
                <c:pt idx="519">
                  <c:v>1.00134883</c:v>
                </c:pt>
                <c:pt idx="520">
                  <c:v>1.0002101290000001</c:v>
                </c:pt>
                <c:pt idx="521">
                  <c:v>0.99944305929999999</c:v>
                </c:pt>
                <c:pt idx="522">
                  <c:v>0.99929541070000005</c:v>
                </c:pt>
                <c:pt idx="523">
                  <c:v>0.99970710409999997</c:v>
                </c:pt>
                <c:pt idx="524">
                  <c:v>1.0003342366000001</c:v>
                </c:pt>
                <c:pt idx="525">
                  <c:v>1.0007031288999999</c:v>
                </c:pt>
                <c:pt idx="526">
                  <c:v>1.0004248723</c:v>
                </c:pt>
                <c:pt idx="527">
                  <c:v>0.99937565809999995</c:v>
                </c:pt>
                <c:pt idx="528">
                  <c:v>0.99776466399999997</c:v>
                </c:pt>
                <c:pt idx="529">
                  <c:v>0.99606138799999999</c:v>
                </c:pt>
                <c:pt idx="530">
                  <c:v>0.99481503999999998</c:v>
                </c:pt>
                <c:pt idx="531">
                  <c:v>0.99444115200000005</c:v>
                </c:pt>
                <c:pt idx="532">
                  <c:v>0.99506341600000003</c:v>
                </c:pt>
                <c:pt idx="533">
                  <c:v>0.99647177200000003</c:v>
                </c:pt>
                <c:pt idx="534">
                  <c:v>0.99820913200000005</c:v>
                </c:pt>
                <c:pt idx="535">
                  <c:v>0.99974763950000001</c:v>
                </c:pt>
                <c:pt idx="536">
                  <c:v>1.0006822413000001</c:v>
                </c:pt>
                <c:pt idx="537">
                  <c:v>1.0008653300000001</c:v>
                </c:pt>
                <c:pt idx="538">
                  <c:v>1.0004363133</c:v>
                </c:pt>
                <c:pt idx="539">
                  <c:v>0.99974036060000004</c:v>
                </c:pt>
                <c:pt idx="540">
                  <c:v>0.99917582319999998</c:v>
                </c:pt>
                <c:pt idx="541">
                  <c:v>0.99903295790000002</c:v>
                </c:pt>
                <c:pt idx="542">
                  <c:v>0.99938658889999998</c:v>
                </c:pt>
                <c:pt idx="543">
                  <c:v>1.0000794704</c:v>
                </c:pt>
              </c:numCache>
            </c:numRef>
          </c:yVal>
          <c:smooth val="1"/>
          <c:extLst>
            <c:ext xmlns:c16="http://schemas.microsoft.com/office/drawing/2014/chart" uri="{C3380CC4-5D6E-409C-BE32-E72D297353CC}">
              <c16:uniqueId val="{00000001-3247-FF49-8060-82B19A380097}"/>
            </c:ext>
          </c:extLst>
        </c:ser>
        <c:ser>
          <c:idx val="1"/>
          <c:order val="2"/>
          <c:tx>
            <c:strRef>
              <c:f>'S(Q)'!$N$1</c:f>
              <c:strCache>
                <c:ptCount val="1"/>
                <c:pt idx="0">
                  <c:v>900K</c:v>
                </c:pt>
              </c:strCache>
            </c:strRef>
          </c:tx>
          <c:spPr>
            <a:ln w="19050" cap="rnd">
              <a:solidFill>
                <a:srgbClr val="0070C0"/>
              </a:solidFill>
              <a:round/>
            </a:ln>
            <a:effectLst/>
          </c:spPr>
          <c:marker>
            <c:symbol val="none"/>
          </c:marker>
          <c:xVal>
            <c:numRef>
              <c:f>'S(Q)'!$K$2:$K$545</c:f>
              <c:numCache>
                <c:formatCode>0.00E+00</c:formatCode>
                <c:ptCount val="544"/>
                <c:pt idx="0">
                  <c:v>7.1807789999999996E-2</c:v>
                </c:pt>
                <c:pt idx="1">
                  <c:v>0.1436153</c:v>
                </c:pt>
                <c:pt idx="2">
                  <c:v>0.21542220000000001</c:v>
                </c:pt>
                <c:pt idx="3">
                  <c:v>0.28722829999999999</c:v>
                </c:pt>
                <c:pt idx="4">
                  <c:v>0.3590332</c:v>
                </c:pt>
                <c:pt idx="5">
                  <c:v>0.43083660000000001</c:v>
                </c:pt>
                <c:pt idx="6">
                  <c:v>0.50263840000000004</c:v>
                </c:pt>
                <c:pt idx="7">
                  <c:v>0.57443820000000001</c:v>
                </c:pt>
                <c:pt idx="8">
                  <c:v>0.64623560000000002</c:v>
                </c:pt>
                <c:pt idx="9">
                  <c:v>0.71803050000000002</c:v>
                </c:pt>
                <c:pt idx="10">
                  <c:v>0.78982249999999998</c:v>
                </c:pt>
                <c:pt idx="11">
                  <c:v>0.86161120000000002</c:v>
                </c:pt>
                <c:pt idx="12">
                  <c:v>0.93339660000000002</c:v>
                </c:pt>
                <c:pt idx="13" formatCode="General">
                  <c:v>1.0051779999999999</c:v>
                </c:pt>
                <c:pt idx="14" formatCode="General">
                  <c:v>1.076956</c:v>
                </c:pt>
                <c:pt idx="15" formatCode="General">
                  <c:v>1.1487289999999999</c:v>
                </c:pt>
                <c:pt idx="16" formatCode="General">
                  <c:v>1.2204980000000001</c:v>
                </c:pt>
                <c:pt idx="17" formatCode="General">
                  <c:v>1.292262</c:v>
                </c:pt>
                <c:pt idx="18" formatCode="General">
                  <c:v>1.36402</c:v>
                </c:pt>
                <c:pt idx="19" formatCode="General">
                  <c:v>1.4357740000000001</c:v>
                </c:pt>
                <c:pt idx="20" formatCode="General">
                  <c:v>1.5075210000000001</c:v>
                </c:pt>
                <c:pt idx="21" formatCode="General">
                  <c:v>1.5792630000000001</c:v>
                </c:pt>
                <c:pt idx="22" formatCode="General">
                  <c:v>1.650998</c:v>
                </c:pt>
                <c:pt idx="23" formatCode="General">
                  <c:v>1.722726</c:v>
                </c:pt>
                <c:pt idx="24" formatCode="General">
                  <c:v>1.794448</c:v>
                </c:pt>
                <c:pt idx="25" formatCode="General">
                  <c:v>1.8661620000000001</c:v>
                </c:pt>
                <c:pt idx="26" formatCode="General">
                  <c:v>1.9378690000000001</c:v>
                </c:pt>
                <c:pt idx="27" formatCode="General">
                  <c:v>2.0095689999999999</c:v>
                </c:pt>
                <c:pt idx="28" formatCode="General">
                  <c:v>2.0812599999999999</c:v>
                </c:pt>
                <c:pt idx="29" formatCode="General">
                  <c:v>2.1529430000000001</c:v>
                </c:pt>
                <c:pt idx="30" formatCode="General">
                  <c:v>2.2246169999999998</c:v>
                </c:pt>
                <c:pt idx="31" formatCode="General">
                  <c:v>2.2962820000000002</c:v>
                </c:pt>
                <c:pt idx="32" formatCode="General">
                  <c:v>2.3679389999999998</c:v>
                </c:pt>
                <c:pt idx="33" formatCode="General">
                  <c:v>2.4395850000000001</c:v>
                </c:pt>
                <c:pt idx="34" formatCode="General">
                  <c:v>2.5112220000000001</c:v>
                </c:pt>
                <c:pt idx="35" formatCode="General">
                  <c:v>2.582849</c:v>
                </c:pt>
                <c:pt idx="36" formatCode="General">
                  <c:v>2.6544660000000002</c:v>
                </c:pt>
                <c:pt idx="37" formatCode="General">
                  <c:v>2.7260719999999998</c:v>
                </c:pt>
                <c:pt idx="38" formatCode="General">
                  <c:v>2.7976670000000001</c:v>
                </c:pt>
                <c:pt idx="39" formatCode="General">
                  <c:v>2.8692510000000002</c:v>
                </c:pt>
                <c:pt idx="40" formatCode="General">
                  <c:v>2.940823</c:v>
                </c:pt>
                <c:pt idx="41" formatCode="General">
                  <c:v>3.0123829999999998</c:v>
                </c:pt>
                <c:pt idx="42" formatCode="General">
                  <c:v>3.0839319999999999</c:v>
                </c:pt>
                <c:pt idx="43" formatCode="General">
                  <c:v>3.1554679999999999</c:v>
                </c:pt>
                <c:pt idx="44" formatCode="General">
                  <c:v>3.2269920000000001</c:v>
                </c:pt>
                <c:pt idx="45" formatCode="General">
                  <c:v>3.2985030000000002</c:v>
                </c:pt>
                <c:pt idx="46" formatCode="General">
                  <c:v>3.37</c:v>
                </c:pt>
                <c:pt idx="47" formatCode="General">
                  <c:v>3.441484</c:v>
                </c:pt>
                <c:pt idx="48" formatCode="General">
                  <c:v>3.5129540000000001</c:v>
                </c:pt>
                <c:pt idx="49" formatCode="General">
                  <c:v>3.5844109999999998</c:v>
                </c:pt>
                <c:pt idx="50" formatCode="General">
                  <c:v>3.655853</c:v>
                </c:pt>
                <c:pt idx="51" formatCode="General">
                  <c:v>3.7272799999999999</c:v>
                </c:pt>
                <c:pt idx="52" formatCode="General">
                  <c:v>3.798692</c:v>
                </c:pt>
                <c:pt idx="53" formatCode="General">
                  <c:v>3.8700890000000001</c:v>
                </c:pt>
                <c:pt idx="54" formatCode="General">
                  <c:v>3.9414709999999999</c:v>
                </c:pt>
                <c:pt idx="55" formatCode="General">
                  <c:v>4.0128370000000002</c:v>
                </c:pt>
                <c:pt idx="56" formatCode="General">
                  <c:v>4.084187</c:v>
                </c:pt>
                <c:pt idx="57" formatCode="General">
                  <c:v>4.1555200000000001</c:v>
                </c:pt>
                <c:pt idx="58" formatCode="General">
                  <c:v>4.2268369999999997</c:v>
                </c:pt>
                <c:pt idx="59" formatCode="General">
                  <c:v>4.2981369999999997</c:v>
                </c:pt>
                <c:pt idx="60" formatCode="General">
                  <c:v>4.3694199999999999</c:v>
                </c:pt>
                <c:pt idx="61" formatCode="General">
                  <c:v>4.4406850000000002</c:v>
                </c:pt>
                <c:pt idx="62" formatCode="General">
                  <c:v>4.511933</c:v>
                </c:pt>
                <c:pt idx="63" formatCode="General">
                  <c:v>4.5831619999999997</c:v>
                </c:pt>
                <c:pt idx="64" formatCode="General">
                  <c:v>4.6543729999999996</c:v>
                </c:pt>
                <c:pt idx="65" formatCode="General">
                  <c:v>4.7255659999999997</c:v>
                </c:pt>
                <c:pt idx="66" formatCode="General">
                  <c:v>4.7967399999999998</c:v>
                </c:pt>
                <c:pt idx="67" formatCode="General">
                  <c:v>4.8678939999999997</c:v>
                </c:pt>
                <c:pt idx="68" formatCode="General">
                  <c:v>4.9390289999999997</c:v>
                </c:pt>
                <c:pt idx="69" formatCode="General">
                  <c:v>5.0101440000000004</c:v>
                </c:pt>
                <c:pt idx="70" formatCode="General">
                  <c:v>5.0812400000000002</c:v>
                </c:pt>
                <c:pt idx="71" formatCode="General">
                  <c:v>5.1523139999999996</c:v>
                </c:pt>
                <c:pt idx="72" formatCode="General">
                  <c:v>5.2233689999999999</c:v>
                </c:pt>
                <c:pt idx="73" formatCode="General">
                  <c:v>5.2944019999999998</c:v>
                </c:pt>
                <c:pt idx="74" formatCode="General">
                  <c:v>5.3654140000000003</c:v>
                </c:pt>
                <c:pt idx="75" formatCode="General">
                  <c:v>5.4364049999999997</c:v>
                </c:pt>
                <c:pt idx="76" formatCode="General">
                  <c:v>5.5073740000000004</c:v>
                </c:pt>
                <c:pt idx="77" formatCode="General">
                  <c:v>5.5783209999999999</c:v>
                </c:pt>
                <c:pt idx="78" formatCode="General">
                  <c:v>5.6492449999999996</c:v>
                </c:pt>
                <c:pt idx="79" formatCode="General">
                  <c:v>5.720148</c:v>
                </c:pt>
                <c:pt idx="80" formatCode="General">
                  <c:v>5.7910269999999997</c:v>
                </c:pt>
                <c:pt idx="81" formatCode="General">
                  <c:v>5.8618829999999997</c:v>
                </c:pt>
                <c:pt idx="82" formatCode="General">
                  <c:v>5.932715</c:v>
                </c:pt>
                <c:pt idx="83" formatCode="General">
                  <c:v>6.0035239999999996</c:v>
                </c:pt>
                <c:pt idx="84" formatCode="General">
                  <c:v>6.0743090000000004</c:v>
                </c:pt>
                <c:pt idx="85" formatCode="General">
                  <c:v>6.1450699999999996</c:v>
                </c:pt>
                <c:pt idx="86" formatCode="General">
                  <c:v>6.2158059999999997</c:v>
                </c:pt>
                <c:pt idx="87" formatCode="General">
                  <c:v>6.2865159999999998</c:v>
                </c:pt>
                <c:pt idx="88" formatCode="General">
                  <c:v>6.357202</c:v>
                </c:pt>
                <c:pt idx="89" formatCode="General">
                  <c:v>6.4278630000000003</c:v>
                </c:pt>
                <c:pt idx="90" formatCode="General">
                  <c:v>6.4984970000000004</c:v>
                </c:pt>
                <c:pt idx="91" formatCode="General">
                  <c:v>6.5691059999999997</c:v>
                </c:pt>
                <c:pt idx="92" formatCode="General">
                  <c:v>6.6396889999999997</c:v>
                </c:pt>
                <c:pt idx="93" formatCode="General">
                  <c:v>6.7102449999999996</c:v>
                </c:pt>
                <c:pt idx="94" formatCode="General">
                  <c:v>6.7807740000000001</c:v>
                </c:pt>
                <c:pt idx="95" formatCode="General">
                  <c:v>6.8512760000000004</c:v>
                </c:pt>
                <c:pt idx="96" formatCode="General">
                  <c:v>6.9217510000000004</c:v>
                </c:pt>
                <c:pt idx="97" formatCode="General">
                  <c:v>6.9921980000000001</c:v>
                </c:pt>
                <c:pt idx="98" formatCode="General">
                  <c:v>7.0626160000000002</c:v>
                </c:pt>
                <c:pt idx="99" formatCode="General">
                  <c:v>7.1330070000000001</c:v>
                </c:pt>
                <c:pt idx="100" formatCode="General">
                  <c:v>7.2033690000000004</c:v>
                </c:pt>
                <c:pt idx="101" formatCode="General">
                  <c:v>7.2737030000000003</c:v>
                </c:pt>
                <c:pt idx="102" formatCode="General">
                  <c:v>7.3440070000000004</c:v>
                </c:pt>
                <c:pt idx="103" formatCode="General">
                  <c:v>7.4142809999999999</c:v>
                </c:pt>
                <c:pt idx="104" formatCode="General">
                  <c:v>7.4845269999999999</c:v>
                </c:pt>
                <c:pt idx="105" formatCode="General">
                  <c:v>7.5547420000000001</c:v>
                </c:pt>
                <c:pt idx="106" formatCode="General">
                  <c:v>7.6249269999999996</c:v>
                </c:pt>
                <c:pt idx="107" formatCode="General">
                  <c:v>7.6950820000000002</c:v>
                </c:pt>
                <c:pt idx="108" formatCode="General">
                  <c:v>7.7652049999999999</c:v>
                </c:pt>
                <c:pt idx="109" formatCode="General">
                  <c:v>7.8352979999999999</c:v>
                </c:pt>
                <c:pt idx="110" formatCode="General">
                  <c:v>7.9053589999999998</c:v>
                </c:pt>
                <c:pt idx="111" formatCode="General">
                  <c:v>7.9753889999999998</c:v>
                </c:pt>
                <c:pt idx="112" formatCode="General">
                  <c:v>8.0453869999999998</c:v>
                </c:pt>
                <c:pt idx="113" formatCode="General">
                  <c:v>8.1153530000000007</c:v>
                </c:pt>
                <c:pt idx="114" formatCode="General">
                  <c:v>8.1852859999999996</c:v>
                </c:pt>
                <c:pt idx="115" formatCode="General">
                  <c:v>8.2551860000000001</c:v>
                </c:pt>
                <c:pt idx="116" formatCode="General">
                  <c:v>8.3250539999999997</c:v>
                </c:pt>
                <c:pt idx="117" formatCode="General">
                  <c:v>8.3948879999999999</c:v>
                </c:pt>
                <c:pt idx="118" formatCode="General">
                  <c:v>8.4646880000000007</c:v>
                </c:pt>
                <c:pt idx="119" formatCode="General">
                  <c:v>8.5344549999999995</c:v>
                </c:pt>
                <c:pt idx="120" formatCode="General">
                  <c:v>8.6041880000000006</c:v>
                </c:pt>
                <c:pt idx="121" formatCode="General">
                  <c:v>8.6738859999999995</c:v>
                </c:pt>
                <c:pt idx="122" formatCode="General">
                  <c:v>8.7435489999999998</c:v>
                </c:pt>
                <c:pt idx="123" formatCode="General">
                  <c:v>8.8131780000000006</c:v>
                </c:pt>
                <c:pt idx="124" formatCode="General">
                  <c:v>8.882771</c:v>
                </c:pt>
                <c:pt idx="125" formatCode="General">
                  <c:v>8.9523290000000006</c:v>
                </c:pt>
                <c:pt idx="126" formatCode="General">
                  <c:v>9.0218509999999998</c:v>
                </c:pt>
                <c:pt idx="127" formatCode="General">
                  <c:v>9.0913360000000001</c:v>
                </c:pt>
                <c:pt idx="128" formatCode="General">
                  <c:v>9.1607859999999999</c:v>
                </c:pt>
                <c:pt idx="129" formatCode="General">
                  <c:v>9.2301990000000007</c:v>
                </c:pt>
                <c:pt idx="130" formatCode="General">
                  <c:v>9.2995750000000008</c:v>
                </c:pt>
                <c:pt idx="131" formatCode="General">
                  <c:v>9.3689129999999992</c:v>
                </c:pt>
                <c:pt idx="132" formatCode="General">
                  <c:v>9.4382140000000003</c:v>
                </c:pt>
                <c:pt idx="133" formatCode="General">
                  <c:v>9.5074780000000008</c:v>
                </c:pt>
                <c:pt idx="134" formatCode="General">
                  <c:v>9.5767030000000002</c:v>
                </c:pt>
                <c:pt idx="135" formatCode="General">
                  <c:v>9.6458899999999996</c:v>
                </c:pt>
                <c:pt idx="136" formatCode="General">
                  <c:v>9.7150379999999998</c:v>
                </c:pt>
                <c:pt idx="137" formatCode="General">
                  <c:v>9.7841480000000001</c:v>
                </c:pt>
                <c:pt idx="138" formatCode="General">
                  <c:v>9.8532189999999993</c:v>
                </c:pt>
                <c:pt idx="139" formatCode="General">
                  <c:v>9.92225</c:v>
                </c:pt>
                <c:pt idx="140" formatCode="General">
                  <c:v>9.9912410000000005</c:v>
                </c:pt>
                <c:pt idx="141" formatCode="General">
                  <c:v>10.06019</c:v>
                </c:pt>
                <c:pt idx="142" formatCode="General">
                  <c:v>10.129099999999999</c:v>
                </c:pt>
                <c:pt idx="143" formatCode="General">
                  <c:v>10.197979999999999</c:v>
                </c:pt>
                <c:pt idx="144" formatCode="General">
                  <c:v>10.2668</c:v>
                </c:pt>
                <c:pt idx="145" formatCode="General">
                  <c:v>10.33559</c:v>
                </c:pt>
                <c:pt idx="146" formatCode="General">
                  <c:v>10.404339999999999</c:v>
                </c:pt>
                <c:pt idx="147" formatCode="General">
                  <c:v>10.473050000000001</c:v>
                </c:pt>
                <c:pt idx="148" formatCode="General">
                  <c:v>10.54171</c:v>
                </c:pt>
                <c:pt idx="149" formatCode="General">
                  <c:v>10.610329999999999</c:v>
                </c:pt>
                <c:pt idx="150" formatCode="General">
                  <c:v>10.67891</c:v>
                </c:pt>
                <c:pt idx="151" formatCode="General">
                  <c:v>10.747450000000001</c:v>
                </c:pt>
                <c:pt idx="152" formatCode="General">
                  <c:v>10.815939999999999</c:v>
                </c:pt>
                <c:pt idx="153" formatCode="General">
                  <c:v>10.88439</c:v>
                </c:pt>
                <c:pt idx="154" formatCode="General">
                  <c:v>10.9528</c:v>
                </c:pt>
                <c:pt idx="155" formatCode="General">
                  <c:v>11.02116</c:v>
                </c:pt>
                <c:pt idx="156" formatCode="General">
                  <c:v>11.08948</c:v>
                </c:pt>
                <c:pt idx="157" formatCode="General">
                  <c:v>11.15776</c:v>
                </c:pt>
                <c:pt idx="158" formatCode="General">
                  <c:v>11.225989999999999</c:v>
                </c:pt>
                <c:pt idx="159" formatCode="General">
                  <c:v>11.294169999999999</c:v>
                </c:pt>
                <c:pt idx="160" formatCode="General">
                  <c:v>11.362310000000001</c:v>
                </c:pt>
                <c:pt idx="161" formatCode="General">
                  <c:v>11.43041</c:v>
                </c:pt>
                <c:pt idx="162" formatCode="General">
                  <c:v>11.49845</c:v>
                </c:pt>
                <c:pt idx="163" formatCode="General">
                  <c:v>11.566459999999999</c:v>
                </c:pt>
                <c:pt idx="164" formatCode="General">
                  <c:v>11.634410000000001</c:v>
                </c:pt>
                <c:pt idx="165" formatCode="General">
                  <c:v>11.70232</c:v>
                </c:pt>
                <c:pt idx="166" formatCode="General">
                  <c:v>11.770189999999999</c:v>
                </c:pt>
                <c:pt idx="167" formatCode="General">
                  <c:v>11.837999999999999</c:v>
                </c:pt>
                <c:pt idx="168" formatCode="General">
                  <c:v>11.90577</c:v>
                </c:pt>
                <c:pt idx="169" formatCode="General">
                  <c:v>11.97349</c:v>
                </c:pt>
                <c:pt idx="170" formatCode="General">
                  <c:v>12.041169999999999</c:v>
                </c:pt>
                <c:pt idx="171" formatCode="General">
                  <c:v>12.108790000000001</c:v>
                </c:pt>
                <c:pt idx="172" formatCode="General">
                  <c:v>12.17637</c:v>
                </c:pt>
                <c:pt idx="173" formatCode="General">
                  <c:v>12.2439</c:v>
                </c:pt>
                <c:pt idx="174" formatCode="General">
                  <c:v>12.31137</c:v>
                </c:pt>
                <c:pt idx="175" formatCode="General">
                  <c:v>12.3788</c:v>
                </c:pt>
                <c:pt idx="176" formatCode="General">
                  <c:v>12.44618</c:v>
                </c:pt>
                <c:pt idx="177" formatCode="General">
                  <c:v>12.51351</c:v>
                </c:pt>
                <c:pt idx="178" formatCode="General">
                  <c:v>12.58079</c:v>
                </c:pt>
                <c:pt idx="179" formatCode="General">
                  <c:v>12.648020000000001</c:v>
                </c:pt>
                <c:pt idx="180" formatCode="General">
                  <c:v>12.715199999999999</c:v>
                </c:pt>
                <c:pt idx="181" formatCode="General">
                  <c:v>12.78233</c:v>
                </c:pt>
                <c:pt idx="182" formatCode="General">
                  <c:v>12.849410000000001</c:v>
                </c:pt>
                <c:pt idx="183" formatCode="General">
                  <c:v>12.91644</c:v>
                </c:pt>
                <c:pt idx="184" formatCode="General">
                  <c:v>12.983409999999999</c:v>
                </c:pt>
                <c:pt idx="185" formatCode="General">
                  <c:v>13.050330000000001</c:v>
                </c:pt>
                <c:pt idx="186" formatCode="General">
                  <c:v>13.1172</c:v>
                </c:pt>
                <c:pt idx="187" formatCode="General">
                  <c:v>13.18402</c:v>
                </c:pt>
                <c:pt idx="188" formatCode="General">
                  <c:v>13.25079</c:v>
                </c:pt>
                <c:pt idx="189" formatCode="General">
                  <c:v>13.317500000000001</c:v>
                </c:pt>
                <c:pt idx="190" formatCode="General">
                  <c:v>13.38416</c:v>
                </c:pt>
                <c:pt idx="191" formatCode="General">
                  <c:v>13.450760000000001</c:v>
                </c:pt>
                <c:pt idx="192" formatCode="General">
                  <c:v>13.51731</c:v>
                </c:pt>
                <c:pt idx="193" formatCode="General">
                  <c:v>13.58381</c:v>
                </c:pt>
                <c:pt idx="194" formatCode="General">
                  <c:v>13.65025</c:v>
                </c:pt>
                <c:pt idx="195" formatCode="General">
                  <c:v>13.71664</c:v>
                </c:pt>
                <c:pt idx="196" formatCode="General">
                  <c:v>13.78298</c:v>
                </c:pt>
                <c:pt idx="197" formatCode="General">
                  <c:v>13.84925</c:v>
                </c:pt>
                <c:pt idx="198" formatCode="General">
                  <c:v>13.915480000000001</c:v>
                </c:pt>
                <c:pt idx="199" formatCode="General">
                  <c:v>13.981640000000001</c:v>
                </c:pt>
                <c:pt idx="200" formatCode="General">
                  <c:v>14.04776</c:v>
                </c:pt>
                <c:pt idx="201" formatCode="General">
                  <c:v>14.113810000000001</c:v>
                </c:pt>
                <c:pt idx="202" formatCode="General">
                  <c:v>14.17981</c:v>
                </c:pt>
                <c:pt idx="203" formatCode="General">
                  <c:v>14.245749999999999</c:v>
                </c:pt>
                <c:pt idx="204" formatCode="General">
                  <c:v>14.311640000000001</c:v>
                </c:pt>
                <c:pt idx="205" formatCode="General">
                  <c:v>14.377459999999999</c:v>
                </c:pt>
                <c:pt idx="206" formatCode="General">
                  <c:v>14.44323</c:v>
                </c:pt>
                <c:pt idx="207" formatCode="General">
                  <c:v>14.50895</c:v>
                </c:pt>
                <c:pt idx="208" formatCode="General">
                  <c:v>14.5746</c:v>
                </c:pt>
                <c:pt idx="209" formatCode="General">
                  <c:v>14.6402</c:v>
                </c:pt>
                <c:pt idx="210" formatCode="General">
                  <c:v>14.705730000000001</c:v>
                </c:pt>
                <c:pt idx="211" formatCode="General">
                  <c:v>14.77121</c:v>
                </c:pt>
                <c:pt idx="212" formatCode="General">
                  <c:v>14.83663</c:v>
                </c:pt>
                <c:pt idx="213" formatCode="General">
                  <c:v>14.90199</c:v>
                </c:pt>
                <c:pt idx="214" formatCode="General">
                  <c:v>14.96729</c:v>
                </c:pt>
                <c:pt idx="215" formatCode="General">
                  <c:v>15.032539999999999</c:v>
                </c:pt>
                <c:pt idx="216" formatCode="General">
                  <c:v>15.097720000000001</c:v>
                </c:pt>
                <c:pt idx="217" formatCode="General">
                  <c:v>15.162839999999999</c:v>
                </c:pt>
                <c:pt idx="218" formatCode="General">
                  <c:v>15.2279</c:v>
                </c:pt>
                <c:pt idx="219" formatCode="General">
                  <c:v>15.29289</c:v>
                </c:pt>
                <c:pt idx="220" formatCode="General">
                  <c:v>15.35783</c:v>
                </c:pt>
                <c:pt idx="221" formatCode="General">
                  <c:v>15.42271</c:v>
                </c:pt>
                <c:pt idx="222" formatCode="General">
                  <c:v>15.48752</c:v>
                </c:pt>
                <c:pt idx="223" formatCode="General">
                  <c:v>15.55228</c:v>
                </c:pt>
                <c:pt idx="224" formatCode="General">
                  <c:v>15.61697</c:v>
                </c:pt>
                <c:pt idx="225" formatCode="General">
                  <c:v>15.68159</c:v>
                </c:pt>
                <c:pt idx="226" formatCode="General">
                  <c:v>15.74616</c:v>
                </c:pt>
                <c:pt idx="227" formatCode="General">
                  <c:v>15.81066</c:v>
                </c:pt>
                <c:pt idx="228" formatCode="General">
                  <c:v>15.8751</c:v>
                </c:pt>
                <c:pt idx="229" formatCode="General">
                  <c:v>15.93948</c:v>
                </c:pt>
                <c:pt idx="230" formatCode="General">
                  <c:v>16.003789999999999</c:v>
                </c:pt>
                <c:pt idx="231" formatCode="General">
                  <c:v>16.06804</c:v>
                </c:pt>
                <c:pt idx="232" formatCode="General">
                  <c:v>16.13222</c:v>
                </c:pt>
                <c:pt idx="233" formatCode="General">
                  <c:v>16.196339999999999</c:v>
                </c:pt>
                <c:pt idx="234" formatCode="General">
                  <c:v>16.260390000000001</c:v>
                </c:pt>
                <c:pt idx="235" formatCode="General">
                  <c:v>16.324380000000001</c:v>
                </c:pt>
                <c:pt idx="236" formatCode="General">
                  <c:v>16.388300000000001</c:v>
                </c:pt>
                <c:pt idx="237" formatCode="General">
                  <c:v>16.452159999999999</c:v>
                </c:pt>
                <c:pt idx="238" formatCode="General">
                  <c:v>16.51595</c:v>
                </c:pt>
                <c:pt idx="239" formatCode="General">
                  <c:v>16.57968</c:v>
                </c:pt>
                <c:pt idx="240" formatCode="General">
                  <c:v>16.643339999999998</c:v>
                </c:pt>
                <c:pt idx="241" formatCode="General">
                  <c:v>16.70693</c:v>
                </c:pt>
                <c:pt idx="242" formatCode="General">
                  <c:v>16.77046</c:v>
                </c:pt>
                <c:pt idx="243" formatCode="General">
                  <c:v>16.833919999999999</c:v>
                </c:pt>
                <c:pt idx="244" formatCode="General">
                  <c:v>16.897310000000001</c:v>
                </c:pt>
                <c:pt idx="245" formatCode="General">
                  <c:v>16.960640000000001</c:v>
                </c:pt>
                <c:pt idx="246" formatCode="General">
                  <c:v>17.023890000000002</c:v>
                </c:pt>
                <c:pt idx="247" formatCode="General">
                  <c:v>17.08708</c:v>
                </c:pt>
                <c:pt idx="248" formatCode="General">
                  <c:v>17.150200000000002</c:v>
                </c:pt>
                <c:pt idx="249" formatCode="General">
                  <c:v>17.213249999999999</c:v>
                </c:pt>
                <c:pt idx="250" formatCode="General">
                  <c:v>17.276240000000001</c:v>
                </c:pt>
                <c:pt idx="251" formatCode="General">
                  <c:v>17.33915</c:v>
                </c:pt>
                <c:pt idx="252" formatCode="General">
                  <c:v>17.401990000000001</c:v>
                </c:pt>
                <c:pt idx="253" formatCode="General">
                  <c:v>17.464770000000001</c:v>
                </c:pt>
                <c:pt idx="254" formatCode="General">
                  <c:v>17.527480000000001</c:v>
                </c:pt>
                <c:pt idx="255" formatCode="General">
                  <c:v>17.590109999999999</c:v>
                </c:pt>
                <c:pt idx="256" formatCode="General">
                  <c:v>17.652670000000001</c:v>
                </c:pt>
                <c:pt idx="257" formatCode="General">
                  <c:v>17.715170000000001</c:v>
                </c:pt>
                <c:pt idx="258" formatCode="General">
                  <c:v>17.77759</c:v>
                </c:pt>
                <c:pt idx="259" formatCode="General">
                  <c:v>17.839939999999999</c:v>
                </c:pt>
                <c:pt idx="260" formatCode="General">
                  <c:v>17.90222</c:v>
                </c:pt>
                <c:pt idx="261" formatCode="General">
                  <c:v>17.96443</c:v>
                </c:pt>
                <c:pt idx="262" formatCode="General">
                  <c:v>18.02657</c:v>
                </c:pt>
                <c:pt idx="263" formatCode="General">
                  <c:v>18.088629999999998</c:v>
                </c:pt>
                <c:pt idx="264" formatCode="General">
                  <c:v>18.15063</c:v>
                </c:pt>
                <c:pt idx="265" formatCode="General">
                  <c:v>18.21255</c:v>
                </c:pt>
                <c:pt idx="266" formatCode="General">
                  <c:v>18.27439</c:v>
                </c:pt>
                <c:pt idx="267" formatCode="General">
                  <c:v>18.336169999999999</c:v>
                </c:pt>
                <c:pt idx="268" formatCode="General">
                  <c:v>18.397870000000001</c:v>
                </c:pt>
                <c:pt idx="269" formatCode="General">
                  <c:v>18.459499999999998</c:v>
                </c:pt>
                <c:pt idx="270" formatCode="General">
                  <c:v>18.521049999999999</c:v>
                </c:pt>
                <c:pt idx="271" formatCode="General">
                  <c:v>18.582529999999998</c:v>
                </c:pt>
                <c:pt idx="272" formatCode="General">
                  <c:v>18.643930000000001</c:v>
                </c:pt>
                <c:pt idx="273" formatCode="General">
                  <c:v>18.705259999999999</c:v>
                </c:pt>
                <c:pt idx="274" formatCode="General">
                  <c:v>18.76652</c:v>
                </c:pt>
                <c:pt idx="275" formatCode="General">
                  <c:v>18.8277</c:v>
                </c:pt>
                <c:pt idx="276" formatCode="General">
                  <c:v>18.8888</c:v>
                </c:pt>
                <c:pt idx="277" formatCode="General">
                  <c:v>18.949829999999999</c:v>
                </c:pt>
                <c:pt idx="278" formatCode="General">
                  <c:v>19.01079</c:v>
                </c:pt>
                <c:pt idx="279" formatCode="General">
                  <c:v>19.071660000000001</c:v>
                </c:pt>
                <c:pt idx="280" formatCode="General">
                  <c:v>19.132470000000001</c:v>
                </c:pt>
                <c:pt idx="281" formatCode="General">
                  <c:v>19.193190000000001</c:v>
                </c:pt>
                <c:pt idx="282" formatCode="General">
                  <c:v>19.25384</c:v>
                </c:pt>
                <c:pt idx="283" formatCode="General">
                  <c:v>19.314409999999999</c:v>
                </c:pt>
                <c:pt idx="284" formatCode="General">
                  <c:v>19.3749</c:v>
                </c:pt>
                <c:pt idx="285" formatCode="General">
                  <c:v>19.435320000000001</c:v>
                </c:pt>
                <c:pt idx="286" formatCode="General">
                  <c:v>19.495660000000001</c:v>
                </c:pt>
                <c:pt idx="287" formatCode="General">
                  <c:v>19.55592</c:v>
                </c:pt>
                <c:pt idx="288" formatCode="General">
                  <c:v>19.616099999999999</c:v>
                </c:pt>
                <c:pt idx="289" formatCode="General">
                  <c:v>19.676200000000001</c:v>
                </c:pt>
                <c:pt idx="290" formatCode="General">
                  <c:v>19.736229999999999</c:v>
                </c:pt>
                <c:pt idx="291" formatCode="General">
                  <c:v>19.79618</c:v>
                </c:pt>
                <c:pt idx="292" formatCode="General">
                  <c:v>19.85604</c:v>
                </c:pt>
                <c:pt idx="293" formatCode="General">
                  <c:v>19.91583</c:v>
                </c:pt>
                <c:pt idx="294" formatCode="General">
                  <c:v>19.975539999999999</c:v>
                </c:pt>
                <c:pt idx="295" formatCode="General">
                  <c:v>20.035170000000001</c:v>
                </c:pt>
                <c:pt idx="296" formatCode="General">
                  <c:v>20.094719999999999</c:v>
                </c:pt>
                <c:pt idx="297" formatCode="General">
                  <c:v>20.15418</c:v>
                </c:pt>
                <c:pt idx="298" formatCode="General">
                  <c:v>20.213570000000001</c:v>
                </c:pt>
                <c:pt idx="299" formatCode="General">
                  <c:v>20.272880000000001</c:v>
                </c:pt>
                <c:pt idx="300" formatCode="General">
                  <c:v>20.332100000000001</c:v>
                </c:pt>
                <c:pt idx="301" formatCode="General">
                  <c:v>20.39124</c:v>
                </c:pt>
                <c:pt idx="302" formatCode="General">
                  <c:v>20.450310000000002</c:v>
                </c:pt>
                <c:pt idx="303" formatCode="General">
                  <c:v>20.50929</c:v>
                </c:pt>
                <c:pt idx="304" formatCode="General">
                  <c:v>20.568190000000001</c:v>
                </c:pt>
                <c:pt idx="305" formatCode="General">
                  <c:v>20.626999999999999</c:v>
                </c:pt>
                <c:pt idx="306" formatCode="General">
                  <c:v>20.68573</c:v>
                </c:pt>
                <c:pt idx="307" formatCode="General">
                  <c:v>20.74438</c:v>
                </c:pt>
                <c:pt idx="308" formatCode="General">
                  <c:v>20.802949999999999</c:v>
                </c:pt>
                <c:pt idx="309" formatCode="General">
                  <c:v>20.861440000000002</c:v>
                </c:pt>
                <c:pt idx="310" formatCode="General">
                  <c:v>20.919840000000001</c:v>
                </c:pt>
                <c:pt idx="311" formatCode="General">
                  <c:v>20.978159999999999</c:v>
                </c:pt>
                <c:pt idx="312" formatCode="General">
                  <c:v>21.036390000000001</c:v>
                </c:pt>
                <c:pt idx="313" formatCode="General">
                  <c:v>21.094539999999999</c:v>
                </c:pt>
                <c:pt idx="314" formatCode="General">
                  <c:v>21.1526</c:v>
                </c:pt>
                <c:pt idx="315" formatCode="General">
                  <c:v>21.21058</c:v>
                </c:pt>
                <c:pt idx="316" formatCode="General">
                  <c:v>21.26848</c:v>
                </c:pt>
                <c:pt idx="317" formatCode="General">
                  <c:v>21.32629</c:v>
                </c:pt>
                <c:pt idx="318" formatCode="General">
                  <c:v>21.38402</c:v>
                </c:pt>
                <c:pt idx="319" formatCode="General">
                  <c:v>21.441649999999999</c:v>
                </c:pt>
                <c:pt idx="320" formatCode="General">
                  <c:v>21.499210000000001</c:v>
                </c:pt>
                <c:pt idx="321" formatCode="General">
                  <c:v>21.55668</c:v>
                </c:pt>
                <c:pt idx="322" formatCode="General">
                  <c:v>21.614059999999998</c:v>
                </c:pt>
                <c:pt idx="323" formatCode="General">
                  <c:v>21.67135</c:v>
                </c:pt>
                <c:pt idx="324" formatCode="General">
                  <c:v>21.728560000000002</c:v>
                </c:pt>
                <c:pt idx="325" formatCode="General">
                  <c:v>21.785679999999999</c:v>
                </c:pt>
                <c:pt idx="326" formatCode="General">
                  <c:v>21.84272</c:v>
                </c:pt>
                <c:pt idx="327" formatCode="General">
                  <c:v>21.89967</c:v>
                </c:pt>
                <c:pt idx="328" formatCode="General">
                  <c:v>21.956520000000001</c:v>
                </c:pt>
                <c:pt idx="329" formatCode="General">
                  <c:v>22.013300000000001</c:v>
                </c:pt>
                <c:pt idx="330" formatCode="General">
                  <c:v>22.069980000000001</c:v>
                </c:pt>
                <c:pt idx="331" formatCode="General">
                  <c:v>22.126580000000001</c:v>
                </c:pt>
                <c:pt idx="332" formatCode="General">
                  <c:v>22.18308</c:v>
                </c:pt>
                <c:pt idx="333" formatCode="General">
                  <c:v>22.2395</c:v>
                </c:pt>
                <c:pt idx="334" formatCode="General">
                  <c:v>22.295829999999999</c:v>
                </c:pt>
                <c:pt idx="335" formatCode="General">
                  <c:v>22.352070000000001</c:v>
                </c:pt>
                <c:pt idx="336" formatCode="General">
                  <c:v>22.40822</c:v>
                </c:pt>
                <c:pt idx="337" formatCode="General">
                  <c:v>22.464279999999999</c:v>
                </c:pt>
                <c:pt idx="338" formatCode="General">
                  <c:v>22.520250000000001</c:v>
                </c:pt>
                <c:pt idx="339" formatCode="General">
                  <c:v>22.576129999999999</c:v>
                </c:pt>
                <c:pt idx="340" formatCode="General">
                  <c:v>22.631920000000001</c:v>
                </c:pt>
                <c:pt idx="341" formatCode="General">
                  <c:v>22.687619999999999</c:v>
                </c:pt>
                <c:pt idx="342" formatCode="General">
                  <c:v>22.743230000000001</c:v>
                </c:pt>
                <c:pt idx="343" formatCode="General">
                  <c:v>22.798749999999998</c:v>
                </c:pt>
                <c:pt idx="344" formatCode="General">
                  <c:v>22.854179999999999</c:v>
                </c:pt>
                <c:pt idx="345" formatCode="General">
                  <c:v>22.909510000000001</c:v>
                </c:pt>
                <c:pt idx="346" formatCode="General">
                  <c:v>22.964759999999998</c:v>
                </c:pt>
                <c:pt idx="347" formatCode="General">
                  <c:v>23.019909999999999</c:v>
                </c:pt>
                <c:pt idx="348" formatCode="General">
                  <c:v>23.07497</c:v>
                </c:pt>
                <c:pt idx="349" formatCode="General">
                  <c:v>23.129940000000001</c:v>
                </c:pt>
                <c:pt idx="350" formatCode="General">
                  <c:v>23.184809999999999</c:v>
                </c:pt>
                <c:pt idx="351" formatCode="General">
                  <c:v>23.239599999999999</c:v>
                </c:pt>
                <c:pt idx="352" formatCode="General">
                  <c:v>23.294280000000001</c:v>
                </c:pt>
                <c:pt idx="353" formatCode="General">
                  <c:v>23.348880000000001</c:v>
                </c:pt>
                <c:pt idx="354" formatCode="General">
                  <c:v>23.403390000000002</c:v>
                </c:pt>
                <c:pt idx="355" formatCode="General">
                  <c:v>23.457789999999999</c:v>
                </c:pt>
                <c:pt idx="356" formatCode="General">
                  <c:v>23.51211</c:v>
                </c:pt>
                <c:pt idx="357" formatCode="General">
                  <c:v>23.566330000000001</c:v>
                </c:pt>
                <c:pt idx="358" formatCode="General">
                  <c:v>23.620460000000001</c:v>
                </c:pt>
                <c:pt idx="359" formatCode="General">
                  <c:v>23.674489999999999</c:v>
                </c:pt>
                <c:pt idx="360" formatCode="General">
                  <c:v>23.728429999999999</c:v>
                </c:pt>
                <c:pt idx="361" formatCode="General">
                  <c:v>23.78227</c:v>
                </c:pt>
                <c:pt idx="362" formatCode="General">
                  <c:v>23.836020000000001</c:v>
                </c:pt>
                <c:pt idx="363" formatCode="General">
                  <c:v>23.889669999999999</c:v>
                </c:pt>
                <c:pt idx="364" formatCode="General">
                  <c:v>23.94323</c:v>
                </c:pt>
                <c:pt idx="365" formatCode="General">
                  <c:v>23.996690000000001</c:v>
                </c:pt>
                <c:pt idx="366" formatCode="General">
                  <c:v>24.050059999999998</c:v>
                </c:pt>
                <c:pt idx="367" formatCode="General">
                  <c:v>24.10333</c:v>
                </c:pt>
                <c:pt idx="368" formatCode="General">
                  <c:v>24.156500000000001</c:v>
                </c:pt>
                <c:pt idx="369" formatCode="General">
                  <c:v>24.209579999999999</c:v>
                </c:pt>
                <c:pt idx="370" formatCode="General">
                  <c:v>24.262560000000001</c:v>
                </c:pt>
                <c:pt idx="371" formatCode="General">
                  <c:v>24.315439999999999</c:v>
                </c:pt>
                <c:pt idx="372" formatCode="General">
                  <c:v>24.368220000000001</c:v>
                </c:pt>
                <c:pt idx="373" formatCode="General">
                  <c:v>24.420909999999999</c:v>
                </c:pt>
                <c:pt idx="374" formatCode="General">
                  <c:v>24.473500000000001</c:v>
                </c:pt>
                <c:pt idx="375" formatCode="General">
                  <c:v>24.52599</c:v>
                </c:pt>
                <c:pt idx="376" formatCode="General">
                  <c:v>24.578389999999999</c:v>
                </c:pt>
                <c:pt idx="377" formatCode="General">
                  <c:v>24.630680000000002</c:v>
                </c:pt>
                <c:pt idx="378" formatCode="General">
                  <c:v>24.682880000000001</c:v>
                </c:pt>
                <c:pt idx="379" formatCode="General">
                  <c:v>24.73498</c:v>
                </c:pt>
                <c:pt idx="380" formatCode="General">
                  <c:v>24.78698</c:v>
                </c:pt>
                <c:pt idx="381" formatCode="General">
                  <c:v>24.83888</c:v>
                </c:pt>
                <c:pt idx="382" formatCode="General">
                  <c:v>24.89068</c:v>
                </c:pt>
                <c:pt idx="383" formatCode="General">
                  <c:v>24.94238</c:v>
                </c:pt>
                <c:pt idx="384" formatCode="General">
                  <c:v>24.993980000000001</c:v>
                </c:pt>
                <c:pt idx="385" formatCode="General">
                  <c:v>25.045480000000001</c:v>
                </c:pt>
                <c:pt idx="386" formatCode="General">
                  <c:v>25.096879999999999</c:v>
                </c:pt>
                <c:pt idx="387" formatCode="General">
                  <c:v>25.14819</c:v>
                </c:pt>
                <c:pt idx="388" formatCode="General">
                  <c:v>25.199380000000001</c:v>
                </c:pt>
                <c:pt idx="389" formatCode="General">
                  <c:v>25.25048</c:v>
                </c:pt>
                <c:pt idx="390" formatCode="General">
                  <c:v>25.301480000000002</c:v>
                </c:pt>
                <c:pt idx="391" formatCode="General">
                  <c:v>25.35238</c:v>
                </c:pt>
                <c:pt idx="392" formatCode="General">
                  <c:v>25.403179999999999</c:v>
                </c:pt>
                <c:pt idx="393" formatCode="General">
                  <c:v>25.453869999999998</c:v>
                </c:pt>
                <c:pt idx="394" formatCode="General">
                  <c:v>25.504470000000001</c:v>
                </c:pt>
                <c:pt idx="395" formatCode="General">
                  <c:v>25.554950000000002</c:v>
                </c:pt>
                <c:pt idx="396" formatCode="General">
                  <c:v>25.605340000000002</c:v>
                </c:pt>
                <c:pt idx="397" formatCode="General">
                  <c:v>25.655629999999999</c:v>
                </c:pt>
                <c:pt idx="398" formatCode="General">
                  <c:v>25.70581</c:v>
                </c:pt>
                <c:pt idx="399" formatCode="General">
                  <c:v>25.755890000000001</c:v>
                </c:pt>
                <c:pt idx="400" formatCode="General">
                  <c:v>25.805869999999999</c:v>
                </c:pt>
                <c:pt idx="401" formatCode="General">
                  <c:v>25.85575</c:v>
                </c:pt>
                <c:pt idx="402" formatCode="General">
                  <c:v>25.905519999999999</c:v>
                </c:pt>
                <c:pt idx="403" formatCode="General">
                  <c:v>25.955179999999999</c:v>
                </c:pt>
                <c:pt idx="404" formatCode="General">
                  <c:v>26.004750000000001</c:v>
                </c:pt>
                <c:pt idx="405" formatCode="General">
                  <c:v>26.054200000000002</c:v>
                </c:pt>
                <c:pt idx="406" formatCode="General">
                  <c:v>26.103560000000002</c:v>
                </c:pt>
                <c:pt idx="407" formatCode="General">
                  <c:v>26.152809999999999</c:v>
                </c:pt>
                <c:pt idx="408" formatCode="General">
                  <c:v>26.20196</c:v>
                </c:pt>
                <c:pt idx="409" formatCode="General">
                  <c:v>26.251000000000001</c:v>
                </c:pt>
                <c:pt idx="410" formatCode="General">
                  <c:v>26.29993</c:v>
                </c:pt>
                <c:pt idx="411" formatCode="General">
                  <c:v>26.348769999999998</c:v>
                </c:pt>
                <c:pt idx="412" formatCode="General">
                  <c:v>26.397490000000001</c:v>
                </c:pt>
                <c:pt idx="413" formatCode="General">
                  <c:v>26.446110000000001</c:v>
                </c:pt>
                <c:pt idx="414" formatCode="General">
                  <c:v>26.494630000000001</c:v>
                </c:pt>
                <c:pt idx="415" formatCode="General">
                  <c:v>26.543030000000002</c:v>
                </c:pt>
                <c:pt idx="416" formatCode="General">
                  <c:v>26.591339999999999</c:v>
                </c:pt>
                <c:pt idx="417" formatCode="General">
                  <c:v>26.639530000000001</c:v>
                </c:pt>
                <c:pt idx="418" formatCode="General">
                  <c:v>26.687619999999999</c:v>
                </c:pt>
                <c:pt idx="419" formatCode="General">
                  <c:v>26.735600000000002</c:v>
                </c:pt>
                <c:pt idx="420" formatCode="General">
                  <c:v>26.783480000000001</c:v>
                </c:pt>
                <c:pt idx="421" formatCode="General">
                  <c:v>26.831250000000001</c:v>
                </c:pt>
                <c:pt idx="422" formatCode="General">
                  <c:v>26.878910000000001</c:v>
                </c:pt>
                <c:pt idx="423" formatCode="General">
                  <c:v>26.926459999999999</c:v>
                </c:pt>
                <c:pt idx="424" formatCode="General">
                  <c:v>26.97391</c:v>
                </c:pt>
                <c:pt idx="425" formatCode="General">
                  <c:v>27.021249999999998</c:v>
                </c:pt>
                <c:pt idx="426" formatCode="General">
                  <c:v>27.068480000000001</c:v>
                </c:pt>
                <c:pt idx="427" formatCode="General">
                  <c:v>27.115600000000001</c:v>
                </c:pt>
                <c:pt idx="428" formatCode="General">
                  <c:v>27.162610000000001</c:v>
                </c:pt>
                <c:pt idx="429" formatCode="General">
                  <c:v>27.209520000000001</c:v>
                </c:pt>
                <c:pt idx="430" formatCode="General">
                  <c:v>27.256309999999999</c:v>
                </c:pt>
                <c:pt idx="431" formatCode="General">
                  <c:v>27.303000000000001</c:v>
                </c:pt>
                <c:pt idx="432" formatCode="General">
                  <c:v>27.34958</c:v>
                </c:pt>
                <c:pt idx="433" formatCode="General">
                  <c:v>27.396039999999999</c:v>
                </c:pt>
                <c:pt idx="434" formatCode="General">
                  <c:v>27.442399999999999</c:v>
                </c:pt>
                <c:pt idx="435" formatCode="General">
                  <c:v>27.48865</c:v>
                </c:pt>
                <c:pt idx="436" formatCode="General">
                  <c:v>27.534790000000001</c:v>
                </c:pt>
                <c:pt idx="437" formatCode="General">
                  <c:v>27.580819999999999</c:v>
                </c:pt>
                <c:pt idx="438" formatCode="General">
                  <c:v>27.626740000000002</c:v>
                </c:pt>
                <c:pt idx="439" formatCode="General">
                  <c:v>27.672540000000001</c:v>
                </c:pt>
                <c:pt idx="440" formatCode="General">
                  <c:v>27.718240000000002</c:v>
                </c:pt>
                <c:pt idx="441" formatCode="General">
                  <c:v>27.763829999999999</c:v>
                </c:pt>
                <c:pt idx="442" formatCode="General">
                  <c:v>27.8093</c:v>
                </c:pt>
                <c:pt idx="443" formatCode="General">
                  <c:v>27.854669999999999</c:v>
                </c:pt>
                <c:pt idx="444" formatCode="General">
                  <c:v>27.899920000000002</c:v>
                </c:pt>
                <c:pt idx="445" formatCode="General">
                  <c:v>27.945060000000002</c:v>
                </c:pt>
                <c:pt idx="446" formatCode="General">
                  <c:v>27.990089999999999</c:v>
                </c:pt>
                <c:pt idx="447" formatCode="General">
                  <c:v>28.03501</c:v>
                </c:pt>
                <c:pt idx="448" formatCode="General">
                  <c:v>28.079809999999998</c:v>
                </c:pt>
                <c:pt idx="449" formatCode="General">
                  <c:v>28.124500000000001</c:v>
                </c:pt>
                <c:pt idx="450" formatCode="General">
                  <c:v>28.169080000000001</c:v>
                </c:pt>
                <c:pt idx="451" formatCode="General">
                  <c:v>28.213550000000001</c:v>
                </c:pt>
                <c:pt idx="452" formatCode="General">
                  <c:v>28.257909999999999</c:v>
                </c:pt>
                <c:pt idx="453" formatCode="General">
                  <c:v>28.302150000000001</c:v>
                </c:pt>
                <c:pt idx="454" formatCode="General">
                  <c:v>28.34628</c:v>
                </c:pt>
                <c:pt idx="455" formatCode="General">
                  <c:v>28.39029</c:v>
                </c:pt>
                <c:pt idx="456" formatCode="General">
                  <c:v>28.434190000000001</c:v>
                </c:pt>
                <c:pt idx="457" formatCode="General">
                  <c:v>28.477979999999999</c:v>
                </c:pt>
                <c:pt idx="458" formatCode="General">
                  <c:v>28.521650000000001</c:v>
                </c:pt>
                <c:pt idx="459" formatCode="General">
                  <c:v>28.56521</c:v>
                </c:pt>
                <c:pt idx="460" formatCode="General">
                  <c:v>28.60866</c:v>
                </c:pt>
                <c:pt idx="461" formatCode="General">
                  <c:v>28.651990000000001</c:v>
                </c:pt>
                <c:pt idx="462" formatCode="General">
                  <c:v>28.695209999999999</c:v>
                </c:pt>
                <c:pt idx="463" formatCode="General">
                  <c:v>28.738309999999998</c:v>
                </c:pt>
                <c:pt idx="464" formatCode="General">
                  <c:v>28.781300000000002</c:v>
                </c:pt>
                <c:pt idx="465" formatCode="General">
                  <c:v>28.824169999999999</c:v>
                </c:pt>
                <c:pt idx="466" formatCode="General">
                  <c:v>28.86692</c:v>
                </c:pt>
                <c:pt idx="467" formatCode="General">
                  <c:v>28.909559999999999</c:v>
                </c:pt>
                <c:pt idx="468" formatCode="General">
                  <c:v>28.952089999999998</c:v>
                </c:pt>
                <c:pt idx="469" formatCode="General">
                  <c:v>28.994499999999999</c:v>
                </c:pt>
                <c:pt idx="470" formatCode="General">
                  <c:v>29.03679</c:v>
                </c:pt>
                <c:pt idx="471" formatCode="General">
                  <c:v>29.078970000000002</c:v>
                </c:pt>
                <c:pt idx="472" formatCode="General">
                  <c:v>29.121030000000001</c:v>
                </c:pt>
                <c:pt idx="473" formatCode="General">
                  <c:v>29.162970000000001</c:v>
                </c:pt>
                <c:pt idx="474" formatCode="General">
                  <c:v>29.204799999999999</c:v>
                </c:pt>
                <c:pt idx="475" formatCode="General">
                  <c:v>29.246510000000001</c:v>
                </c:pt>
                <c:pt idx="476" formatCode="General">
                  <c:v>29.28811</c:v>
                </c:pt>
                <c:pt idx="477" formatCode="General">
                  <c:v>29.32958</c:v>
                </c:pt>
                <c:pt idx="478" formatCode="General">
                  <c:v>29.370940000000001</c:v>
                </c:pt>
                <c:pt idx="479" formatCode="General">
                  <c:v>29.412189999999999</c:v>
                </c:pt>
                <c:pt idx="480" formatCode="General">
                  <c:v>29.453309999999998</c:v>
                </c:pt>
                <c:pt idx="481" formatCode="General">
                  <c:v>29.494319999999998</c:v>
                </c:pt>
                <c:pt idx="482" formatCode="General">
                  <c:v>29.5352</c:v>
                </c:pt>
                <c:pt idx="483" formatCode="General">
                  <c:v>29.575980000000001</c:v>
                </c:pt>
                <c:pt idx="484" formatCode="General">
                  <c:v>29.616630000000001</c:v>
                </c:pt>
                <c:pt idx="485" formatCode="General">
                  <c:v>29.657160000000001</c:v>
                </c:pt>
                <c:pt idx="486" formatCode="General">
                  <c:v>29.697579999999999</c:v>
                </c:pt>
                <c:pt idx="487" formatCode="General">
                  <c:v>29.737870000000001</c:v>
                </c:pt>
                <c:pt idx="488" formatCode="General">
                  <c:v>29.77805</c:v>
                </c:pt>
                <c:pt idx="489" formatCode="General">
                  <c:v>29.818110000000001</c:v>
                </c:pt>
                <c:pt idx="490" formatCode="General">
                  <c:v>29.858049999999999</c:v>
                </c:pt>
                <c:pt idx="491" formatCode="General">
                  <c:v>29.897870000000001</c:v>
                </c:pt>
                <c:pt idx="492" formatCode="General">
                  <c:v>29.937570000000001</c:v>
                </c:pt>
                <c:pt idx="493" formatCode="General">
                  <c:v>29.977150000000002</c:v>
                </c:pt>
                <c:pt idx="494" formatCode="General">
                  <c:v>30.01661</c:v>
                </c:pt>
                <c:pt idx="495" formatCode="General">
                  <c:v>30.055949999999999</c:v>
                </c:pt>
                <c:pt idx="496" formatCode="General">
                  <c:v>30.09517</c:v>
                </c:pt>
                <c:pt idx="497" formatCode="General">
                  <c:v>30.134270000000001</c:v>
                </c:pt>
                <c:pt idx="498" formatCode="General">
                  <c:v>30.17324</c:v>
                </c:pt>
                <c:pt idx="499" formatCode="General">
                  <c:v>30.2121</c:v>
                </c:pt>
                <c:pt idx="500" formatCode="General">
                  <c:v>30.25084</c:v>
                </c:pt>
                <c:pt idx="501" formatCode="General">
                  <c:v>30.289459999999998</c:v>
                </c:pt>
                <c:pt idx="502" formatCode="General">
                  <c:v>30.327950000000001</c:v>
                </c:pt>
                <c:pt idx="503" formatCode="General">
                  <c:v>30.366330000000001</c:v>
                </c:pt>
                <c:pt idx="504" formatCode="General">
                  <c:v>30.404579999999999</c:v>
                </c:pt>
                <c:pt idx="505" formatCode="General">
                  <c:v>30.442710000000002</c:v>
                </c:pt>
                <c:pt idx="506" formatCode="General">
                  <c:v>30.480720000000002</c:v>
                </c:pt>
                <c:pt idx="507" formatCode="General">
                  <c:v>30.518609999999999</c:v>
                </c:pt>
                <c:pt idx="508" formatCode="General">
                  <c:v>30.556370000000001</c:v>
                </c:pt>
                <c:pt idx="509" formatCode="General">
                  <c:v>30.59402</c:v>
                </c:pt>
                <c:pt idx="510" formatCode="General">
                  <c:v>30.631530000000001</c:v>
                </c:pt>
                <c:pt idx="511" formatCode="General">
                  <c:v>30.66893</c:v>
                </c:pt>
                <c:pt idx="512" formatCode="General">
                  <c:v>30.706209999999999</c:v>
                </c:pt>
                <c:pt idx="513" formatCode="General">
                  <c:v>30.743359999999999</c:v>
                </c:pt>
                <c:pt idx="514" formatCode="General">
                  <c:v>30.780390000000001</c:v>
                </c:pt>
                <c:pt idx="515" formatCode="General">
                  <c:v>30.817299999999999</c:v>
                </c:pt>
                <c:pt idx="516" formatCode="General">
                  <c:v>30.85408</c:v>
                </c:pt>
                <c:pt idx="517" formatCode="General">
                  <c:v>30.890740000000001</c:v>
                </c:pt>
                <c:pt idx="518" formatCode="General">
                  <c:v>30.92728</c:v>
                </c:pt>
                <c:pt idx="519" formatCode="General">
                  <c:v>30.96369</c:v>
                </c:pt>
                <c:pt idx="520" formatCode="General">
                  <c:v>30.999980000000001</c:v>
                </c:pt>
                <c:pt idx="521" formatCode="General">
                  <c:v>31.03614</c:v>
                </c:pt>
                <c:pt idx="522" formatCode="General">
                  <c:v>31.072179999999999</c:v>
                </c:pt>
                <c:pt idx="523" formatCode="General">
                  <c:v>31.1081</c:v>
                </c:pt>
                <c:pt idx="524" formatCode="General">
                  <c:v>31.143889999999999</c:v>
                </c:pt>
                <c:pt idx="525" formatCode="General">
                  <c:v>31.179559999999999</c:v>
                </c:pt>
                <c:pt idx="526" formatCode="General">
                  <c:v>31.2151</c:v>
                </c:pt>
                <c:pt idx="527" formatCode="General">
                  <c:v>31.250520000000002</c:v>
                </c:pt>
                <c:pt idx="528" formatCode="General">
                  <c:v>31.285810000000001</c:v>
                </c:pt>
                <c:pt idx="529" formatCode="General">
                  <c:v>31.320979999999999</c:v>
                </c:pt>
                <c:pt idx="530" formatCode="General">
                  <c:v>31.356020000000001</c:v>
                </c:pt>
                <c:pt idx="531" formatCode="General">
                  <c:v>31.390940000000001</c:v>
                </c:pt>
                <c:pt idx="532" formatCode="General">
                  <c:v>31.425730000000001</c:v>
                </c:pt>
                <c:pt idx="533" formatCode="General">
                  <c:v>31.46039</c:v>
                </c:pt>
                <c:pt idx="534" formatCode="General">
                  <c:v>31.49493</c:v>
                </c:pt>
                <c:pt idx="535" formatCode="General">
                  <c:v>31.529350000000001</c:v>
                </c:pt>
                <c:pt idx="536" formatCode="General">
                  <c:v>31.56363</c:v>
                </c:pt>
                <c:pt idx="537" formatCode="General">
                  <c:v>31.597799999999999</c:v>
                </c:pt>
                <c:pt idx="538" formatCode="General">
                  <c:v>31.631830000000001</c:v>
                </c:pt>
                <c:pt idx="539" formatCode="General">
                  <c:v>31.66574</c:v>
                </c:pt>
                <c:pt idx="540" formatCode="General">
                  <c:v>31.69952</c:v>
                </c:pt>
                <c:pt idx="541" formatCode="General">
                  <c:v>31.733180000000001</c:v>
                </c:pt>
                <c:pt idx="542" formatCode="General">
                  <c:v>31.7667</c:v>
                </c:pt>
                <c:pt idx="543" formatCode="General">
                  <c:v>31.8001</c:v>
                </c:pt>
              </c:numCache>
            </c:numRef>
          </c:xVal>
          <c:yVal>
            <c:numRef>
              <c:f>'S(Q)'!$N$2:$N$545</c:f>
              <c:numCache>
                <c:formatCode>General</c:formatCode>
                <c:ptCount val="544"/>
                <c:pt idx="0">
                  <c:v>0.56974199999999997</c:v>
                </c:pt>
                <c:pt idx="1">
                  <c:v>0.7932570000000001</c:v>
                </c:pt>
                <c:pt idx="2">
                  <c:v>0.9728159999999999</c:v>
                </c:pt>
                <c:pt idx="3">
                  <c:v>1.0328732999999999</c:v>
                </c:pt>
                <c:pt idx="4">
                  <c:v>1.0276398</c:v>
                </c:pt>
                <c:pt idx="5">
                  <c:v>1.0351734000000001</c:v>
                </c:pt>
                <c:pt idx="6">
                  <c:v>1.0619087999999999</c:v>
                </c:pt>
                <c:pt idx="7">
                  <c:v>1.0669747000000001</c:v>
                </c:pt>
                <c:pt idx="8">
                  <c:v>1.0391854</c:v>
                </c:pt>
                <c:pt idx="9">
                  <c:v>1.0099334</c:v>
                </c:pt>
                <c:pt idx="10">
                  <c:v>1.0026459999999999</c:v>
                </c:pt>
                <c:pt idx="11">
                  <c:v>1.0074212999999999</c:v>
                </c:pt>
                <c:pt idx="12">
                  <c:v>1.0103922000000001</c:v>
                </c:pt>
                <c:pt idx="13">
                  <c:v>1.0181198999999999</c:v>
                </c:pt>
                <c:pt idx="14">
                  <c:v>1.0382921000000001</c:v>
                </c:pt>
                <c:pt idx="15">
                  <c:v>1.0577143</c:v>
                </c:pt>
                <c:pt idx="16">
                  <c:v>1.0600836999999999</c:v>
                </c:pt>
                <c:pt idx="17">
                  <c:v>1.0540497</c:v>
                </c:pt>
                <c:pt idx="18">
                  <c:v>1.062378</c:v>
                </c:pt>
                <c:pt idx="19">
                  <c:v>1.0878589999999999</c:v>
                </c:pt>
                <c:pt idx="20">
                  <c:v>1.1105908</c:v>
                </c:pt>
                <c:pt idx="21">
                  <c:v>1.1192628999999998</c:v>
                </c:pt>
                <c:pt idx="22">
                  <c:v>1.1238162</c:v>
                </c:pt>
                <c:pt idx="23">
                  <c:v>1.1306780999999999</c:v>
                </c:pt>
                <c:pt idx="24">
                  <c:v>1.1269666</c:v>
                </c:pt>
                <c:pt idx="25">
                  <c:v>1.1051280999999999</c:v>
                </c:pt>
                <c:pt idx="26">
                  <c:v>1.0873313</c:v>
                </c:pt>
                <c:pt idx="27">
                  <c:v>1.1026843</c:v>
                </c:pt>
                <c:pt idx="28">
                  <c:v>1.1474844</c:v>
                </c:pt>
                <c:pt idx="29">
                  <c:v>1.1935967000000001</c:v>
                </c:pt>
                <c:pt idx="30">
                  <c:v>1.2373143</c:v>
                </c:pt>
                <c:pt idx="31">
                  <c:v>1.3127092</c:v>
                </c:pt>
                <c:pt idx="32">
                  <c:v>1.4461444999999999</c:v>
                </c:pt>
                <c:pt idx="33">
                  <c:v>1.6268122</c:v>
                </c:pt>
                <c:pt idx="34">
                  <c:v>1.8495317</c:v>
                </c:pt>
                <c:pt idx="35">
                  <c:v>2.1632771000000002</c:v>
                </c:pt>
                <c:pt idx="36">
                  <c:v>2.6229277</c:v>
                </c:pt>
                <c:pt idx="37">
                  <c:v>3.1737760000000002</c:v>
                </c:pt>
                <c:pt idx="38">
                  <c:v>3.6223109999999998</c:v>
                </c:pt>
                <c:pt idx="39">
                  <c:v>3.7687840000000001</c:v>
                </c:pt>
                <c:pt idx="40">
                  <c:v>3.577137</c:v>
                </c:pt>
                <c:pt idx="41">
                  <c:v>3.1980680000000001</c:v>
                </c:pt>
                <c:pt idx="42">
                  <c:v>2.8263837999999999</c:v>
                </c:pt>
                <c:pt idx="43">
                  <c:v>2.5540989000000001</c:v>
                </c:pt>
                <c:pt idx="44">
                  <c:v>2.3577411000000001</c:v>
                </c:pt>
                <c:pt idx="45">
                  <c:v>2.1871917999999999</c:v>
                </c:pt>
                <c:pt idx="46">
                  <c:v>2.0308319300000002</c:v>
                </c:pt>
                <c:pt idx="47">
                  <c:v>1.90422264</c:v>
                </c:pt>
                <c:pt idx="48">
                  <c:v>1.8139997000000001</c:v>
                </c:pt>
                <c:pt idx="49">
                  <c:v>1.7511321</c:v>
                </c:pt>
                <c:pt idx="50">
                  <c:v>1.7043309</c:v>
                </c:pt>
                <c:pt idx="51">
                  <c:v>1.664131</c:v>
                </c:pt>
                <c:pt idx="52">
                  <c:v>1.621283</c:v>
                </c:pt>
                <c:pt idx="53">
                  <c:v>1.5755079000000001</c:v>
                </c:pt>
                <c:pt idx="54">
                  <c:v>1.5427147999999999</c:v>
                </c:pt>
                <c:pt idx="55">
                  <c:v>1.5397863000000001</c:v>
                </c:pt>
                <c:pt idx="56">
                  <c:v>1.5610954000000001</c:v>
                </c:pt>
                <c:pt idx="57">
                  <c:v>1.5821741999999999</c:v>
                </c:pt>
                <c:pt idx="58">
                  <c:v>1.5904962999999999</c:v>
                </c:pt>
                <c:pt idx="59">
                  <c:v>1.6012827999999999</c:v>
                </c:pt>
                <c:pt idx="60">
                  <c:v>1.6353577000000001</c:v>
                </c:pt>
                <c:pt idx="61">
                  <c:v>1.6913556000000001</c:v>
                </c:pt>
                <c:pt idx="62">
                  <c:v>1.7525040000000001</c:v>
                </c:pt>
                <c:pt idx="63">
                  <c:v>1.81568</c:v>
                </c:pt>
                <c:pt idx="64">
                  <c:v>1.8969374999999999</c:v>
                </c:pt>
                <c:pt idx="65">
                  <c:v>2.0040016390000002</c:v>
                </c:pt>
                <c:pt idx="66">
                  <c:v>2.1169023</c:v>
                </c:pt>
                <c:pt idx="67">
                  <c:v>2.2063771000000001</c:v>
                </c:pt>
                <c:pt idx="68">
                  <c:v>2.2641111999999999</c:v>
                </c:pt>
                <c:pt idx="69">
                  <c:v>2.3029459000000001</c:v>
                </c:pt>
                <c:pt idx="70">
                  <c:v>2.3307269000000002</c:v>
                </c:pt>
                <c:pt idx="71">
                  <c:v>2.3384117999999998</c:v>
                </c:pt>
                <c:pt idx="72">
                  <c:v>2.3177821000000001</c:v>
                </c:pt>
                <c:pt idx="73">
                  <c:v>2.2784045000000002</c:v>
                </c:pt>
                <c:pt idx="74">
                  <c:v>2.2371384000000001</c:v>
                </c:pt>
                <c:pt idx="75">
                  <c:v>2.197848</c:v>
                </c:pt>
                <c:pt idx="76">
                  <c:v>2.1538355999999999</c:v>
                </c:pt>
                <c:pt idx="77">
                  <c:v>2.1084333000000002</c:v>
                </c:pt>
                <c:pt idx="78">
                  <c:v>2.0788134600000001</c:v>
                </c:pt>
                <c:pt idx="79">
                  <c:v>2.07278552</c:v>
                </c:pt>
                <c:pt idx="80">
                  <c:v>2.07168631</c:v>
                </c:pt>
                <c:pt idx="81">
                  <c:v>2.0479773200000002</c:v>
                </c:pt>
                <c:pt idx="82">
                  <c:v>1.9977455019999999</c:v>
                </c:pt>
                <c:pt idx="83">
                  <c:v>1.9454781000000001</c:v>
                </c:pt>
                <c:pt idx="84">
                  <c:v>1.91483366</c:v>
                </c:pt>
                <c:pt idx="85">
                  <c:v>1.9038597399999999</c:v>
                </c:pt>
                <c:pt idx="86">
                  <c:v>1.8946426999999999</c:v>
                </c:pt>
                <c:pt idx="87">
                  <c:v>1.8800165</c:v>
                </c:pt>
                <c:pt idx="88">
                  <c:v>1.8700979</c:v>
                </c:pt>
                <c:pt idx="89">
                  <c:v>1.8731719</c:v>
                </c:pt>
                <c:pt idx="90">
                  <c:v>1.8809453</c:v>
                </c:pt>
                <c:pt idx="91">
                  <c:v>1.8791070000000001</c:v>
                </c:pt>
                <c:pt idx="92">
                  <c:v>1.8673601</c:v>
                </c:pt>
                <c:pt idx="93">
                  <c:v>1.8612057</c:v>
                </c:pt>
                <c:pt idx="94">
                  <c:v>1.8741109</c:v>
                </c:pt>
                <c:pt idx="95">
                  <c:v>1.9038671</c:v>
                </c:pt>
                <c:pt idx="96">
                  <c:v>1.93813148</c:v>
                </c:pt>
                <c:pt idx="97">
                  <c:v>1.96809152</c:v>
                </c:pt>
                <c:pt idx="98">
                  <c:v>1.992602859</c:v>
                </c:pt>
                <c:pt idx="99">
                  <c:v>2.0124215200000002</c:v>
                </c:pt>
                <c:pt idx="100">
                  <c:v>2.02690773</c:v>
                </c:pt>
                <c:pt idx="101">
                  <c:v>2.03729659</c:v>
                </c:pt>
                <c:pt idx="102">
                  <c:v>2.0479759099999999</c:v>
                </c:pt>
                <c:pt idx="103">
                  <c:v>2.0609001199999999</c:v>
                </c:pt>
                <c:pt idx="104">
                  <c:v>2.07127097</c:v>
                </c:pt>
                <c:pt idx="105">
                  <c:v>2.0728298000000001</c:v>
                </c:pt>
                <c:pt idx="106">
                  <c:v>2.06666178</c:v>
                </c:pt>
                <c:pt idx="107">
                  <c:v>2.0603965299999998</c:v>
                </c:pt>
                <c:pt idx="108">
                  <c:v>2.0575968699999998</c:v>
                </c:pt>
                <c:pt idx="109">
                  <c:v>2.0523943600000001</c:v>
                </c:pt>
                <c:pt idx="110">
                  <c:v>2.03867602</c:v>
                </c:pt>
                <c:pt idx="111">
                  <c:v>2.0221782199999998</c:v>
                </c:pt>
                <c:pt idx="112">
                  <c:v>2.0171110900000002</c:v>
                </c:pt>
                <c:pt idx="113">
                  <c:v>2.0284602299999999</c:v>
                </c:pt>
                <c:pt idx="114">
                  <c:v>2.0422013200000002</c:v>
                </c:pt>
                <c:pt idx="115">
                  <c:v>2.03851168</c:v>
                </c:pt>
                <c:pt idx="116">
                  <c:v>2.0142770699999999</c:v>
                </c:pt>
                <c:pt idx="117">
                  <c:v>1.98768703</c:v>
                </c:pt>
                <c:pt idx="118">
                  <c:v>1.97850035</c:v>
                </c:pt>
                <c:pt idx="119">
                  <c:v>1.98729446</c:v>
                </c:pt>
                <c:pt idx="120">
                  <c:v>1.9978038849999999</c:v>
                </c:pt>
                <c:pt idx="121">
                  <c:v>1.9974786099999999</c:v>
                </c:pt>
                <c:pt idx="122">
                  <c:v>1.9899486799999999</c:v>
                </c:pt>
                <c:pt idx="123">
                  <c:v>1.9858225199999999</c:v>
                </c:pt>
                <c:pt idx="124">
                  <c:v>1.9868331299999999</c:v>
                </c:pt>
                <c:pt idx="125">
                  <c:v>1.9849870300000001</c:v>
                </c:pt>
                <c:pt idx="126">
                  <c:v>1.9761138499999999</c:v>
                </c:pt>
                <c:pt idx="127">
                  <c:v>1.96756205</c:v>
                </c:pt>
                <c:pt idx="128">
                  <c:v>1.9689432099999999</c:v>
                </c:pt>
                <c:pt idx="129">
                  <c:v>1.9788770099999999</c:v>
                </c:pt>
                <c:pt idx="130">
                  <c:v>1.9861833600000001</c:v>
                </c:pt>
                <c:pt idx="131">
                  <c:v>1.9840382700000001</c:v>
                </c:pt>
                <c:pt idx="132">
                  <c:v>1.97817065</c:v>
                </c:pt>
                <c:pt idx="133">
                  <c:v>1.97869937</c:v>
                </c:pt>
                <c:pt idx="134">
                  <c:v>1.9871439099999999</c:v>
                </c:pt>
                <c:pt idx="135">
                  <c:v>1.995602417</c:v>
                </c:pt>
                <c:pt idx="136">
                  <c:v>1.9978999909999999</c:v>
                </c:pt>
                <c:pt idx="137">
                  <c:v>1.997039059</c:v>
                </c:pt>
                <c:pt idx="138">
                  <c:v>1.9997468263</c:v>
                </c:pt>
                <c:pt idx="139">
                  <c:v>2.006766711</c:v>
                </c:pt>
                <c:pt idx="140">
                  <c:v>2.0121369699999998</c:v>
                </c:pt>
                <c:pt idx="141">
                  <c:v>2.0114113800000002</c:v>
                </c:pt>
                <c:pt idx="142">
                  <c:v>2.0071242580000002</c:v>
                </c:pt>
                <c:pt idx="143">
                  <c:v>2.0048576649999998</c:v>
                </c:pt>
                <c:pt idx="144">
                  <c:v>2.0061977999999998</c:v>
                </c:pt>
                <c:pt idx="145">
                  <c:v>2.0077197170000001</c:v>
                </c:pt>
                <c:pt idx="146">
                  <c:v>2.0059531850000001</c:v>
                </c:pt>
                <c:pt idx="147">
                  <c:v>2.001136711</c:v>
                </c:pt>
                <c:pt idx="148">
                  <c:v>1.996089802</c:v>
                </c:pt>
                <c:pt idx="149">
                  <c:v>1.993388489</c:v>
                </c:pt>
                <c:pt idx="150">
                  <c:v>1.9942961669999999</c:v>
                </c:pt>
                <c:pt idx="151">
                  <c:v>1.9985680100000001</c:v>
                </c:pt>
                <c:pt idx="152">
                  <c:v>2.003687115</c:v>
                </c:pt>
                <c:pt idx="153">
                  <c:v>2.0055335219999999</c:v>
                </c:pt>
                <c:pt idx="154">
                  <c:v>2.0022886</c:v>
                </c:pt>
                <c:pt idx="155">
                  <c:v>1.9978864810000001</c:v>
                </c:pt>
                <c:pt idx="156">
                  <c:v>1.9992418971999999</c:v>
                </c:pt>
                <c:pt idx="157">
                  <c:v>2.0084396949999999</c:v>
                </c:pt>
                <c:pt idx="158">
                  <c:v>2.0189216499999998</c:v>
                </c:pt>
                <c:pt idx="159">
                  <c:v>2.0215693199999998</c:v>
                </c:pt>
                <c:pt idx="160">
                  <c:v>2.0146002900000002</c:v>
                </c:pt>
                <c:pt idx="161">
                  <c:v>2.0056024639999999</c:v>
                </c:pt>
                <c:pt idx="162">
                  <c:v>2.0030057229999998</c:v>
                </c:pt>
                <c:pt idx="163">
                  <c:v>2.0070382449999999</c:v>
                </c:pt>
                <c:pt idx="164">
                  <c:v>2.0106354400000002</c:v>
                </c:pt>
                <c:pt idx="165">
                  <c:v>2.0084915200000002</c:v>
                </c:pt>
                <c:pt idx="166">
                  <c:v>2.0030417329999999</c:v>
                </c:pt>
                <c:pt idx="167">
                  <c:v>2.000775156</c:v>
                </c:pt>
                <c:pt idx="168">
                  <c:v>2.0041204860000001</c:v>
                </c:pt>
                <c:pt idx="169">
                  <c:v>2.008561566</c:v>
                </c:pt>
                <c:pt idx="170">
                  <c:v>2.0076477619999999</c:v>
                </c:pt>
                <c:pt idx="171">
                  <c:v>1.9997964102000001</c:v>
                </c:pt>
                <c:pt idx="172">
                  <c:v>1.9898955300000001</c:v>
                </c:pt>
                <c:pt idx="173">
                  <c:v>1.98477916</c:v>
                </c:pt>
                <c:pt idx="174">
                  <c:v>1.98717923</c:v>
                </c:pt>
                <c:pt idx="175">
                  <c:v>1.993356337</c:v>
                </c:pt>
                <c:pt idx="176">
                  <c:v>1.9963329359999999</c:v>
                </c:pt>
                <c:pt idx="177">
                  <c:v>1.9922432729999999</c:v>
                </c:pt>
                <c:pt idx="178">
                  <c:v>1.98425297</c:v>
                </c:pt>
                <c:pt idx="179">
                  <c:v>1.97970961</c:v>
                </c:pt>
                <c:pt idx="180">
                  <c:v>1.9824366600000001</c:v>
                </c:pt>
                <c:pt idx="181">
                  <c:v>1.9881465</c:v>
                </c:pt>
                <c:pt idx="182">
                  <c:v>1.9889809599999999</c:v>
                </c:pt>
                <c:pt idx="183">
                  <c:v>1.9830993299999999</c:v>
                </c:pt>
                <c:pt idx="184">
                  <c:v>1.9781125900000001</c:v>
                </c:pt>
                <c:pt idx="185">
                  <c:v>1.98307696</c:v>
                </c:pt>
                <c:pt idx="186">
                  <c:v>1.9974609679999999</c:v>
                </c:pt>
                <c:pt idx="187">
                  <c:v>2.0103574000000002</c:v>
                </c:pt>
                <c:pt idx="188">
                  <c:v>2.0118199099999998</c:v>
                </c:pt>
                <c:pt idx="189">
                  <c:v>2.0034820099999999</c:v>
                </c:pt>
                <c:pt idx="190">
                  <c:v>1.9960156570000001</c:v>
                </c:pt>
                <c:pt idx="191">
                  <c:v>1.996733262</c:v>
                </c:pt>
                <c:pt idx="192">
                  <c:v>2.002407619</c:v>
                </c:pt>
                <c:pt idx="193">
                  <c:v>2.0054090389999999</c:v>
                </c:pt>
                <c:pt idx="194">
                  <c:v>2.0044301369999999</c:v>
                </c:pt>
                <c:pt idx="195">
                  <c:v>2.005771314</c:v>
                </c:pt>
                <c:pt idx="196">
                  <c:v>2.0138670799999998</c:v>
                </c:pt>
                <c:pt idx="197">
                  <c:v>2.0238224699999998</c:v>
                </c:pt>
                <c:pt idx="198">
                  <c:v>2.0261316100000002</c:v>
                </c:pt>
                <c:pt idx="199">
                  <c:v>2.01806149</c:v>
                </c:pt>
                <c:pt idx="200">
                  <c:v>2.0075818779999999</c:v>
                </c:pt>
                <c:pt idx="201">
                  <c:v>2.0048838459999998</c:v>
                </c:pt>
                <c:pt idx="202">
                  <c:v>2.0115487700000001</c:v>
                </c:pt>
                <c:pt idx="203">
                  <c:v>2.0197087900000001</c:v>
                </c:pt>
                <c:pt idx="204">
                  <c:v>2.02115891</c:v>
                </c:pt>
                <c:pt idx="205">
                  <c:v>2.01525365</c:v>
                </c:pt>
                <c:pt idx="206">
                  <c:v>2.0074327570000001</c:v>
                </c:pt>
                <c:pt idx="207">
                  <c:v>2.0020241749999999</c:v>
                </c:pt>
                <c:pt idx="208">
                  <c:v>1.9985550540000001</c:v>
                </c:pt>
                <c:pt idx="209">
                  <c:v>1.9947235640000001</c:v>
                </c:pt>
                <c:pt idx="210">
                  <c:v>1.9906861469999999</c:v>
                </c:pt>
                <c:pt idx="211">
                  <c:v>1.98892041</c:v>
                </c:pt>
                <c:pt idx="212">
                  <c:v>1.9905628609999999</c:v>
                </c:pt>
                <c:pt idx="213">
                  <c:v>1.9934304199999999</c:v>
                </c:pt>
                <c:pt idx="214">
                  <c:v>1.9941096899999999</c:v>
                </c:pt>
                <c:pt idx="215">
                  <c:v>1.9912934229999999</c:v>
                </c:pt>
                <c:pt idx="216">
                  <c:v>1.98663148</c:v>
                </c:pt>
                <c:pt idx="217">
                  <c:v>1.9828499799999999</c:v>
                </c:pt>
                <c:pt idx="218">
                  <c:v>1.9816530000000001</c:v>
                </c:pt>
                <c:pt idx="219">
                  <c:v>1.98310582</c:v>
                </c:pt>
                <c:pt idx="220">
                  <c:v>1.9860712199999999</c:v>
                </c:pt>
                <c:pt idx="221">
                  <c:v>1.98885538</c:v>
                </c:pt>
                <c:pt idx="222">
                  <c:v>1.9900874070000001</c:v>
                </c:pt>
                <c:pt idx="223">
                  <c:v>1.98980471</c:v>
                </c:pt>
                <c:pt idx="224">
                  <c:v>1.9897193</c:v>
                </c:pt>
                <c:pt idx="225">
                  <c:v>1.991806194</c:v>
                </c:pt>
                <c:pt idx="226">
                  <c:v>1.996233554</c:v>
                </c:pt>
                <c:pt idx="227">
                  <c:v>2.0008836038000002</c:v>
                </c:pt>
                <c:pt idx="228">
                  <c:v>2.003259173</c:v>
                </c:pt>
                <c:pt idx="229">
                  <c:v>2.0028854630000001</c:v>
                </c:pt>
                <c:pt idx="230">
                  <c:v>2.00167859</c:v>
                </c:pt>
                <c:pt idx="231">
                  <c:v>2.0019952860000001</c:v>
                </c:pt>
                <c:pt idx="232">
                  <c:v>2.0044961699999999</c:v>
                </c:pt>
                <c:pt idx="233">
                  <c:v>2.0078446300000001</c:v>
                </c:pt>
                <c:pt idx="234">
                  <c:v>2.01014757</c:v>
                </c:pt>
                <c:pt idx="235">
                  <c:v>2.0105558499999998</c:v>
                </c:pt>
                <c:pt idx="236">
                  <c:v>2.0098182210000002</c:v>
                </c:pt>
                <c:pt idx="237">
                  <c:v>2.0096909250000001</c:v>
                </c:pt>
                <c:pt idx="238">
                  <c:v>2.0116396000000001</c:v>
                </c:pt>
                <c:pt idx="239">
                  <c:v>2.0154531200000001</c:v>
                </c:pt>
                <c:pt idx="240">
                  <c:v>2.0187944899999999</c:v>
                </c:pt>
                <c:pt idx="241">
                  <c:v>2.0186293000000002</c:v>
                </c:pt>
                <c:pt idx="242">
                  <c:v>2.0139405400000001</c:v>
                </c:pt>
                <c:pt idx="243">
                  <c:v>2.0072432550000001</c:v>
                </c:pt>
                <c:pt idx="244">
                  <c:v>2.0027854120000002</c:v>
                </c:pt>
                <c:pt idx="245">
                  <c:v>2.0025734640000001</c:v>
                </c:pt>
                <c:pt idx="246">
                  <c:v>2.0042246279999998</c:v>
                </c:pt>
                <c:pt idx="247">
                  <c:v>2.0033236909999999</c:v>
                </c:pt>
                <c:pt idx="248">
                  <c:v>1.998174026</c:v>
                </c:pt>
                <c:pt idx="249">
                  <c:v>1.9918500320000001</c:v>
                </c:pt>
                <c:pt idx="250">
                  <c:v>1.9891066500000001</c:v>
                </c:pt>
                <c:pt idx="251">
                  <c:v>1.9913685489999999</c:v>
                </c:pt>
                <c:pt idx="252">
                  <c:v>1.9952739610000001</c:v>
                </c:pt>
                <c:pt idx="253">
                  <c:v>1.996324161</c:v>
                </c:pt>
                <c:pt idx="254">
                  <c:v>1.9935368819999999</c:v>
                </c:pt>
                <c:pt idx="255">
                  <c:v>1.9900846059999999</c:v>
                </c:pt>
                <c:pt idx="256">
                  <c:v>1.9895987399999999</c:v>
                </c:pt>
                <c:pt idx="257">
                  <c:v>1.9925284510000001</c:v>
                </c:pt>
                <c:pt idx="258">
                  <c:v>1.9963256110000001</c:v>
                </c:pt>
                <c:pt idx="259">
                  <c:v>1.9985092289999999</c:v>
                </c:pt>
                <c:pt idx="260">
                  <c:v>1.998692328</c:v>
                </c:pt>
                <c:pt idx="261">
                  <c:v>1.9976681670000001</c:v>
                </c:pt>
                <c:pt idx="262">
                  <c:v>1.9956005779999999</c:v>
                </c:pt>
                <c:pt idx="263">
                  <c:v>1.992139085</c:v>
                </c:pt>
                <c:pt idx="264">
                  <c:v>1.9881972999999999</c:v>
                </c:pt>
                <c:pt idx="265">
                  <c:v>1.98649911</c:v>
                </c:pt>
                <c:pt idx="266">
                  <c:v>1.9893904499999999</c:v>
                </c:pt>
                <c:pt idx="267">
                  <c:v>1.9960957619999999</c:v>
                </c:pt>
                <c:pt idx="268">
                  <c:v>2.0027802440000002</c:v>
                </c:pt>
                <c:pt idx="269">
                  <c:v>2.005769516</c:v>
                </c:pt>
                <c:pt idx="270">
                  <c:v>2.0046225949999998</c:v>
                </c:pt>
                <c:pt idx="271">
                  <c:v>2.001892298</c:v>
                </c:pt>
                <c:pt idx="272">
                  <c:v>2.0001589923999998</c:v>
                </c:pt>
                <c:pt idx="273">
                  <c:v>1.9998146105000001</c:v>
                </c:pt>
                <c:pt idx="274">
                  <c:v>1.9997911828999999</c:v>
                </c:pt>
                <c:pt idx="275">
                  <c:v>1.9997617449</c:v>
                </c:pt>
                <c:pt idx="276">
                  <c:v>2.0007873370999998</c:v>
                </c:pt>
                <c:pt idx="277">
                  <c:v>2.0036543839999998</c:v>
                </c:pt>
                <c:pt idx="278">
                  <c:v>2.007230871</c:v>
                </c:pt>
                <c:pt idx="279">
                  <c:v>2.0092065219999999</c:v>
                </c:pt>
                <c:pt idx="280">
                  <c:v>2.0085746150000001</c:v>
                </c:pt>
                <c:pt idx="281">
                  <c:v>2.0069125290000001</c:v>
                </c:pt>
                <c:pt idx="282">
                  <c:v>2.0067714720000001</c:v>
                </c:pt>
                <c:pt idx="283">
                  <c:v>2.008840282</c:v>
                </c:pt>
                <c:pt idx="284">
                  <c:v>2.0110472599999998</c:v>
                </c:pt>
                <c:pt idx="285">
                  <c:v>2.0106578100000001</c:v>
                </c:pt>
                <c:pt idx="286">
                  <c:v>2.0071468139999999</c:v>
                </c:pt>
                <c:pt idx="287">
                  <c:v>2.0028249969999998</c:v>
                </c:pt>
                <c:pt idx="288">
                  <c:v>2.0006399939000001</c:v>
                </c:pt>
                <c:pt idx="289">
                  <c:v>2.0014497869999999</c:v>
                </c:pt>
                <c:pt idx="290">
                  <c:v>2.0033820649999998</c:v>
                </c:pt>
                <c:pt idx="291">
                  <c:v>2.0036367199999998</c:v>
                </c:pt>
                <c:pt idx="292">
                  <c:v>2.0008533642000002</c:v>
                </c:pt>
                <c:pt idx="293">
                  <c:v>1.9960451509999999</c:v>
                </c:pt>
                <c:pt idx="294">
                  <c:v>1.9916963969999999</c:v>
                </c:pt>
                <c:pt idx="295">
                  <c:v>1.990047232</c:v>
                </c:pt>
                <c:pt idx="296">
                  <c:v>1.9917460979999999</c:v>
                </c:pt>
                <c:pt idx="297">
                  <c:v>1.9954735240000001</c:v>
                </c:pt>
                <c:pt idx="298">
                  <c:v>1.9986489590000001</c:v>
                </c:pt>
                <c:pt idx="299">
                  <c:v>1.9990022541000001</c:v>
                </c:pt>
                <c:pt idx="300">
                  <c:v>1.9962305499999999</c:v>
                </c:pt>
                <c:pt idx="301">
                  <c:v>1.992480711</c:v>
                </c:pt>
                <c:pt idx="302">
                  <c:v>1.9908981809999999</c:v>
                </c:pt>
                <c:pt idx="303">
                  <c:v>1.9930880479999999</c:v>
                </c:pt>
                <c:pt idx="304">
                  <c:v>1.997642403</c:v>
                </c:pt>
                <c:pt idx="305">
                  <c:v>2.0012664089999999</c:v>
                </c:pt>
                <c:pt idx="306">
                  <c:v>2.0016665599999999</c:v>
                </c:pt>
                <c:pt idx="307">
                  <c:v>1.9995144384000001</c:v>
                </c:pt>
                <c:pt idx="308">
                  <c:v>1.9975627680000001</c:v>
                </c:pt>
                <c:pt idx="309">
                  <c:v>1.997807766</c:v>
                </c:pt>
                <c:pt idx="310">
                  <c:v>1.9996050080000001</c:v>
                </c:pt>
                <c:pt idx="311">
                  <c:v>2.0006483403000002</c:v>
                </c:pt>
                <c:pt idx="312">
                  <c:v>1.9996761186000001</c:v>
                </c:pt>
                <c:pt idx="313">
                  <c:v>1.9979170580000001</c:v>
                </c:pt>
                <c:pt idx="314">
                  <c:v>1.997664771</c:v>
                </c:pt>
                <c:pt idx="315">
                  <c:v>1.9995410888</c:v>
                </c:pt>
                <c:pt idx="316">
                  <c:v>2.0015264959999999</c:v>
                </c:pt>
                <c:pt idx="317">
                  <c:v>2.0009922897000001</c:v>
                </c:pt>
                <c:pt idx="318">
                  <c:v>1.997685937</c:v>
                </c:pt>
                <c:pt idx="319">
                  <c:v>1.9944466649999999</c:v>
                </c:pt>
                <c:pt idx="320">
                  <c:v>1.9946966180000001</c:v>
                </c:pt>
                <c:pt idx="321">
                  <c:v>1.9991288358999999</c:v>
                </c:pt>
                <c:pt idx="322">
                  <c:v>2.004923781</c:v>
                </c:pt>
                <c:pt idx="323">
                  <c:v>2.0083019200000001</c:v>
                </c:pt>
                <c:pt idx="324">
                  <c:v>2.0078608770000002</c:v>
                </c:pt>
                <c:pt idx="325">
                  <c:v>2.0054420990000001</c:v>
                </c:pt>
                <c:pt idx="326">
                  <c:v>2.0038670230000002</c:v>
                </c:pt>
                <c:pt idx="327">
                  <c:v>2.0040438119999999</c:v>
                </c:pt>
                <c:pt idx="328">
                  <c:v>2.0044050609999999</c:v>
                </c:pt>
                <c:pt idx="329">
                  <c:v>2.003053193</c:v>
                </c:pt>
                <c:pt idx="330">
                  <c:v>2.0001522085999999</c:v>
                </c:pt>
                <c:pt idx="331">
                  <c:v>1.9979652569999999</c:v>
                </c:pt>
                <c:pt idx="332">
                  <c:v>1.9985291329999999</c:v>
                </c:pt>
                <c:pt idx="333">
                  <c:v>2.0014723129999998</c:v>
                </c:pt>
                <c:pt idx="334">
                  <c:v>2.0043005489999999</c:v>
                </c:pt>
                <c:pt idx="335">
                  <c:v>2.004851167</c:v>
                </c:pt>
                <c:pt idx="336">
                  <c:v>2.0033510219999999</c:v>
                </c:pt>
                <c:pt idx="337">
                  <c:v>2.001964031</c:v>
                </c:pt>
                <c:pt idx="338">
                  <c:v>2.0023517169999998</c:v>
                </c:pt>
                <c:pt idx="339">
                  <c:v>2.003832842</c:v>
                </c:pt>
                <c:pt idx="340">
                  <c:v>2.0040827710000002</c:v>
                </c:pt>
                <c:pt idx="341">
                  <c:v>2.0016595590000001</c:v>
                </c:pt>
                <c:pt idx="342">
                  <c:v>1.9977276479999999</c:v>
                </c:pt>
                <c:pt idx="343">
                  <c:v>1.9951359849999999</c:v>
                </c:pt>
                <c:pt idx="344">
                  <c:v>1.9956861269999999</c:v>
                </c:pt>
                <c:pt idx="345">
                  <c:v>1.998295548</c:v>
                </c:pt>
                <c:pt idx="346">
                  <c:v>1.9999291804099999</c:v>
                </c:pt>
                <c:pt idx="347">
                  <c:v>1.998477563</c:v>
                </c:pt>
                <c:pt idx="348">
                  <c:v>1.9948423420000001</c:v>
                </c:pt>
                <c:pt idx="349">
                  <c:v>1.992221942</c:v>
                </c:pt>
                <c:pt idx="350">
                  <c:v>1.993232557</c:v>
                </c:pt>
                <c:pt idx="351">
                  <c:v>1.99752</c:v>
                </c:pt>
                <c:pt idx="352">
                  <c:v>2.0020192799999998</c:v>
                </c:pt>
                <c:pt idx="353">
                  <c:v>2.0035581069999999</c:v>
                </c:pt>
                <c:pt idx="354">
                  <c:v>2.0014159029999998</c:v>
                </c:pt>
                <c:pt idx="355">
                  <c:v>1.997633864</c:v>
                </c:pt>
                <c:pt idx="356">
                  <c:v>1.995014112</c:v>
                </c:pt>
                <c:pt idx="357">
                  <c:v>1.9947788099999999</c:v>
                </c:pt>
                <c:pt idx="358">
                  <c:v>1.995951652</c:v>
                </c:pt>
                <c:pt idx="359">
                  <c:v>1.9967618410000001</c:v>
                </c:pt>
                <c:pt idx="360">
                  <c:v>1.996513365</c:v>
                </c:pt>
                <c:pt idx="361">
                  <c:v>1.996115313</c:v>
                </c:pt>
                <c:pt idx="362">
                  <c:v>1.99691241</c:v>
                </c:pt>
                <c:pt idx="363">
                  <c:v>1.9991105145000001</c:v>
                </c:pt>
                <c:pt idx="364">
                  <c:v>2.0013996820000002</c:v>
                </c:pt>
                <c:pt idx="365">
                  <c:v>2.0021413369999999</c:v>
                </c:pt>
                <c:pt idx="366">
                  <c:v>2.0009615109999999</c:v>
                </c:pt>
                <c:pt idx="367">
                  <c:v>1.9992125330999999</c:v>
                </c:pt>
                <c:pt idx="368">
                  <c:v>1.998842097</c:v>
                </c:pt>
                <c:pt idx="369">
                  <c:v>2.0006831914999998</c:v>
                </c:pt>
                <c:pt idx="370">
                  <c:v>2.0036943460000001</c:v>
                </c:pt>
                <c:pt idx="371">
                  <c:v>2.005811451</c:v>
                </c:pt>
                <c:pt idx="372">
                  <c:v>2.0056528810000001</c:v>
                </c:pt>
                <c:pt idx="373">
                  <c:v>2.0036149999999999</c:v>
                </c:pt>
                <c:pt idx="374">
                  <c:v>2.0014823769999999</c:v>
                </c:pt>
                <c:pt idx="375">
                  <c:v>2.0009568399000002</c:v>
                </c:pt>
                <c:pt idx="376">
                  <c:v>2.002362368</c:v>
                </c:pt>
                <c:pt idx="377">
                  <c:v>2.0045247910000001</c:v>
                </c:pt>
                <c:pt idx="378">
                  <c:v>2.0057882720000002</c:v>
                </c:pt>
                <c:pt idx="379">
                  <c:v>2.0052484769999999</c:v>
                </c:pt>
                <c:pt idx="380">
                  <c:v>2.003251465</c:v>
                </c:pt>
                <c:pt idx="381">
                  <c:v>2.0009321822000001</c:v>
                </c:pt>
                <c:pt idx="382">
                  <c:v>1.9993360944</c:v>
                </c:pt>
                <c:pt idx="383">
                  <c:v>1.9988539359999999</c:v>
                </c:pt>
                <c:pt idx="384">
                  <c:v>1.9992579239999999</c:v>
                </c:pt>
                <c:pt idx="385">
                  <c:v>2.0000725454800001</c:v>
                </c:pt>
                <c:pt idx="386">
                  <c:v>2.0008435530000002</c:v>
                </c:pt>
                <c:pt idx="387">
                  <c:v>2.0011587890000002</c:v>
                </c:pt>
                <c:pt idx="388">
                  <c:v>2.0006353940000001</c:v>
                </c:pt>
                <c:pt idx="389">
                  <c:v>1.9991189797</c:v>
                </c:pt>
                <c:pt idx="390">
                  <c:v>1.997015776</c:v>
                </c:pt>
                <c:pt idx="391">
                  <c:v>1.9953683310000001</c:v>
                </c:pt>
                <c:pt idx="392">
                  <c:v>1.9953720850000001</c:v>
                </c:pt>
                <c:pt idx="393">
                  <c:v>1.9975120310000001</c:v>
                </c:pt>
                <c:pt idx="394">
                  <c:v>2.0009584114000001</c:v>
                </c:pt>
                <c:pt idx="395">
                  <c:v>2.0038253890000002</c:v>
                </c:pt>
                <c:pt idx="396">
                  <c:v>2.0043032890000001</c:v>
                </c:pt>
                <c:pt idx="397">
                  <c:v>2.0019403250000001</c:v>
                </c:pt>
                <c:pt idx="398">
                  <c:v>1.9981109779999999</c:v>
                </c:pt>
                <c:pt idx="399">
                  <c:v>1.9952097209999999</c:v>
                </c:pt>
                <c:pt idx="400">
                  <c:v>1.995038404</c:v>
                </c:pt>
                <c:pt idx="401">
                  <c:v>1.997511595</c:v>
                </c:pt>
                <c:pt idx="402">
                  <c:v>2.0006481792000002</c:v>
                </c:pt>
                <c:pt idx="403">
                  <c:v>2.0019271769999998</c:v>
                </c:pt>
                <c:pt idx="404">
                  <c:v>2.0000913701199998</c:v>
                </c:pt>
                <c:pt idx="405">
                  <c:v>1.9961255979999999</c:v>
                </c:pt>
                <c:pt idx="406">
                  <c:v>1.992689508</c:v>
                </c:pt>
                <c:pt idx="407">
                  <c:v>1.9923614730000001</c:v>
                </c:pt>
                <c:pt idx="408">
                  <c:v>1.995884593</c:v>
                </c:pt>
                <c:pt idx="409">
                  <c:v>2.001602901</c:v>
                </c:pt>
                <c:pt idx="410">
                  <c:v>2.0064610040000002</c:v>
                </c:pt>
                <c:pt idx="411">
                  <c:v>2.0078817550000001</c:v>
                </c:pt>
                <c:pt idx="412">
                  <c:v>2.0052910640000001</c:v>
                </c:pt>
                <c:pt idx="413">
                  <c:v>2.0003411510000002</c:v>
                </c:pt>
                <c:pt idx="414">
                  <c:v>1.9957847440000001</c:v>
                </c:pt>
                <c:pt idx="415">
                  <c:v>1.9938098179999999</c:v>
                </c:pt>
                <c:pt idx="416">
                  <c:v>1.9949087679999999</c:v>
                </c:pt>
                <c:pt idx="417">
                  <c:v>1.9978971800000001</c:v>
                </c:pt>
                <c:pt idx="418">
                  <c:v>2.000904427</c:v>
                </c:pt>
                <c:pt idx="419">
                  <c:v>2.002570977</c:v>
                </c:pt>
                <c:pt idx="420">
                  <c:v>2.002682122</c:v>
                </c:pt>
                <c:pt idx="421">
                  <c:v>2.0019540779999998</c:v>
                </c:pt>
                <c:pt idx="422">
                  <c:v>2.0012909030000001</c:v>
                </c:pt>
                <c:pt idx="423">
                  <c:v>2.001119004</c:v>
                </c:pt>
                <c:pt idx="424">
                  <c:v>2.0012394630000001</c:v>
                </c:pt>
                <c:pt idx="425">
                  <c:v>2.0011964500000001</c:v>
                </c:pt>
                <c:pt idx="426">
                  <c:v>2.0007868807999998</c:v>
                </c:pt>
                <c:pt idx="427">
                  <c:v>2.0002870146</c:v>
                </c:pt>
                <c:pt idx="428">
                  <c:v>2.0002365367000001</c:v>
                </c:pt>
                <c:pt idx="429">
                  <c:v>2.0009732618</c:v>
                </c:pt>
                <c:pt idx="430">
                  <c:v>2.002290688</c:v>
                </c:pt>
                <c:pt idx="431">
                  <c:v>2.0034843169999998</c:v>
                </c:pt>
                <c:pt idx="432">
                  <c:v>2.0037624510000001</c:v>
                </c:pt>
                <c:pt idx="433">
                  <c:v>2.0027433729999999</c:v>
                </c:pt>
                <c:pt idx="434">
                  <c:v>2.0007126189000002</c:v>
                </c:pt>
                <c:pt idx="435">
                  <c:v>1.998485348</c:v>
                </c:pt>
                <c:pt idx="436">
                  <c:v>1.9969761850000001</c:v>
                </c:pt>
                <c:pt idx="437">
                  <c:v>1.996742376</c:v>
                </c:pt>
                <c:pt idx="438">
                  <c:v>1.9977507350000001</c:v>
                </c:pt>
                <c:pt idx="439">
                  <c:v>1.9994560805999999</c:v>
                </c:pt>
                <c:pt idx="440">
                  <c:v>2.001097025</c:v>
                </c:pt>
                <c:pt idx="441">
                  <c:v>2.002027236</c:v>
                </c:pt>
                <c:pt idx="442">
                  <c:v>2.0019305599999999</c:v>
                </c:pt>
                <c:pt idx="443">
                  <c:v>2.0008728675</c:v>
                </c:pt>
                <c:pt idx="444">
                  <c:v>1.9992278359</c:v>
                </c:pt>
                <c:pt idx="445">
                  <c:v>1.997540992</c:v>
                </c:pt>
                <c:pt idx="446">
                  <c:v>1.9963705940000001</c:v>
                </c:pt>
                <c:pt idx="447">
                  <c:v>1.9961249400000001</c:v>
                </c:pt>
                <c:pt idx="448">
                  <c:v>1.99691916</c:v>
                </c:pt>
                <c:pt idx="449">
                  <c:v>1.9985075889999999</c:v>
                </c:pt>
                <c:pt idx="450">
                  <c:v>2.0003500703000001</c:v>
                </c:pt>
                <c:pt idx="451">
                  <c:v>2.0018234920000002</c:v>
                </c:pt>
                <c:pt idx="452">
                  <c:v>2.0025028200000001</c:v>
                </c:pt>
                <c:pt idx="453">
                  <c:v>2.002367655</c:v>
                </c:pt>
                <c:pt idx="454">
                  <c:v>2.0018043670000001</c:v>
                </c:pt>
                <c:pt idx="455">
                  <c:v>2.0013747899999998</c:v>
                </c:pt>
                <c:pt idx="456">
                  <c:v>2.0014652929999999</c:v>
                </c:pt>
                <c:pt idx="457">
                  <c:v>2.002019438</c:v>
                </c:pt>
                <c:pt idx="458">
                  <c:v>2.002529703</c:v>
                </c:pt>
                <c:pt idx="459">
                  <c:v>2.00232074</c:v>
                </c:pt>
                <c:pt idx="460">
                  <c:v>2.0009801742</c:v>
                </c:pt>
                <c:pt idx="461">
                  <c:v>1.9986880579999999</c:v>
                </c:pt>
                <c:pt idx="462">
                  <c:v>1.9962358899999999</c:v>
                </c:pt>
                <c:pt idx="463">
                  <c:v>1.994693252</c:v>
                </c:pt>
                <c:pt idx="464">
                  <c:v>1.994881624</c:v>
                </c:pt>
                <c:pt idx="465">
                  <c:v>1.99693443</c:v>
                </c:pt>
                <c:pt idx="466">
                  <c:v>2.0001841941</c:v>
                </c:pt>
                <c:pt idx="467">
                  <c:v>2.003447301</c:v>
                </c:pt>
                <c:pt idx="468">
                  <c:v>2.0055611990000002</c:v>
                </c:pt>
                <c:pt idx="469">
                  <c:v>2.0058992139999998</c:v>
                </c:pt>
                <c:pt idx="470">
                  <c:v>2.004604557</c:v>
                </c:pt>
                <c:pt idx="471">
                  <c:v>2.002440752</c:v>
                </c:pt>
                <c:pt idx="472">
                  <c:v>2.0003608960000001</c:v>
                </c:pt>
                <c:pt idx="473">
                  <c:v>1.9990350427000001</c:v>
                </c:pt>
                <c:pt idx="474">
                  <c:v>1.998578961</c:v>
                </c:pt>
                <c:pt idx="475">
                  <c:v>1.9986018590000001</c:v>
                </c:pt>
                <c:pt idx="476">
                  <c:v>1.9985133079999999</c:v>
                </c:pt>
                <c:pt idx="477">
                  <c:v>1.9978990080000001</c:v>
                </c:pt>
                <c:pt idx="478">
                  <c:v>1.996757312</c:v>
                </c:pt>
                <c:pt idx="479">
                  <c:v>1.995483101</c:v>
                </c:pt>
                <c:pt idx="480">
                  <c:v>1.9946326910000001</c:v>
                </c:pt>
                <c:pt idx="481">
                  <c:v>1.9946168660000001</c:v>
                </c:pt>
                <c:pt idx="482">
                  <c:v>1.995494627</c:v>
                </c:pt>
                <c:pt idx="483">
                  <c:v>1.9969687030000001</c:v>
                </c:pt>
                <c:pt idx="484">
                  <c:v>1.998565071</c:v>
                </c:pt>
                <c:pt idx="485">
                  <c:v>1.9998826513000001</c:v>
                </c:pt>
                <c:pt idx="486">
                  <c:v>2.0007698375</c:v>
                </c:pt>
                <c:pt idx="487">
                  <c:v>2.0013410920000001</c:v>
                </c:pt>
                <c:pt idx="488">
                  <c:v>2.0018394540000002</c:v>
                </c:pt>
                <c:pt idx="489">
                  <c:v>2.0024377740000001</c:v>
                </c:pt>
                <c:pt idx="490">
                  <c:v>2.003097425</c:v>
                </c:pt>
                <c:pt idx="491">
                  <c:v>2.0035649439999998</c:v>
                </c:pt>
                <c:pt idx="492">
                  <c:v>2.0035068790000001</c:v>
                </c:pt>
                <c:pt idx="493">
                  <c:v>2.0027070600000001</c:v>
                </c:pt>
                <c:pt idx="494">
                  <c:v>2.0012188879999999</c:v>
                </c:pt>
                <c:pt idx="495">
                  <c:v>1.9993911278000001</c:v>
                </c:pt>
                <c:pt idx="496">
                  <c:v>1.9977500560000001</c:v>
                </c:pt>
                <c:pt idx="497">
                  <c:v>1.996794865</c:v>
                </c:pt>
                <c:pt idx="498">
                  <c:v>1.996799507</c:v>
                </c:pt>
                <c:pt idx="499">
                  <c:v>1.9977111430000001</c:v>
                </c:pt>
                <c:pt idx="500">
                  <c:v>1.9991840858000001</c:v>
                </c:pt>
                <c:pt idx="501">
                  <c:v>2.0007274323000002</c:v>
                </c:pt>
                <c:pt idx="502">
                  <c:v>2.0018971040000002</c:v>
                </c:pt>
                <c:pt idx="503">
                  <c:v>2.0024494759999998</c:v>
                </c:pt>
                <c:pt idx="504">
                  <c:v>2.0023999749999999</c:v>
                </c:pt>
                <c:pt idx="505">
                  <c:v>2.001974116</c:v>
                </c:pt>
                <c:pt idx="506">
                  <c:v>2.001485009</c:v>
                </c:pt>
                <c:pt idx="507">
                  <c:v>2.0011954689999998</c:v>
                </c:pt>
                <c:pt idx="508">
                  <c:v>2.0012215969999998</c:v>
                </c:pt>
                <c:pt idx="509">
                  <c:v>2.00150892</c:v>
                </c:pt>
                <c:pt idx="510">
                  <c:v>2.001879679</c:v>
                </c:pt>
                <c:pt idx="511">
                  <c:v>2.0021221320000002</c:v>
                </c:pt>
                <c:pt idx="512">
                  <c:v>2.0020809869999998</c:v>
                </c:pt>
                <c:pt idx="513">
                  <c:v>2.0017146719999999</c:v>
                </c:pt>
                <c:pt idx="514">
                  <c:v>2.0011020300000002</c:v>
                </c:pt>
                <c:pt idx="515">
                  <c:v>2.0004031579000001</c:v>
                </c:pt>
                <c:pt idx="516">
                  <c:v>1.9997935138</c:v>
                </c:pt>
                <c:pt idx="517">
                  <c:v>1.9993989165999999</c:v>
                </c:pt>
                <c:pt idx="518">
                  <c:v>1.9992535646</c:v>
                </c:pt>
                <c:pt idx="519">
                  <c:v>1.9992944595</c:v>
                </c:pt>
                <c:pt idx="520">
                  <c:v>1.9993915419999999</c:v>
                </c:pt>
                <c:pt idx="521">
                  <c:v>1.9994018262</c:v>
                </c:pt>
                <c:pt idx="522">
                  <c:v>1.999228062</c:v>
                </c:pt>
                <c:pt idx="523">
                  <c:v>1.9988617440000001</c:v>
                </c:pt>
                <c:pt idx="524">
                  <c:v>1.9983947879999999</c:v>
                </c:pt>
                <c:pt idx="525">
                  <c:v>1.997994504</c:v>
                </c:pt>
                <c:pt idx="526">
                  <c:v>1.997848224</c:v>
                </c:pt>
                <c:pt idx="527">
                  <c:v>1.9980948160000001</c:v>
                </c:pt>
                <c:pt idx="528">
                  <c:v>1.998766187</c:v>
                </c:pt>
                <c:pt idx="529">
                  <c:v>1.9997604271</c:v>
                </c:pt>
                <c:pt idx="530">
                  <c:v>2.0008584439999999</c:v>
                </c:pt>
                <c:pt idx="531">
                  <c:v>2.0017825450000002</c:v>
                </c:pt>
                <c:pt idx="532">
                  <c:v>2.0022793829999999</c:v>
                </c:pt>
                <c:pt idx="533">
                  <c:v>2.0022014129999999</c:v>
                </c:pt>
                <c:pt idx="534">
                  <c:v>2.001558137</c:v>
                </c:pt>
                <c:pt idx="535">
                  <c:v>2.000519347</c:v>
                </c:pt>
                <c:pt idx="536">
                  <c:v>1.9993666832000001</c:v>
                </c:pt>
                <c:pt idx="537">
                  <c:v>1.998409568</c:v>
                </c:pt>
                <c:pt idx="538">
                  <c:v>1.9978916040000001</c:v>
                </c:pt>
                <c:pt idx="539">
                  <c:v>1.9979198119999999</c:v>
                </c:pt>
                <c:pt idx="540">
                  <c:v>1.998438814</c:v>
                </c:pt>
                <c:pt idx="541">
                  <c:v>1.9992579229</c:v>
                </c:pt>
                <c:pt idx="542">
                  <c:v>2.0001199550000002</c:v>
                </c:pt>
                <c:pt idx="543">
                  <c:v>2.0007869441000001</c:v>
                </c:pt>
              </c:numCache>
            </c:numRef>
          </c:yVal>
          <c:smooth val="1"/>
          <c:extLst>
            <c:ext xmlns:c16="http://schemas.microsoft.com/office/drawing/2014/chart" uri="{C3380CC4-5D6E-409C-BE32-E72D297353CC}">
              <c16:uniqueId val="{00000002-3247-FF49-8060-82B19A380097}"/>
            </c:ext>
          </c:extLst>
        </c:ser>
        <c:ser>
          <c:idx val="0"/>
          <c:order val="3"/>
          <c:tx>
            <c:strRef>
              <c:f>'S(Q)'!$O$1</c:f>
              <c:strCache>
                <c:ptCount val="1"/>
                <c:pt idx="0">
                  <c:v>1200K</c:v>
                </c:pt>
              </c:strCache>
            </c:strRef>
          </c:tx>
          <c:spPr>
            <a:ln w="19050" cap="rnd">
              <a:solidFill>
                <a:srgbClr val="00B050"/>
              </a:solidFill>
              <a:round/>
            </a:ln>
            <a:effectLst/>
          </c:spPr>
          <c:marker>
            <c:symbol val="none"/>
          </c:marker>
          <c:xVal>
            <c:numRef>
              <c:f>'S(Q)'!$K$2:$K$545</c:f>
              <c:numCache>
                <c:formatCode>0.00E+00</c:formatCode>
                <c:ptCount val="544"/>
                <c:pt idx="0">
                  <c:v>7.1807789999999996E-2</c:v>
                </c:pt>
                <c:pt idx="1">
                  <c:v>0.1436153</c:v>
                </c:pt>
                <c:pt idx="2">
                  <c:v>0.21542220000000001</c:v>
                </c:pt>
                <c:pt idx="3">
                  <c:v>0.28722829999999999</c:v>
                </c:pt>
                <c:pt idx="4">
                  <c:v>0.3590332</c:v>
                </c:pt>
                <c:pt idx="5">
                  <c:v>0.43083660000000001</c:v>
                </c:pt>
                <c:pt idx="6">
                  <c:v>0.50263840000000004</c:v>
                </c:pt>
                <c:pt idx="7">
                  <c:v>0.57443820000000001</c:v>
                </c:pt>
                <c:pt idx="8">
                  <c:v>0.64623560000000002</c:v>
                </c:pt>
                <c:pt idx="9">
                  <c:v>0.71803050000000002</c:v>
                </c:pt>
                <c:pt idx="10">
                  <c:v>0.78982249999999998</c:v>
                </c:pt>
                <c:pt idx="11">
                  <c:v>0.86161120000000002</c:v>
                </c:pt>
                <c:pt idx="12">
                  <c:v>0.93339660000000002</c:v>
                </c:pt>
                <c:pt idx="13" formatCode="General">
                  <c:v>1.0051779999999999</c:v>
                </c:pt>
                <c:pt idx="14" formatCode="General">
                  <c:v>1.076956</c:v>
                </c:pt>
                <c:pt idx="15" formatCode="General">
                  <c:v>1.1487289999999999</c:v>
                </c:pt>
                <c:pt idx="16" formatCode="General">
                  <c:v>1.2204980000000001</c:v>
                </c:pt>
                <c:pt idx="17" formatCode="General">
                  <c:v>1.292262</c:v>
                </c:pt>
                <c:pt idx="18" formatCode="General">
                  <c:v>1.36402</c:v>
                </c:pt>
                <c:pt idx="19" formatCode="General">
                  <c:v>1.4357740000000001</c:v>
                </c:pt>
                <c:pt idx="20" formatCode="General">
                  <c:v>1.5075210000000001</c:v>
                </c:pt>
                <c:pt idx="21" formatCode="General">
                  <c:v>1.5792630000000001</c:v>
                </c:pt>
                <c:pt idx="22" formatCode="General">
                  <c:v>1.650998</c:v>
                </c:pt>
                <c:pt idx="23" formatCode="General">
                  <c:v>1.722726</c:v>
                </c:pt>
                <c:pt idx="24" formatCode="General">
                  <c:v>1.794448</c:v>
                </c:pt>
                <c:pt idx="25" formatCode="General">
                  <c:v>1.8661620000000001</c:v>
                </c:pt>
                <c:pt idx="26" formatCode="General">
                  <c:v>1.9378690000000001</c:v>
                </c:pt>
                <c:pt idx="27" formatCode="General">
                  <c:v>2.0095689999999999</c:v>
                </c:pt>
                <c:pt idx="28" formatCode="General">
                  <c:v>2.0812599999999999</c:v>
                </c:pt>
                <c:pt idx="29" formatCode="General">
                  <c:v>2.1529430000000001</c:v>
                </c:pt>
                <c:pt idx="30" formatCode="General">
                  <c:v>2.2246169999999998</c:v>
                </c:pt>
                <c:pt idx="31" formatCode="General">
                  <c:v>2.2962820000000002</c:v>
                </c:pt>
                <c:pt idx="32" formatCode="General">
                  <c:v>2.3679389999999998</c:v>
                </c:pt>
                <c:pt idx="33" formatCode="General">
                  <c:v>2.4395850000000001</c:v>
                </c:pt>
                <c:pt idx="34" formatCode="General">
                  <c:v>2.5112220000000001</c:v>
                </c:pt>
                <c:pt idx="35" formatCode="General">
                  <c:v>2.582849</c:v>
                </c:pt>
                <c:pt idx="36" formatCode="General">
                  <c:v>2.6544660000000002</c:v>
                </c:pt>
                <c:pt idx="37" formatCode="General">
                  <c:v>2.7260719999999998</c:v>
                </c:pt>
                <c:pt idx="38" formatCode="General">
                  <c:v>2.7976670000000001</c:v>
                </c:pt>
                <c:pt idx="39" formatCode="General">
                  <c:v>2.8692510000000002</c:v>
                </c:pt>
                <c:pt idx="40" formatCode="General">
                  <c:v>2.940823</c:v>
                </c:pt>
                <c:pt idx="41" formatCode="General">
                  <c:v>3.0123829999999998</c:v>
                </c:pt>
                <c:pt idx="42" formatCode="General">
                  <c:v>3.0839319999999999</c:v>
                </c:pt>
                <c:pt idx="43" formatCode="General">
                  <c:v>3.1554679999999999</c:v>
                </c:pt>
                <c:pt idx="44" formatCode="General">
                  <c:v>3.2269920000000001</c:v>
                </c:pt>
                <c:pt idx="45" formatCode="General">
                  <c:v>3.2985030000000002</c:v>
                </c:pt>
                <c:pt idx="46" formatCode="General">
                  <c:v>3.37</c:v>
                </c:pt>
                <c:pt idx="47" formatCode="General">
                  <c:v>3.441484</c:v>
                </c:pt>
                <c:pt idx="48" formatCode="General">
                  <c:v>3.5129540000000001</c:v>
                </c:pt>
                <c:pt idx="49" formatCode="General">
                  <c:v>3.5844109999999998</c:v>
                </c:pt>
                <c:pt idx="50" formatCode="General">
                  <c:v>3.655853</c:v>
                </c:pt>
                <c:pt idx="51" formatCode="General">
                  <c:v>3.7272799999999999</c:v>
                </c:pt>
                <c:pt idx="52" formatCode="General">
                  <c:v>3.798692</c:v>
                </c:pt>
                <c:pt idx="53" formatCode="General">
                  <c:v>3.8700890000000001</c:v>
                </c:pt>
                <c:pt idx="54" formatCode="General">
                  <c:v>3.9414709999999999</c:v>
                </c:pt>
                <c:pt idx="55" formatCode="General">
                  <c:v>4.0128370000000002</c:v>
                </c:pt>
                <c:pt idx="56" formatCode="General">
                  <c:v>4.084187</c:v>
                </c:pt>
                <c:pt idx="57" formatCode="General">
                  <c:v>4.1555200000000001</c:v>
                </c:pt>
                <c:pt idx="58" formatCode="General">
                  <c:v>4.2268369999999997</c:v>
                </c:pt>
                <c:pt idx="59" formatCode="General">
                  <c:v>4.2981369999999997</c:v>
                </c:pt>
                <c:pt idx="60" formatCode="General">
                  <c:v>4.3694199999999999</c:v>
                </c:pt>
                <c:pt idx="61" formatCode="General">
                  <c:v>4.4406850000000002</c:v>
                </c:pt>
                <c:pt idx="62" formatCode="General">
                  <c:v>4.511933</c:v>
                </c:pt>
                <c:pt idx="63" formatCode="General">
                  <c:v>4.5831619999999997</c:v>
                </c:pt>
                <c:pt idx="64" formatCode="General">
                  <c:v>4.6543729999999996</c:v>
                </c:pt>
                <c:pt idx="65" formatCode="General">
                  <c:v>4.7255659999999997</c:v>
                </c:pt>
                <c:pt idx="66" formatCode="General">
                  <c:v>4.7967399999999998</c:v>
                </c:pt>
                <c:pt idx="67" formatCode="General">
                  <c:v>4.8678939999999997</c:v>
                </c:pt>
                <c:pt idx="68" formatCode="General">
                  <c:v>4.9390289999999997</c:v>
                </c:pt>
                <c:pt idx="69" formatCode="General">
                  <c:v>5.0101440000000004</c:v>
                </c:pt>
                <c:pt idx="70" formatCode="General">
                  <c:v>5.0812400000000002</c:v>
                </c:pt>
                <c:pt idx="71" formatCode="General">
                  <c:v>5.1523139999999996</c:v>
                </c:pt>
                <c:pt idx="72" formatCode="General">
                  <c:v>5.2233689999999999</c:v>
                </c:pt>
                <c:pt idx="73" formatCode="General">
                  <c:v>5.2944019999999998</c:v>
                </c:pt>
                <c:pt idx="74" formatCode="General">
                  <c:v>5.3654140000000003</c:v>
                </c:pt>
                <c:pt idx="75" formatCode="General">
                  <c:v>5.4364049999999997</c:v>
                </c:pt>
                <c:pt idx="76" formatCode="General">
                  <c:v>5.5073740000000004</c:v>
                </c:pt>
                <c:pt idx="77" formatCode="General">
                  <c:v>5.5783209999999999</c:v>
                </c:pt>
                <c:pt idx="78" formatCode="General">
                  <c:v>5.6492449999999996</c:v>
                </c:pt>
                <c:pt idx="79" formatCode="General">
                  <c:v>5.720148</c:v>
                </c:pt>
                <c:pt idx="80" formatCode="General">
                  <c:v>5.7910269999999997</c:v>
                </c:pt>
                <c:pt idx="81" formatCode="General">
                  <c:v>5.8618829999999997</c:v>
                </c:pt>
                <c:pt idx="82" formatCode="General">
                  <c:v>5.932715</c:v>
                </c:pt>
                <c:pt idx="83" formatCode="General">
                  <c:v>6.0035239999999996</c:v>
                </c:pt>
                <c:pt idx="84" formatCode="General">
                  <c:v>6.0743090000000004</c:v>
                </c:pt>
                <c:pt idx="85" formatCode="General">
                  <c:v>6.1450699999999996</c:v>
                </c:pt>
                <c:pt idx="86" formatCode="General">
                  <c:v>6.2158059999999997</c:v>
                </c:pt>
                <c:pt idx="87" formatCode="General">
                  <c:v>6.2865159999999998</c:v>
                </c:pt>
                <c:pt idx="88" formatCode="General">
                  <c:v>6.357202</c:v>
                </c:pt>
                <c:pt idx="89" formatCode="General">
                  <c:v>6.4278630000000003</c:v>
                </c:pt>
                <c:pt idx="90" formatCode="General">
                  <c:v>6.4984970000000004</c:v>
                </c:pt>
                <c:pt idx="91" formatCode="General">
                  <c:v>6.5691059999999997</c:v>
                </c:pt>
                <c:pt idx="92" formatCode="General">
                  <c:v>6.6396889999999997</c:v>
                </c:pt>
                <c:pt idx="93" formatCode="General">
                  <c:v>6.7102449999999996</c:v>
                </c:pt>
                <c:pt idx="94" formatCode="General">
                  <c:v>6.7807740000000001</c:v>
                </c:pt>
                <c:pt idx="95" formatCode="General">
                  <c:v>6.8512760000000004</c:v>
                </c:pt>
                <c:pt idx="96" formatCode="General">
                  <c:v>6.9217510000000004</c:v>
                </c:pt>
                <c:pt idx="97" formatCode="General">
                  <c:v>6.9921980000000001</c:v>
                </c:pt>
                <c:pt idx="98" formatCode="General">
                  <c:v>7.0626160000000002</c:v>
                </c:pt>
                <c:pt idx="99" formatCode="General">
                  <c:v>7.1330070000000001</c:v>
                </c:pt>
                <c:pt idx="100" formatCode="General">
                  <c:v>7.2033690000000004</c:v>
                </c:pt>
                <c:pt idx="101" formatCode="General">
                  <c:v>7.2737030000000003</c:v>
                </c:pt>
                <c:pt idx="102" formatCode="General">
                  <c:v>7.3440070000000004</c:v>
                </c:pt>
                <c:pt idx="103" formatCode="General">
                  <c:v>7.4142809999999999</c:v>
                </c:pt>
                <c:pt idx="104" formatCode="General">
                  <c:v>7.4845269999999999</c:v>
                </c:pt>
                <c:pt idx="105" formatCode="General">
                  <c:v>7.5547420000000001</c:v>
                </c:pt>
                <c:pt idx="106" formatCode="General">
                  <c:v>7.6249269999999996</c:v>
                </c:pt>
                <c:pt idx="107" formatCode="General">
                  <c:v>7.6950820000000002</c:v>
                </c:pt>
                <c:pt idx="108" formatCode="General">
                  <c:v>7.7652049999999999</c:v>
                </c:pt>
                <c:pt idx="109" formatCode="General">
                  <c:v>7.8352979999999999</c:v>
                </c:pt>
                <c:pt idx="110" formatCode="General">
                  <c:v>7.9053589999999998</c:v>
                </c:pt>
                <c:pt idx="111" formatCode="General">
                  <c:v>7.9753889999999998</c:v>
                </c:pt>
                <c:pt idx="112" formatCode="General">
                  <c:v>8.0453869999999998</c:v>
                </c:pt>
                <c:pt idx="113" formatCode="General">
                  <c:v>8.1153530000000007</c:v>
                </c:pt>
                <c:pt idx="114" formatCode="General">
                  <c:v>8.1852859999999996</c:v>
                </c:pt>
                <c:pt idx="115" formatCode="General">
                  <c:v>8.2551860000000001</c:v>
                </c:pt>
                <c:pt idx="116" formatCode="General">
                  <c:v>8.3250539999999997</c:v>
                </c:pt>
                <c:pt idx="117" formatCode="General">
                  <c:v>8.3948879999999999</c:v>
                </c:pt>
                <c:pt idx="118" formatCode="General">
                  <c:v>8.4646880000000007</c:v>
                </c:pt>
                <c:pt idx="119" formatCode="General">
                  <c:v>8.5344549999999995</c:v>
                </c:pt>
                <c:pt idx="120" formatCode="General">
                  <c:v>8.6041880000000006</c:v>
                </c:pt>
                <c:pt idx="121" formatCode="General">
                  <c:v>8.6738859999999995</c:v>
                </c:pt>
                <c:pt idx="122" formatCode="General">
                  <c:v>8.7435489999999998</c:v>
                </c:pt>
                <c:pt idx="123" formatCode="General">
                  <c:v>8.8131780000000006</c:v>
                </c:pt>
                <c:pt idx="124" formatCode="General">
                  <c:v>8.882771</c:v>
                </c:pt>
                <c:pt idx="125" formatCode="General">
                  <c:v>8.9523290000000006</c:v>
                </c:pt>
                <c:pt idx="126" formatCode="General">
                  <c:v>9.0218509999999998</c:v>
                </c:pt>
                <c:pt idx="127" formatCode="General">
                  <c:v>9.0913360000000001</c:v>
                </c:pt>
                <c:pt idx="128" formatCode="General">
                  <c:v>9.1607859999999999</c:v>
                </c:pt>
                <c:pt idx="129" formatCode="General">
                  <c:v>9.2301990000000007</c:v>
                </c:pt>
                <c:pt idx="130" formatCode="General">
                  <c:v>9.2995750000000008</c:v>
                </c:pt>
                <c:pt idx="131" formatCode="General">
                  <c:v>9.3689129999999992</c:v>
                </c:pt>
                <c:pt idx="132" formatCode="General">
                  <c:v>9.4382140000000003</c:v>
                </c:pt>
                <c:pt idx="133" formatCode="General">
                  <c:v>9.5074780000000008</c:v>
                </c:pt>
                <c:pt idx="134" formatCode="General">
                  <c:v>9.5767030000000002</c:v>
                </c:pt>
                <c:pt idx="135" formatCode="General">
                  <c:v>9.6458899999999996</c:v>
                </c:pt>
                <c:pt idx="136" formatCode="General">
                  <c:v>9.7150379999999998</c:v>
                </c:pt>
                <c:pt idx="137" formatCode="General">
                  <c:v>9.7841480000000001</c:v>
                </c:pt>
                <c:pt idx="138" formatCode="General">
                  <c:v>9.8532189999999993</c:v>
                </c:pt>
                <c:pt idx="139" formatCode="General">
                  <c:v>9.92225</c:v>
                </c:pt>
                <c:pt idx="140" formatCode="General">
                  <c:v>9.9912410000000005</c:v>
                </c:pt>
                <c:pt idx="141" formatCode="General">
                  <c:v>10.06019</c:v>
                </c:pt>
                <c:pt idx="142" formatCode="General">
                  <c:v>10.129099999999999</c:v>
                </c:pt>
                <c:pt idx="143" formatCode="General">
                  <c:v>10.197979999999999</c:v>
                </c:pt>
                <c:pt idx="144" formatCode="General">
                  <c:v>10.2668</c:v>
                </c:pt>
                <c:pt idx="145" formatCode="General">
                  <c:v>10.33559</c:v>
                </c:pt>
                <c:pt idx="146" formatCode="General">
                  <c:v>10.404339999999999</c:v>
                </c:pt>
                <c:pt idx="147" formatCode="General">
                  <c:v>10.473050000000001</c:v>
                </c:pt>
                <c:pt idx="148" formatCode="General">
                  <c:v>10.54171</c:v>
                </c:pt>
                <c:pt idx="149" formatCode="General">
                  <c:v>10.610329999999999</c:v>
                </c:pt>
                <c:pt idx="150" formatCode="General">
                  <c:v>10.67891</c:v>
                </c:pt>
                <c:pt idx="151" formatCode="General">
                  <c:v>10.747450000000001</c:v>
                </c:pt>
                <c:pt idx="152" formatCode="General">
                  <c:v>10.815939999999999</c:v>
                </c:pt>
                <c:pt idx="153" formatCode="General">
                  <c:v>10.88439</c:v>
                </c:pt>
                <c:pt idx="154" formatCode="General">
                  <c:v>10.9528</c:v>
                </c:pt>
                <c:pt idx="155" formatCode="General">
                  <c:v>11.02116</c:v>
                </c:pt>
                <c:pt idx="156" formatCode="General">
                  <c:v>11.08948</c:v>
                </c:pt>
                <c:pt idx="157" formatCode="General">
                  <c:v>11.15776</c:v>
                </c:pt>
                <c:pt idx="158" formatCode="General">
                  <c:v>11.225989999999999</c:v>
                </c:pt>
                <c:pt idx="159" formatCode="General">
                  <c:v>11.294169999999999</c:v>
                </c:pt>
                <c:pt idx="160" formatCode="General">
                  <c:v>11.362310000000001</c:v>
                </c:pt>
                <c:pt idx="161" formatCode="General">
                  <c:v>11.43041</c:v>
                </c:pt>
                <c:pt idx="162" formatCode="General">
                  <c:v>11.49845</c:v>
                </c:pt>
                <c:pt idx="163" formatCode="General">
                  <c:v>11.566459999999999</c:v>
                </c:pt>
                <c:pt idx="164" formatCode="General">
                  <c:v>11.634410000000001</c:v>
                </c:pt>
                <c:pt idx="165" formatCode="General">
                  <c:v>11.70232</c:v>
                </c:pt>
                <c:pt idx="166" formatCode="General">
                  <c:v>11.770189999999999</c:v>
                </c:pt>
                <c:pt idx="167" formatCode="General">
                  <c:v>11.837999999999999</c:v>
                </c:pt>
                <c:pt idx="168" formatCode="General">
                  <c:v>11.90577</c:v>
                </c:pt>
                <c:pt idx="169" formatCode="General">
                  <c:v>11.97349</c:v>
                </c:pt>
                <c:pt idx="170" formatCode="General">
                  <c:v>12.041169999999999</c:v>
                </c:pt>
                <c:pt idx="171" formatCode="General">
                  <c:v>12.108790000000001</c:v>
                </c:pt>
                <c:pt idx="172" formatCode="General">
                  <c:v>12.17637</c:v>
                </c:pt>
                <c:pt idx="173" formatCode="General">
                  <c:v>12.2439</c:v>
                </c:pt>
                <c:pt idx="174" formatCode="General">
                  <c:v>12.31137</c:v>
                </c:pt>
                <c:pt idx="175" formatCode="General">
                  <c:v>12.3788</c:v>
                </c:pt>
                <c:pt idx="176" formatCode="General">
                  <c:v>12.44618</c:v>
                </c:pt>
                <c:pt idx="177" formatCode="General">
                  <c:v>12.51351</c:v>
                </c:pt>
                <c:pt idx="178" formatCode="General">
                  <c:v>12.58079</c:v>
                </c:pt>
                <c:pt idx="179" formatCode="General">
                  <c:v>12.648020000000001</c:v>
                </c:pt>
                <c:pt idx="180" formatCode="General">
                  <c:v>12.715199999999999</c:v>
                </c:pt>
                <c:pt idx="181" formatCode="General">
                  <c:v>12.78233</c:v>
                </c:pt>
                <c:pt idx="182" formatCode="General">
                  <c:v>12.849410000000001</c:v>
                </c:pt>
                <c:pt idx="183" formatCode="General">
                  <c:v>12.91644</c:v>
                </c:pt>
                <c:pt idx="184" formatCode="General">
                  <c:v>12.983409999999999</c:v>
                </c:pt>
                <c:pt idx="185" formatCode="General">
                  <c:v>13.050330000000001</c:v>
                </c:pt>
                <c:pt idx="186" formatCode="General">
                  <c:v>13.1172</c:v>
                </c:pt>
                <c:pt idx="187" formatCode="General">
                  <c:v>13.18402</c:v>
                </c:pt>
                <c:pt idx="188" formatCode="General">
                  <c:v>13.25079</c:v>
                </c:pt>
                <c:pt idx="189" formatCode="General">
                  <c:v>13.317500000000001</c:v>
                </c:pt>
                <c:pt idx="190" formatCode="General">
                  <c:v>13.38416</c:v>
                </c:pt>
                <c:pt idx="191" formatCode="General">
                  <c:v>13.450760000000001</c:v>
                </c:pt>
                <c:pt idx="192" formatCode="General">
                  <c:v>13.51731</c:v>
                </c:pt>
                <c:pt idx="193" formatCode="General">
                  <c:v>13.58381</c:v>
                </c:pt>
                <c:pt idx="194" formatCode="General">
                  <c:v>13.65025</c:v>
                </c:pt>
                <c:pt idx="195" formatCode="General">
                  <c:v>13.71664</c:v>
                </c:pt>
                <c:pt idx="196" formatCode="General">
                  <c:v>13.78298</c:v>
                </c:pt>
                <c:pt idx="197" formatCode="General">
                  <c:v>13.84925</c:v>
                </c:pt>
                <c:pt idx="198" formatCode="General">
                  <c:v>13.915480000000001</c:v>
                </c:pt>
                <c:pt idx="199" formatCode="General">
                  <c:v>13.981640000000001</c:v>
                </c:pt>
                <c:pt idx="200" formatCode="General">
                  <c:v>14.04776</c:v>
                </c:pt>
                <c:pt idx="201" formatCode="General">
                  <c:v>14.113810000000001</c:v>
                </c:pt>
                <c:pt idx="202" formatCode="General">
                  <c:v>14.17981</c:v>
                </c:pt>
                <c:pt idx="203" formatCode="General">
                  <c:v>14.245749999999999</c:v>
                </c:pt>
                <c:pt idx="204" formatCode="General">
                  <c:v>14.311640000000001</c:v>
                </c:pt>
                <c:pt idx="205" formatCode="General">
                  <c:v>14.377459999999999</c:v>
                </c:pt>
                <c:pt idx="206" formatCode="General">
                  <c:v>14.44323</c:v>
                </c:pt>
                <c:pt idx="207" formatCode="General">
                  <c:v>14.50895</c:v>
                </c:pt>
                <c:pt idx="208" formatCode="General">
                  <c:v>14.5746</c:v>
                </c:pt>
                <c:pt idx="209" formatCode="General">
                  <c:v>14.6402</c:v>
                </c:pt>
                <c:pt idx="210" formatCode="General">
                  <c:v>14.705730000000001</c:v>
                </c:pt>
                <c:pt idx="211" formatCode="General">
                  <c:v>14.77121</c:v>
                </c:pt>
                <c:pt idx="212" formatCode="General">
                  <c:v>14.83663</c:v>
                </c:pt>
                <c:pt idx="213" formatCode="General">
                  <c:v>14.90199</c:v>
                </c:pt>
                <c:pt idx="214" formatCode="General">
                  <c:v>14.96729</c:v>
                </c:pt>
                <c:pt idx="215" formatCode="General">
                  <c:v>15.032539999999999</c:v>
                </c:pt>
                <c:pt idx="216" formatCode="General">
                  <c:v>15.097720000000001</c:v>
                </c:pt>
                <c:pt idx="217" formatCode="General">
                  <c:v>15.162839999999999</c:v>
                </c:pt>
                <c:pt idx="218" formatCode="General">
                  <c:v>15.2279</c:v>
                </c:pt>
                <c:pt idx="219" formatCode="General">
                  <c:v>15.29289</c:v>
                </c:pt>
                <c:pt idx="220" formatCode="General">
                  <c:v>15.35783</c:v>
                </c:pt>
                <c:pt idx="221" formatCode="General">
                  <c:v>15.42271</c:v>
                </c:pt>
                <c:pt idx="222" formatCode="General">
                  <c:v>15.48752</c:v>
                </c:pt>
                <c:pt idx="223" formatCode="General">
                  <c:v>15.55228</c:v>
                </c:pt>
                <c:pt idx="224" formatCode="General">
                  <c:v>15.61697</c:v>
                </c:pt>
                <c:pt idx="225" formatCode="General">
                  <c:v>15.68159</c:v>
                </c:pt>
                <c:pt idx="226" formatCode="General">
                  <c:v>15.74616</c:v>
                </c:pt>
                <c:pt idx="227" formatCode="General">
                  <c:v>15.81066</c:v>
                </c:pt>
                <c:pt idx="228" formatCode="General">
                  <c:v>15.8751</c:v>
                </c:pt>
                <c:pt idx="229" formatCode="General">
                  <c:v>15.93948</c:v>
                </c:pt>
                <c:pt idx="230" formatCode="General">
                  <c:v>16.003789999999999</c:v>
                </c:pt>
                <c:pt idx="231" formatCode="General">
                  <c:v>16.06804</c:v>
                </c:pt>
                <c:pt idx="232" formatCode="General">
                  <c:v>16.13222</c:v>
                </c:pt>
                <c:pt idx="233" formatCode="General">
                  <c:v>16.196339999999999</c:v>
                </c:pt>
                <c:pt idx="234" formatCode="General">
                  <c:v>16.260390000000001</c:v>
                </c:pt>
                <c:pt idx="235" formatCode="General">
                  <c:v>16.324380000000001</c:v>
                </c:pt>
                <c:pt idx="236" formatCode="General">
                  <c:v>16.388300000000001</c:v>
                </c:pt>
                <c:pt idx="237" formatCode="General">
                  <c:v>16.452159999999999</c:v>
                </c:pt>
                <c:pt idx="238" formatCode="General">
                  <c:v>16.51595</c:v>
                </c:pt>
                <c:pt idx="239" formatCode="General">
                  <c:v>16.57968</c:v>
                </c:pt>
                <c:pt idx="240" formatCode="General">
                  <c:v>16.643339999999998</c:v>
                </c:pt>
                <c:pt idx="241" formatCode="General">
                  <c:v>16.70693</c:v>
                </c:pt>
                <c:pt idx="242" formatCode="General">
                  <c:v>16.77046</c:v>
                </c:pt>
                <c:pt idx="243" formatCode="General">
                  <c:v>16.833919999999999</c:v>
                </c:pt>
                <c:pt idx="244" formatCode="General">
                  <c:v>16.897310000000001</c:v>
                </c:pt>
                <c:pt idx="245" formatCode="General">
                  <c:v>16.960640000000001</c:v>
                </c:pt>
                <c:pt idx="246" formatCode="General">
                  <c:v>17.023890000000002</c:v>
                </c:pt>
                <c:pt idx="247" formatCode="General">
                  <c:v>17.08708</c:v>
                </c:pt>
                <c:pt idx="248" formatCode="General">
                  <c:v>17.150200000000002</c:v>
                </c:pt>
                <c:pt idx="249" formatCode="General">
                  <c:v>17.213249999999999</c:v>
                </c:pt>
                <c:pt idx="250" formatCode="General">
                  <c:v>17.276240000000001</c:v>
                </c:pt>
                <c:pt idx="251" formatCode="General">
                  <c:v>17.33915</c:v>
                </c:pt>
                <c:pt idx="252" formatCode="General">
                  <c:v>17.401990000000001</c:v>
                </c:pt>
                <c:pt idx="253" formatCode="General">
                  <c:v>17.464770000000001</c:v>
                </c:pt>
                <c:pt idx="254" formatCode="General">
                  <c:v>17.527480000000001</c:v>
                </c:pt>
                <c:pt idx="255" formatCode="General">
                  <c:v>17.590109999999999</c:v>
                </c:pt>
                <c:pt idx="256" formatCode="General">
                  <c:v>17.652670000000001</c:v>
                </c:pt>
                <c:pt idx="257" formatCode="General">
                  <c:v>17.715170000000001</c:v>
                </c:pt>
                <c:pt idx="258" formatCode="General">
                  <c:v>17.77759</c:v>
                </c:pt>
                <c:pt idx="259" formatCode="General">
                  <c:v>17.839939999999999</c:v>
                </c:pt>
                <c:pt idx="260" formatCode="General">
                  <c:v>17.90222</c:v>
                </c:pt>
                <c:pt idx="261" formatCode="General">
                  <c:v>17.96443</c:v>
                </c:pt>
                <c:pt idx="262" formatCode="General">
                  <c:v>18.02657</c:v>
                </c:pt>
                <c:pt idx="263" formatCode="General">
                  <c:v>18.088629999999998</c:v>
                </c:pt>
                <c:pt idx="264" formatCode="General">
                  <c:v>18.15063</c:v>
                </c:pt>
                <c:pt idx="265" formatCode="General">
                  <c:v>18.21255</c:v>
                </c:pt>
                <c:pt idx="266" formatCode="General">
                  <c:v>18.27439</c:v>
                </c:pt>
                <c:pt idx="267" formatCode="General">
                  <c:v>18.336169999999999</c:v>
                </c:pt>
                <c:pt idx="268" formatCode="General">
                  <c:v>18.397870000000001</c:v>
                </c:pt>
                <c:pt idx="269" formatCode="General">
                  <c:v>18.459499999999998</c:v>
                </c:pt>
                <c:pt idx="270" formatCode="General">
                  <c:v>18.521049999999999</c:v>
                </c:pt>
                <c:pt idx="271" formatCode="General">
                  <c:v>18.582529999999998</c:v>
                </c:pt>
                <c:pt idx="272" formatCode="General">
                  <c:v>18.643930000000001</c:v>
                </c:pt>
                <c:pt idx="273" formatCode="General">
                  <c:v>18.705259999999999</c:v>
                </c:pt>
                <c:pt idx="274" formatCode="General">
                  <c:v>18.76652</c:v>
                </c:pt>
                <c:pt idx="275" formatCode="General">
                  <c:v>18.8277</c:v>
                </c:pt>
                <c:pt idx="276" formatCode="General">
                  <c:v>18.8888</c:v>
                </c:pt>
                <c:pt idx="277" formatCode="General">
                  <c:v>18.949829999999999</c:v>
                </c:pt>
                <c:pt idx="278" formatCode="General">
                  <c:v>19.01079</c:v>
                </c:pt>
                <c:pt idx="279" formatCode="General">
                  <c:v>19.071660000000001</c:v>
                </c:pt>
                <c:pt idx="280" formatCode="General">
                  <c:v>19.132470000000001</c:v>
                </c:pt>
                <c:pt idx="281" formatCode="General">
                  <c:v>19.193190000000001</c:v>
                </c:pt>
                <c:pt idx="282" formatCode="General">
                  <c:v>19.25384</c:v>
                </c:pt>
                <c:pt idx="283" formatCode="General">
                  <c:v>19.314409999999999</c:v>
                </c:pt>
                <c:pt idx="284" formatCode="General">
                  <c:v>19.3749</c:v>
                </c:pt>
                <c:pt idx="285" formatCode="General">
                  <c:v>19.435320000000001</c:v>
                </c:pt>
                <c:pt idx="286" formatCode="General">
                  <c:v>19.495660000000001</c:v>
                </c:pt>
                <c:pt idx="287" formatCode="General">
                  <c:v>19.55592</c:v>
                </c:pt>
                <c:pt idx="288" formatCode="General">
                  <c:v>19.616099999999999</c:v>
                </c:pt>
                <c:pt idx="289" formatCode="General">
                  <c:v>19.676200000000001</c:v>
                </c:pt>
                <c:pt idx="290" formatCode="General">
                  <c:v>19.736229999999999</c:v>
                </c:pt>
                <c:pt idx="291" formatCode="General">
                  <c:v>19.79618</c:v>
                </c:pt>
                <c:pt idx="292" formatCode="General">
                  <c:v>19.85604</c:v>
                </c:pt>
                <c:pt idx="293" formatCode="General">
                  <c:v>19.91583</c:v>
                </c:pt>
                <c:pt idx="294" formatCode="General">
                  <c:v>19.975539999999999</c:v>
                </c:pt>
                <c:pt idx="295" formatCode="General">
                  <c:v>20.035170000000001</c:v>
                </c:pt>
                <c:pt idx="296" formatCode="General">
                  <c:v>20.094719999999999</c:v>
                </c:pt>
                <c:pt idx="297" formatCode="General">
                  <c:v>20.15418</c:v>
                </c:pt>
                <c:pt idx="298" formatCode="General">
                  <c:v>20.213570000000001</c:v>
                </c:pt>
                <c:pt idx="299" formatCode="General">
                  <c:v>20.272880000000001</c:v>
                </c:pt>
                <c:pt idx="300" formatCode="General">
                  <c:v>20.332100000000001</c:v>
                </c:pt>
                <c:pt idx="301" formatCode="General">
                  <c:v>20.39124</c:v>
                </c:pt>
                <c:pt idx="302" formatCode="General">
                  <c:v>20.450310000000002</c:v>
                </c:pt>
                <c:pt idx="303" formatCode="General">
                  <c:v>20.50929</c:v>
                </c:pt>
                <c:pt idx="304" formatCode="General">
                  <c:v>20.568190000000001</c:v>
                </c:pt>
                <c:pt idx="305" formatCode="General">
                  <c:v>20.626999999999999</c:v>
                </c:pt>
                <c:pt idx="306" formatCode="General">
                  <c:v>20.68573</c:v>
                </c:pt>
                <c:pt idx="307" formatCode="General">
                  <c:v>20.74438</c:v>
                </c:pt>
                <c:pt idx="308" formatCode="General">
                  <c:v>20.802949999999999</c:v>
                </c:pt>
                <c:pt idx="309" formatCode="General">
                  <c:v>20.861440000000002</c:v>
                </c:pt>
                <c:pt idx="310" formatCode="General">
                  <c:v>20.919840000000001</c:v>
                </c:pt>
                <c:pt idx="311" formatCode="General">
                  <c:v>20.978159999999999</c:v>
                </c:pt>
                <c:pt idx="312" formatCode="General">
                  <c:v>21.036390000000001</c:v>
                </c:pt>
                <c:pt idx="313" formatCode="General">
                  <c:v>21.094539999999999</c:v>
                </c:pt>
                <c:pt idx="314" formatCode="General">
                  <c:v>21.1526</c:v>
                </c:pt>
                <c:pt idx="315" formatCode="General">
                  <c:v>21.21058</c:v>
                </c:pt>
                <c:pt idx="316" formatCode="General">
                  <c:v>21.26848</c:v>
                </c:pt>
                <c:pt idx="317" formatCode="General">
                  <c:v>21.32629</c:v>
                </c:pt>
                <c:pt idx="318" formatCode="General">
                  <c:v>21.38402</c:v>
                </c:pt>
                <c:pt idx="319" formatCode="General">
                  <c:v>21.441649999999999</c:v>
                </c:pt>
                <c:pt idx="320" formatCode="General">
                  <c:v>21.499210000000001</c:v>
                </c:pt>
                <c:pt idx="321" formatCode="General">
                  <c:v>21.55668</c:v>
                </c:pt>
                <c:pt idx="322" formatCode="General">
                  <c:v>21.614059999999998</c:v>
                </c:pt>
                <c:pt idx="323" formatCode="General">
                  <c:v>21.67135</c:v>
                </c:pt>
                <c:pt idx="324" formatCode="General">
                  <c:v>21.728560000000002</c:v>
                </c:pt>
                <c:pt idx="325" formatCode="General">
                  <c:v>21.785679999999999</c:v>
                </c:pt>
                <c:pt idx="326" formatCode="General">
                  <c:v>21.84272</c:v>
                </c:pt>
                <c:pt idx="327" formatCode="General">
                  <c:v>21.89967</c:v>
                </c:pt>
                <c:pt idx="328" formatCode="General">
                  <c:v>21.956520000000001</c:v>
                </c:pt>
                <c:pt idx="329" formatCode="General">
                  <c:v>22.013300000000001</c:v>
                </c:pt>
                <c:pt idx="330" formatCode="General">
                  <c:v>22.069980000000001</c:v>
                </c:pt>
                <c:pt idx="331" formatCode="General">
                  <c:v>22.126580000000001</c:v>
                </c:pt>
                <c:pt idx="332" formatCode="General">
                  <c:v>22.18308</c:v>
                </c:pt>
                <c:pt idx="333" formatCode="General">
                  <c:v>22.2395</c:v>
                </c:pt>
                <c:pt idx="334" formatCode="General">
                  <c:v>22.295829999999999</c:v>
                </c:pt>
                <c:pt idx="335" formatCode="General">
                  <c:v>22.352070000000001</c:v>
                </c:pt>
                <c:pt idx="336" formatCode="General">
                  <c:v>22.40822</c:v>
                </c:pt>
                <c:pt idx="337" formatCode="General">
                  <c:v>22.464279999999999</c:v>
                </c:pt>
                <c:pt idx="338" formatCode="General">
                  <c:v>22.520250000000001</c:v>
                </c:pt>
                <c:pt idx="339" formatCode="General">
                  <c:v>22.576129999999999</c:v>
                </c:pt>
                <c:pt idx="340" formatCode="General">
                  <c:v>22.631920000000001</c:v>
                </c:pt>
                <c:pt idx="341" formatCode="General">
                  <c:v>22.687619999999999</c:v>
                </c:pt>
                <c:pt idx="342" formatCode="General">
                  <c:v>22.743230000000001</c:v>
                </c:pt>
                <c:pt idx="343" formatCode="General">
                  <c:v>22.798749999999998</c:v>
                </c:pt>
                <c:pt idx="344" formatCode="General">
                  <c:v>22.854179999999999</c:v>
                </c:pt>
                <c:pt idx="345" formatCode="General">
                  <c:v>22.909510000000001</c:v>
                </c:pt>
                <c:pt idx="346" formatCode="General">
                  <c:v>22.964759999999998</c:v>
                </c:pt>
                <c:pt idx="347" formatCode="General">
                  <c:v>23.019909999999999</c:v>
                </c:pt>
                <c:pt idx="348" formatCode="General">
                  <c:v>23.07497</c:v>
                </c:pt>
                <c:pt idx="349" formatCode="General">
                  <c:v>23.129940000000001</c:v>
                </c:pt>
                <c:pt idx="350" formatCode="General">
                  <c:v>23.184809999999999</c:v>
                </c:pt>
                <c:pt idx="351" formatCode="General">
                  <c:v>23.239599999999999</c:v>
                </c:pt>
                <c:pt idx="352" formatCode="General">
                  <c:v>23.294280000000001</c:v>
                </c:pt>
                <c:pt idx="353" formatCode="General">
                  <c:v>23.348880000000001</c:v>
                </c:pt>
                <c:pt idx="354" formatCode="General">
                  <c:v>23.403390000000002</c:v>
                </c:pt>
                <c:pt idx="355" formatCode="General">
                  <c:v>23.457789999999999</c:v>
                </c:pt>
                <c:pt idx="356" formatCode="General">
                  <c:v>23.51211</c:v>
                </c:pt>
                <c:pt idx="357" formatCode="General">
                  <c:v>23.566330000000001</c:v>
                </c:pt>
                <c:pt idx="358" formatCode="General">
                  <c:v>23.620460000000001</c:v>
                </c:pt>
                <c:pt idx="359" formatCode="General">
                  <c:v>23.674489999999999</c:v>
                </c:pt>
                <c:pt idx="360" formatCode="General">
                  <c:v>23.728429999999999</c:v>
                </c:pt>
                <c:pt idx="361" formatCode="General">
                  <c:v>23.78227</c:v>
                </c:pt>
                <c:pt idx="362" formatCode="General">
                  <c:v>23.836020000000001</c:v>
                </c:pt>
                <c:pt idx="363" formatCode="General">
                  <c:v>23.889669999999999</c:v>
                </c:pt>
                <c:pt idx="364" formatCode="General">
                  <c:v>23.94323</c:v>
                </c:pt>
                <c:pt idx="365" formatCode="General">
                  <c:v>23.996690000000001</c:v>
                </c:pt>
                <c:pt idx="366" formatCode="General">
                  <c:v>24.050059999999998</c:v>
                </c:pt>
                <c:pt idx="367" formatCode="General">
                  <c:v>24.10333</c:v>
                </c:pt>
                <c:pt idx="368" formatCode="General">
                  <c:v>24.156500000000001</c:v>
                </c:pt>
                <c:pt idx="369" formatCode="General">
                  <c:v>24.209579999999999</c:v>
                </c:pt>
                <c:pt idx="370" formatCode="General">
                  <c:v>24.262560000000001</c:v>
                </c:pt>
                <c:pt idx="371" formatCode="General">
                  <c:v>24.315439999999999</c:v>
                </c:pt>
                <c:pt idx="372" formatCode="General">
                  <c:v>24.368220000000001</c:v>
                </c:pt>
                <c:pt idx="373" formatCode="General">
                  <c:v>24.420909999999999</c:v>
                </c:pt>
                <c:pt idx="374" formatCode="General">
                  <c:v>24.473500000000001</c:v>
                </c:pt>
                <c:pt idx="375" formatCode="General">
                  <c:v>24.52599</c:v>
                </c:pt>
                <c:pt idx="376" formatCode="General">
                  <c:v>24.578389999999999</c:v>
                </c:pt>
                <c:pt idx="377" formatCode="General">
                  <c:v>24.630680000000002</c:v>
                </c:pt>
                <c:pt idx="378" formatCode="General">
                  <c:v>24.682880000000001</c:v>
                </c:pt>
                <c:pt idx="379" formatCode="General">
                  <c:v>24.73498</c:v>
                </c:pt>
                <c:pt idx="380" formatCode="General">
                  <c:v>24.78698</c:v>
                </c:pt>
                <c:pt idx="381" formatCode="General">
                  <c:v>24.83888</c:v>
                </c:pt>
                <c:pt idx="382" formatCode="General">
                  <c:v>24.89068</c:v>
                </c:pt>
                <c:pt idx="383" formatCode="General">
                  <c:v>24.94238</c:v>
                </c:pt>
                <c:pt idx="384" formatCode="General">
                  <c:v>24.993980000000001</c:v>
                </c:pt>
                <c:pt idx="385" formatCode="General">
                  <c:v>25.045480000000001</c:v>
                </c:pt>
                <c:pt idx="386" formatCode="General">
                  <c:v>25.096879999999999</c:v>
                </c:pt>
                <c:pt idx="387" formatCode="General">
                  <c:v>25.14819</c:v>
                </c:pt>
                <c:pt idx="388" formatCode="General">
                  <c:v>25.199380000000001</c:v>
                </c:pt>
                <c:pt idx="389" formatCode="General">
                  <c:v>25.25048</c:v>
                </c:pt>
                <c:pt idx="390" formatCode="General">
                  <c:v>25.301480000000002</c:v>
                </c:pt>
                <c:pt idx="391" formatCode="General">
                  <c:v>25.35238</c:v>
                </c:pt>
                <c:pt idx="392" formatCode="General">
                  <c:v>25.403179999999999</c:v>
                </c:pt>
                <c:pt idx="393" formatCode="General">
                  <c:v>25.453869999999998</c:v>
                </c:pt>
                <c:pt idx="394" formatCode="General">
                  <c:v>25.504470000000001</c:v>
                </c:pt>
                <c:pt idx="395" formatCode="General">
                  <c:v>25.554950000000002</c:v>
                </c:pt>
                <c:pt idx="396" formatCode="General">
                  <c:v>25.605340000000002</c:v>
                </c:pt>
                <c:pt idx="397" formatCode="General">
                  <c:v>25.655629999999999</c:v>
                </c:pt>
                <c:pt idx="398" formatCode="General">
                  <c:v>25.70581</c:v>
                </c:pt>
                <c:pt idx="399" formatCode="General">
                  <c:v>25.755890000000001</c:v>
                </c:pt>
                <c:pt idx="400" formatCode="General">
                  <c:v>25.805869999999999</c:v>
                </c:pt>
                <c:pt idx="401" formatCode="General">
                  <c:v>25.85575</c:v>
                </c:pt>
                <c:pt idx="402" formatCode="General">
                  <c:v>25.905519999999999</c:v>
                </c:pt>
                <c:pt idx="403" formatCode="General">
                  <c:v>25.955179999999999</c:v>
                </c:pt>
                <c:pt idx="404" formatCode="General">
                  <c:v>26.004750000000001</c:v>
                </c:pt>
                <c:pt idx="405" formatCode="General">
                  <c:v>26.054200000000002</c:v>
                </c:pt>
                <c:pt idx="406" formatCode="General">
                  <c:v>26.103560000000002</c:v>
                </c:pt>
                <c:pt idx="407" formatCode="General">
                  <c:v>26.152809999999999</c:v>
                </c:pt>
                <c:pt idx="408" formatCode="General">
                  <c:v>26.20196</c:v>
                </c:pt>
                <c:pt idx="409" formatCode="General">
                  <c:v>26.251000000000001</c:v>
                </c:pt>
                <c:pt idx="410" formatCode="General">
                  <c:v>26.29993</c:v>
                </c:pt>
                <c:pt idx="411" formatCode="General">
                  <c:v>26.348769999999998</c:v>
                </c:pt>
                <c:pt idx="412" formatCode="General">
                  <c:v>26.397490000000001</c:v>
                </c:pt>
                <c:pt idx="413" formatCode="General">
                  <c:v>26.446110000000001</c:v>
                </c:pt>
                <c:pt idx="414" formatCode="General">
                  <c:v>26.494630000000001</c:v>
                </c:pt>
                <c:pt idx="415" formatCode="General">
                  <c:v>26.543030000000002</c:v>
                </c:pt>
                <c:pt idx="416" formatCode="General">
                  <c:v>26.591339999999999</c:v>
                </c:pt>
                <c:pt idx="417" formatCode="General">
                  <c:v>26.639530000000001</c:v>
                </c:pt>
                <c:pt idx="418" formatCode="General">
                  <c:v>26.687619999999999</c:v>
                </c:pt>
                <c:pt idx="419" formatCode="General">
                  <c:v>26.735600000000002</c:v>
                </c:pt>
                <c:pt idx="420" formatCode="General">
                  <c:v>26.783480000000001</c:v>
                </c:pt>
                <c:pt idx="421" formatCode="General">
                  <c:v>26.831250000000001</c:v>
                </c:pt>
                <c:pt idx="422" formatCode="General">
                  <c:v>26.878910000000001</c:v>
                </c:pt>
                <c:pt idx="423" formatCode="General">
                  <c:v>26.926459999999999</c:v>
                </c:pt>
                <c:pt idx="424" formatCode="General">
                  <c:v>26.97391</c:v>
                </c:pt>
                <c:pt idx="425" formatCode="General">
                  <c:v>27.021249999999998</c:v>
                </c:pt>
                <c:pt idx="426" formatCode="General">
                  <c:v>27.068480000000001</c:v>
                </c:pt>
                <c:pt idx="427" formatCode="General">
                  <c:v>27.115600000000001</c:v>
                </c:pt>
                <c:pt idx="428" formatCode="General">
                  <c:v>27.162610000000001</c:v>
                </c:pt>
                <c:pt idx="429" formatCode="General">
                  <c:v>27.209520000000001</c:v>
                </c:pt>
                <c:pt idx="430" formatCode="General">
                  <c:v>27.256309999999999</c:v>
                </c:pt>
                <c:pt idx="431" formatCode="General">
                  <c:v>27.303000000000001</c:v>
                </c:pt>
                <c:pt idx="432" formatCode="General">
                  <c:v>27.34958</c:v>
                </c:pt>
                <c:pt idx="433" formatCode="General">
                  <c:v>27.396039999999999</c:v>
                </c:pt>
                <c:pt idx="434" formatCode="General">
                  <c:v>27.442399999999999</c:v>
                </c:pt>
                <c:pt idx="435" formatCode="General">
                  <c:v>27.48865</c:v>
                </c:pt>
                <c:pt idx="436" formatCode="General">
                  <c:v>27.534790000000001</c:v>
                </c:pt>
                <c:pt idx="437" formatCode="General">
                  <c:v>27.580819999999999</c:v>
                </c:pt>
                <c:pt idx="438" formatCode="General">
                  <c:v>27.626740000000002</c:v>
                </c:pt>
                <c:pt idx="439" formatCode="General">
                  <c:v>27.672540000000001</c:v>
                </c:pt>
                <c:pt idx="440" formatCode="General">
                  <c:v>27.718240000000002</c:v>
                </c:pt>
                <c:pt idx="441" formatCode="General">
                  <c:v>27.763829999999999</c:v>
                </c:pt>
                <c:pt idx="442" formatCode="General">
                  <c:v>27.8093</c:v>
                </c:pt>
                <c:pt idx="443" formatCode="General">
                  <c:v>27.854669999999999</c:v>
                </c:pt>
                <c:pt idx="444" formatCode="General">
                  <c:v>27.899920000000002</c:v>
                </c:pt>
                <c:pt idx="445" formatCode="General">
                  <c:v>27.945060000000002</c:v>
                </c:pt>
                <c:pt idx="446" formatCode="General">
                  <c:v>27.990089999999999</c:v>
                </c:pt>
                <c:pt idx="447" formatCode="General">
                  <c:v>28.03501</c:v>
                </c:pt>
                <c:pt idx="448" formatCode="General">
                  <c:v>28.079809999999998</c:v>
                </c:pt>
                <c:pt idx="449" formatCode="General">
                  <c:v>28.124500000000001</c:v>
                </c:pt>
                <c:pt idx="450" formatCode="General">
                  <c:v>28.169080000000001</c:v>
                </c:pt>
                <c:pt idx="451" formatCode="General">
                  <c:v>28.213550000000001</c:v>
                </c:pt>
                <c:pt idx="452" formatCode="General">
                  <c:v>28.257909999999999</c:v>
                </c:pt>
                <c:pt idx="453" formatCode="General">
                  <c:v>28.302150000000001</c:v>
                </c:pt>
                <c:pt idx="454" formatCode="General">
                  <c:v>28.34628</c:v>
                </c:pt>
                <c:pt idx="455" formatCode="General">
                  <c:v>28.39029</c:v>
                </c:pt>
                <c:pt idx="456" formatCode="General">
                  <c:v>28.434190000000001</c:v>
                </c:pt>
                <c:pt idx="457" formatCode="General">
                  <c:v>28.477979999999999</c:v>
                </c:pt>
                <c:pt idx="458" formatCode="General">
                  <c:v>28.521650000000001</c:v>
                </c:pt>
                <c:pt idx="459" formatCode="General">
                  <c:v>28.56521</c:v>
                </c:pt>
                <c:pt idx="460" formatCode="General">
                  <c:v>28.60866</c:v>
                </c:pt>
                <c:pt idx="461" formatCode="General">
                  <c:v>28.651990000000001</c:v>
                </c:pt>
                <c:pt idx="462" formatCode="General">
                  <c:v>28.695209999999999</c:v>
                </c:pt>
                <c:pt idx="463" formatCode="General">
                  <c:v>28.738309999999998</c:v>
                </c:pt>
                <c:pt idx="464" formatCode="General">
                  <c:v>28.781300000000002</c:v>
                </c:pt>
                <c:pt idx="465" formatCode="General">
                  <c:v>28.824169999999999</c:v>
                </c:pt>
                <c:pt idx="466" formatCode="General">
                  <c:v>28.86692</c:v>
                </c:pt>
                <c:pt idx="467" formatCode="General">
                  <c:v>28.909559999999999</c:v>
                </c:pt>
                <c:pt idx="468" formatCode="General">
                  <c:v>28.952089999999998</c:v>
                </c:pt>
                <c:pt idx="469" formatCode="General">
                  <c:v>28.994499999999999</c:v>
                </c:pt>
                <c:pt idx="470" formatCode="General">
                  <c:v>29.03679</c:v>
                </c:pt>
                <c:pt idx="471" formatCode="General">
                  <c:v>29.078970000000002</c:v>
                </c:pt>
                <c:pt idx="472" formatCode="General">
                  <c:v>29.121030000000001</c:v>
                </c:pt>
                <c:pt idx="473" formatCode="General">
                  <c:v>29.162970000000001</c:v>
                </c:pt>
                <c:pt idx="474" formatCode="General">
                  <c:v>29.204799999999999</c:v>
                </c:pt>
                <c:pt idx="475" formatCode="General">
                  <c:v>29.246510000000001</c:v>
                </c:pt>
                <c:pt idx="476" formatCode="General">
                  <c:v>29.28811</c:v>
                </c:pt>
                <c:pt idx="477" formatCode="General">
                  <c:v>29.32958</c:v>
                </c:pt>
                <c:pt idx="478" formatCode="General">
                  <c:v>29.370940000000001</c:v>
                </c:pt>
                <c:pt idx="479" formatCode="General">
                  <c:v>29.412189999999999</c:v>
                </c:pt>
                <c:pt idx="480" formatCode="General">
                  <c:v>29.453309999999998</c:v>
                </c:pt>
                <c:pt idx="481" formatCode="General">
                  <c:v>29.494319999999998</c:v>
                </c:pt>
                <c:pt idx="482" formatCode="General">
                  <c:v>29.5352</c:v>
                </c:pt>
                <c:pt idx="483" formatCode="General">
                  <c:v>29.575980000000001</c:v>
                </c:pt>
                <c:pt idx="484" formatCode="General">
                  <c:v>29.616630000000001</c:v>
                </c:pt>
                <c:pt idx="485" formatCode="General">
                  <c:v>29.657160000000001</c:v>
                </c:pt>
                <c:pt idx="486" formatCode="General">
                  <c:v>29.697579999999999</c:v>
                </c:pt>
                <c:pt idx="487" formatCode="General">
                  <c:v>29.737870000000001</c:v>
                </c:pt>
                <c:pt idx="488" formatCode="General">
                  <c:v>29.77805</c:v>
                </c:pt>
                <c:pt idx="489" formatCode="General">
                  <c:v>29.818110000000001</c:v>
                </c:pt>
                <c:pt idx="490" formatCode="General">
                  <c:v>29.858049999999999</c:v>
                </c:pt>
                <c:pt idx="491" formatCode="General">
                  <c:v>29.897870000000001</c:v>
                </c:pt>
                <c:pt idx="492" formatCode="General">
                  <c:v>29.937570000000001</c:v>
                </c:pt>
                <c:pt idx="493" formatCode="General">
                  <c:v>29.977150000000002</c:v>
                </c:pt>
                <c:pt idx="494" formatCode="General">
                  <c:v>30.01661</c:v>
                </c:pt>
                <c:pt idx="495" formatCode="General">
                  <c:v>30.055949999999999</c:v>
                </c:pt>
                <c:pt idx="496" formatCode="General">
                  <c:v>30.09517</c:v>
                </c:pt>
                <c:pt idx="497" formatCode="General">
                  <c:v>30.134270000000001</c:v>
                </c:pt>
                <c:pt idx="498" formatCode="General">
                  <c:v>30.17324</c:v>
                </c:pt>
                <c:pt idx="499" formatCode="General">
                  <c:v>30.2121</c:v>
                </c:pt>
                <c:pt idx="500" formatCode="General">
                  <c:v>30.25084</c:v>
                </c:pt>
                <c:pt idx="501" formatCode="General">
                  <c:v>30.289459999999998</c:v>
                </c:pt>
                <c:pt idx="502" formatCode="General">
                  <c:v>30.327950000000001</c:v>
                </c:pt>
                <c:pt idx="503" formatCode="General">
                  <c:v>30.366330000000001</c:v>
                </c:pt>
                <c:pt idx="504" formatCode="General">
                  <c:v>30.404579999999999</c:v>
                </c:pt>
                <c:pt idx="505" formatCode="General">
                  <c:v>30.442710000000002</c:v>
                </c:pt>
                <c:pt idx="506" formatCode="General">
                  <c:v>30.480720000000002</c:v>
                </c:pt>
                <c:pt idx="507" formatCode="General">
                  <c:v>30.518609999999999</c:v>
                </c:pt>
                <c:pt idx="508" formatCode="General">
                  <c:v>30.556370000000001</c:v>
                </c:pt>
                <c:pt idx="509" formatCode="General">
                  <c:v>30.59402</c:v>
                </c:pt>
                <c:pt idx="510" formatCode="General">
                  <c:v>30.631530000000001</c:v>
                </c:pt>
                <c:pt idx="511" formatCode="General">
                  <c:v>30.66893</c:v>
                </c:pt>
                <c:pt idx="512" formatCode="General">
                  <c:v>30.706209999999999</c:v>
                </c:pt>
                <c:pt idx="513" formatCode="General">
                  <c:v>30.743359999999999</c:v>
                </c:pt>
                <c:pt idx="514" formatCode="General">
                  <c:v>30.780390000000001</c:v>
                </c:pt>
                <c:pt idx="515" formatCode="General">
                  <c:v>30.817299999999999</c:v>
                </c:pt>
                <c:pt idx="516" formatCode="General">
                  <c:v>30.85408</c:v>
                </c:pt>
                <c:pt idx="517" formatCode="General">
                  <c:v>30.890740000000001</c:v>
                </c:pt>
                <c:pt idx="518" formatCode="General">
                  <c:v>30.92728</c:v>
                </c:pt>
                <c:pt idx="519" formatCode="General">
                  <c:v>30.96369</c:v>
                </c:pt>
                <c:pt idx="520" formatCode="General">
                  <c:v>30.999980000000001</c:v>
                </c:pt>
                <c:pt idx="521" formatCode="General">
                  <c:v>31.03614</c:v>
                </c:pt>
                <c:pt idx="522" formatCode="General">
                  <c:v>31.072179999999999</c:v>
                </c:pt>
                <c:pt idx="523" formatCode="General">
                  <c:v>31.1081</c:v>
                </c:pt>
                <c:pt idx="524" formatCode="General">
                  <c:v>31.143889999999999</c:v>
                </c:pt>
                <c:pt idx="525" formatCode="General">
                  <c:v>31.179559999999999</c:v>
                </c:pt>
                <c:pt idx="526" formatCode="General">
                  <c:v>31.2151</c:v>
                </c:pt>
                <c:pt idx="527" formatCode="General">
                  <c:v>31.250520000000002</c:v>
                </c:pt>
                <c:pt idx="528" formatCode="General">
                  <c:v>31.285810000000001</c:v>
                </c:pt>
                <c:pt idx="529" formatCode="General">
                  <c:v>31.320979999999999</c:v>
                </c:pt>
                <c:pt idx="530" formatCode="General">
                  <c:v>31.356020000000001</c:v>
                </c:pt>
                <c:pt idx="531" formatCode="General">
                  <c:v>31.390940000000001</c:v>
                </c:pt>
                <c:pt idx="532" formatCode="General">
                  <c:v>31.425730000000001</c:v>
                </c:pt>
                <c:pt idx="533" formatCode="General">
                  <c:v>31.46039</c:v>
                </c:pt>
                <c:pt idx="534" formatCode="General">
                  <c:v>31.49493</c:v>
                </c:pt>
                <c:pt idx="535" formatCode="General">
                  <c:v>31.529350000000001</c:v>
                </c:pt>
                <c:pt idx="536" formatCode="General">
                  <c:v>31.56363</c:v>
                </c:pt>
                <c:pt idx="537" formatCode="General">
                  <c:v>31.597799999999999</c:v>
                </c:pt>
                <c:pt idx="538" formatCode="General">
                  <c:v>31.631830000000001</c:v>
                </c:pt>
                <c:pt idx="539" formatCode="General">
                  <c:v>31.66574</c:v>
                </c:pt>
                <c:pt idx="540" formatCode="General">
                  <c:v>31.69952</c:v>
                </c:pt>
                <c:pt idx="541" formatCode="General">
                  <c:v>31.733180000000001</c:v>
                </c:pt>
                <c:pt idx="542" formatCode="General">
                  <c:v>31.7667</c:v>
                </c:pt>
                <c:pt idx="543" formatCode="General">
                  <c:v>31.8001</c:v>
                </c:pt>
              </c:numCache>
            </c:numRef>
          </c:xVal>
          <c:yVal>
            <c:numRef>
              <c:f>'S(Q)'!$O$2:$O$545</c:f>
              <c:numCache>
                <c:formatCode>General</c:formatCode>
                <c:ptCount val="544"/>
                <c:pt idx="0">
                  <c:v>2.0933307999999999</c:v>
                </c:pt>
                <c:pt idx="1">
                  <c:v>1.9582329999999999</c:v>
                </c:pt>
                <c:pt idx="2">
                  <c:v>1.907929</c:v>
                </c:pt>
                <c:pt idx="3">
                  <c:v>1.9647129999999999</c:v>
                </c:pt>
                <c:pt idx="4">
                  <c:v>2.0251606</c:v>
                </c:pt>
                <c:pt idx="5">
                  <c:v>2.0188981999999998</c:v>
                </c:pt>
                <c:pt idx="6">
                  <c:v>1.9899260000000001</c:v>
                </c:pt>
                <c:pt idx="7">
                  <c:v>2.0024411</c:v>
                </c:pt>
                <c:pt idx="8">
                  <c:v>2.0365937000000001</c:v>
                </c:pt>
                <c:pt idx="9">
                  <c:v>2.0304582</c:v>
                </c:pt>
                <c:pt idx="10">
                  <c:v>1.985663</c:v>
                </c:pt>
                <c:pt idx="11">
                  <c:v>1.966121</c:v>
                </c:pt>
                <c:pt idx="12">
                  <c:v>1.9995210000000001</c:v>
                </c:pt>
                <c:pt idx="13">
                  <c:v>2.0400181000000002</c:v>
                </c:pt>
                <c:pt idx="14">
                  <c:v>2.0433813000000001</c:v>
                </c:pt>
                <c:pt idx="15">
                  <c:v>2.0300932999999999</c:v>
                </c:pt>
                <c:pt idx="16">
                  <c:v>2.0433636000000002</c:v>
                </c:pt>
                <c:pt idx="17">
                  <c:v>2.0796462</c:v>
                </c:pt>
                <c:pt idx="18">
                  <c:v>2.1019887000000002</c:v>
                </c:pt>
                <c:pt idx="19">
                  <c:v>2.1042345</c:v>
                </c:pt>
                <c:pt idx="20">
                  <c:v>2.1168038</c:v>
                </c:pt>
                <c:pt idx="21">
                  <c:v>2.1493755999999999</c:v>
                </c:pt>
                <c:pt idx="22">
                  <c:v>2.1702840999999999</c:v>
                </c:pt>
                <c:pt idx="23">
                  <c:v>2.1574415999999998</c:v>
                </c:pt>
                <c:pt idx="24">
                  <c:v>2.1356603999999999</c:v>
                </c:pt>
                <c:pt idx="25">
                  <c:v>2.1389367999999997</c:v>
                </c:pt>
                <c:pt idx="26">
                  <c:v>2.1606589999999999</c:v>
                </c:pt>
                <c:pt idx="27">
                  <c:v>2.1736377999999998</c:v>
                </c:pt>
                <c:pt idx="28">
                  <c:v>2.1856024000000001</c:v>
                </c:pt>
                <c:pt idx="29">
                  <c:v>2.2358494000000002</c:v>
                </c:pt>
                <c:pt idx="30">
                  <c:v>2.3344111000000001</c:v>
                </c:pt>
                <c:pt idx="31">
                  <c:v>2.4433996000000002</c:v>
                </c:pt>
                <c:pt idx="32">
                  <c:v>2.5410501000000001</c:v>
                </c:pt>
                <c:pt idx="33">
                  <c:v>2.6791144999999998</c:v>
                </c:pt>
                <c:pt idx="34">
                  <c:v>2.94187501</c:v>
                </c:pt>
                <c:pt idx="35">
                  <c:v>3.3468705000000001</c:v>
                </c:pt>
                <c:pt idx="36">
                  <c:v>3.8051940000000002</c:v>
                </c:pt>
                <c:pt idx="37">
                  <c:v>4.1819920000000002</c:v>
                </c:pt>
                <c:pt idx="38">
                  <c:v>4.3835180000000005</c:v>
                </c:pt>
                <c:pt idx="39">
                  <c:v>4.3913910000000005</c:v>
                </c:pt>
                <c:pt idx="40">
                  <c:v>4.2436020000000001</c:v>
                </c:pt>
                <c:pt idx="41">
                  <c:v>4.0044830000000005</c:v>
                </c:pt>
                <c:pt idx="42">
                  <c:v>3.7411645999999998</c:v>
                </c:pt>
                <c:pt idx="43">
                  <c:v>3.5013456999999999</c:v>
                </c:pt>
                <c:pt idx="44">
                  <c:v>3.3007417000000001</c:v>
                </c:pt>
                <c:pt idx="45">
                  <c:v>3.1348495999999999</c:v>
                </c:pt>
                <c:pt idx="46">
                  <c:v>3.0026340789999999</c:v>
                </c:pt>
                <c:pt idx="47">
                  <c:v>2.9117211300000001</c:v>
                </c:pt>
                <c:pt idx="48">
                  <c:v>2.8605917000000001</c:v>
                </c:pt>
                <c:pt idx="49">
                  <c:v>2.8270863999999998</c:v>
                </c:pt>
                <c:pt idx="50">
                  <c:v>2.7837567999999999</c:v>
                </c:pt>
                <c:pt idx="51">
                  <c:v>2.7229431000000002</c:v>
                </c:pt>
                <c:pt idx="52">
                  <c:v>2.6617780999999998</c:v>
                </c:pt>
                <c:pt idx="53">
                  <c:v>2.6230229</c:v>
                </c:pt>
                <c:pt idx="54">
                  <c:v>2.6137145999999998</c:v>
                </c:pt>
                <c:pt idx="55">
                  <c:v>2.6211939000000002</c:v>
                </c:pt>
                <c:pt idx="56">
                  <c:v>2.6268091</c:v>
                </c:pt>
                <c:pt idx="57">
                  <c:v>2.6237992999999999</c:v>
                </c:pt>
                <c:pt idx="58">
                  <c:v>2.6237523</c:v>
                </c:pt>
                <c:pt idx="59">
                  <c:v>2.6446388999999999</c:v>
                </c:pt>
                <c:pt idx="60">
                  <c:v>2.6909429999999999</c:v>
                </c:pt>
                <c:pt idx="61">
                  <c:v>2.7480484000000001</c:v>
                </c:pt>
                <c:pt idx="62">
                  <c:v>2.7995633999999998</c:v>
                </c:pt>
                <c:pt idx="63">
                  <c:v>2.8473777</c:v>
                </c:pt>
                <c:pt idx="64">
                  <c:v>2.9079538399999998</c:v>
                </c:pt>
                <c:pt idx="65">
                  <c:v>2.9883967199999999</c:v>
                </c:pt>
                <c:pt idx="66">
                  <c:v>3.0737567299999999</c:v>
                </c:pt>
                <c:pt idx="67">
                  <c:v>3.1425949000000002</c:v>
                </c:pt>
                <c:pt idx="68">
                  <c:v>3.1895616000000002</c:v>
                </c:pt>
                <c:pt idx="69">
                  <c:v>3.2251561</c:v>
                </c:pt>
                <c:pt idx="70">
                  <c:v>3.2552840999999999</c:v>
                </c:pt>
                <c:pt idx="71">
                  <c:v>3.2702559999999998</c:v>
                </c:pt>
                <c:pt idx="72">
                  <c:v>3.2580811000000001</c:v>
                </c:pt>
                <c:pt idx="73">
                  <c:v>3.2235366999999999</c:v>
                </c:pt>
                <c:pt idx="74">
                  <c:v>3.1878806000000002</c:v>
                </c:pt>
                <c:pt idx="75">
                  <c:v>3.1691376999999998</c:v>
                </c:pt>
                <c:pt idx="76">
                  <c:v>3.1651269000000002</c:v>
                </c:pt>
                <c:pt idx="77">
                  <c:v>3.1567612</c:v>
                </c:pt>
                <c:pt idx="78">
                  <c:v>3.1277995999999999</c:v>
                </c:pt>
                <c:pt idx="79">
                  <c:v>3.0817805900000002</c:v>
                </c:pt>
                <c:pt idx="80">
                  <c:v>3.0391865999999998</c:v>
                </c:pt>
                <c:pt idx="81">
                  <c:v>3.0162600099999999</c:v>
                </c:pt>
                <c:pt idx="82">
                  <c:v>3.007175444</c:v>
                </c:pt>
                <c:pt idx="83">
                  <c:v>2.9911271940000002</c:v>
                </c:pt>
                <c:pt idx="84">
                  <c:v>2.9585267000000002</c:v>
                </c:pt>
                <c:pt idx="85">
                  <c:v>2.9246199700000002</c:v>
                </c:pt>
                <c:pt idx="86">
                  <c:v>2.9111407800000002</c:v>
                </c:pt>
                <c:pt idx="87">
                  <c:v>2.9177615399999999</c:v>
                </c:pt>
                <c:pt idx="88">
                  <c:v>2.9211625200000002</c:v>
                </c:pt>
                <c:pt idx="89">
                  <c:v>2.9044076699999999</c:v>
                </c:pt>
                <c:pt idx="90">
                  <c:v>2.8782937</c:v>
                </c:pt>
                <c:pt idx="91">
                  <c:v>2.8669549999999999</c:v>
                </c:pt>
                <c:pt idx="92">
                  <c:v>2.8783555999999999</c:v>
                </c:pt>
                <c:pt idx="93">
                  <c:v>2.8985241999999998</c:v>
                </c:pt>
                <c:pt idx="94">
                  <c:v>2.9127921099999998</c:v>
                </c:pt>
                <c:pt idx="95">
                  <c:v>2.9216246300000002</c:v>
                </c:pt>
                <c:pt idx="96">
                  <c:v>2.9325322100000002</c:v>
                </c:pt>
                <c:pt idx="97">
                  <c:v>2.94651153</c:v>
                </c:pt>
                <c:pt idx="98">
                  <c:v>2.9604825799999999</c:v>
                </c:pt>
                <c:pt idx="99">
                  <c:v>2.9769847299999999</c:v>
                </c:pt>
                <c:pt idx="100">
                  <c:v>3.0009684577</c:v>
                </c:pt>
                <c:pt idx="101">
                  <c:v>3.0281154400000001</c:v>
                </c:pt>
                <c:pt idx="102">
                  <c:v>3.04635663</c:v>
                </c:pt>
                <c:pt idx="103">
                  <c:v>3.0515502400000001</c:v>
                </c:pt>
                <c:pt idx="104">
                  <c:v>3.0531790399999998</c:v>
                </c:pt>
                <c:pt idx="105">
                  <c:v>3.0594560799999999</c:v>
                </c:pt>
                <c:pt idx="106">
                  <c:v>3.0640375199999998</c:v>
                </c:pt>
                <c:pt idx="107">
                  <c:v>3.05583574</c:v>
                </c:pt>
                <c:pt idx="108">
                  <c:v>3.0379389200000002</c:v>
                </c:pt>
                <c:pt idx="109">
                  <c:v>3.0262193100000001</c:v>
                </c:pt>
                <c:pt idx="110">
                  <c:v>3.0282318300000002</c:v>
                </c:pt>
                <c:pt idx="111">
                  <c:v>3.0332720499999999</c:v>
                </c:pt>
                <c:pt idx="112">
                  <c:v>3.02839686</c:v>
                </c:pt>
                <c:pt idx="113">
                  <c:v>3.0168593600000002</c:v>
                </c:pt>
                <c:pt idx="114">
                  <c:v>3.0124595699999999</c:v>
                </c:pt>
                <c:pt idx="115">
                  <c:v>3.0192085999999998</c:v>
                </c:pt>
                <c:pt idx="116">
                  <c:v>3.0261104099999998</c:v>
                </c:pt>
                <c:pt idx="117">
                  <c:v>3.0230738000000001</c:v>
                </c:pt>
                <c:pt idx="118">
                  <c:v>3.0137184100000001</c:v>
                </c:pt>
                <c:pt idx="119">
                  <c:v>3.008050543</c:v>
                </c:pt>
                <c:pt idx="120">
                  <c:v>3.00816689</c:v>
                </c:pt>
                <c:pt idx="121">
                  <c:v>3.007530279</c:v>
                </c:pt>
                <c:pt idx="122">
                  <c:v>3.001940855</c:v>
                </c:pt>
                <c:pt idx="123">
                  <c:v>2.9947036109999998</c:v>
                </c:pt>
                <c:pt idx="124">
                  <c:v>2.9904068669999999</c:v>
                </c:pt>
                <c:pt idx="125">
                  <c:v>2.9886406999999999</c:v>
                </c:pt>
                <c:pt idx="126">
                  <c:v>2.9858655700000001</c:v>
                </c:pt>
                <c:pt idx="127">
                  <c:v>2.98017712</c:v>
                </c:pt>
                <c:pt idx="128">
                  <c:v>2.9723247800000001</c:v>
                </c:pt>
                <c:pt idx="129">
                  <c:v>2.9649002599999998</c:v>
                </c:pt>
                <c:pt idx="130">
                  <c:v>2.9625467799999998</c:v>
                </c:pt>
                <c:pt idx="131">
                  <c:v>2.9696912900000001</c:v>
                </c:pt>
                <c:pt idx="132">
                  <c:v>2.9843554299999999</c:v>
                </c:pt>
                <c:pt idx="133">
                  <c:v>2.9962771159999999</c:v>
                </c:pt>
                <c:pt idx="134">
                  <c:v>2.995943832</c:v>
                </c:pt>
                <c:pt idx="135">
                  <c:v>2.9855077400000001</c:v>
                </c:pt>
                <c:pt idx="136">
                  <c:v>2.97666282</c:v>
                </c:pt>
                <c:pt idx="137">
                  <c:v>2.9772323100000002</c:v>
                </c:pt>
                <c:pt idx="138">
                  <c:v>2.98441563</c:v>
                </c:pt>
                <c:pt idx="139">
                  <c:v>2.9927111289999999</c:v>
                </c:pt>
                <c:pt idx="140">
                  <c:v>3.0024172990000002</c:v>
                </c:pt>
                <c:pt idx="141">
                  <c:v>3.0148578600000002</c:v>
                </c:pt>
                <c:pt idx="142">
                  <c:v>3.02350684</c:v>
                </c:pt>
                <c:pt idx="143">
                  <c:v>3.0189784099999999</c:v>
                </c:pt>
                <c:pt idx="144">
                  <c:v>3.003896905</c:v>
                </c:pt>
                <c:pt idx="145">
                  <c:v>2.9942677880000002</c:v>
                </c:pt>
                <c:pt idx="146">
                  <c:v>3.0005325531000002</c:v>
                </c:pt>
                <c:pt idx="147">
                  <c:v>3.0127381299999998</c:v>
                </c:pt>
                <c:pt idx="148">
                  <c:v>3.0123343399999998</c:v>
                </c:pt>
                <c:pt idx="149">
                  <c:v>2.9967161550000001</c:v>
                </c:pt>
                <c:pt idx="150">
                  <c:v>2.9833031499999998</c:v>
                </c:pt>
                <c:pt idx="151">
                  <c:v>2.98731868</c:v>
                </c:pt>
                <c:pt idx="152">
                  <c:v>3.0035196810000002</c:v>
                </c:pt>
                <c:pt idx="153">
                  <c:v>3.0155297399999998</c:v>
                </c:pt>
                <c:pt idx="154">
                  <c:v>3.0173758199999998</c:v>
                </c:pt>
                <c:pt idx="155">
                  <c:v>3.0168859700000001</c:v>
                </c:pt>
                <c:pt idx="156">
                  <c:v>3.0195020000000001</c:v>
                </c:pt>
                <c:pt idx="157">
                  <c:v>3.0193085399999999</c:v>
                </c:pt>
                <c:pt idx="158">
                  <c:v>3.0105751399999998</c:v>
                </c:pt>
                <c:pt idx="159">
                  <c:v>3.0003640030000001</c:v>
                </c:pt>
                <c:pt idx="160">
                  <c:v>3.0009812615000002</c:v>
                </c:pt>
                <c:pt idx="161">
                  <c:v>3.0122927800000001</c:v>
                </c:pt>
                <c:pt idx="162">
                  <c:v>3.0203072500000001</c:v>
                </c:pt>
                <c:pt idx="163">
                  <c:v>3.0150865100000002</c:v>
                </c:pt>
                <c:pt idx="164">
                  <c:v>3.002892401</c:v>
                </c:pt>
                <c:pt idx="165">
                  <c:v>2.9961197930000001</c:v>
                </c:pt>
                <c:pt idx="166">
                  <c:v>2.9965386920000001</c:v>
                </c:pt>
                <c:pt idx="167">
                  <c:v>2.9955754830000001</c:v>
                </c:pt>
                <c:pt idx="168">
                  <c:v>2.9892039700000002</c:v>
                </c:pt>
                <c:pt idx="169">
                  <c:v>2.9843025000000001</c:v>
                </c:pt>
                <c:pt idx="170">
                  <c:v>2.9877067799999999</c:v>
                </c:pt>
                <c:pt idx="171">
                  <c:v>2.9953985140000001</c:v>
                </c:pt>
                <c:pt idx="172">
                  <c:v>2.9981248699999998</c:v>
                </c:pt>
                <c:pt idx="173">
                  <c:v>2.9944968670000001</c:v>
                </c:pt>
                <c:pt idx="174">
                  <c:v>2.9919067159999999</c:v>
                </c:pt>
                <c:pt idx="175">
                  <c:v>2.9945898679999998</c:v>
                </c:pt>
                <c:pt idx="176">
                  <c:v>2.9972699719999998</c:v>
                </c:pt>
                <c:pt idx="177">
                  <c:v>2.993673056</c:v>
                </c:pt>
                <c:pt idx="178">
                  <c:v>2.98659016</c:v>
                </c:pt>
                <c:pt idx="179">
                  <c:v>2.9842615100000001</c:v>
                </c:pt>
                <c:pt idx="180">
                  <c:v>2.9886974899999998</c:v>
                </c:pt>
                <c:pt idx="181">
                  <c:v>2.9933579269999999</c:v>
                </c:pt>
                <c:pt idx="182">
                  <c:v>2.9932113829999998</c:v>
                </c:pt>
                <c:pt idx="183">
                  <c:v>2.991845954</c:v>
                </c:pt>
                <c:pt idx="184">
                  <c:v>2.9952715849999998</c:v>
                </c:pt>
                <c:pt idx="185">
                  <c:v>3.0021299830000001</c:v>
                </c:pt>
                <c:pt idx="186">
                  <c:v>3.0050525389999998</c:v>
                </c:pt>
                <c:pt idx="187">
                  <c:v>3.0010491959999999</c:v>
                </c:pt>
                <c:pt idx="188">
                  <c:v>2.9956694970000002</c:v>
                </c:pt>
                <c:pt idx="189">
                  <c:v>2.9953148239999998</c:v>
                </c:pt>
                <c:pt idx="190">
                  <c:v>2.9993481595000002</c:v>
                </c:pt>
                <c:pt idx="191">
                  <c:v>3.0029728379999998</c:v>
                </c:pt>
                <c:pt idx="192">
                  <c:v>3.005267548</c:v>
                </c:pt>
                <c:pt idx="193">
                  <c:v>3.0096402530000002</c:v>
                </c:pt>
                <c:pt idx="194">
                  <c:v>3.0164464799999999</c:v>
                </c:pt>
                <c:pt idx="195">
                  <c:v>3.0200262900000001</c:v>
                </c:pt>
                <c:pt idx="196">
                  <c:v>3.0158160899999999</c:v>
                </c:pt>
                <c:pt idx="197">
                  <c:v>3.007489198</c:v>
                </c:pt>
                <c:pt idx="198">
                  <c:v>3.0031231969999999</c:v>
                </c:pt>
                <c:pt idx="199">
                  <c:v>3.0050538740000001</c:v>
                </c:pt>
                <c:pt idx="200">
                  <c:v>3.0074441150000002</c:v>
                </c:pt>
                <c:pt idx="201">
                  <c:v>3.004822205</c:v>
                </c:pt>
                <c:pt idx="202">
                  <c:v>2.9994632904</c:v>
                </c:pt>
                <c:pt idx="203">
                  <c:v>2.997580728</c:v>
                </c:pt>
                <c:pt idx="204">
                  <c:v>3.0004528992999999</c:v>
                </c:pt>
                <c:pt idx="205">
                  <c:v>3.0033543279999999</c:v>
                </c:pt>
                <c:pt idx="206">
                  <c:v>3.0031908170000001</c:v>
                </c:pt>
                <c:pt idx="207">
                  <c:v>3.002973774</c:v>
                </c:pt>
                <c:pt idx="208">
                  <c:v>3.006307155</c:v>
                </c:pt>
                <c:pt idx="209">
                  <c:v>3.01024717</c:v>
                </c:pt>
                <c:pt idx="210">
                  <c:v>3.0078278630000002</c:v>
                </c:pt>
                <c:pt idx="211">
                  <c:v>2.997684123</c:v>
                </c:pt>
                <c:pt idx="212">
                  <c:v>2.9874158799999999</c:v>
                </c:pt>
                <c:pt idx="213">
                  <c:v>2.98529606</c:v>
                </c:pt>
                <c:pt idx="214">
                  <c:v>2.9907733350000001</c:v>
                </c:pt>
                <c:pt idx="215">
                  <c:v>2.9959499780000001</c:v>
                </c:pt>
                <c:pt idx="216">
                  <c:v>2.9955954880000002</c:v>
                </c:pt>
                <c:pt idx="217">
                  <c:v>2.9924468719999999</c:v>
                </c:pt>
                <c:pt idx="218">
                  <c:v>2.9918045750000002</c:v>
                </c:pt>
                <c:pt idx="219">
                  <c:v>2.9939240809999998</c:v>
                </c:pt>
                <c:pt idx="220">
                  <c:v>2.9945723000000002</c:v>
                </c:pt>
                <c:pt idx="221">
                  <c:v>2.9919465459999999</c:v>
                </c:pt>
                <c:pt idx="222">
                  <c:v>2.98961013</c:v>
                </c:pt>
                <c:pt idx="223">
                  <c:v>2.991511612</c:v>
                </c:pt>
                <c:pt idx="224">
                  <c:v>2.9964918819999999</c:v>
                </c:pt>
                <c:pt idx="225">
                  <c:v>2.9998977991000002</c:v>
                </c:pt>
                <c:pt idx="226">
                  <c:v>2.9995565536000002</c:v>
                </c:pt>
                <c:pt idx="227">
                  <c:v>2.9976450269999999</c:v>
                </c:pt>
                <c:pt idx="228">
                  <c:v>2.9965912700000001</c:v>
                </c:pt>
                <c:pt idx="229">
                  <c:v>2.9958311700000002</c:v>
                </c:pt>
                <c:pt idx="230">
                  <c:v>2.9943385720000002</c:v>
                </c:pt>
                <c:pt idx="231">
                  <c:v>2.9945161979999999</c:v>
                </c:pt>
                <c:pt idx="232">
                  <c:v>3.0003615320999999</c:v>
                </c:pt>
                <c:pt idx="233">
                  <c:v>3.01120667</c:v>
                </c:pt>
                <c:pt idx="234">
                  <c:v>3.0198666799999998</c:v>
                </c:pt>
                <c:pt idx="235">
                  <c:v>3.0193141200000002</c:v>
                </c:pt>
                <c:pt idx="236">
                  <c:v>3.0105779699999999</c:v>
                </c:pt>
                <c:pt idx="237">
                  <c:v>3.0019406360000001</c:v>
                </c:pt>
                <c:pt idx="238">
                  <c:v>2.9999166077199999</c:v>
                </c:pt>
                <c:pt idx="239">
                  <c:v>3.002742381</c:v>
                </c:pt>
                <c:pt idx="240">
                  <c:v>3.0039145989999998</c:v>
                </c:pt>
                <c:pt idx="241">
                  <c:v>3.0008039324000002</c:v>
                </c:pt>
                <c:pt idx="242">
                  <c:v>2.9975461960000001</c:v>
                </c:pt>
                <c:pt idx="243">
                  <c:v>2.9992385021999999</c:v>
                </c:pt>
                <c:pt idx="244">
                  <c:v>3.0053553590000002</c:v>
                </c:pt>
                <c:pt idx="245">
                  <c:v>3.0104993499999999</c:v>
                </c:pt>
                <c:pt idx="246">
                  <c:v>3.0107877699999999</c:v>
                </c:pt>
                <c:pt idx="247">
                  <c:v>3.0075138379999999</c:v>
                </c:pt>
                <c:pt idx="248">
                  <c:v>3.0042049340000001</c:v>
                </c:pt>
                <c:pt idx="249">
                  <c:v>3.001943539</c:v>
                </c:pt>
                <c:pt idx="250">
                  <c:v>2.9992268975999998</c:v>
                </c:pt>
                <c:pt idx="251">
                  <c:v>2.9957022630000001</c:v>
                </c:pt>
                <c:pt idx="252">
                  <c:v>2.9937995900000001</c:v>
                </c:pt>
                <c:pt idx="253">
                  <c:v>2.995601245</c:v>
                </c:pt>
                <c:pt idx="254">
                  <c:v>2.9992755206999999</c:v>
                </c:pt>
                <c:pt idx="255">
                  <c:v>3.0003655409999999</c:v>
                </c:pt>
                <c:pt idx="256">
                  <c:v>2.996865326</c:v>
                </c:pt>
                <c:pt idx="257">
                  <c:v>2.9918209079999998</c:v>
                </c:pt>
                <c:pt idx="258">
                  <c:v>2.99004746</c:v>
                </c:pt>
                <c:pt idx="259">
                  <c:v>2.9927861930000002</c:v>
                </c:pt>
                <c:pt idx="260">
                  <c:v>2.99658509</c:v>
                </c:pt>
                <c:pt idx="261">
                  <c:v>2.9974731010000002</c:v>
                </c:pt>
                <c:pt idx="262">
                  <c:v>2.995294044</c:v>
                </c:pt>
                <c:pt idx="263">
                  <c:v>2.9933305579999998</c:v>
                </c:pt>
                <c:pt idx="264">
                  <c:v>2.9942150449999998</c:v>
                </c:pt>
                <c:pt idx="265">
                  <c:v>2.997173616</c:v>
                </c:pt>
                <c:pt idx="266">
                  <c:v>2.9994180239000001</c:v>
                </c:pt>
                <c:pt idx="267">
                  <c:v>2.9994240647999999</c:v>
                </c:pt>
                <c:pt idx="268">
                  <c:v>2.9981697029999999</c:v>
                </c:pt>
                <c:pt idx="269">
                  <c:v>2.9974776109999999</c:v>
                </c:pt>
                <c:pt idx="270">
                  <c:v>2.9980033169999998</c:v>
                </c:pt>
                <c:pt idx="271">
                  <c:v>2.9991513736000002</c:v>
                </c:pt>
                <c:pt idx="272">
                  <c:v>3.0003665900000001</c:v>
                </c:pt>
                <c:pt idx="273">
                  <c:v>3.001772597</c:v>
                </c:pt>
                <c:pt idx="274">
                  <c:v>3.0035089159999999</c:v>
                </c:pt>
                <c:pt idx="275">
                  <c:v>3.00501788</c:v>
                </c:pt>
                <c:pt idx="276">
                  <c:v>3.0054108739999998</c:v>
                </c:pt>
                <c:pt idx="277">
                  <c:v>3.00440788</c:v>
                </c:pt>
                <c:pt idx="278">
                  <c:v>3.0025969689999998</c:v>
                </c:pt>
                <c:pt idx="279">
                  <c:v>3.0007854432999999</c:v>
                </c:pt>
                <c:pt idx="280">
                  <c:v>2.9994012188000001</c:v>
                </c:pt>
                <c:pt idx="281">
                  <c:v>2.9986339000000002</c:v>
                </c:pt>
                <c:pt idx="282">
                  <c:v>2.9988322840000001</c:v>
                </c:pt>
                <c:pt idx="283">
                  <c:v>3.0003385300000001</c:v>
                </c:pt>
                <c:pt idx="284">
                  <c:v>3.002875489</c:v>
                </c:pt>
                <c:pt idx="285">
                  <c:v>3.0053988149999999</c:v>
                </c:pt>
                <c:pt idx="286">
                  <c:v>3.006813293</c:v>
                </c:pt>
                <c:pt idx="287">
                  <c:v>3.0068141819999998</c:v>
                </c:pt>
                <c:pt idx="288">
                  <c:v>3.0059291749999999</c:v>
                </c:pt>
                <c:pt idx="289">
                  <c:v>3.0048360619999999</c:v>
                </c:pt>
                <c:pt idx="290">
                  <c:v>3.0038513710000001</c:v>
                </c:pt>
                <c:pt idx="291">
                  <c:v>3.003052345</c:v>
                </c:pt>
                <c:pt idx="292">
                  <c:v>3.0025193149999998</c:v>
                </c:pt>
                <c:pt idx="293">
                  <c:v>3.0021229439999999</c:v>
                </c:pt>
                <c:pt idx="294">
                  <c:v>3.0012185979999999</c:v>
                </c:pt>
                <c:pt idx="295">
                  <c:v>2.9990886637999998</c:v>
                </c:pt>
                <c:pt idx="296">
                  <c:v>2.9960374949999999</c:v>
                </c:pt>
                <c:pt idx="297">
                  <c:v>2.9938017640000001</c:v>
                </c:pt>
                <c:pt idx="298">
                  <c:v>2.9942687029999999</c:v>
                </c:pt>
                <c:pt idx="299">
                  <c:v>2.9974436500000001</c:v>
                </c:pt>
                <c:pt idx="300">
                  <c:v>3.000916465</c:v>
                </c:pt>
                <c:pt idx="301">
                  <c:v>3.001827853</c:v>
                </c:pt>
                <c:pt idx="302">
                  <c:v>2.99957246</c:v>
                </c:pt>
                <c:pt idx="303">
                  <c:v>2.9963570850000001</c:v>
                </c:pt>
                <c:pt idx="304">
                  <c:v>2.9948473139999998</c:v>
                </c:pt>
                <c:pt idx="305">
                  <c:v>2.9953556809999999</c:v>
                </c:pt>
                <c:pt idx="306">
                  <c:v>2.995695139</c:v>
                </c:pt>
                <c:pt idx="307">
                  <c:v>2.9939555279999999</c:v>
                </c:pt>
                <c:pt idx="308">
                  <c:v>2.991129001</c:v>
                </c:pt>
                <c:pt idx="309">
                  <c:v>2.9904961650000002</c:v>
                </c:pt>
                <c:pt idx="310">
                  <c:v>2.9941764100000001</c:v>
                </c:pt>
                <c:pt idx="311">
                  <c:v>3.0004733529999998</c:v>
                </c:pt>
                <c:pt idx="312">
                  <c:v>3.0049932340000001</c:v>
                </c:pt>
                <c:pt idx="313">
                  <c:v>3.0046011689999998</c:v>
                </c:pt>
                <c:pt idx="314">
                  <c:v>3.0002743549000002</c:v>
                </c:pt>
                <c:pt idx="315">
                  <c:v>2.996047871</c:v>
                </c:pt>
                <c:pt idx="316">
                  <c:v>2.995247945</c:v>
                </c:pt>
                <c:pt idx="317">
                  <c:v>2.9978125329999998</c:v>
                </c:pt>
                <c:pt idx="318">
                  <c:v>3.0011042109999999</c:v>
                </c:pt>
                <c:pt idx="319">
                  <c:v>3.0029178220000001</c:v>
                </c:pt>
                <c:pt idx="320">
                  <c:v>3.0033908060000001</c:v>
                </c:pt>
                <c:pt idx="321">
                  <c:v>3.0041088899999999</c:v>
                </c:pt>
                <c:pt idx="322">
                  <c:v>3.0058464389999999</c:v>
                </c:pt>
                <c:pt idx="323">
                  <c:v>3.0076039510000001</c:v>
                </c:pt>
                <c:pt idx="324">
                  <c:v>3.0078324429999999</c:v>
                </c:pt>
                <c:pt idx="325">
                  <c:v>3.006211049</c:v>
                </c:pt>
                <c:pt idx="326">
                  <c:v>3.0039044819999998</c:v>
                </c:pt>
                <c:pt idx="327">
                  <c:v>3.0021634169999998</c:v>
                </c:pt>
                <c:pt idx="328">
                  <c:v>3.0010527410000001</c:v>
                </c:pt>
                <c:pt idx="329">
                  <c:v>2.9998151628</c:v>
                </c:pt>
                <c:pt idx="330">
                  <c:v>2.9983282760000001</c:v>
                </c:pt>
                <c:pt idx="331">
                  <c:v>2.9977412389999998</c:v>
                </c:pt>
                <c:pt idx="332">
                  <c:v>2.9992978168</c:v>
                </c:pt>
                <c:pt idx="333">
                  <c:v>3.002529633</c:v>
                </c:pt>
                <c:pt idx="334">
                  <c:v>3.0049588279999999</c:v>
                </c:pt>
                <c:pt idx="335">
                  <c:v>3.0040228</c:v>
                </c:pt>
                <c:pt idx="336">
                  <c:v>2.9995649520000001</c:v>
                </c:pt>
                <c:pt idx="337">
                  <c:v>2.9944418900000001</c:v>
                </c:pt>
                <c:pt idx="338">
                  <c:v>2.992454865</c:v>
                </c:pt>
                <c:pt idx="339">
                  <c:v>2.9953134270000001</c:v>
                </c:pt>
                <c:pt idx="340">
                  <c:v>3.0012367109999998</c:v>
                </c:pt>
                <c:pt idx="341">
                  <c:v>3.006303983</c:v>
                </c:pt>
                <c:pt idx="342">
                  <c:v>3.007292649</c:v>
                </c:pt>
                <c:pt idx="343">
                  <c:v>3.003697608</c:v>
                </c:pt>
                <c:pt idx="344">
                  <c:v>2.9976272709999998</c:v>
                </c:pt>
                <c:pt idx="345">
                  <c:v>2.9921267729999999</c:v>
                </c:pt>
                <c:pt idx="346">
                  <c:v>2.9894380800000002</c:v>
                </c:pt>
                <c:pt idx="347">
                  <c:v>2.9902234299999999</c:v>
                </c:pt>
                <c:pt idx="348">
                  <c:v>2.993715447</c:v>
                </c:pt>
                <c:pt idx="349">
                  <c:v>2.9982509579999999</c:v>
                </c:pt>
                <c:pt idx="350">
                  <c:v>3.001902625</c:v>
                </c:pt>
                <c:pt idx="351">
                  <c:v>3.0032455649999998</c:v>
                </c:pt>
                <c:pt idx="352">
                  <c:v>3.0021229009999999</c:v>
                </c:pt>
                <c:pt idx="353">
                  <c:v>2.9998659433000001</c:v>
                </c:pt>
                <c:pt idx="354">
                  <c:v>2.998505915</c:v>
                </c:pt>
                <c:pt idx="355">
                  <c:v>2.9993006761999998</c:v>
                </c:pt>
                <c:pt idx="356">
                  <c:v>3.0016934869999998</c:v>
                </c:pt>
                <c:pt idx="357">
                  <c:v>3.0036915259999999</c:v>
                </c:pt>
                <c:pt idx="358">
                  <c:v>3.0035118710000002</c:v>
                </c:pt>
                <c:pt idx="359">
                  <c:v>3.0011577229999999</c:v>
                </c:pt>
                <c:pt idx="360">
                  <c:v>2.9985193639999999</c:v>
                </c:pt>
                <c:pt idx="361">
                  <c:v>2.9978223910000001</c:v>
                </c:pt>
                <c:pt idx="362">
                  <c:v>2.9997154630999998</c:v>
                </c:pt>
                <c:pt idx="363">
                  <c:v>3.0026588680000001</c:v>
                </c:pt>
                <c:pt idx="364">
                  <c:v>3.004174254</c:v>
                </c:pt>
                <c:pt idx="365">
                  <c:v>3.0029037970000001</c:v>
                </c:pt>
                <c:pt idx="366">
                  <c:v>2.9997317284</c:v>
                </c:pt>
                <c:pt idx="367">
                  <c:v>2.9970353959999998</c:v>
                </c:pt>
                <c:pt idx="368">
                  <c:v>2.9967289799999999</c:v>
                </c:pt>
                <c:pt idx="369">
                  <c:v>2.9987498000000001</c:v>
                </c:pt>
                <c:pt idx="370">
                  <c:v>3.001206882</c:v>
                </c:pt>
                <c:pt idx="371">
                  <c:v>3.0019970269999998</c:v>
                </c:pt>
                <c:pt idx="372">
                  <c:v>3.0005159734000002</c:v>
                </c:pt>
                <c:pt idx="373">
                  <c:v>2.9980932</c:v>
                </c:pt>
                <c:pt idx="374">
                  <c:v>2.996876152</c:v>
                </c:pt>
                <c:pt idx="375">
                  <c:v>2.9981174230000001</c:v>
                </c:pt>
                <c:pt idx="376">
                  <c:v>3.0012122570000002</c:v>
                </c:pt>
                <c:pt idx="377">
                  <c:v>3.0041636650000001</c:v>
                </c:pt>
                <c:pt idx="378">
                  <c:v>3.0050383100000002</c:v>
                </c:pt>
                <c:pt idx="379">
                  <c:v>3.0032959429999999</c:v>
                </c:pt>
                <c:pt idx="380">
                  <c:v>3.0000712548599999</c:v>
                </c:pt>
                <c:pt idx="381">
                  <c:v>2.9973158629999999</c:v>
                </c:pt>
                <c:pt idx="382">
                  <c:v>2.9964984729999999</c:v>
                </c:pt>
                <c:pt idx="383">
                  <c:v>2.9977737910000002</c:v>
                </c:pt>
                <c:pt idx="384">
                  <c:v>3.0000932551899999</c:v>
                </c:pt>
                <c:pt idx="385">
                  <c:v>3.002042774</c:v>
                </c:pt>
                <c:pt idx="386">
                  <c:v>3.0027447399999998</c:v>
                </c:pt>
                <c:pt idx="387">
                  <c:v>3.0022282919999999</c:v>
                </c:pt>
                <c:pt idx="388">
                  <c:v>3.0011320229999998</c:v>
                </c:pt>
                <c:pt idx="389">
                  <c:v>3.00009092134</c:v>
                </c:pt>
                <c:pt idx="390">
                  <c:v>2.9993254435000001</c:v>
                </c:pt>
                <c:pt idx="391">
                  <c:v>2.9987074890000001</c:v>
                </c:pt>
                <c:pt idx="392">
                  <c:v>2.9981481630000002</c:v>
                </c:pt>
                <c:pt idx="393">
                  <c:v>2.9978812609999999</c:v>
                </c:pt>
                <c:pt idx="394">
                  <c:v>2.9983243540000002</c:v>
                </c:pt>
                <c:pt idx="395">
                  <c:v>2.9995979491</c:v>
                </c:pt>
                <c:pt idx="396">
                  <c:v>3.0011407960000001</c:v>
                </c:pt>
                <c:pt idx="397">
                  <c:v>3.0018559210000002</c:v>
                </c:pt>
                <c:pt idx="398">
                  <c:v>3.0008219986000002</c:v>
                </c:pt>
                <c:pt idx="399">
                  <c:v>2.9981013810000001</c:v>
                </c:pt>
                <c:pt idx="400">
                  <c:v>2.9949914450000001</c:v>
                </c:pt>
                <c:pt idx="401">
                  <c:v>2.993395875</c:v>
                </c:pt>
                <c:pt idx="402">
                  <c:v>2.994638138</c:v>
                </c:pt>
                <c:pt idx="403">
                  <c:v>2.9985077769999999</c:v>
                </c:pt>
                <c:pt idx="404">
                  <c:v>3.0032482790000001</c:v>
                </c:pt>
                <c:pt idx="405">
                  <c:v>3.0065683110000001</c:v>
                </c:pt>
                <c:pt idx="406">
                  <c:v>3.0070324180000001</c:v>
                </c:pt>
                <c:pt idx="407">
                  <c:v>3.0049035690000001</c:v>
                </c:pt>
                <c:pt idx="408">
                  <c:v>3.001878864</c:v>
                </c:pt>
                <c:pt idx="409">
                  <c:v>2.9999271548799999</c:v>
                </c:pt>
                <c:pt idx="410">
                  <c:v>3.0000394908999999</c:v>
                </c:pt>
                <c:pt idx="411">
                  <c:v>3.0017179500000002</c:v>
                </c:pt>
                <c:pt idx="412">
                  <c:v>3.0034676390000001</c:v>
                </c:pt>
                <c:pt idx="413">
                  <c:v>3.0038628109999999</c:v>
                </c:pt>
                <c:pt idx="414">
                  <c:v>3.0024207770000002</c:v>
                </c:pt>
                <c:pt idx="415">
                  <c:v>2.9997501642</c:v>
                </c:pt>
                <c:pt idx="416">
                  <c:v>2.9970069619999999</c:v>
                </c:pt>
                <c:pt idx="417">
                  <c:v>2.995149439</c:v>
                </c:pt>
                <c:pt idx="418">
                  <c:v>2.9945171689999999</c:v>
                </c:pt>
                <c:pt idx="419">
                  <c:v>2.994915539</c:v>
                </c:pt>
                <c:pt idx="420">
                  <c:v>2.9959768699999998</c:v>
                </c:pt>
                <c:pt idx="421">
                  <c:v>2.997427348</c:v>
                </c:pt>
                <c:pt idx="422">
                  <c:v>2.9990742333</c:v>
                </c:pt>
                <c:pt idx="423">
                  <c:v>3.0006349182999998</c:v>
                </c:pt>
                <c:pt idx="424">
                  <c:v>3.0016792849999998</c:v>
                </c:pt>
                <c:pt idx="425">
                  <c:v>3.001820806</c:v>
                </c:pt>
                <c:pt idx="426">
                  <c:v>3.0010240160000001</c:v>
                </c:pt>
                <c:pt idx="427">
                  <c:v>2.9997363639999999</c:v>
                </c:pt>
                <c:pt idx="428">
                  <c:v>2.9986680350000001</c:v>
                </c:pt>
                <c:pt idx="429">
                  <c:v>2.998334555</c:v>
                </c:pt>
                <c:pt idx="430">
                  <c:v>2.9987042310000001</c:v>
                </c:pt>
                <c:pt idx="431">
                  <c:v>2.9992441072</c:v>
                </c:pt>
                <c:pt idx="432">
                  <c:v>2.9993614531000001</c:v>
                </c:pt>
                <c:pt idx="433">
                  <c:v>2.9989164989999999</c:v>
                </c:pt>
                <c:pt idx="434">
                  <c:v>2.9984000970000002</c:v>
                </c:pt>
                <c:pt idx="435">
                  <c:v>2.9986051200000001</c:v>
                </c:pt>
                <c:pt idx="436">
                  <c:v>3.0000059939089998</c:v>
                </c:pt>
                <c:pt idx="437">
                  <c:v>3.0023028960000002</c:v>
                </c:pt>
                <c:pt idx="438">
                  <c:v>3.004494722</c:v>
                </c:pt>
                <c:pt idx="439">
                  <c:v>3.0054729400000002</c:v>
                </c:pt>
                <c:pt idx="440">
                  <c:v>3.0047453059999998</c:v>
                </c:pt>
                <c:pt idx="441">
                  <c:v>3.0027858379999999</c:v>
                </c:pt>
                <c:pt idx="442">
                  <c:v>3.0007513707000002</c:v>
                </c:pt>
                <c:pt idx="443">
                  <c:v>2.9997419190999999</c:v>
                </c:pt>
                <c:pt idx="444">
                  <c:v>3.0000972409500002</c:v>
                </c:pt>
                <c:pt idx="445">
                  <c:v>3.0012050609999998</c:v>
                </c:pt>
                <c:pt idx="446">
                  <c:v>3.001946523</c:v>
                </c:pt>
                <c:pt idx="447">
                  <c:v>3.001475653</c:v>
                </c:pt>
                <c:pt idx="448">
                  <c:v>2.9998089041</c:v>
                </c:pt>
                <c:pt idx="449">
                  <c:v>2.9978322359999998</c:v>
                </c:pt>
                <c:pt idx="450">
                  <c:v>2.9967253349999998</c:v>
                </c:pt>
                <c:pt idx="451">
                  <c:v>2.9971850940000002</c:v>
                </c:pt>
                <c:pt idx="452">
                  <c:v>2.9989546030000001</c:v>
                </c:pt>
                <c:pt idx="453">
                  <c:v>3.0009564983999999</c:v>
                </c:pt>
                <c:pt idx="454">
                  <c:v>3.001940743</c:v>
                </c:pt>
                <c:pt idx="455">
                  <c:v>3.0012366730000002</c:v>
                </c:pt>
                <c:pt idx="456">
                  <c:v>2.9991522714999999</c:v>
                </c:pt>
                <c:pt idx="457">
                  <c:v>2.9967950459999999</c:v>
                </c:pt>
                <c:pt idx="458">
                  <c:v>2.995444789</c:v>
                </c:pt>
                <c:pt idx="459">
                  <c:v>2.9958604109999998</c:v>
                </c:pt>
                <c:pt idx="460">
                  <c:v>2.99790899</c:v>
                </c:pt>
                <c:pt idx="461">
                  <c:v>3.0006903508999998</c:v>
                </c:pt>
                <c:pt idx="462">
                  <c:v>3.003037956</c:v>
                </c:pt>
                <c:pt idx="463">
                  <c:v>3.0040897969999998</c:v>
                </c:pt>
                <c:pt idx="464">
                  <c:v>3.0036308969999999</c:v>
                </c:pt>
                <c:pt idx="465">
                  <c:v>3.0020774050000001</c:v>
                </c:pt>
                <c:pt idx="466">
                  <c:v>3.0001812289999998</c:v>
                </c:pt>
                <c:pt idx="467">
                  <c:v>2.9986564269999998</c:v>
                </c:pt>
                <c:pt idx="468">
                  <c:v>2.9979184800000001</c:v>
                </c:pt>
                <c:pt idx="469">
                  <c:v>2.9980168549999999</c:v>
                </c:pt>
                <c:pt idx="470">
                  <c:v>2.9987235390000002</c:v>
                </c:pt>
                <c:pt idx="471">
                  <c:v>2.9996810246000001</c:v>
                </c:pt>
                <c:pt idx="472">
                  <c:v>3.0005303349000001</c:v>
                </c:pt>
                <c:pt idx="473">
                  <c:v>3.0009949802999998</c:v>
                </c:pt>
                <c:pt idx="474">
                  <c:v>3.0009364679999999</c:v>
                </c:pt>
                <c:pt idx="475">
                  <c:v>3.0003949786000002</c:v>
                </c:pt>
                <c:pt idx="476">
                  <c:v>2.9995995775000002</c:v>
                </c:pt>
                <c:pt idx="477">
                  <c:v>2.9989139570000001</c:v>
                </c:pt>
                <c:pt idx="478">
                  <c:v>2.998704627</c:v>
                </c:pt>
                <c:pt idx="479">
                  <c:v>2.9991695524000002</c:v>
                </c:pt>
                <c:pt idx="480">
                  <c:v>3.0002117088000002</c:v>
                </c:pt>
                <c:pt idx="481">
                  <c:v>3.0014409799999999</c:v>
                </c:pt>
                <c:pt idx="482">
                  <c:v>3.0023297360000001</c:v>
                </c:pt>
                <c:pt idx="483">
                  <c:v>3.0024599140000001</c:v>
                </c:pt>
                <c:pt idx="484">
                  <c:v>3.0017368179999999</c:v>
                </c:pt>
                <c:pt idx="485">
                  <c:v>3.0004495571000001</c:v>
                </c:pt>
                <c:pt idx="486">
                  <c:v>2.9991348713999999</c:v>
                </c:pt>
                <c:pt idx="487">
                  <c:v>2.9983079369999999</c:v>
                </c:pt>
                <c:pt idx="488">
                  <c:v>2.998202907</c:v>
                </c:pt>
                <c:pt idx="489">
                  <c:v>2.9986637890000001</c:v>
                </c:pt>
                <c:pt idx="490">
                  <c:v>2.9992475249999999</c:v>
                </c:pt>
                <c:pt idx="491">
                  <c:v>2.9994838232999999</c:v>
                </c:pt>
                <c:pt idx="492">
                  <c:v>2.9991494640999998</c:v>
                </c:pt>
                <c:pt idx="493">
                  <c:v>2.9984048900000002</c:v>
                </c:pt>
                <c:pt idx="494">
                  <c:v>2.9977161570000002</c:v>
                </c:pt>
                <c:pt idx="495">
                  <c:v>2.9976025430000002</c:v>
                </c:pt>
                <c:pt idx="496">
                  <c:v>2.9983445770000001</c:v>
                </c:pt>
                <c:pt idx="497">
                  <c:v>2.9998097535000001</c:v>
                </c:pt>
                <c:pt idx="498">
                  <c:v>3.0014901219999999</c:v>
                </c:pt>
                <c:pt idx="499">
                  <c:v>3.002733418</c:v>
                </c:pt>
                <c:pt idx="500">
                  <c:v>3.003049592</c:v>
                </c:pt>
                <c:pt idx="501">
                  <c:v>3.0023373310000001</c:v>
                </c:pt>
                <c:pt idx="502">
                  <c:v>3.0009195269000002</c:v>
                </c:pt>
                <c:pt idx="503">
                  <c:v>2.9993771512</c:v>
                </c:pt>
                <c:pt idx="504">
                  <c:v>2.9982720120000002</c:v>
                </c:pt>
                <c:pt idx="505">
                  <c:v>2.9979009900000002</c:v>
                </c:pt>
                <c:pt idx="506">
                  <c:v>2.9982003960000001</c:v>
                </c:pt>
                <c:pt idx="507">
                  <c:v>2.9988367230000001</c:v>
                </c:pt>
                <c:pt idx="508">
                  <c:v>2.9994238118999998</c:v>
                </c:pt>
                <c:pt idx="509">
                  <c:v>2.9997450816</c:v>
                </c:pt>
                <c:pt idx="510">
                  <c:v>2.9998631057999998</c:v>
                </c:pt>
                <c:pt idx="511">
                  <c:v>3.0000624920800001</c:v>
                </c:pt>
                <c:pt idx="512">
                  <c:v>3.0006608862999999</c:v>
                </c:pt>
                <c:pt idx="513">
                  <c:v>3.001791372</c:v>
                </c:pt>
                <c:pt idx="514">
                  <c:v>3.0032739510000002</c:v>
                </c:pt>
                <c:pt idx="515">
                  <c:v>3.004647539</c:v>
                </c:pt>
                <c:pt idx="516">
                  <c:v>3.0053562550000001</c:v>
                </c:pt>
                <c:pt idx="517">
                  <c:v>3.0050032469999999</c:v>
                </c:pt>
                <c:pt idx="518">
                  <c:v>3.0035547899999999</c:v>
                </c:pt>
                <c:pt idx="519">
                  <c:v>3.0013960769999999</c:v>
                </c:pt>
                <c:pt idx="520">
                  <c:v>2.9992073894</c:v>
                </c:pt>
                <c:pt idx="521">
                  <c:v>2.9977089289999999</c:v>
                </c:pt>
                <c:pt idx="522">
                  <c:v>2.9973817779999998</c:v>
                </c:pt>
                <c:pt idx="523">
                  <c:v>2.9982779220000002</c:v>
                </c:pt>
                <c:pt idx="524">
                  <c:v>2.9999974344389999</c:v>
                </c:pt>
                <c:pt idx="525">
                  <c:v>3.0018377479999998</c:v>
                </c:pt>
                <c:pt idx="526">
                  <c:v>3.0030522409999998</c:v>
                </c:pt>
                <c:pt idx="527">
                  <c:v>3.0031156409999999</c:v>
                </c:pt>
                <c:pt idx="528">
                  <c:v>3.001897139</c:v>
                </c:pt>
                <c:pt idx="529">
                  <c:v>2.9996834959999998</c:v>
                </c:pt>
                <c:pt idx="530">
                  <c:v>2.9970570830000001</c:v>
                </c:pt>
                <c:pt idx="531">
                  <c:v>2.994684619</c:v>
                </c:pt>
                <c:pt idx="532">
                  <c:v>2.9931019330000002</c:v>
                </c:pt>
                <c:pt idx="533">
                  <c:v>2.9925680890000002</c:v>
                </c:pt>
                <c:pt idx="534">
                  <c:v>2.9930322459999998</c:v>
                </c:pt>
                <c:pt idx="535">
                  <c:v>2.9942055249999999</c:v>
                </c:pt>
                <c:pt idx="536">
                  <c:v>2.995697657</c:v>
                </c:pt>
                <c:pt idx="537">
                  <c:v>2.9971582200000002</c:v>
                </c:pt>
                <c:pt idx="538">
                  <c:v>2.9983739300000001</c:v>
                </c:pt>
                <c:pt idx="539">
                  <c:v>2.9992950034999999</c:v>
                </c:pt>
                <c:pt idx="540">
                  <c:v>2.999996944721</c:v>
                </c:pt>
                <c:pt idx="541">
                  <c:v>3.0006055494999999</c:v>
                </c:pt>
                <c:pt idx="542">
                  <c:v>3.001221106</c:v>
                </c:pt>
                <c:pt idx="543">
                  <c:v>3.001871511</c:v>
                </c:pt>
              </c:numCache>
            </c:numRef>
          </c:yVal>
          <c:smooth val="1"/>
          <c:extLst>
            <c:ext xmlns:c16="http://schemas.microsoft.com/office/drawing/2014/chart" uri="{C3380CC4-5D6E-409C-BE32-E72D297353CC}">
              <c16:uniqueId val="{00000003-3247-FF49-8060-82B19A380097}"/>
            </c:ext>
          </c:extLst>
        </c:ser>
        <c:ser>
          <c:idx val="4"/>
          <c:order val="4"/>
          <c:tx>
            <c:strRef>
              <c:f>'S(Q)'!$P$1</c:f>
              <c:strCache>
                <c:ptCount val="1"/>
                <c:pt idx="0">
                  <c:v>1500K</c:v>
                </c:pt>
              </c:strCache>
            </c:strRef>
          </c:tx>
          <c:spPr>
            <a:ln w="19050" cap="rnd">
              <a:solidFill>
                <a:srgbClr val="FFFF00"/>
              </a:solidFill>
              <a:round/>
            </a:ln>
            <a:effectLst/>
          </c:spPr>
          <c:marker>
            <c:symbol val="none"/>
          </c:marker>
          <c:xVal>
            <c:numRef>
              <c:f>'S(Q)'!$K$2:$K$545</c:f>
              <c:numCache>
                <c:formatCode>0.00E+00</c:formatCode>
                <c:ptCount val="544"/>
                <c:pt idx="0">
                  <c:v>7.1807789999999996E-2</c:v>
                </c:pt>
                <c:pt idx="1">
                  <c:v>0.1436153</c:v>
                </c:pt>
                <c:pt idx="2">
                  <c:v>0.21542220000000001</c:v>
                </c:pt>
                <c:pt idx="3">
                  <c:v>0.28722829999999999</c:v>
                </c:pt>
                <c:pt idx="4">
                  <c:v>0.3590332</c:v>
                </c:pt>
                <c:pt idx="5">
                  <c:v>0.43083660000000001</c:v>
                </c:pt>
                <c:pt idx="6">
                  <c:v>0.50263840000000004</c:v>
                </c:pt>
                <c:pt idx="7">
                  <c:v>0.57443820000000001</c:v>
                </c:pt>
                <c:pt idx="8">
                  <c:v>0.64623560000000002</c:v>
                </c:pt>
                <c:pt idx="9">
                  <c:v>0.71803050000000002</c:v>
                </c:pt>
                <c:pt idx="10">
                  <c:v>0.78982249999999998</c:v>
                </c:pt>
                <c:pt idx="11">
                  <c:v>0.86161120000000002</c:v>
                </c:pt>
                <c:pt idx="12">
                  <c:v>0.93339660000000002</c:v>
                </c:pt>
                <c:pt idx="13" formatCode="General">
                  <c:v>1.0051779999999999</c:v>
                </c:pt>
                <c:pt idx="14" formatCode="General">
                  <c:v>1.076956</c:v>
                </c:pt>
                <c:pt idx="15" formatCode="General">
                  <c:v>1.1487289999999999</c:v>
                </c:pt>
                <c:pt idx="16" formatCode="General">
                  <c:v>1.2204980000000001</c:v>
                </c:pt>
                <c:pt idx="17" formatCode="General">
                  <c:v>1.292262</c:v>
                </c:pt>
                <c:pt idx="18" formatCode="General">
                  <c:v>1.36402</c:v>
                </c:pt>
                <c:pt idx="19" formatCode="General">
                  <c:v>1.4357740000000001</c:v>
                </c:pt>
                <c:pt idx="20" formatCode="General">
                  <c:v>1.5075210000000001</c:v>
                </c:pt>
                <c:pt idx="21" formatCode="General">
                  <c:v>1.5792630000000001</c:v>
                </c:pt>
                <c:pt idx="22" formatCode="General">
                  <c:v>1.650998</c:v>
                </c:pt>
                <c:pt idx="23" formatCode="General">
                  <c:v>1.722726</c:v>
                </c:pt>
                <c:pt idx="24" formatCode="General">
                  <c:v>1.794448</c:v>
                </c:pt>
                <c:pt idx="25" formatCode="General">
                  <c:v>1.8661620000000001</c:v>
                </c:pt>
                <c:pt idx="26" formatCode="General">
                  <c:v>1.9378690000000001</c:v>
                </c:pt>
                <c:pt idx="27" formatCode="General">
                  <c:v>2.0095689999999999</c:v>
                </c:pt>
                <c:pt idx="28" formatCode="General">
                  <c:v>2.0812599999999999</c:v>
                </c:pt>
                <c:pt idx="29" formatCode="General">
                  <c:v>2.1529430000000001</c:v>
                </c:pt>
                <c:pt idx="30" formatCode="General">
                  <c:v>2.2246169999999998</c:v>
                </c:pt>
                <c:pt idx="31" formatCode="General">
                  <c:v>2.2962820000000002</c:v>
                </c:pt>
                <c:pt idx="32" formatCode="General">
                  <c:v>2.3679389999999998</c:v>
                </c:pt>
                <c:pt idx="33" formatCode="General">
                  <c:v>2.4395850000000001</c:v>
                </c:pt>
                <c:pt idx="34" formatCode="General">
                  <c:v>2.5112220000000001</c:v>
                </c:pt>
                <c:pt idx="35" formatCode="General">
                  <c:v>2.582849</c:v>
                </c:pt>
                <c:pt idx="36" formatCode="General">
                  <c:v>2.6544660000000002</c:v>
                </c:pt>
                <c:pt idx="37" formatCode="General">
                  <c:v>2.7260719999999998</c:v>
                </c:pt>
                <c:pt idx="38" formatCode="General">
                  <c:v>2.7976670000000001</c:v>
                </c:pt>
                <c:pt idx="39" formatCode="General">
                  <c:v>2.8692510000000002</c:v>
                </c:pt>
                <c:pt idx="40" formatCode="General">
                  <c:v>2.940823</c:v>
                </c:pt>
                <c:pt idx="41" formatCode="General">
                  <c:v>3.0123829999999998</c:v>
                </c:pt>
                <c:pt idx="42" formatCode="General">
                  <c:v>3.0839319999999999</c:v>
                </c:pt>
                <c:pt idx="43" formatCode="General">
                  <c:v>3.1554679999999999</c:v>
                </c:pt>
                <c:pt idx="44" formatCode="General">
                  <c:v>3.2269920000000001</c:v>
                </c:pt>
                <c:pt idx="45" formatCode="General">
                  <c:v>3.2985030000000002</c:v>
                </c:pt>
                <c:pt idx="46" formatCode="General">
                  <c:v>3.37</c:v>
                </c:pt>
                <c:pt idx="47" formatCode="General">
                  <c:v>3.441484</c:v>
                </c:pt>
                <c:pt idx="48" formatCode="General">
                  <c:v>3.5129540000000001</c:v>
                </c:pt>
                <c:pt idx="49" formatCode="General">
                  <c:v>3.5844109999999998</c:v>
                </c:pt>
                <c:pt idx="50" formatCode="General">
                  <c:v>3.655853</c:v>
                </c:pt>
                <c:pt idx="51" formatCode="General">
                  <c:v>3.7272799999999999</c:v>
                </c:pt>
                <c:pt idx="52" formatCode="General">
                  <c:v>3.798692</c:v>
                </c:pt>
                <c:pt idx="53" formatCode="General">
                  <c:v>3.8700890000000001</c:v>
                </c:pt>
                <c:pt idx="54" formatCode="General">
                  <c:v>3.9414709999999999</c:v>
                </c:pt>
                <c:pt idx="55" formatCode="General">
                  <c:v>4.0128370000000002</c:v>
                </c:pt>
                <c:pt idx="56" formatCode="General">
                  <c:v>4.084187</c:v>
                </c:pt>
                <c:pt idx="57" formatCode="General">
                  <c:v>4.1555200000000001</c:v>
                </c:pt>
                <c:pt idx="58" formatCode="General">
                  <c:v>4.2268369999999997</c:v>
                </c:pt>
                <c:pt idx="59" formatCode="General">
                  <c:v>4.2981369999999997</c:v>
                </c:pt>
                <c:pt idx="60" formatCode="General">
                  <c:v>4.3694199999999999</c:v>
                </c:pt>
                <c:pt idx="61" formatCode="General">
                  <c:v>4.4406850000000002</c:v>
                </c:pt>
                <c:pt idx="62" formatCode="General">
                  <c:v>4.511933</c:v>
                </c:pt>
                <c:pt idx="63" formatCode="General">
                  <c:v>4.5831619999999997</c:v>
                </c:pt>
                <c:pt idx="64" formatCode="General">
                  <c:v>4.6543729999999996</c:v>
                </c:pt>
                <c:pt idx="65" formatCode="General">
                  <c:v>4.7255659999999997</c:v>
                </c:pt>
                <c:pt idx="66" formatCode="General">
                  <c:v>4.7967399999999998</c:v>
                </c:pt>
                <c:pt idx="67" formatCode="General">
                  <c:v>4.8678939999999997</c:v>
                </c:pt>
                <c:pt idx="68" formatCode="General">
                  <c:v>4.9390289999999997</c:v>
                </c:pt>
                <c:pt idx="69" formatCode="General">
                  <c:v>5.0101440000000004</c:v>
                </c:pt>
                <c:pt idx="70" formatCode="General">
                  <c:v>5.0812400000000002</c:v>
                </c:pt>
                <c:pt idx="71" formatCode="General">
                  <c:v>5.1523139999999996</c:v>
                </c:pt>
                <c:pt idx="72" formatCode="General">
                  <c:v>5.2233689999999999</c:v>
                </c:pt>
                <c:pt idx="73" formatCode="General">
                  <c:v>5.2944019999999998</c:v>
                </c:pt>
                <c:pt idx="74" formatCode="General">
                  <c:v>5.3654140000000003</c:v>
                </c:pt>
                <c:pt idx="75" formatCode="General">
                  <c:v>5.4364049999999997</c:v>
                </c:pt>
                <c:pt idx="76" formatCode="General">
                  <c:v>5.5073740000000004</c:v>
                </c:pt>
                <c:pt idx="77" formatCode="General">
                  <c:v>5.5783209999999999</c:v>
                </c:pt>
                <c:pt idx="78" formatCode="General">
                  <c:v>5.6492449999999996</c:v>
                </c:pt>
                <c:pt idx="79" formatCode="General">
                  <c:v>5.720148</c:v>
                </c:pt>
                <c:pt idx="80" formatCode="General">
                  <c:v>5.7910269999999997</c:v>
                </c:pt>
                <c:pt idx="81" formatCode="General">
                  <c:v>5.8618829999999997</c:v>
                </c:pt>
                <c:pt idx="82" formatCode="General">
                  <c:v>5.932715</c:v>
                </c:pt>
                <c:pt idx="83" formatCode="General">
                  <c:v>6.0035239999999996</c:v>
                </c:pt>
                <c:pt idx="84" formatCode="General">
                  <c:v>6.0743090000000004</c:v>
                </c:pt>
                <c:pt idx="85" formatCode="General">
                  <c:v>6.1450699999999996</c:v>
                </c:pt>
                <c:pt idx="86" formatCode="General">
                  <c:v>6.2158059999999997</c:v>
                </c:pt>
                <c:pt idx="87" formatCode="General">
                  <c:v>6.2865159999999998</c:v>
                </c:pt>
                <c:pt idx="88" formatCode="General">
                  <c:v>6.357202</c:v>
                </c:pt>
                <c:pt idx="89" formatCode="General">
                  <c:v>6.4278630000000003</c:v>
                </c:pt>
                <c:pt idx="90" formatCode="General">
                  <c:v>6.4984970000000004</c:v>
                </c:pt>
                <c:pt idx="91" formatCode="General">
                  <c:v>6.5691059999999997</c:v>
                </c:pt>
                <c:pt idx="92" formatCode="General">
                  <c:v>6.6396889999999997</c:v>
                </c:pt>
                <c:pt idx="93" formatCode="General">
                  <c:v>6.7102449999999996</c:v>
                </c:pt>
                <c:pt idx="94" formatCode="General">
                  <c:v>6.7807740000000001</c:v>
                </c:pt>
                <c:pt idx="95" formatCode="General">
                  <c:v>6.8512760000000004</c:v>
                </c:pt>
                <c:pt idx="96" formatCode="General">
                  <c:v>6.9217510000000004</c:v>
                </c:pt>
                <c:pt idx="97" formatCode="General">
                  <c:v>6.9921980000000001</c:v>
                </c:pt>
                <c:pt idx="98" formatCode="General">
                  <c:v>7.0626160000000002</c:v>
                </c:pt>
                <c:pt idx="99" formatCode="General">
                  <c:v>7.1330070000000001</c:v>
                </c:pt>
                <c:pt idx="100" formatCode="General">
                  <c:v>7.2033690000000004</c:v>
                </c:pt>
                <c:pt idx="101" formatCode="General">
                  <c:v>7.2737030000000003</c:v>
                </c:pt>
                <c:pt idx="102" formatCode="General">
                  <c:v>7.3440070000000004</c:v>
                </c:pt>
                <c:pt idx="103" formatCode="General">
                  <c:v>7.4142809999999999</c:v>
                </c:pt>
                <c:pt idx="104" formatCode="General">
                  <c:v>7.4845269999999999</c:v>
                </c:pt>
                <c:pt idx="105" formatCode="General">
                  <c:v>7.5547420000000001</c:v>
                </c:pt>
                <c:pt idx="106" formatCode="General">
                  <c:v>7.6249269999999996</c:v>
                </c:pt>
                <c:pt idx="107" formatCode="General">
                  <c:v>7.6950820000000002</c:v>
                </c:pt>
                <c:pt idx="108" formatCode="General">
                  <c:v>7.7652049999999999</c:v>
                </c:pt>
                <c:pt idx="109" formatCode="General">
                  <c:v>7.8352979999999999</c:v>
                </c:pt>
                <c:pt idx="110" formatCode="General">
                  <c:v>7.9053589999999998</c:v>
                </c:pt>
                <c:pt idx="111" formatCode="General">
                  <c:v>7.9753889999999998</c:v>
                </c:pt>
                <c:pt idx="112" formatCode="General">
                  <c:v>8.0453869999999998</c:v>
                </c:pt>
                <c:pt idx="113" formatCode="General">
                  <c:v>8.1153530000000007</c:v>
                </c:pt>
                <c:pt idx="114" formatCode="General">
                  <c:v>8.1852859999999996</c:v>
                </c:pt>
                <c:pt idx="115" formatCode="General">
                  <c:v>8.2551860000000001</c:v>
                </c:pt>
                <c:pt idx="116" formatCode="General">
                  <c:v>8.3250539999999997</c:v>
                </c:pt>
                <c:pt idx="117" formatCode="General">
                  <c:v>8.3948879999999999</c:v>
                </c:pt>
                <c:pt idx="118" formatCode="General">
                  <c:v>8.4646880000000007</c:v>
                </c:pt>
                <c:pt idx="119" formatCode="General">
                  <c:v>8.5344549999999995</c:v>
                </c:pt>
                <c:pt idx="120" formatCode="General">
                  <c:v>8.6041880000000006</c:v>
                </c:pt>
                <c:pt idx="121" formatCode="General">
                  <c:v>8.6738859999999995</c:v>
                </c:pt>
                <c:pt idx="122" formatCode="General">
                  <c:v>8.7435489999999998</c:v>
                </c:pt>
                <c:pt idx="123" formatCode="General">
                  <c:v>8.8131780000000006</c:v>
                </c:pt>
                <c:pt idx="124" formatCode="General">
                  <c:v>8.882771</c:v>
                </c:pt>
                <c:pt idx="125" formatCode="General">
                  <c:v>8.9523290000000006</c:v>
                </c:pt>
                <c:pt idx="126" formatCode="General">
                  <c:v>9.0218509999999998</c:v>
                </c:pt>
                <c:pt idx="127" formatCode="General">
                  <c:v>9.0913360000000001</c:v>
                </c:pt>
                <c:pt idx="128" formatCode="General">
                  <c:v>9.1607859999999999</c:v>
                </c:pt>
                <c:pt idx="129" formatCode="General">
                  <c:v>9.2301990000000007</c:v>
                </c:pt>
                <c:pt idx="130" formatCode="General">
                  <c:v>9.2995750000000008</c:v>
                </c:pt>
                <c:pt idx="131" formatCode="General">
                  <c:v>9.3689129999999992</c:v>
                </c:pt>
                <c:pt idx="132" formatCode="General">
                  <c:v>9.4382140000000003</c:v>
                </c:pt>
                <c:pt idx="133" formatCode="General">
                  <c:v>9.5074780000000008</c:v>
                </c:pt>
                <c:pt idx="134" formatCode="General">
                  <c:v>9.5767030000000002</c:v>
                </c:pt>
                <c:pt idx="135" formatCode="General">
                  <c:v>9.6458899999999996</c:v>
                </c:pt>
                <c:pt idx="136" formatCode="General">
                  <c:v>9.7150379999999998</c:v>
                </c:pt>
                <c:pt idx="137" formatCode="General">
                  <c:v>9.7841480000000001</c:v>
                </c:pt>
                <c:pt idx="138" formatCode="General">
                  <c:v>9.8532189999999993</c:v>
                </c:pt>
                <c:pt idx="139" formatCode="General">
                  <c:v>9.92225</c:v>
                </c:pt>
                <c:pt idx="140" formatCode="General">
                  <c:v>9.9912410000000005</c:v>
                </c:pt>
                <c:pt idx="141" formatCode="General">
                  <c:v>10.06019</c:v>
                </c:pt>
                <c:pt idx="142" formatCode="General">
                  <c:v>10.129099999999999</c:v>
                </c:pt>
                <c:pt idx="143" formatCode="General">
                  <c:v>10.197979999999999</c:v>
                </c:pt>
                <c:pt idx="144" formatCode="General">
                  <c:v>10.2668</c:v>
                </c:pt>
                <c:pt idx="145" formatCode="General">
                  <c:v>10.33559</c:v>
                </c:pt>
                <c:pt idx="146" formatCode="General">
                  <c:v>10.404339999999999</c:v>
                </c:pt>
                <c:pt idx="147" formatCode="General">
                  <c:v>10.473050000000001</c:v>
                </c:pt>
                <c:pt idx="148" formatCode="General">
                  <c:v>10.54171</c:v>
                </c:pt>
                <c:pt idx="149" formatCode="General">
                  <c:v>10.610329999999999</c:v>
                </c:pt>
                <c:pt idx="150" formatCode="General">
                  <c:v>10.67891</c:v>
                </c:pt>
                <c:pt idx="151" formatCode="General">
                  <c:v>10.747450000000001</c:v>
                </c:pt>
                <c:pt idx="152" formatCode="General">
                  <c:v>10.815939999999999</c:v>
                </c:pt>
                <c:pt idx="153" formatCode="General">
                  <c:v>10.88439</c:v>
                </c:pt>
                <c:pt idx="154" formatCode="General">
                  <c:v>10.9528</c:v>
                </c:pt>
                <c:pt idx="155" formatCode="General">
                  <c:v>11.02116</c:v>
                </c:pt>
                <c:pt idx="156" formatCode="General">
                  <c:v>11.08948</c:v>
                </c:pt>
                <c:pt idx="157" formatCode="General">
                  <c:v>11.15776</c:v>
                </c:pt>
                <c:pt idx="158" formatCode="General">
                  <c:v>11.225989999999999</c:v>
                </c:pt>
                <c:pt idx="159" formatCode="General">
                  <c:v>11.294169999999999</c:v>
                </c:pt>
                <c:pt idx="160" formatCode="General">
                  <c:v>11.362310000000001</c:v>
                </c:pt>
                <c:pt idx="161" formatCode="General">
                  <c:v>11.43041</c:v>
                </c:pt>
                <c:pt idx="162" formatCode="General">
                  <c:v>11.49845</c:v>
                </c:pt>
                <c:pt idx="163" formatCode="General">
                  <c:v>11.566459999999999</c:v>
                </c:pt>
                <c:pt idx="164" formatCode="General">
                  <c:v>11.634410000000001</c:v>
                </c:pt>
                <c:pt idx="165" formatCode="General">
                  <c:v>11.70232</c:v>
                </c:pt>
                <c:pt idx="166" formatCode="General">
                  <c:v>11.770189999999999</c:v>
                </c:pt>
                <c:pt idx="167" formatCode="General">
                  <c:v>11.837999999999999</c:v>
                </c:pt>
                <c:pt idx="168" formatCode="General">
                  <c:v>11.90577</c:v>
                </c:pt>
                <c:pt idx="169" formatCode="General">
                  <c:v>11.97349</c:v>
                </c:pt>
                <c:pt idx="170" formatCode="General">
                  <c:v>12.041169999999999</c:v>
                </c:pt>
                <c:pt idx="171" formatCode="General">
                  <c:v>12.108790000000001</c:v>
                </c:pt>
                <c:pt idx="172" formatCode="General">
                  <c:v>12.17637</c:v>
                </c:pt>
                <c:pt idx="173" formatCode="General">
                  <c:v>12.2439</c:v>
                </c:pt>
                <c:pt idx="174" formatCode="General">
                  <c:v>12.31137</c:v>
                </c:pt>
                <c:pt idx="175" formatCode="General">
                  <c:v>12.3788</c:v>
                </c:pt>
                <c:pt idx="176" formatCode="General">
                  <c:v>12.44618</c:v>
                </c:pt>
                <c:pt idx="177" formatCode="General">
                  <c:v>12.51351</c:v>
                </c:pt>
                <c:pt idx="178" formatCode="General">
                  <c:v>12.58079</c:v>
                </c:pt>
                <c:pt idx="179" formatCode="General">
                  <c:v>12.648020000000001</c:v>
                </c:pt>
                <c:pt idx="180" formatCode="General">
                  <c:v>12.715199999999999</c:v>
                </c:pt>
                <c:pt idx="181" formatCode="General">
                  <c:v>12.78233</c:v>
                </c:pt>
                <c:pt idx="182" formatCode="General">
                  <c:v>12.849410000000001</c:v>
                </c:pt>
                <c:pt idx="183" formatCode="General">
                  <c:v>12.91644</c:v>
                </c:pt>
                <c:pt idx="184" formatCode="General">
                  <c:v>12.983409999999999</c:v>
                </c:pt>
                <c:pt idx="185" formatCode="General">
                  <c:v>13.050330000000001</c:v>
                </c:pt>
                <c:pt idx="186" formatCode="General">
                  <c:v>13.1172</c:v>
                </c:pt>
                <c:pt idx="187" formatCode="General">
                  <c:v>13.18402</c:v>
                </c:pt>
                <c:pt idx="188" formatCode="General">
                  <c:v>13.25079</c:v>
                </c:pt>
                <c:pt idx="189" formatCode="General">
                  <c:v>13.317500000000001</c:v>
                </c:pt>
                <c:pt idx="190" formatCode="General">
                  <c:v>13.38416</c:v>
                </c:pt>
                <c:pt idx="191" formatCode="General">
                  <c:v>13.450760000000001</c:v>
                </c:pt>
                <c:pt idx="192" formatCode="General">
                  <c:v>13.51731</c:v>
                </c:pt>
                <c:pt idx="193" formatCode="General">
                  <c:v>13.58381</c:v>
                </c:pt>
                <c:pt idx="194" formatCode="General">
                  <c:v>13.65025</c:v>
                </c:pt>
                <c:pt idx="195" formatCode="General">
                  <c:v>13.71664</c:v>
                </c:pt>
                <c:pt idx="196" formatCode="General">
                  <c:v>13.78298</c:v>
                </c:pt>
                <c:pt idx="197" formatCode="General">
                  <c:v>13.84925</c:v>
                </c:pt>
                <c:pt idx="198" formatCode="General">
                  <c:v>13.915480000000001</c:v>
                </c:pt>
                <c:pt idx="199" formatCode="General">
                  <c:v>13.981640000000001</c:v>
                </c:pt>
                <c:pt idx="200" formatCode="General">
                  <c:v>14.04776</c:v>
                </c:pt>
                <c:pt idx="201" formatCode="General">
                  <c:v>14.113810000000001</c:v>
                </c:pt>
                <c:pt idx="202" formatCode="General">
                  <c:v>14.17981</c:v>
                </c:pt>
                <c:pt idx="203" formatCode="General">
                  <c:v>14.245749999999999</c:v>
                </c:pt>
                <c:pt idx="204" formatCode="General">
                  <c:v>14.311640000000001</c:v>
                </c:pt>
                <c:pt idx="205" formatCode="General">
                  <c:v>14.377459999999999</c:v>
                </c:pt>
                <c:pt idx="206" formatCode="General">
                  <c:v>14.44323</c:v>
                </c:pt>
                <c:pt idx="207" formatCode="General">
                  <c:v>14.50895</c:v>
                </c:pt>
                <c:pt idx="208" formatCode="General">
                  <c:v>14.5746</c:v>
                </c:pt>
                <c:pt idx="209" formatCode="General">
                  <c:v>14.6402</c:v>
                </c:pt>
                <c:pt idx="210" formatCode="General">
                  <c:v>14.705730000000001</c:v>
                </c:pt>
                <c:pt idx="211" formatCode="General">
                  <c:v>14.77121</c:v>
                </c:pt>
                <c:pt idx="212" formatCode="General">
                  <c:v>14.83663</c:v>
                </c:pt>
                <c:pt idx="213" formatCode="General">
                  <c:v>14.90199</c:v>
                </c:pt>
                <c:pt idx="214" formatCode="General">
                  <c:v>14.96729</c:v>
                </c:pt>
                <c:pt idx="215" formatCode="General">
                  <c:v>15.032539999999999</c:v>
                </c:pt>
                <c:pt idx="216" formatCode="General">
                  <c:v>15.097720000000001</c:v>
                </c:pt>
                <c:pt idx="217" formatCode="General">
                  <c:v>15.162839999999999</c:v>
                </c:pt>
                <c:pt idx="218" formatCode="General">
                  <c:v>15.2279</c:v>
                </c:pt>
                <c:pt idx="219" formatCode="General">
                  <c:v>15.29289</c:v>
                </c:pt>
                <c:pt idx="220" formatCode="General">
                  <c:v>15.35783</c:v>
                </c:pt>
                <c:pt idx="221" formatCode="General">
                  <c:v>15.42271</c:v>
                </c:pt>
                <c:pt idx="222" formatCode="General">
                  <c:v>15.48752</c:v>
                </c:pt>
                <c:pt idx="223" formatCode="General">
                  <c:v>15.55228</c:v>
                </c:pt>
                <c:pt idx="224" formatCode="General">
                  <c:v>15.61697</c:v>
                </c:pt>
                <c:pt idx="225" formatCode="General">
                  <c:v>15.68159</c:v>
                </c:pt>
                <c:pt idx="226" formatCode="General">
                  <c:v>15.74616</c:v>
                </c:pt>
                <c:pt idx="227" formatCode="General">
                  <c:v>15.81066</c:v>
                </c:pt>
                <c:pt idx="228" formatCode="General">
                  <c:v>15.8751</c:v>
                </c:pt>
                <c:pt idx="229" formatCode="General">
                  <c:v>15.93948</c:v>
                </c:pt>
                <c:pt idx="230" formatCode="General">
                  <c:v>16.003789999999999</c:v>
                </c:pt>
                <c:pt idx="231" formatCode="General">
                  <c:v>16.06804</c:v>
                </c:pt>
                <c:pt idx="232" formatCode="General">
                  <c:v>16.13222</c:v>
                </c:pt>
                <c:pt idx="233" formatCode="General">
                  <c:v>16.196339999999999</c:v>
                </c:pt>
                <c:pt idx="234" formatCode="General">
                  <c:v>16.260390000000001</c:v>
                </c:pt>
                <c:pt idx="235" formatCode="General">
                  <c:v>16.324380000000001</c:v>
                </c:pt>
                <c:pt idx="236" formatCode="General">
                  <c:v>16.388300000000001</c:v>
                </c:pt>
                <c:pt idx="237" formatCode="General">
                  <c:v>16.452159999999999</c:v>
                </c:pt>
                <c:pt idx="238" formatCode="General">
                  <c:v>16.51595</c:v>
                </c:pt>
                <c:pt idx="239" formatCode="General">
                  <c:v>16.57968</c:v>
                </c:pt>
                <c:pt idx="240" formatCode="General">
                  <c:v>16.643339999999998</c:v>
                </c:pt>
                <c:pt idx="241" formatCode="General">
                  <c:v>16.70693</c:v>
                </c:pt>
                <c:pt idx="242" formatCode="General">
                  <c:v>16.77046</c:v>
                </c:pt>
                <c:pt idx="243" formatCode="General">
                  <c:v>16.833919999999999</c:v>
                </c:pt>
                <c:pt idx="244" formatCode="General">
                  <c:v>16.897310000000001</c:v>
                </c:pt>
                <c:pt idx="245" formatCode="General">
                  <c:v>16.960640000000001</c:v>
                </c:pt>
                <c:pt idx="246" formatCode="General">
                  <c:v>17.023890000000002</c:v>
                </c:pt>
                <c:pt idx="247" formatCode="General">
                  <c:v>17.08708</c:v>
                </c:pt>
                <c:pt idx="248" formatCode="General">
                  <c:v>17.150200000000002</c:v>
                </c:pt>
                <c:pt idx="249" formatCode="General">
                  <c:v>17.213249999999999</c:v>
                </c:pt>
                <c:pt idx="250" formatCode="General">
                  <c:v>17.276240000000001</c:v>
                </c:pt>
                <c:pt idx="251" formatCode="General">
                  <c:v>17.33915</c:v>
                </c:pt>
                <c:pt idx="252" formatCode="General">
                  <c:v>17.401990000000001</c:v>
                </c:pt>
                <c:pt idx="253" formatCode="General">
                  <c:v>17.464770000000001</c:v>
                </c:pt>
                <c:pt idx="254" formatCode="General">
                  <c:v>17.527480000000001</c:v>
                </c:pt>
                <c:pt idx="255" formatCode="General">
                  <c:v>17.590109999999999</c:v>
                </c:pt>
                <c:pt idx="256" formatCode="General">
                  <c:v>17.652670000000001</c:v>
                </c:pt>
                <c:pt idx="257" formatCode="General">
                  <c:v>17.715170000000001</c:v>
                </c:pt>
                <c:pt idx="258" formatCode="General">
                  <c:v>17.77759</c:v>
                </c:pt>
                <c:pt idx="259" formatCode="General">
                  <c:v>17.839939999999999</c:v>
                </c:pt>
                <c:pt idx="260" formatCode="General">
                  <c:v>17.90222</c:v>
                </c:pt>
                <c:pt idx="261" formatCode="General">
                  <c:v>17.96443</c:v>
                </c:pt>
                <c:pt idx="262" formatCode="General">
                  <c:v>18.02657</c:v>
                </c:pt>
                <c:pt idx="263" formatCode="General">
                  <c:v>18.088629999999998</c:v>
                </c:pt>
                <c:pt idx="264" formatCode="General">
                  <c:v>18.15063</c:v>
                </c:pt>
                <c:pt idx="265" formatCode="General">
                  <c:v>18.21255</c:v>
                </c:pt>
                <c:pt idx="266" formatCode="General">
                  <c:v>18.27439</c:v>
                </c:pt>
                <c:pt idx="267" formatCode="General">
                  <c:v>18.336169999999999</c:v>
                </c:pt>
                <c:pt idx="268" formatCode="General">
                  <c:v>18.397870000000001</c:v>
                </c:pt>
                <c:pt idx="269" formatCode="General">
                  <c:v>18.459499999999998</c:v>
                </c:pt>
                <c:pt idx="270" formatCode="General">
                  <c:v>18.521049999999999</c:v>
                </c:pt>
                <c:pt idx="271" formatCode="General">
                  <c:v>18.582529999999998</c:v>
                </c:pt>
                <c:pt idx="272" formatCode="General">
                  <c:v>18.643930000000001</c:v>
                </c:pt>
                <c:pt idx="273" formatCode="General">
                  <c:v>18.705259999999999</c:v>
                </c:pt>
                <c:pt idx="274" formatCode="General">
                  <c:v>18.76652</c:v>
                </c:pt>
                <c:pt idx="275" formatCode="General">
                  <c:v>18.8277</c:v>
                </c:pt>
                <c:pt idx="276" formatCode="General">
                  <c:v>18.8888</c:v>
                </c:pt>
                <c:pt idx="277" formatCode="General">
                  <c:v>18.949829999999999</c:v>
                </c:pt>
                <c:pt idx="278" formatCode="General">
                  <c:v>19.01079</c:v>
                </c:pt>
                <c:pt idx="279" formatCode="General">
                  <c:v>19.071660000000001</c:v>
                </c:pt>
                <c:pt idx="280" formatCode="General">
                  <c:v>19.132470000000001</c:v>
                </c:pt>
                <c:pt idx="281" formatCode="General">
                  <c:v>19.193190000000001</c:v>
                </c:pt>
                <c:pt idx="282" formatCode="General">
                  <c:v>19.25384</c:v>
                </c:pt>
                <c:pt idx="283" formatCode="General">
                  <c:v>19.314409999999999</c:v>
                </c:pt>
                <c:pt idx="284" formatCode="General">
                  <c:v>19.3749</c:v>
                </c:pt>
                <c:pt idx="285" formatCode="General">
                  <c:v>19.435320000000001</c:v>
                </c:pt>
                <c:pt idx="286" formatCode="General">
                  <c:v>19.495660000000001</c:v>
                </c:pt>
                <c:pt idx="287" formatCode="General">
                  <c:v>19.55592</c:v>
                </c:pt>
                <c:pt idx="288" formatCode="General">
                  <c:v>19.616099999999999</c:v>
                </c:pt>
                <c:pt idx="289" formatCode="General">
                  <c:v>19.676200000000001</c:v>
                </c:pt>
                <c:pt idx="290" formatCode="General">
                  <c:v>19.736229999999999</c:v>
                </c:pt>
                <c:pt idx="291" formatCode="General">
                  <c:v>19.79618</c:v>
                </c:pt>
                <c:pt idx="292" formatCode="General">
                  <c:v>19.85604</c:v>
                </c:pt>
                <c:pt idx="293" formatCode="General">
                  <c:v>19.91583</c:v>
                </c:pt>
                <c:pt idx="294" formatCode="General">
                  <c:v>19.975539999999999</c:v>
                </c:pt>
                <c:pt idx="295" formatCode="General">
                  <c:v>20.035170000000001</c:v>
                </c:pt>
                <c:pt idx="296" formatCode="General">
                  <c:v>20.094719999999999</c:v>
                </c:pt>
                <c:pt idx="297" formatCode="General">
                  <c:v>20.15418</c:v>
                </c:pt>
                <c:pt idx="298" formatCode="General">
                  <c:v>20.213570000000001</c:v>
                </c:pt>
                <c:pt idx="299" formatCode="General">
                  <c:v>20.272880000000001</c:v>
                </c:pt>
                <c:pt idx="300" formatCode="General">
                  <c:v>20.332100000000001</c:v>
                </c:pt>
                <c:pt idx="301" formatCode="General">
                  <c:v>20.39124</c:v>
                </c:pt>
                <c:pt idx="302" formatCode="General">
                  <c:v>20.450310000000002</c:v>
                </c:pt>
                <c:pt idx="303" formatCode="General">
                  <c:v>20.50929</c:v>
                </c:pt>
                <c:pt idx="304" formatCode="General">
                  <c:v>20.568190000000001</c:v>
                </c:pt>
                <c:pt idx="305" formatCode="General">
                  <c:v>20.626999999999999</c:v>
                </c:pt>
                <c:pt idx="306" formatCode="General">
                  <c:v>20.68573</c:v>
                </c:pt>
                <c:pt idx="307" formatCode="General">
                  <c:v>20.74438</c:v>
                </c:pt>
                <c:pt idx="308" formatCode="General">
                  <c:v>20.802949999999999</c:v>
                </c:pt>
                <c:pt idx="309" formatCode="General">
                  <c:v>20.861440000000002</c:v>
                </c:pt>
                <c:pt idx="310" formatCode="General">
                  <c:v>20.919840000000001</c:v>
                </c:pt>
                <c:pt idx="311" formatCode="General">
                  <c:v>20.978159999999999</c:v>
                </c:pt>
                <c:pt idx="312" formatCode="General">
                  <c:v>21.036390000000001</c:v>
                </c:pt>
                <c:pt idx="313" formatCode="General">
                  <c:v>21.094539999999999</c:v>
                </c:pt>
                <c:pt idx="314" formatCode="General">
                  <c:v>21.1526</c:v>
                </c:pt>
                <c:pt idx="315" formatCode="General">
                  <c:v>21.21058</c:v>
                </c:pt>
                <c:pt idx="316" formatCode="General">
                  <c:v>21.26848</c:v>
                </c:pt>
                <c:pt idx="317" formatCode="General">
                  <c:v>21.32629</c:v>
                </c:pt>
                <c:pt idx="318" formatCode="General">
                  <c:v>21.38402</c:v>
                </c:pt>
                <c:pt idx="319" formatCode="General">
                  <c:v>21.441649999999999</c:v>
                </c:pt>
                <c:pt idx="320" formatCode="General">
                  <c:v>21.499210000000001</c:v>
                </c:pt>
                <c:pt idx="321" formatCode="General">
                  <c:v>21.55668</c:v>
                </c:pt>
                <c:pt idx="322" formatCode="General">
                  <c:v>21.614059999999998</c:v>
                </c:pt>
                <c:pt idx="323" formatCode="General">
                  <c:v>21.67135</c:v>
                </c:pt>
                <c:pt idx="324" formatCode="General">
                  <c:v>21.728560000000002</c:v>
                </c:pt>
                <c:pt idx="325" formatCode="General">
                  <c:v>21.785679999999999</c:v>
                </c:pt>
                <c:pt idx="326" formatCode="General">
                  <c:v>21.84272</c:v>
                </c:pt>
                <c:pt idx="327" formatCode="General">
                  <c:v>21.89967</c:v>
                </c:pt>
                <c:pt idx="328" formatCode="General">
                  <c:v>21.956520000000001</c:v>
                </c:pt>
                <c:pt idx="329" formatCode="General">
                  <c:v>22.013300000000001</c:v>
                </c:pt>
                <c:pt idx="330" formatCode="General">
                  <c:v>22.069980000000001</c:v>
                </c:pt>
                <c:pt idx="331" formatCode="General">
                  <c:v>22.126580000000001</c:v>
                </c:pt>
                <c:pt idx="332" formatCode="General">
                  <c:v>22.18308</c:v>
                </c:pt>
                <c:pt idx="333" formatCode="General">
                  <c:v>22.2395</c:v>
                </c:pt>
                <c:pt idx="334" formatCode="General">
                  <c:v>22.295829999999999</c:v>
                </c:pt>
                <c:pt idx="335" formatCode="General">
                  <c:v>22.352070000000001</c:v>
                </c:pt>
                <c:pt idx="336" formatCode="General">
                  <c:v>22.40822</c:v>
                </c:pt>
                <c:pt idx="337" formatCode="General">
                  <c:v>22.464279999999999</c:v>
                </c:pt>
                <c:pt idx="338" formatCode="General">
                  <c:v>22.520250000000001</c:v>
                </c:pt>
                <c:pt idx="339" formatCode="General">
                  <c:v>22.576129999999999</c:v>
                </c:pt>
                <c:pt idx="340" formatCode="General">
                  <c:v>22.631920000000001</c:v>
                </c:pt>
                <c:pt idx="341" formatCode="General">
                  <c:v>22.687619999999999</c:v>
                </c:pt>
                <c:pt idx="342" formatCode="General">
                  <c:v>22.743230000000001</c:v>
                </c:pt>
                <c:pt idx="343" formatCode="General">
                  <c:v>22.798749999999998</c:v>
                </c:pt>
                <c:pt idx="344" formatCode="General">
                  <c:v>22.854179999999999</c:v>
                </c:pt>
                <c:pt idx="345" formatCode="General">
                  <c:v>22.909510000000001</c:v>
                </c:pt>
                <c:pt idx="346" formatCode="General">
                  <c:v>22.964759999999998</c:v>
                </c:pt>
                <c:pt idx="347" formatCode="General">
                  <c:v>23.019909999999999</c:v>
                </c:pt>
                <c:pt idx="348" formatCode="General">
                  <c:v>23.07497</c:v>
                </c:pt>
                <c:pt idx="349" formatCode="General">
                  <c:v>23.129940000000001</c:v>
                </c:pt>
                <c:pt idx="350" formatCode="General">
                  <c:v>23.184809999999999</c:v>
                </c:pt>
                <c:pt idx="351" formatCode="General">
                  <c:v>23.239599999999999</c:v>
                </c:pt>
                <c:pt idx="352" formatCode="General">
                  <c:v>23.294280000000001</c:v>
                </c:pt>
                <c:pt idx="353" formatCode="General">
                  <c:v>23.348880000000001</c:v>
                </c:pt>
                <c:pt idx="354" formatCode="General">
                  <c:v>23.403390000000002</c:v>
                </c:pt>
                <c:pt idx="355" formatCode="General">
                  <c:v>23.457789999999999</c:v>
                </c:pt>
                <c:pt idx="356" formatCode="General">
                  <c:v>23.51211</c:v>
                </c:pt>
                <c:pt idx="357" formatCode="General">
                  <c:v>23.566330000000001</c:v>
                </c:pt>
                <c:pt idx="358" formatCode="General">
                  <c:v>23.620460000000001</c:v>
                </c:pt>
                <c:pt idx="359" formatCode="General">
                  <c:v>23.674489999999999</c:v>
                </c:pt>
                <c:pt idx="360" formatCode="General">
                  <c:v>23.728429999999999</c:v>
                </c:pt>
                <c:pt idx="361" formatCode="General">
                  <c:v>23.78227</c:v>
                </c:pt>
                <c:pt idx="362" formatCode="General">
                  <c:v>23.836020000000001</c:v>
                </c:pt>
                <c:pt idx="363" formatCode="General">
                  <c:v>23.889669999999999</c:v>
                </c:pt>
                <c:pt idx="364" formatCode="General">
                  <c:v>23.94323</c:v>
                </c:pt>
                <c:pt idx="365" formatCode="General">
                  <c:v>23.996690000000001</c:v>
                </c:pt>
                <c:pt idx="366" formatCode="General">
                  <c:v>24.050059999999998</c:v>
                </c:pt>
                <c:pt idx="367" formatCode="General">
                  <c:v>24.10333</c:v>
                </c:pt>
                <c:pt idx="368" formatCode="General">
                  <c:v>24.156500000000001</c:v>
                </c:pt>
                <c:pt idx="369" formatCode="General">
                  <c:v>24.209579999999999</c:v>
                </c:pt>
                <c:pt idx="370" formatCode="General">
                  <c:v>24.262560000000001</c:v>
                </c:pt>
                <c:pt idx="371" formatCode="General">
                  <c:v>24.315439999999999</c:v>
                </c:pt>
                <c:pt idx="372" formatCode="General">
                  <c:v>24.368220000000001</c:v>
                </c:pt>
                <c:pt idx="373" formatCode="General">
                  <c:v>24.420909999999999</c:v>
                </c:pt>
                <c:pt idx="374" formatCode="General">
                  <c:v>24.473500000000001</c:v>
                </c:pt>
                <c:pt idx="375" formatCode="General">
                  <c:v>24.52599</c:v>
                </c:pt>
                <c:pt idx="376" formatCode="General">
                  <c:v>24.578389999999999</c:v>
                </c:pt>
                <c:pt idx="377" formatCode="General">
                  <c:v>24.630680000000002</c:v>
                </c:pt>
                <c:pt idx="378" formatCode="General">
                  <c:v>24.682880000000001</c:v>
                </c:pt>
                <c:pt idx="379" formatCode="General">
                  <c:v>24.73498</c:v>
                </c:pt>
                <c:pt idx="380" formatCode="General">
                  <c:v>24.78698</c:v>
                </c:pt>
                <c:pt idx="381" formatCode="General">
                  <c:v>24.83888</c:v>
                </c:pt>
                <c:pt idx="382" formatCode="General">
                  <c:v>24.89068</c:v>
                </c:pt>
                <c:pt idx="383" formatCode="General">
                  <c:v>24.94238</c:v>
                </c:pt>
                <c:pt idx="384" formatCode="General">
                  <c:v>24.993980000000001</c:v>
                </c:pt>
                <c:pt idx="385" formatCode="General">
                  <c:v>25.045480000000001</c:v>
                </c:pt>
                <c:pt idx="386" formatCode="General">
                  <c:v>25.096879999999999</c:v>
                </c:pt>
                <c:pt idx="387" formatCode="General">
                  <c:v>25.14819</c:v>
                </c:pt>
                <c:pt idx="388" formatCode="General">
                  <c:v>25.199380000000001</c:v>
                </c:pt>
                <c:pt idx="389" formatCode="General">
                  <c:v>25.25048</c:v>
                </c:pt>
                <c:pt idx="390" formatCode="General">
                  <c:v>25.301480000000002</c:v>
                </c:pt>
                <c:pt idx="391" formatCode="General">
                  <c:v>25.35238</c:v>
                </c:pt>
                <c:pt idx="392" formatCode="General">
                  <c:v>25.403179999999999</c:v>
                </c:pt>
                <c:pt idx="393" formatCode="General">
                  <c:v>25.453869999999998</c:v>
                </c:pt>
                <c:pt idx="394" formatCode="General">
                  <c:v>25.504470000000001</c:v>
                </c:pt>
                <c:pt idx="395" formatCode="General">
                  <c:v>25.554950000000002</c:v>
                </c:pt>
                <c:pt idx="396" formatCode="General">
                  <c:v>25.605340000000002</c:v>
                </c:pt>
                <c:pt idx="397" formatCode="General">
                  <c:v>25.655629999999999</c:v>
                </c:pt>
                <c:pt idx="398" formatCode="General">
                  <c:v>25.70581</c:v>
                </c:pt>
                <c:pt idx="399" formatCode="General">
                  <c:v>25.755890000000001</c:v>
                </c:pt>
                <c:pt idx="400" formatCode="General">
                  <c:v>25.805869999999999</c:v>
                </c:pt>
                <c:pt idx="401" formatCode="General">
                  <c:v>25.85575</c:v>
                </c:pt>
                <c:pt idx="402" formatCode="General">
                  <c:v>25.905519999999999</c:v>
                </c:pt>
                <c:pt idx="403" formatCode="General">
                  <c:v>25.955179999999999</c:v>
                </c:pt>
                <c:pt idx="404" formatCode="General">
                  <c:v>26.004750000000001</c:v>
                </c:pt>
                <c:pt idx="405" formatCode="General">
                  <c:v>26.054200000000002</c:v>
                </c:pt>
                <c:pt idx="406" formatCode="General">
                  <c:v>26.103560000000002</c:v>
                </c:pt>
                <c:pt idx="407" formatCode="General">
                  <c:v>26.152809999999999</c:v>
                </c:pt>
                <c:pt idx="408" formatCode="General">
                  <c:v>26.20196</c:v>
                </c:pt>
                <c:pt idx="409" formatCode="General">
                  <c:v>26.251000000000001</c:v>
                </c:pt>
                <c:pt idx="410" formatCode="General">
                  <c:v>26.29993</c:v>
                </c:pt>
                <c:pt idx="411" formatCode="General">
                  <c:v>26.348769999999998</c:v>
                </c:pt>
                <c:pt idx="412" formatCode="General">
                  <c:v>26.397490000000001</c:v>
                </c:pt>
                <c:pt idx="413" formatCode="General">
                  <c:v>26.446110000000001</c:v>
                </c:pt>
                <c:pt idx="414" formatCode="General">
                  <c:v>26.494630000000001</c:v>
                </c:pt>
                <c:pt idx="415" formatCode="General">
                  <c:v>26.543030000000002</c:v>
                </c:pt>
                <c:pt idx="416" formatCode="General">
                  <c:v>26.591339999999999</c:v>
                </c:pt>
                <c:pt idx="417" formatCode="General">
                  <c:v>26.639530000000001</c:v>
                </c:pt>
                <c:pt idx="418" formatCode="General">
                  <c:v>26.687619999999999</c:v>
                </c:pt>
                <c:pt idx="419" formatCode="General">
                  <c:v>26.735600000000002</c:v>
                </c:pt>
                <c:pt idx="420" formatCode="General">
                  <c:v>26.783480000000001</c:v>
                </c:pt>
                <c:pt idx="421" formatCode="General">
                  <c:v>26.831250000000001</c:v>
                </c:pt>
                <c:pt idx="422" formatCode="General">
                  <c:v>26.878910000000001</c:v>
                </c:pt>
                <c:pt idx="423" formatCode="General">
                  <c:v>26.926459999999999</c:v>
                </c:pt>
                <c:pt idx="424" formatCode="General">
                  <c:v>26.97391</c:v>
                </c:pt>
                <c:pt idx="425" formatCode="General">
                  <c:v>27.021249999999998</c:v>
                </c:pt>
                <c:pt idx="426" formatCode="General">
                  <c:v>27.068480000000001</c:v>
                </c:pt>
                <c:pt idx="427" formatCode="General">
                  <c:v>27.115600000000001</c:v>
                </c:pt>
                <c:pt idx="428" formatCode="General">
                  <c:v>27.162610000000001</c:v>
                </c:pt>
                <c:pt idx="429" formatCode="General">
                  <c:v>27.209520000000001</c:v>
                </c:pt>
                <c:pt idx="430" formatCode="General">
                  <c:v>27.256309999999999</c:v>
                </c:pt>
                <c:pt idx="431" formatCode="General">
                  <c:v>27.303000000000001</c:v>
                </c:pt>
                <c:pt idx="432" formatCode="General">
                  <c:v>27.34958</c:v>
                </c:pt>
                <c:pt idx="433" formatCode="General">
                  <c:v>27.396039999999999</c:v>
                </c:pt>
                <c:pt idx="434" formatCode="General">
                  <c:v>27.442399999999999</c:v>
                </c:pt>
                <c:pt idx="435" formatCode="General">
                  <c:v>27.48865</c:v>
                </c:pt>
                <c:pt idx="436" formatCode="General">
                  <c:v>27.534790000000001</c:v>
                </c:pt>
                <c:pt idx="437" formatCode="General">
                  <c:v>27.580819999999999</c:v>
                </c:pt>
                <c:pt idx="438" formatCode="General">
                  <c:v>27.626740000000002</c:v>
                </c:pt>
                <c:pt idx="439" formatCode="General">
                  <c:v>27.672540000000001</c:v>
                </c:pt>
                <c:pt idx="440" formatCode="General">
                  <c:v>27.718240000000002</c:v>
                </c:pt>
                <c:pt idx="441" formatCode="General">
                  <c:v>27.763829999999999</c:v>
                </c:pt>
                <c:pt idx="442" formatCode="General">
                  <c:v>27.8093</c:v>
                </c:pt>
                <c:pt idx="443" formatCode="General">
                  <c:v>27.854669999999999</c:v>
                </c:pt>
                <c:pt idx="444" formatCode="General">
                  <c:v>27.899920000000002</c:v>
                </c:pt>
                <c:pt idx="445" formatCode="General">
                  <c:v>27.945060000000002</c:v>
                </c:pt>
                <c:pt idx="446" formatCode="General">
                  <c:v>27.990089999999999</c:v>
                </c:pt>
                <c:pt idx="447" formatCode="General">
                  <c:v>28.03501</c:v>
                </c:pt>
                <c:pt idx="448" formatCode="General">
                  <c:v>28.079809999999998</c:v>
                </c:pt>
                <c:pt idx="449" formatCode="General">
                  <c:v>28.124500000000001</c:v>
                </c:pt>
                <c:pt idx="450" formatCode="General">
                  <c:v>28.169080000000001</c:v>
                </c:pt>
                <c:pt idx="451" formatCode="General">
                  <c:v>28.213550000000001</c:v>
                </c:pt>
                <c:pt idx="452" formatCode="General">
                  <c:v>28.257909999999999</c:v>
                </c:pt>
                <c:pt idx="453" formatCode="General">
                  <c:v>28.302150000000001</c:v>
                </c:pt>
                <c:pt idx="454" formatCode="General">
                  <c:v>28.34628</c:v>
                </c:pt>
                <c:pt idx="455" formatCode="General">
                  <c:v>28.39029</c:v>
                </c:pt>
                <c:pt idx="456" formatCode="General">
                  <c:v>28.434190000000001</c:v>
                </c:pt>
                <c:pt idx="457" formatCode="General">
                  <c:v>28.477979999999999</c:v>
                </c:pt>
                <c:pt idx="458" formatCode="General">
                  <c:v>28.521650000000001</c:v>
                </c:pt>
                <c:pt idx="459" formatCode="General">
                  <c:v>28.56521</c:v>
                </c:pt>
                <c:pt idx="460" formatCode="General">
                  <c:v>28.60866</c:v>
                </c:pt>
                <c:pt idx="461" formatCode="General">
                  <c:v>28.651990000000001</c:v>
                </c:pt>
                <c:pt idx="462" formatCode="General">
                  <c:v>28.695209999999999</c:v>
                </c:pt>
                <c:pt idx="463" formatCode="General">
                  <c:v>28.738309999999998</c:v>
                </c:pt>
                <c:pt idx="464" formatCode="General">
                  <c:v>28.781300000000002</c:v>
                </c:pt>
                <c:pt idx="465" formatCode="General">
                  <c:v>28.824169999999999</c:v>
                </c:pt>
                <c:pt idx="466" formatCode="General">
                  <c:v>28.86692</c:v>
                </c:pt>
                <c:pt idx="467" formatCode="General">
                  <c:v>28.909559999999999</c:v>
                </c:pt>
                <c:pt idx="468" formatCode="General">
                  <c:v>28.952089999999998</c:v>
                </c:pt>
                <c:pt idx="469" formatCode="General">
                  <c:v>28.994499999999999</c:v>
                </c:pt>
                <c:pt idx="470" formatCode="General">
                  <c:v>29.03679</c:v>
                </c:pt>
                <c:pt idx="471" formatCode="General">
                  <c:v>29.078970000000002</c:v>
                </c:pt>
                <c:pt idx="472" formatCode="General">
                  <c:v>29.121030000000001</c:v>
                </c:pt>
                <c:pt idx="473" formatCode="General">
                  <c:v>29.162970000000001</c:v>
                </c:pt>
                <c:pt idx="474" formatCode="General">
                  <c:v>29.204799999999999</c:v>
                </c:pt>
                <c:pt idx="475" formatCode="General">
                  <c:v>29.246510000000001</c:v>
                </c:pt>
                <c:pt idx="476" formatCode="General">
                  <c:v>29.28811</c:v>
                </c:pt>
                <c:pt idx="477" formatCode="General">
                  <c:v>29.32958</c:v>
                </c:pt>
                <c:pt idx="478" formatCode="General">
                  <c:v>29.370940000000001</c:v>
                </c:pt>
                <c:pt idx="479" formatCode="General">
                  <c:v>29.412189999999999</c:v>
                </c:pt>
                <c:pt idx="480" formatCode="General">
                  <c:v>29.453309999999998</c:v>
                </c:pt>
                <c:pt idx="481" formatCode="General">
                  <c:v>29.494319999999998</c:v>
                </c:pt>
                <c:pt idx="482" formatCode="General">
                  <c:v>29.5352</c:v>
                </c:pt>
                <c:pt idx="483" formatCode="General">
                  <c:v>29.575980000000001</c:v>
                </c:pt>
                <c:pt idx="484" formatCode="General">
                  <c:v>29.616630000000001</c:v>
                </c:pt>
                <c:pt idx="485" formatCode="General">
                  <c:v>29.657160000000001</c:v>
                </c:pt>
                <c:pt idx="486" formatCode="General">
                  <c:v>29.697579999999999</c:v>
                </c:pt>
                <c:pt idx="487" formatCode="General">
                  <c:v>29.737870000000001</c:v>
                </c:pt>
                <c:pt idx="488" formatCode="General">
                  <c:v>29.77805</c:v>
                </c:pt>
                <c:pt idx="489" formatCode="General">
                  <c:v>29.818110000000001</c:v>
                </c:pt>
                <c:pt idx="490" formatCode="General">
                  <c:v>29.858049999999999</c:v>
                </c:pt>
                <c:pt idx="491" formatCode="General">
                  <c:v>29.897870000000001</c:v>
                </c:pt>
                <c:pt idx="492" formatCode="General">
                  <c:v>29.937570000000001</c:v>
                </c:pt>
                <c:pt idx="493" formatCode="General">
                  <c:v>29.977150000000002</c:v>
                </c:pt>
                <c:pt idx="494" formatCode="General">
                  <c:v>30.01661</c:v>
                </c:pt>
                <c:pt idx="495" formatCode="General">
                  <c:v>30.055949999999999</c:v>
                </c:pt>
                <c:pt idx="496" formatCode="General">
                  <c:v>30.09517</c:v>
                </c:pt>
                <c:pt idx="497" formatCode="General">
                  <c:v>30.134270000000001</c:v>
                </c:pt>
                <c:pt idx="498" formatCode="General">
                  <c:v>30.17324</c:v>
                </c:pt>
                <c:pt idx="499" formatCode="General">
                  <c:v>30.2121</c:v>
                </c:pt>
                <c:pt idx="500" formatCode="General">
                  <c:v>30.25084</c:v>
                </c:pt>
                <c:pt idx="501" formatCode="General">
                  <c:v>30.289459999999998</c:v>
                </c:pt>
                <c:pt idx="502" formatCode="General">
                  <c:v>30.327950000000001</c:v>
                </c:pt>
                <c:pt idx="503" formatCode="General">
                  <c:v>30.366330000000001</c:v>
                </c:pt>
                <c:pt idx="504" formatCode="General">
                  <c:v>30.404579999999999</c:v>
                </c:pt>
                <c:pt idx="505" formatCode="General">
                  <c:v>30.442710000000002</c:v>
                </c:pt>
                <c:pt idx="506" formatCode="General">
                  <c:v>30.480720000000002</c:v>
                </c:pt>
                <c:pt idx="507" formatCode="General">
                  <c:v>30.518609999999999</c:v>
                </c:pt>
                <c:pt idx="508" formatCode="General">
                  <c:v>30.556370000000001</c:v>
                </c:pt>
                <c:pt idx="509" formatCode="General">
                  <c:v>30.59402</c:v>
                </c:pt>
                <c:pt idx="510" formatCode="General">
                  <c:v>30.631530000000001</c:v>
                </c:pt>
                <c:pt idx="511" formatCode="General">
                  <c:v>30.66893</c:v>
                </c:pt>
                <c:pt idx="512" formatCode="General">
                  <c:v>30.706209999999999</c:v>
                </c:pt>
                <c:pt idx="513" formatCode="General">
                  <c:v>30.743359999999999</c:v>
                </c:pt>
                <c:pt idx="514" formatCode="General">
                  <c:v>30.780390000000001</c:v>
                </c:pt>
                <c:pt idx="515" formatCode="General">
                  <c:v>30.817299999999999</c:v>
                </c:pt>
                <c:pt idx="516" formatCode="General">
                  <c:v>30.85408</c:v>
                </c:pt>
                <c:pt idx="517" formatCode="General">
                  <c:v>30.890740000000001</c:v>
                </c:pt>
                <c:pt idx="518" formatCode="General">
                  <c:v>30.92728</c:v>
                </c:pt>
                <c:pt idx="519" formatCode="General">
                  <c:v>30.96369</c:v>
                </c:pt>
                <c:pt idx="520" formatCode="General">
                  <c:v>30.999980000000001</c:v>
                </c:pt>
                <c:pt idx="521" formatCode="General">
                  <c:v>31.03614</c:v>
                </c:pt>
                <c:pt idx="522" formatCode="General">
                  <c:v>31.072179999999999</c:v>
                </c:pt>
                <c:pt idx="523" formatCode="General">
                  <c:v>31.1081</c:v>
                </c:pt>
                <c:pt idx="524" formatCode="General">
                  <c:v>31.143889999999999</c:v>
                </c:pt>
                <c:pt idx="525" formatCode="General">
                  <c:v>31.179559999999999</c:v>
                </c:pt>
                <c:pt idx="526" formatCode="General">
                  <c:v>31.2151</c:v>
                </c:pt>
                <c:pt idx="527" formatCode="General">
                  <c:v>31.250520000000002</c:v>
                </c:pt>
                <c:pt idx="528" formatCode="General">
                  <c:v>31.285810000000001</c:v>
                </c:pt>
                <c:pt idx="529" formatCode="General">
                  <c:v>31.320979999999999</c:v>
                </c:pt>
                <c:pt idx="530" formatCode="General">
                  <c:v>31.356020000000001</c:v>
                </c:pt>
                <c:pt idx="531" formatCode="General">
                  <c:v>31.390940000000001</c:v>
                </c:pt>
                <c:pt idx="532" formatCode="General">
                  <c:v>31.425730000000001</c:v>
                </c:pt>
                <c:pt idx="533" formatCode="General">
                  <c:v>31.46039</c:v>
                </c:pt>
                <c:pt idx="534" formatCode="General">
                  <c:v>31.49493</c:v>
                </c:pt>
                <c:pt idx="535" formatCode="General">
                  <c:v>31.529350000000001</c:v>
                </c:pt>
                <c:pt idx="536" formatCode="General">
                  <c:v>31.56363</c:v>
                </c:pt>
                <c:pt idx="537" formatCode="General">
                  <c:v>31.597799999999999</c:v>
                </c:pt>
                <c:pt idx="538" formatCode="General">
                  <c:v>31.631830000000001</c:v>
                </c:pt>
                <c:pt idx="539" formatCode="General">
                  <c:v>31.66574</c:v>
                </c:pt>
                <c:pt idx="540" formatCode="General">
                  <c:v>31.69952</c:v>
                </c:pt>
                <c:pt idx="541" formatCode="General">
                  <c:v>31.733180000000001</c:v>
                </c:pt>
                <c:pt idx="542" formatCode="General">
                  <c:v>31.7667</c:v>
                </c:pt>
                <c:pt idx="543" formatCode="General">
                  <c:v>31.8001</c:v>
                </c:pt>
              </c:numCache>
            </c:numRef>
          </c:xVal>
          <c:yVal>
            <c:numRef>
              <c:f>'S(Q)'!$P$2:$P$545</c:f>
              <c:numCache>
                <c:formatCode>General</c:formatCode>
                <c:ptCount val="544"/>
                <c:pt idx="0">
                  <c:v>3.0256894000000001</c:v>
                </c:pt>
                <c:pt idx="1">
                  <c:v>3.0495171999999999</c:v>
                </c:pt>
                <c:pt idx="2">
                  <c:v>3.0840828999999998</c:v>
                </c:pt>
                <c:pt idx="3">
                  <c:v>3.1034842</c:v>
                </c:pt>
                <c:pt idx="4">
                  <c:v>3.0803178999999998</c:v>
                </c:pt>
                <c:pt idx="5">
                  <c:v>3.0210941</c:v>
                </c:pt>
                <c:pt idx="6">
                  <c:v>2.9704470000000001</c:v>
                </c:pt>
                <c:pt idx="7">
                  <c:v>2.9689920000000001</c:v>
                </c:pt>
                <c:pt idx="8">
                  <c:v>3.0103600999999998</c:v>
                </c:pt>
                <c:pt idx="9">
                  <c:v>3.0491299999999999</c:v>
                </c:pt>
                <c:pt idx="10">
                  <c:v>3.0510576999999999</c:v>
                </c:pt>
                <c:pt idx="11">
                  <c:v>3.0265199000000003</c:v>
                </c:pt>
                <c:pt idx="12">
                  <c:v>3.0109626999999999</c:v>
                </c:pt>
                <c:pt idx="13">
                  <c:v>3.0211361999999999</c:v>
                </c:pt>
                <c:pt idx="14">
                  <c:v>3.0409395999999997</c:v>
                </c:pt>
                <c:pt idx="15">
                  <c:v>3.0488372999999998</c:v>
                </c:pt>
                <c:pt idx="16">
                  <c:v>3.0473037999999999</c:v>
                </c:pt>
                <c:pt idx="17">
                  <c:v>3.0573641999999999</c:v>
                </c:pt>
                <c:pt idx="18">
                  <c:v>3.0891788999999998</c:v>
                </c:pt>
                <c:pt idx="19">
                  <c:v>3.1287322</c:v>
                </c:pt>
                <c:pt idx="20">
                  <c:v>3.1560657000000001</c:v>
                </c:pt>
                <c:pt idx="21">
                  <c:v>3.1682087000000001</c:v>
                </c:pt>
                <c:pt idx="22">
                  <c:v>3.1765392000000001</c:v>
                </c:pt>
                <c:pt idx="23">
                  <c:v>3.1859465</c:v>
                </c:pt>
                <c:pt idx="24">
                  <c:v>3.1883438000000002</c:v>
                </c:pt>
                <c:pt idx="25">
                  <c:v>3.1804785999999998</c:v>
                </c:pt>
                <c:pt idx="26">
                  <c:v>3.1782458</c:v>
                </c:pt>
                <c:pt idx="27">
                  <c:v>3.2026076999999997</c:v>
                </c:pt>
                <c:pt idx="28">
                  <c:v>3.2541555</c:v>
                </c:pt>
                <c:pt idx="29">
                  <c:v>3.3138955000000001</c:v>
                </c:pt>
                <c:pt idx="30">
                  <c:v>3.3735841999999998</c:v>
                </c:pt>
                <c:pt idx="31">
                  <c:v>3.4559763999999999</c:v>
                </c:pt>
                <c:pt idx="32">
                  <c:v>3.5965107000000001</c:v>
                </c:pt>
                <c:pt idx="33">
                  <c:v>3.8099387</c:v>
                </c:pt>
                <c:pt idx="34">
                  <c:v>4.0836826300000002</c:v>
                </c:pt>
                <c:pt idx="35">
                  <c:v>4.3972138999999997</c:v>
                </c:pt>
                <c:pt idx="36">
                  <c:v>4.7276071000000002</c:v>
                </c:pt>
                <c:pt idx="37">
                  <c:v>5.0278070000000001</c:v>
                </c:pt>
                <c:pt idx="38">
                  <c:v>5.2191479999999997</c:v>
                </c:pt>
                <c:pt idx="39">
                  <c:v>5.2352369999999997</c:v>
                </c:pt>
                <c:pt idx="40">
                  <c:v>5.0837570000000003</c:v>
                </c:pt>
                <c:pt idx="41">
                  <c:v>4.8519193999999999</c:v>
                </c:pt>
                <c:pt idx="42">
                  <c:v>4.6372491</c:v>
                </c:pt>
                <c:pt idx="43">
                  <c:v>4.4742300000000004</c:v>
                </c:pt>
                <c:pt idx="44">
                  <c:v>4.3337631999999999</c:v>
                </c:pt>
                <c:pt idx="45">
                  <c:v>4.1853958000000002</c:v>
                </c:pt>
                <c:pt idx="46">
                  <c:v>4.0421585699999998</c:v>
                </c:pt>
                <c:pt idx="47">
                  <c:v>3.9397545200000001</c:v>
                </c:pt>
                <c:pt idx="48">
                  <c:v>3.8873422999999998</c:v>
                </c:pt>
                <c:pt idx="49">
                  <c:v>3.8555627000000001</c:v>
                </c:pt>
                <c:pt idx="50">
                  <c:v>3.8118368</c:v>
                </c:pt>
                <c:pt idx="51">
                  <c:v>3.7539744000000002</c:v>
                </c:pt>
                <c:pt idx="52">
                  <c:v>3.7035501000000002</c:v>
                </c:pt>
                <c:pt idx="53">
                  <c:v>3.6754319</c:v>
                </c:pt>
                <c:pt idx="54">
                  <c:v>3.6638967</c:v>
                </c:pt>
                <c:pt idx="55">
                  <c:v>3.6561447</c:v>
                </c:pt>
                <c:pt idx="56">
                  <c:v>3.6489641000000002</c:v>
                </c:pt>
                <c:pt idx="57">
                  <c:v>3.6481724999999998</c:v>
                </c:pt>
                <c:pt idx="58">
                  <c:v>3.6583606</c:v>
                </c:pt>
                <c:pt idx="59">
                  <c:v>3.6800519</c:v>
                </c:pt>
                <c:pt idx="60">
                  <c:v>3.7145758999999998</c:v>
                </c:pt>
                <c:pt idx="61">
                  <c:v>3.7640571999999999</c:v>
                </c:pt>
                <c:pt idx="62">
                  <c:v>3.8242798000000002</c:v>
                </c:pt>
                <c:pt idx="63">
                  <c:v>3.8831487</c:v>
                </c:pt>
                <c:pt idx="64">
                  <c:v>3.9315042199999999</c:v>
                </c:pt>
                <c:pt idx="65">
                  <c:v>3.9735756699999998</c:v>
                </c:pt>
                <c:pt idx="66">
                  <c:v>4.0213384400000001</c:v>
                </c:pt>
                <c:pt idx="67">
                  <c:v>4.0779183999999997</c:v>
                </c:pt>
                <c:pt idx="68">
                  <c:v>4.1315622000000003</c:v>
                </c:pt>
                <c:pt idx="69">
                  <c:v>4.1688770999999996</c:v>
                </c:pt>
                <c:pt idx="70">
                  <c:v>4.1899521000000002</c:v>
                </c:pt>
                <c:pt idx="71">
                  <c:v>4.2049899000000002</c:v>
                </c:pt>
                <c:pt idx="72">
                  <c:v>4.2175840999999998</c:v>
                </c:pt>
                <c:pt idx="73">
                  <c:v>4.2186797</c:v>
                </c:pt>
                <c:pt idx="74">
                  <c:v>4.2004804</c:v>
                </c:pt>
                <c:pt idx="75">
                  <c:v>4.1710684000000002</c:v>
                </c:pt>
                <c:pt idx="76">
                  <c:v>4.1483249000000004</c:v>
                </c:pt>
                <c:pt idx="77">
                  <c:v>4.1396211000000003</c:v>
                </c:pt>
                <c:pt idx="78">
                  <c:v>4.1334282</c:v>
                </c:pt>
                <c:pt idx="79">
                  <c:v>4.1135849000000002</c:v>
                </c:pt>
                <c:pt idx="80">
                  <c:v>4.0779045099999998</c:v>
                </c:pt>
                <c:pt idx="81">
                  <c:v>4.0389165</c:v>
                </c:pt>
                <c:pt idx="82">
                  <c:v>4.0087400879999997</c:v>
                </c:pt>
                <c:pt idx="83">
                  <c:v>3.98838808</c:v>
                </c:pt>
                <c:pt idx="84">
                  <c:v>3.9721030599999998</c:v>
                </c:pt>
                <c:pt idx="85">
                  <c:v>3.9568338399999998</c:v>
                </c:pt>
                <c:pt idx="86">
                  <c:v>3.9436986200000002</c:v>
                </c:pt>
                <c:pt idx="87">
                  <c:v>3.9325767900000002</c:v>
                </c:pt>
                <c:pt idx="88">
                  <c:v>3.9201557299999998</c:v>
                </c:pt>
                <c:pt idx="89">
                  <c:v>3.90468204</c:v>
                </c:pt>
                <c:pt idx="90">
                  <c:v>3.8901254999999999</c:v>
                </c:pt>
                <c:pt idx="91">
                  <c:v>3.8833707</c:v>
                </c:pt>
                <c:pt idx="92">
                  <c:v>3.8874643999999998</c:v>
                </c:pt>
                <c:pt idx="93">
                  <c:v>3.8987257999999998</c:v>
                </c:pt>
                <c:pt idx="94">
                  <c:v>3.9107752900000001</c:v>
                </c:pt>
                <c:pt idx="95">
                  <c:v>3.92100056</c:v>
                </c:pt>
                <c:pt idx="96">
                  <c:v>3.9326618099999999</c:v>
                </c:pt>
                <c:pt idx="97">
                  <c:v>3.95032578</c:v>
                </c:pt>
                <c:pt idx="98">
                  <c:v>3.97329855</c:v>
                </c:pt>
                <c:pt idx="99">
                  <c:v>3.9944753369999999</c:v>
                </c:pt>
                <c:pt idx="100">
                  <c:v>4.0067093900000001</c:v>
                </c:pt>
                <c:pt idx="101">
                  <c:v>4.0100405200000004</c:v>
                </c:pt>
                <c:pt idx="102">
                  <c:v>4.0113853900000001</c:v>
                </c:pt>
                <c:pt idx="103">
                  <c:v>4.0170383000000003</c:v>
                </c:pt>
                <c:pt idx="104">
                  <c:v>4.0270408199999999</c:v>
                </c:pt>
                <c:pt idx="105">
                  <c:v>4.0373872899999999</c:v>
                </c:pt>
                <c:pt idx="106">
                  <c:v>4.0453421000000001</c:v>
                </c:pt>
                <c:pt idx="107">
                  <c:v>4.0501548500000002</c:v>
                </c:pt>
                <c:pt idx="108">
                  <c:v>4.0500621900000002</c:v>
                </c:pt>
                <c:pt idx="109">
                  <c:v>4.0427727899999999</c:v>
                </c:pt>
                <c:pt idx="110">
                  <c:v>4.03031965</c:v>
                </c:pt>
                <c:pt idx="111">
                  <c:v>4.0202745100000001</c:v>
                </c:pt>
                <c:pt idx="112">
                  <c:v>4.0190495999999998</c:v>
                </c:pt>
                <c:pt idx="113">
                  <c:v>4.0249822699999998</c:v>
                </c:pt>
                <c:pt idx="114">
                  <c:v>4.0306036699999996</c:v>
                </c:pt>
                <c:pt idx="115">
                  <c:v>4.0311423599999996</c:v>
                </c:pt>
                <c:pt idx="116">
                  <c:v>4.0279402700000002</c:v>
                </c:pt>
                <c:pt idx="117">
                  <c:v>4.0235987199999999</c:v>
                </c:pt>
                <c:pt idx="118">
                  <c:v>4.0177007500000004</c:v>
                </c:pt>
                <c:pt idx="119">
                  <c:v>4.0095479389999999</c:v>
                </c:pt>
                <c:pt idx="120">
                  <c:v>4.0020881519999998</c:v>
                </c:pt>
                <c:pt idx="121">
                  <c:v>3.9991352610000002</c:v>
                </c:pt>
                <c:pt idx="122">
                  <c:v>3.9994752667000002</c:v>
                </c:pt>
                <c:pt idx="123">
                  <c:v>3.9976444980000001</c:v>
                </c:pt>
                <c:pt idx="124">
                  <c:v>3.9912812469999999</c:v>
                </c:pt>
                <c:pt idx="125">
                  <c:v>3.9842848399999999</c:v>
                </c:pt>
                <c:pt idx="126">
                  <c:v>3.9810021899999999</c:v>
                </c:pt>
                <c:pt idx="127">
                  <c:v>3.9804893400000001</c:v>
                </c:pt>
                <c:pt idx="128">
                  <c:v>3.97964523</c:v>
                </c:pt>
                <c:pt idx="129">
                  <c:v>3.9796006400000001</c:v>
                </c:pt>
                <c:pt idx="130">
                  <c:v>3.9841080600000001</c:v>
                </c:pt>
                <c:pt idx="131">
                  <c:v>3.991652395</c:v>
                </c:pt>
                <c:pt idx="132">
                  <c:v>3.9945223310000002</c:v>
                </c:pt>
                <c:pt idx="133">
                  <c:v>3.98873085</c:v>
                </c:pt>
                <c:pt idx="134">
                  <c:v>3.9812272100000001</c:v>
                </c:pt>
                <c:pt idx="135">
                  <c:v>3.9824496900000002</c:v>
                </c:pt>
                <c:pt idx="136">
                  <c:v>3.9927218340000001</c:v>
                </c:pt>
                <c:pt idx="137">
                  <c:v>4.0009666154000003</c:v>
                </c:pt>
                <c:pt idx="138">
                  <c:v>3.9981931390000001</c:v>
                </c:pt>
                <c:pt idx="139">
                  <c:v>3.9882133099999999</c:v>
                </c:pt>
                <c:pt idx="140">
                  <c:v>3.9821099499999999</c:v>
                </c:pt>
                <c:pt idx="141">
                  <c:v>3.9848579200000001</c:v>
                </c:pt>
                <c:pt idx="142">
                  <c:v>3.9914972350000002</c:v>
                </c:pt>
                <c:pt idx="143">
                  <c:v>3.9955819400000001</c:v>
                </c:pt>
                <c:pt idx="144">
                  <c:v>3.9967559320000001</c:v>
                </c:pt>
                <c:pt idx="145">
                  <c:v>3.9985066630000001</c:v>
                </c:pt>
                <c:pt idx="146">
                  <c:v>4.002128634</c:v>
                </c:pt>
                <c:pt idx="147">
                  <c:v>4.0061164910000002</c:v>
                </c:pt>
                <c:pt idx="148">
                  <c:v>4.009672106</c:v>
                </c:pt>
                <c:pt idx="149">
                  <c:v>4.0130904799999998</c:v>
                </c:pt>
                <c:pt idx="150">
                  <c:v>4.0148288900000004</c:v>
                </c:pt>
                <c:pt idx="151">
                  <c:v>4.0118542899999996</c:v>
                </c:pt>
                <c:pt idx="152">
                  <c:v>4.0045383330000002</c:v>
                </c:pt>
                <c:pt idx="153">
                  <c:v>3.9986645350000001</c:v>
                </c:pt>
                <c:pt idx="154">
                  <c:v>3.9998918108999999</c:v>
                </c:pt>
                <c:pt idx="155">
                  <c:v>4.0070907760000001</c:v>
                </c:pt>
                <c:pt idx="156">
                  <c:v>4.0135413800000004</c:v>
                </c:pt>
                <c:pt idx="157">
                  <c:v>4.0145841300000003</c:v>
                </c:pt>
                <c:pt idx="158">
                  <c:v>4.0118384100000002</c:v>
                </c:pt>
                <c:pt idx="159">
                  <c:v>4.0094750340000003</c:v>
                </c:pt>
                <c:pt idx="160">
                  <c:v>4.0088317660000001</c:v>
                </c:pt>
                <c:pt idx="161">
                  <c:v>4.0084625730000001</c:v>
                </c:pt>
                <c:pt idx="162">
                  <c:v>4.0077768000000003</c:v>
                </c:pt>
                <c:pt idx="163">
                  <c:v>4.0078457390000004</c:v>
                </c:pt>
                <c:pt idx="164">
                  <c:v>4.0086910229999999</c:v>
                </c:pt>
                <c:pt idx="165">
                  <c:v>4.0083284419999998</c:v>
                </c:pt>
                <c:pt idx="166">
                  <c:v>4.0056316509999998</c:v>
                </c:pt>
                <c:pt idx="167">
                  <c:v>4.002387519</c:v>
                </c:pt>
                <c:pt idx="168">
                  <c:v>4.0007908274000004</c:v>
                </c:pt>
                <c:pt idx="169">
                  <c:v>3.9998734328999999</c:v>
                </c:pt>
                <c:pt idx="170">
                  <c:v>3.9965402160000001</c:v>
                </c:pt>
                <c:pt idx="171">
                  <c:v>3.9902251400000002</c:v>
                </c:pt>
                <c:pt idx="172">
                  <c:v>3.9845698500000002</c:v>
                </c:pt>
                <c:pt idx="173">
                  <c:v>3.9834761400000001</c:v>
                </c:pt>
                <c:pt idx="174">
                  <c:v>3.9867187999999998</c:v>
                </c:pt>
                <c:pt idx="175">
                  <c:v>3.99072644</c:v>
                </c:pt>
                <c:pt idx="176">
                  <c:v>3.9928748239999998</c:v>
                </c:pt>
                <c:pt idx="177">
                  <c:v>3.9933796859999999</c:v>
                </c:pt>
                <c:pt idx="178">
                  <c:v>3.9932129500000002</c:v>
                </c:pt>
                <c:pt idx="179">
                  <c:v>3.9922570130000001</c:v>
                </c:pt>
                <c:pt idx="180">
                  <c:v>3.9905925450000002</c:v>
                </c:pt>
                <c:pt idx="181">
                  <c:v>3.9901091040000001</c:v>
                </c:pt>
                <c:pt idx="182">
                  <c:v>3.9927696840000002</c:v>
                </c:pt>
                <c:pt idx="183">
                  <c:v>3.997337302</c:v>
                </c:pt>
                <c:pt idx="184">
                  <c:v>3.9997055667999999</c:v>
                </c:pt>
                <c:pt idx="185">
                  <c:v>3.997548777</c:v>
                </c:pt>
                <c:pt idx="186">
                  <c:v>3.9936776520000001</c:v>
                </c:pt>
                <c:pt idx="187">
                  <c:v>3.993376805</c:v>
                </c:pt>
                <c:pt idx="188">
                  <c:v>3.9984526119999999</c:v>
                </c:pt>
                <c:pt idx="189">
                  <c:v>4.0050296789999997</c:v>
                </c:pt>
                <c:pt idx="190">
                  <c:v>4.0076768170000001</c:v>
                </c:pt>
                <c:pt idx="191">
                  <c:v>4.0049732499999999</c:v>
                </c:pt>
                <c:pt idx="192">
                  <c:v>4.0003632107999998</c:v>
                </c:pt>
                <c:pt idx="193">
                  <c:v>3.998034568</c:v>
                </c:pt>
                <c:pt idx="194">
                  <c:v>3.9989890049999999</c:v>
                </c:pt>
                <c:pt idx="195">
                  <c:v>4.0013631500000004</c:v>
                </c:pt>
                <c:pt idx="196">
                  <c:v>4.0036687840000003</c:v>
                </c:pt>
                <c:pt idx="197">
                  <c:v>4.0066210619999998</c:v>
                </c:pt>
                <c:pt idx="198">
                  <c:v>4.0115089499999996</c:v>
                </c:pt>
                <c:pt idx="199">
                  <c:v>4.0173498099999998</c:v>
                </c:pt>
                <c:pt idx="200">
                  <c:v>4.02049126</c:v>
                </c:pt>
                <c:pt idx="201">
                  <c:v>4.0176262899999999</c:v>
                </c:pt>
                <c:pt idx="202">
                  <c:v>4.0093746609999998</c:v>
                </c:pt>
                <c:pt idx="203">
                  <c:v>4.0006203549999997</c:v>
                </c:pt>
                <c:pt idx="204">
                  <c:v>3.9967859570000002</c:v>
                </c:pt>
                <c:pt idx="205">
                  <c:v>3.9993473503999999</c:v>
                </c:pt>
                <c:pt idx="206">
                  <c:v>4.0048797409999999</c:v>
                </c:pt>
                <c:pt idx="207">
                  <c:v>4.0084789020000002</c:v>
                </c:pt>
                <c:pt idx="208">
                  <c:v>4.0079747680000004</c:v>
                </c:pt>
                <c:pt idx="209">
                  <c:v>4.0047851579999998</c:v>
                </c:pt>
                <c:pt idx="210">
                  <c:v>4.0011958500000002</c:v>
                </c:pt>
                <c:pt idx="211">
                  <c:v>3.9977305140000001</c:v>
                </c:pt>
                <c:pt idx="212">
                  <c:v>3.9935999880000002</c:v>
                </c:pt>
                <c:pt idx="213">
                  <c:v>3.9890826800000001</c:v>
                </c:pt>
                <c:pt idx="214">
                  <c:v>3.9863439500000002</c:v>
                </c:pt>
                <c:pt idx="215">
                  <c:v>3.9874220999999999</c:v>
                </c:pt>
                <c:pt idx="216">
                  <c:v>3.991826305</c:v>
                </c:pt>
                <c:pt idx="217">
                  <c:v>3.9966598310000001</c:v>
                </c:pt>
                <c:pt idx="218">
                  <c:v>3.9990872578999999</c:v>
                </c:pt>
                <c:pt idx="219">
                  <c:v>3.9984038869999998</c:v>
                </c:pt>
                <c:pt idx="220">
                  <c:v>3.9958773929999998</c:v>
                </c:pt>
                <c:pt idx="221">
                  <c:v>3.993206652</c:v>
                </c:pt>
                <c:pt idx="222">
                  <c:v>3.9914317439999998</c:v>
                </c:pt>
                <c:pt idx="223">
                  <c:v>3.9908472330000002</c:v>
                </c:pt>
                <c:pt idx="224">
                  <c:v>3.9912553179999999</c:v>
                </c:pt>
                <c:pt idx="225">
                  <c:v>3.9921846319999998</c:v>
                </c:pt>
                <c:pt idx="226">
                  <c:v>3.9933102900000002</c:v>
                </c:pt>
                <c:pt idx="227">
                  <c:v>3.9949005799999999</c:v>
                </c:pt>
                <c:pt idx="228">
                  <c:v>3.997531548</c:v>
                </c:pt>
                <c:pt idx="229">
                  <c:v>4.0010370530000001</c:v>
                </c:pt>
                <c:pt idx="230">
                  <c:v>4.0040002130000003</c:v>
                </c:pt>
                <c:pt idx="231">
                  <c:v>4.0048463720000003</c:v>
                </c:pt>
                <c:pt idx="232">
                  <c:v>4.0035565670000004</c:v>
                </c:pt>
                <c:pt idx="233">
                  <c:v>4.0018662269999998</c:v>
                </c:pt>
                <c:pt idx="234">
                  <c:v>4.0014872920000002</c:v>
                </c:pt>
                <c:pt idx="235">
                  <c:v>4.0024617679999999</c:v>
                </c:pt>
                <c:pt idx="236">
                  <c:v>4.0036925180000003</c:v>
                </c:pt>
                <c:pt idx="237">
                  <c:v>4.0048182580000002</c:v>
                </c:pt>
                <c:pt idx="238">
                  <c:v>4.0067170760000002</c:v>
                </c:pt>
                <c:pt idx="239">
                  <c:v>4.0097754999999999</c:v>
                </c:pt>
                <c:pt idx="240">
                  <c:v>4.0123255100000002</c:v>
                </c:pt>
                <c:pt idx="241">
                  <c:v>4.0118111399999998</c:v>
                </c:pt>
                <c:pt idx="242">
                  <c:v>4.0077464090000001</c:v>
                </c:pt>
                <c:pt idx="243">
                  <c:v>4.0028528349999997</c:v>
                </c:pt>
                <c:pt idx="244">
                  <c:v>4.0006341273999997</c:v>
                </c:pt>
                <c:pt idx="245">
                  <c:v>4.0019356290000001</c:v>
                </c:pt>
                <c:pt idx="246">
                  <c:v>4.0043526180000004</c:v>
                </c:pt>
                <c:pt idx="247">
                  <c:v>4.0049933180000004</c:v>
                </c:pt>
                <c:pt idx="248">
                  <c:v>4.003277196</c:v>
                </c:pt>
                <c:pt idx="249">
                  <c:v>4.0008058998999996</c:v>
                </c:pt>
                <c:pt idx="250">
                  <c:v>3.999094441</c:v>
                </c:pt>
                <c:pt idx="251">
                  <c:v>3.9981821630000001</c:v>
                </c:pt>
                <c:pt idx="252">
                  <c:v>3.997370589</c:v>
                </c:pt>
                <c:pt idx="253">
                  <c:v>3.9964188940000001</c:v>
                </c:pt>
                <c:pt idx="254">
                  <c:v>3.9954461330000002</c:v>
                </c:pt>
                <c:pt idx="255">
                  <c:v>3.994197658</c:v>
                </c:pt>
                <c:pt idx="256">
                  <c:v>3.9924040860000001</c:v>
                </c:pt>
                <c:pt idx="257">
                  <c:v>3.9910160229999998</c:v>
                </c:pt>
                <c:pt idx="258">
                  <c:v>3.9920982619999998</c:v>
                </c:pt>
                <c:pt idx="259">
                  <c:v>3.9965024969999998</c:v>
                </c:pt>
                <c:pt idx="260">
                  <c:v>4.0018009619999999</c:v>
                </c:pt>
                <c:pt idx="261">
                  <c:v>4.0036524780000002</c:v>
                </c:pt>
                <c:pt idx="262">
                  <c:v>4.0000601763499999</c:v>
                </c:pt>
                <c:pt idx="263">
                  <c:v>3.9940306379999999</c:v>
                </c:pt>
                <c:pt idx="264">
                  <c:v>3.9911786899999999</c:v>
                </c:pt>
                <c:pt idx="265">
                  <c:v>3.994285251</c:v>
                </c:pt>
                <c:pt idx="266">
                  <c:v>4.000499273</c:v>
                </c:pt>
                <c:pt idx="267">
                  <c:v>4.004244344</c:v>
                </c:pt>
                <c:pt idx="268">
                  <c:v>4.0027301680000003</c:v>
                </c:pt>
                <c:pt idx="269">
                  <c:v>3.9982780419999999</c:v>
                </c:pt>
                <c:pt idx="270">
                  <c:v>3.9953825670000001</c:v>
                </c:pt>
                <c:pt idx="271">
                  <c:v>3.9961445809999998</c:v>
                </c:pt>
                <c:pt idx="272">
                  <c:v>3.9989515259999999</c:v>
                </c:pt>
                <c:pt idx="273">
                  <c:v>4.001122606</c:v>
                </c:pt>
                <c:pt idx="274">
                  <c:v>4.0018818200000004</c:v>
                </c:pt>
                <c:pt idx="275">
                  <c:v>4.0023578280000001</c:v>
                </c:pt>
                <c:pt idx="276">
                  <c:v>4.003314584</c:v>
                </c:pt>
                <c:pt idx="277">
                  <c:v>4.0038775060000003</c:v>
                </c:pt>
                <c:pt idx="278">
                  <c:v>4.0028183390000001</c:v>
                </c:pt>
                <c:pt idx="279">
                  <c:v>4.0005413647000001</c:v>
                </c:pt>
                <c:pt idx="280">
                  <c:v>3.9990875429999999</c:v>
                </c:pt>
                <c:pt idx="281">
                  <c:v>4.0000253540899999</c:v>
                </c:pt>
                <c:pt idx="282">
                  <c:v>4.0026913459999998</c:v>
                </c:pt>
                <c:pt idx="283">
                  <c:v>4.0047783270000004</c:v>
                </c:pt>
                <c:pt idx="284">
                  <c:v>4.0045409159999998</c:v>
                </c:pt>
                <c:pt idx="285">
                  <c:v>4.0022368500000001</c:v>
                </c:pt>
                <c:pt idx="286">
                  <c:v>3.9995623724999998</c:v>
                </c:pt>
                <c:pt idx="287">
                  <c:v>3.9980777239999998</c:v>
                </c:pt>
                <c:pt idx="288">
                  <c:v>3.9983063749999999</c:v>
                </c:pt>
                <c:pt idx="289">
                  <c:v>3.9999425426699999</c:v>
                </c:pt>
                <c:pt idx="290">
                  <c:v>4.0023300449999999</c:v>
                </c:pt>
                <c:pt idx="291">
                  <c:v>4.0045779719999999</c:v>
                </c:pt>
                <c:pt idx="292">
                  <c:v>4.0056567420000002</c:v>
                </c:pt>
                <c:pt idx="293">
                  <c:v>4.004951653</c:v>
                </c:pt>
                <c:pt idx="294">
                  <c:v>4.002865463</c:v>
                </c:pt>
                <c:pt idx="295">
                  <c:v>4.0005812231000002</c:v>
                </c:pt>
                <c:pt idx="296">
                  <c:v>3.9989682850000001</c:v>
                </c:pt>
                <c:pt idx="297">
                  <c:v>3.9978306520000002</c:v>
                </c:pt>
                <c:pt idx="298">
                  <c:v>3.9965139889999999</c:v>
                </c:pt>
                <c:pt idx="299">
                  <c:v>3.995250102</c:v>
                </c:pt>
                <c:pt idx="300">
                  <c:v>3.9954757160000001</c:v>
                </c:pt>
                <c:pt idx="301">
                  <c:v>3.9983505789999998</c:v>
                </c:pt>
                <c:pt idx="302">
                  <c:v>4.0029182069999996</c:v>
                </c:pt>
                <c:pt idx="303">
                  <c:v>4.0061747319999998</c:v>
                </c:pt>
                <c:pt idx="304">
                  <c:v>4.005481949</c:v>
                </c:pt>
                <c:pt idx="305">
                  <c:v>4.0011024429999997</c:v>
                </c:pt>
                <c:pt idx="306">
                  <c:v>3.99616251</c:v>
                </c:pt>
                <c:pt idx="307">
                  <c:v>3.993852483</c:v>
                </c:pt>
                <c:pt idx="308">
                  <c:v>3.9945816270000001</c:v>
                </c:pt>
                <c:pt idx="309">
                  <c:v>3.9959540279999999</c:v>
                </c:pt>
                <c:pt idx="310">
                  <c:v>3.995543799</c:v>
                </c:pt>
                <c:pt idx="311">
                  <c:v>3.9935434700000001</c:v>
                </c:pt>
                <c:pt idx="312">
                  <c:v>3.992535315</c:v>
                </c:pt>
                <c:pt idx="313">
                  <c:v>3.9946866499999998</c:v>
                </c:pt>
                <c:pt idx="314">
                  <c:v>3.9993584456</c:v>
                </c:pt>
                <c:pt idx="315">
                  <c:v>4.0036157509999999</c:v>
                </c:pt>
                <c:pt idx="316">
                  <c:v>4.0050467740000002</c:v>
                </c:pt>
                <c:pt idx="317">
                  <c:v>4.0039345099999997</c:v>
                </c:pt>
                <c:pt idx="318">
                  <c:v>4.0025995070000002</c:v>
                </c:pt>
                <c:pt idx="319">
                  <c:v>4.0027426439999996</c:v>
                </c:pt>
                <c:pt idx="320">
                  <c:v>4.0036412429999997</c:v>
                </c:pt>
                <c:pt idx="321">
                  <c:v>4.0030565400000002</c:v>
                </c:pt>
                <c:pt idx="322">
                  <c:v>3.9998425409</c:v>
                </c:pt>
                <c:pt idx="323">
                  <c:v>3.995516947</c:v>
                </c:pt>
                <c:pt idx="324">
                  <c:v>3.993163961</c:v>
                </c:pt>
                <c:pt idx="325">
                  <c:v>3.9947238770000002</c:v>
                </c:pt>
                <c:pt idx="326">
                  <c:v>3.9992582797999998</c:v>
                </c:pt>
                <c:pt idx="327">
                  <c:v>4.0037285020000004</c:v>
                </c:pt>
                <c:pt idx="328">
                  <c:v>4.005432452</c:v>
                </c:pt>
                <c:pt idx="329">
                  <c:v>4.0038765810000001</c:v>
                </c:pt>
                <c:pt idx="330">
                  <c:v>4.0006734390999998</c:v>
                </c:pt>
                <c:pt idx="331">
                  <c:v>3.997977369</c:v>
                </c:pt>
                <c:pt idx="332">
                  <c:v>3.9970545789999998</c:v>
                </c:pt>
                <c:pt idx="333">
                  <c:v>3.998000448</c:v>
                </c:pt>
                <c:pt idx="334">
                  <c:v>4.0002913497000003</c:v>
                </c:pt>
                <c:pt idx="335">
                  <c:v>4.0032385899999996</c:v>
                </c:pt>
                <c:pt idx="336">
                  <c:v>4.0059582950000001</c:v>
                </c:pt>
                <c:pt idx="337">
                  <c:v>4.0073160469999998</c:v>
                </c:pt>
                <c:pt idx="338">
                  <c:v>4.0063876240000003</c:v>
                </c:pt>
                <c:pt idx="339">
                  <c:v>4.0032442960000001</c:v>
                </c:pt>
                <c:pt idx="340">
                  <c:v>3.9992446093999998</c:v>
                </c:pt>
                <c:pt idx="341">
                  <c:v>3.9963083849999999</c:v>
                </c:pt>
                <c:pt idx="342">
                  <c:v>3.9956340410000002</c:v>
                </c:pt>
                <c:pt idx="343">
                  <c:v>3.996951594</c:v>
                </c:pt>
                <c:pt idx="344">
                  <c:v>3.998974386</c:v>
                </c:pt>
                <c:pt idx="345">
                  <c:v>4.0005948044000004</c:v>
                </c:pt>
                <c:pt idx="346">
                  <c:v>4.00168078</c:v>
                </c:pt>
                <c:pt idx="347">
                  <c:v>4.0027623119999998</c:v>
                </c:pt>
                <c:pt idx="348">
                  <c:v>4.004026917</c:v>
                </c:pt>
                <c:pt idx="349">
                  <c:v>4.0047407110000002</c:v>
                </c:pt>
                <c:pt idx="350">
                  <c:v>4.0037837290000002</c:v>
                </c:pt>
                <c:pt idx="351">
                  <c:v>4.0008462361000001</c:v>
                </c:pt>
                <c:pt idx="352">
                  <c:v>3.9971039450000001</c:v>
                </c:pt>
                <c:pt idx="353">
                  <c:v>3.994593901</c:v>
                </c:pt>
                <c:pt idx="354">
                  <c:v>3.9946973020000001</c:v>
                </c:pt>
                <c:pt idx="355">
                  <c:v>3.9969965909999998</c:v>
                </c:pt>
                <c:pt idx="356">
                  <c:v>3.9995209155999998</c:v>
                </c:pt>
                <c:pt idx="357">
                  <c:v>4.0002356847999998</c:v>
                </c:pt>
                <c:pt idx="358">
                  <c:v>3.9985953909999998</c:v>
                </c:pt>
                <c:pt idx="359">
                  <c:v>3.9959347890000001</c:v>
                </c:pt>
                <c:pt idx="360">
                  <c:v>3.9944245779999998</c:v>
                </c:pt>
                <c:pt idx="361">
                  <c:v>3.9954357709999999</c:v>
                </c:pt>
                <c:pt idx="362">
                  <c:v>3.998551628</c:v>
                </c:pt>
                <c:pt idx="363">
                  <c:v>4.0018991359999996</c:v>
                </c:pt>
                <c:pt idx="364">
                  <c:v>4.0034711749999996</c:v>
                </c:pt>
                <c:pt idx="365">
                  <c:v>4.0024574790000003</c:v>
                </c:pt>
                <c:pt idx="366">
                  <c:v>3.9997021901999998</c:v>
                </c:pt>
                <c:pt idx="367">
                  <c:v>3.9970708660000001</c:v>
                </c:pt>
                <c:pt idx="368">
                  <c:v>3.9962213270000002</c:v>
                </c:pt>
                <c:pt idx="369">
                  <c:v>3.997584121</c:v>
                </c:pt>
                <c:pt idx="370">
                  <c:v>4.0001576904</c:v>
                </c:pt>
                <c:pt idx="371">
                  <c:v>4.002201683</c:v>
                </c:pt>
                <c:pt idx="372">
                  <c:v>4.0023777100000002</c:v>
                </c:pt>
                <c:pt idx="373">
                  <c:v>4.0006187833000002</c:v>
                </c:pt>
                <c:pt idx="374">
                  <c:v>3.9981667399999998</c:v>
                </c:pt>
                <c:pt idx="375">
                  <c:v>3.9967295489999999</c:v>
                </c:pt>
                <c:pt idx="376">
                  <c:v>3.9973074780000002</c:v>
                </c:pt>
                <c:pt idx="377">
                  <c:v>3.9995053550000002</c:v>
                </c:pt>
                <c:pt idx="378">
                  <c:v>4.0018511759999997</c:v>
                </c:pt>
                <c:pt idx="379">
                  <c:v>4.0029179099999999</c:v>
                </c:pt>
                <c:pt idx="380">
                  <c:v>4.0024090780000003</c:v>
                </c:pt>
                <c:pt idx="381">
                  <c:v>4.0013461660000003</c:v>
                </c:pt>
                <c:pt idx="382">
                  <c:v>4.0011695549999997</c:v>
                </c:pt>
                <c:pt idx="383">
                  <c:v>4.0024520519999998</c:v>
                </c:pt>
                <c:pt idx="384">
                  <c:v>4.0042927060000002</c:v>
                </c:pt>
                <c:pt idx="385">
                  <c:v>4.0049586479999997</c:v>
                </c:pt>
                <c:pt idx="386">
                  <c:v>4.003325029</c:v>
                </c:pt>
                <c:pt idx="387">
                  <c:v>3.9999542520200002</c:v>
                </c:pt>
                <c:pt idx="388">
                  <c:v>3.9968776780000002</c:v>
                </c:pt>
                <c:pt idx="389">
                  <c:v>3.996162182</c:v>
                </c:pt>
                <c:pt idx="390">
                  <c:v>3.9983535460000001</c:v>
                </c:pt>
                <c:pt idx="391">
                  <c:v>4.0020313019999998</c:v>
                </c:pt>
                <c:pt idx="392">
                  <c:v>4.0048519489999999</c:v>
                </c:pt>
                <c:pt idx="393">
                  <c:v>4.0052668819999999</c:v>
                </c:pt>
                <c:pt idx="394">
                  <c:v>4.0035621350000001</c:v>
                </c:pt>
                <c:pt idx="395">
                  <c:v>4.0014255470000002</c:v>
                </c:pt>
                <c:pt idx="396">
                  <c:v>4.0004472950999999</c:v>
                </c:pt>
                <c:pt idx="397">
                  <c:v>4.0008182691999998</c:v>
                </c:pt>
                <c:pt idx="398">
                  <c:v>4.0012944150000003</c:v>
                </c:pt>
                <c:pt idx="399">
                  <c:v>4.0004239377999999</c:v>
                </c:pt>
                <c:pt idx="400">
                  <c:v>3.9979729430000002</c:v>
                </c:pt>
                <c:pt idx="401">
                  <c:v>3.9953151</c:v>
                </c:pt>
                <c:pt idx="402">
                  <c:v>3.9944141009999998</c:v>
                </c:pt>
                <c:pt idx="403">
                  <c:v>3.9962008999999998</c:v>
                </c:pt>
                <c:pt idx="404">
                  <c:v>3.9996780443</c:v>
                </c:pt>
                <c:pt idx="405">
                  <c:v>4.0025224540000002</c:v>
                </c:pt>
                <c:pt idx="406">
                  <c:v>4.0027666819999999</c:v>
                </c:pt>
                <c:pt idx="407">
                  <c:v>4.0002727811999996</c:v>
                </c:pt>
                <c:pt idx="408">
                  <c:v>3.9968562250000002</c:v>
                </c:pt>
                <c:pt idx="409">
                  <c:v>3.9949552719999999</c:v>
                </c:pt>
                <c:pt idx="410">
                  <c:v>3.995850752</c:v>
                </c:pt>
                <c:pt idx="411">
                  <c:v>3.998767467</c:v>
                </c:pt>
                <c:pt idx="412">
                  <c:v>4.0014981379999996</c:v>
                </c:pt>
                <c:pt idx="413">
                  <c:v>4.0020479240000002</c:v>
                </c:pt>
                <c:pt idx="414">
                  <c:v>4.00006447119</c:v>
                </c:pt>
                <c:pt idx="415">
                  <c:v>3.9970335399999999</c:v>
                </c:pt>
                <c:pt idx="416">
                  <c:v>3.995163636</c:v>
                </c:pt>
                <c:pt idx="417">
                  <c:v>3.995824228</c:v>
                </c:pt>
                <c:pt idx="418">
                  <c:v>3.9986586690000001</c:v>
                </c:pt>
                <c:pt idx="419">
                  <c:v>4.0019318899999998</c:v>
                </c:pt>
                <c:pt idx="420">
                  <c:v>4.0037670099999998</c:v>
                </c:pt>
                <c:pt idx="421">
                  <c:v>4.0033469730000002</c:v>
                </c:pt>
                <c:pt idx="422">
                  <c:v>4.0012880900000001</c:v>
                </c:pt>
                <c:pt idx="423">
                  <c:v>3.9990469776999999</c:v>
                </c:pt>
                <c:pt idx="424">
                  <c:v>3.997888986</c:v>
                </c:pt>
                <c:pt idx="425">
                  <c:v>3.9981595909999998</c:v>
                </c:pt>
                <c:pt idx="426">
                  <c:v>3.9992715348000001</c:v>
                </c:pt>
                <c:pt idx="427">
                  <c:v>4.0002769831</c:v>
                </c:pt>
                <c:pt idx="428">
                  <c:v>4.0005338683999998</c:v>
                </c:pt>
                <c:pt idx="429">
                  <c:v>4.0000223955500003</c:v>
                </c:pt>
                <c:pt idx="430">
                  <c:v>3.9992009606000001</c:v>
                </c:pt>
                <c:pt idx="431">
                  <c:v>3.9986205319999999</c:v>
                </c:pt>
                <c:pt idx="432">
                  <c:v>3.9986093280000001</c:v>
                </c:pt>
                <c:pt idx="433">
                  <c:v>3.9991894639000001</c:v>
                </c:pt>
                <c:pt idx="434">
                  <c:v>4.0001715125999997</c:v>
                </c:pt>
                <c:pt idx="435">
                  <c:v>4.0012760070000004</c:v>
                </c:pt>
                <c:pt idx="436">
                  <c:v>4.0021961959999999</c:v>
                </c:pt>
                <c:pt idx="437">
                  <c:v>4.0026397820000001</c:v>
                </c:pt>
                <c:pt idx="438">
                  <c:v>4.0024256029999998</c:v>
                </c:pt>
                <c:pt idx="439">
                  <c:v>4.0016288309999997</c:v>
                </c:pt>
                <c:pt idx="440">
                  <c:v>4.0006541921999998</c:v>
                </c:pt>
                <c:pt idx="441">
                  <c:v>4.0001031432999996</c:v>
                </c:pt>
                <c:pt idx="442">
                  <c:v>4.0004365372999997</c:v>
                </c:pt>
                <c:pt idx="443">
                  <c:v>4.0016209290000004</c:v>
                </c:pt>
                <c:pt idx="444">
                  <c:v>4.0030280969999996</c:v>
                </c:pt>
                <c:pt idx="445">
                  <c:v>4.0037309570000001</c:v>
                </c:pt>
                <c:pt idx="446">
                  <c:v>4.0030739420000003</c:v>
                </c:pt>
                <c:pt idx="447">
                  <c:v>4.0011680969999999</c:v>
                </c:pt>
                <c:pt idx="448">
                  <c:v>3.9989584580000002</c:v>
                </c:pt>
                <c:pt idx="449">
                  <c:v>3.9977575070000002</c:v>
                </c:pt>
                <c:pt idx="450">
                  <c:v>3.9984846080000001</c:v>
                </c:pt>
                <c:pt idx="451">
                  <c:v>4.0010691300000003</c:v>
                </c:pt>
                <c:pt idx="452">
                  <c:v>4.004402239</c:v>
                </c:pt>
                <c:pt idx="453">
                  <c:v>4.0068940389999996</c:v>
                </c:pt>
                <c:pt idx="454">
                  <c:v>4.0073231700000003</c:v>
                </c:pt>
                <c:pt idx="455">
                  <c:v>4.005477741</c:v>
                </c:pt>
                <c:pt idx="456">
                  <c:v>4.0022190450000004</c:v>
                </c:pt>
                <c:pt idx="457">
                  <c:v>3.9989488519999998</c:v>
                </c:pt>
                <c:pt idx="458">
                  <c:v>3.9968181860000001</c:v>
                </c:pt>
                <c:pt idx="459">
                  <c:v>3.9961513370000001</c:v>
                </c:pt>
                <c:pt idx="460">
                  <c:v>3.996400634</c:v>
                </c:pt>
                <c:pt idx="461">
                  <c:v>3.996612802</c:v>
                </c:pt>
                <c:pt idx="462">
                  <c:v>3.996083278</c:v>
                </c:pt>
                <c:pt idx="463">
                  <c:v>3.9947907389999999</c:v>
                </c:pt>
                <c:pt idx="464">
                  <c:v>3.9933705810000002</c:v>
                </c:pt>
                <c:pt idx="465">
                  <c:v>3.9926851769999998</c:v>
                </c:pt>
                <c:pt idx="466">
                  <c:v>3.9932834110000002</c:v>
                </c:pt>
                <c:pt idx="467">
                  <c:v>3.9950836500000002</c:v>
                </c:pt>
                <c:pt idx="468">
                  <c:v>3.9974468480000001</c:v>
                </c:pt>
                <c:pt idx="469">
                  <c:v>3.9995587889999999</c:v>
                </c:pt>
                <c:pt idx="470">
                  <c:v>4.0008670116999996</c:v>
                </c:pt>
                <c:pt idx="471">
                  <c:v>4.001311233</c:v>
                </c:pt>
                <c:pt idx="472">
                  <c:v>4.0012429120000004</c:v>
                </c:pt>
                <c:pt idx="473">
                  <c:v>4.0011238039999997</c:v>
                </c:pt>
                <c:pt idx="474">
                  <c:v>4.0012155089999997</c:v>
                </c:pt>
                <c:pt idx="475">
                  <c:v>4.0014494520000001</c:v>
                </c:pt>
                <c:pt idx="476">
                  <c:v>4.0015329700000004</c:v>
                </c:pt>
                <c:pt idx="477">
                  <c:v>4.0011953169999996</c:v>
                </c:pt>
                <c:pt idx="478">
                  <c:v>4.0004018843000004</c:v>
                </c:pt>
                <c:pt idx="479">
                  <c:v>3.9994031002999999</c:v>
                </c:pt>
                <c:pt idx="480">
                  <c:v>3.9986004180000001</c:v>
                </c:pt>
                <c:pt idx="481">
                  <c:v>3.9983250240000001</c:v>
                </c:pt>
                <c:pt idx="482">
                  <c:v>3.9986690149999999</c:v>
                </c:pt>
                <c:pt idx="483">
                  <c:v>3.9994624270000001</c:v>
                </c:pt>
                <c:pt idx="484">
                  <c:v>4.0003922808999999</c:v>
                </c:pt>
                <c:pt idx="485">
                  <c:v>4.0011774649999996</c:v>
                </c:pt>
                <c:pt idx="486">
                  <c:v>4.0016906250000002</c:v>
                </c:pt>
                <c:pt idx="487">
                  <c:v>4.0019673920000001</c:v>
                </c:pt>
                <c:pt idx="488">
                  <c:v>4.0021190600000001</c:v>
                </c:pt>
                <c:pt idx="489">
                  <c:v>4.0022234120000002</c:v>
                </c:pt>
                <c:pt idx="490">
                  <c:v>4.0022701859999996</c:v>
                </c:pt>
                <c:pt idx="491">
                  <c:v>4.0021907499999996</c:v>
                </c:pt>
                <c:pt idx="492">
                  <c:v>4.0019392790000001</c:v>
                </c:pt>
                <c:pt idx="493">
                  <c:v>4.0015579060000004</c:v>
                </c:pt>
                <c:pt idx="494">
                  <c:v>4.0011719640000001</c:v>
                </c:pt>
                <c:pt idx="495">
                  <c:v>4.0009126691999999</c:v>
                </c:pt>
                <c:pt idx="496">
                  <c:v>4.0008178091</c:v>
                </c:pt>
                <c:pt idx="497">
                  <c:v>4.0007820282999997</c:v>
                </c:pt>
                <c:pt idx="498">
                  <c:v>4.0006007269000001</c:v>
                </c:pt>
                <c:pt idx="499">
                  <c:v>4.0000937907100003</c:v>
                </c:pt>
                <c:pt idx="500">
                  <c:v>3.9992411102999998</c:v>
                </c:pt>
                <c:pt idx="501">
                  <c:v>3.9982459939999999</c:v>
                </c:pt>
                <c:pt idx="502">
                  <c:v>3.9974758819999998</c:v>
                </c:pt>
                <c:pt idx="503">
                  <c:v>3.9972968199999999</c:v>
                </c:pt>
                <c:pt idx="504">
                  <c:v>3.9978791930000002</c:v>
                </c:pt>
                <c:pt idx="505">
                  <c:v>3.9990767055999998</c:v>
                </c:pt>
                <c:pt idx="506">
                  <c:v>4.0004491398999997</c:v>
                </c:pt>
                <c:pt idx="507">
                  <c:v>4.0014320540000003</c:v>
                </c:pt>
                <c:pt idx="508">
                  <c:v>4.0015808330000002</c:v>
                </c:pt>
                <c:pt idx="509">
                  <c:v>4.0007795632000001</c:v>
                </c:pt>
                <c:pt idx="510">
                  <c:v>3.9993158980999999</c:v>
                </c:pt>
                <c:pt idx="511">
                  <c:v>3.997784115</c:v>
                </c:pt>
                <c:pt idx="512">
                  <c:v>3.996857356</c:v>
                </c:pt>
                <c:pt idx="513">
                  <c:v>3.9970249689999999</c:v>
                </c:pt>
                <c:pt idx="514">
                  <c:v>3.998407109</c:v>
                </c:pt>
                <c:pt idx="515">
                  <c:v>4.0007175994999997</c:v>
                </c:pt>
                <c:pt idx="516">
                  <c:v>4.00338292</c:v>
                </c:pt>
                <c:pt idx="517">
                  <c:v>4.0057553669999999</c:v>
                </c:pt>
                <c:pt idx="518">
                  <c:v>4.0073293000000003</c:v>
                </c:pt>
                <c:pt idx="519">
                  <c:v>4.0078738569999999</c:v>
                </c:pt>
                <c:pt idx="520">
                  <c:v>4.0074440320000004</c:v>
                </c:pt>
                <c:pt idx="521">
                  <c:v>4.0062854809999999</c:v>
                </c:pt>
                <c:pt idx="522">
                  <c:v>4.0046938069999998</c:v>
                </c:pt>
                <c:pt idx="523">
                  <c:v>4.0028981459999997</c:v>
                </c:pt>
                <c:pt idx="524">
                  <c:v>4.0010169539999998</c:v>
                </c:pt>
                <c:pt idx="525">
                  <c:v>3.9990933365000001</c:v>
                </c:pt>
                <c:pt idx="526">
                  <c:v>3.997175414</c:v>
                </c:pt>
                <c:pt idx="527">
                  <c:v>3.9953888430000002</c:v>
                </c:pt>
                <c:pt idx="528">
                  <c:v>3.9939551600000001</c:v>
                </c:pt>
                <c:pt idx="529">
                  <c:v>3.9931403809999999</c:v>
                </c:pt>
                <c:pt idx="530">
                  <c:v>3.9931537700000002</c:v>
                </c:pt>
                <c:pt idx="531">
                  <c:v>3.9940423489999999</c:v>
                </c:pt>
                <c:pt idx="532">
                  <c:v>3.9956318959999999</c:v>
                </c:pt>
                <c:pt idx="533">
                  <c:v>3.9975468099999998</c:v>
                </c:pt>
                <c:pt idx="534">
                  <c:v>3.9993068893000001</c:v>
                </c:pt>
                <c:pt idx="535">
                  <c:v>4.0004701649000003</c:v>
                </c:pt>
                <c:pt idx="536">
                  <c:v>4.0007697549000003</c:v>
                </c:pt>
                <c:pt idx="537">
                  <c:v>4.0001951889000003</c:v>
                </c:pt>
                <c:pt idx="538">
                  <c:v>3.9989908380000001</c:v>
                </c:pt>
                <c:pt idx="539">
                  <c:v>3.9975726140000001</c:v>
                </c:pt>
                <c:pt idx="540">
                  <c:v>3.9963939759999998</c:v>
                </c:pt>
                <c:pt idx="541">
                  <c:v>3.9958070050000001</c:v>
                </c:pt>
                <c:pt idx="542">
                  <c:v>3.9959645680000002</c:v>
                </c:pt>
                <c:pt idx="543">
                  <c:v>3.9967909700000002</c:v>
                </c:pt>
              </c:numCache>
            </c:numRef>
          </c:yVal>
          <c:smooth val="1"/>
          <c:extLst>
            <c:ext xmlns:c16="http://schemas.microsoft.com/office/drawing/2014/chart" uri="{C3380CC4-5D6E-409C-BE32-E72D297353CC}">
              <c16:uniqueId val="{00000004-3247-FF49-8060-82B19A380097}"/>
            </c:ext>
          </c:extLst>
        </c:ser>
        <c:dLbls>
          <c:showLegendKey val="0"/>
          <c:showVal val="0"/>
          <c:showCatName val="0"/>
          <c:showSerName val="0"/>
          <c:showPercent val="0"/>
          <c:showBubbleSize val="0"/>
        </c:dLbls>
        <c:axId val="916691488"/>
        <c:axId val="916691848"/>
      </c:scatterChart>
      <c:valAx>
        <c:axId val="916691488"/>
        <c:scaling>
          <c:orientation val="minMax"/>
          <c:max val="15"/>
        </c:scaling>
        <c:delete val="0"/>
        <c:axPos val="b"/>
        <c:title>
          <c:tx>
            <c:rich>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r>
                  <a:rPr lang="en-US" altLang="ja-JP" sz="1600" b="0" i="0" u="none" strike="noStrike" kern="1200" baseline="0">
                    <a:solidFill>
                      <a:schemeClr val="tx1"/>
                    </a:solidFill>
                  </a:rPr>
                  <a:t>Q (Å</a:t>
                </a:r>
                <a:r>
                  <a:rPr lang="en-US" altLang="ja-JP" sz="1600" b="0" i="0" u="none" strike="noStrike" kern="1200" baseline="30000">
                    <a:solidFill>
                      <a:schemeClr val="tx1"/>
                    </a:solidFill>
                  </a:rPr>
                  <a:t>-1</a:t>
                </a:r>
                <a:r>
                  <a:rPr lang="en-US" altLang="ja-JP" sz="1600" b="0" i="0" u="none" strike="noStrike" kern="1200" baseline="0">
                    <a:solidFill>
                      <a:schemeClr val="tx1"/>
                    </a:solidFill>
                  </a:rPr>
                  <a:t>)</a:t>
                </a:r>
                <a:endParaRPr lang="ja-JP" altLang="en-US" sz="1600" b="0" i="0" u="none" strike="noStrike" kern="1200" baseline="0">
                  <a:solidFill>
                    <a:schemeClr val="tx1"/>
                  </a:solidFill>
                </a:endParaRPr>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ja-JP" altLang="en-US"/>
            </a:p>
          </c:txPr>
        </c:title>
        <c:numFmt formatCode="General" sourceLinked="0"/>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ja-JP"/>
          </a:p>
        </c:txPr>
        <c:crossAx val="916691848"/>
        <c:crossesAt val="-2"/>
        <c:crossBetween val="midCat"/>
      </c:valAx>
      <c:valAx>
        <c:axId val="916691848"/>
        <c:scaling>
          <c:orientation val="minMax"/>
          <c:max val="7"/>
          <c:min val="-2"/>
        </c:scaling>
        <c:delete val="0"/>
        <c:axPos val="l"/>
        <c:title>
          <c:tx>
            <c:rich>
              <a:bodyPr rot="-5400000" spcFirstLastPara="1" vertOverflow="ellipsis" vert="horz" wrap="square" anchor="ctr" anchorCtr="1"/>
              <a:lstStyle/>
              <a:p>
                <a:pPr>
                  <a:defRPr sz="1600" b="0" i="0" u="none" strike="noStrike" kern="1200" baseline="0">
                    <a:solidFill>
                      <a:schemeClr val="tx1"/>
                    </a:solidFill>
                    <a:latin typeface="+mn-lt"/>
                    <a:ea typeface="+mn-ea"/>
                    <a:cs typeface="+mn-cs"/>
                  </a:defRPr>
                </a:pPr>
                <a:r>
                  <a:rPr lang="en-US" altLang="ja-JP"/>
                  <a:t>S(Q)</a:t>
                </a:r>
                <a:endParaRPr lang="ja-JP" altLang="en-US"/>
              </a:p>
            </c:rich>
          </c:tx>
          <c:layout>
            <c:manualLayout>
              <c:xMode val="edge"/>
              <c:yMode val="edge"/>
              <c:x val="1.7358287352095773E-2"/>
              <c:y val="0.34759811844074689"/>
            </c:manualLayout>
          </c:layout>
          <c:overlay val="0"/>
          <c:spPr>
            <a:noFill/>
            <a:ln>
              <a:noFill/>
            </a:ln>
            <a:effectLst/>
          </c:spPr>
          <c:txPr>
            <a:bodyPr rot="-54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ja-JP" altLang="en-US"/>
            </a:p>
          </c:txPr>
        </c:title>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ja-JP"/>
          </a:p>
        </c:txPr>
        <c:crossAx val="916691488"/>
        <c:crosses val="autoZero"/>
        <c:crossBetween val="midCat"/>
      </c:valAx>
      <c:spPr>
        <a:noFill/>
        <a:ln>
          <a:solidFill>
            <a:schemeClr val="tx1"/>
          </a:solidFill>
        </a:ln>
        <a:effectLst/>
      </c:spPr>
    </c:plotArea>
    <c:legend>
      <c:legendPos val="b"/>
      <c:layout>
        <c:manualLayout>
          <c:xMode val="edge"/>
          <c:yMode val="edge"/>
          <c:x val="0.74097608246689961"/>
          <c:y val="4.5338315092721022E-2"/>
          <c:w val="0.18297397200349957"/>
          <c:h val="0.2487157401549395"/>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legend>
    <c:plotVisOnly val="1"/>
    <c:dispBlanksAs val="gap"/>
    <c:showDLblsOverMax val="0"/>
    <c:extLst/>
  </c:chart>
  <c:spPr>
    <a:solidFill>
      <a:schemeClr val="bg1"/>
    </a:solidFill>
    <a:ln w="9525" cap="flat" cmpd="sng" algn="ctr">
      <a:noFill/>
      <a:round/>
    </a:ln>
    <a:effectLst/>
  </c:spPr>
  <c:txPr>
    <a:bodyPr/>
    <a:lstStyle/>
    <a:p>
      <a:pPr>
        <a:defRPr sz="1600"/>
      </a:pPr>
      <a:endParaRPr lang="ja-JP"/>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433639545056869"/>
          <c:y val="3.0674227554767633E-2"/>
          <c:w val="0.81951474696114401"/>
          <c:h val="0.79577207212503853"/>
        </c:manualLayout>
      </c:layout>
      <c:scatterChart>
        <c:scatterStyle val="lineMarker"/>
        <c:varyColors val="0"/>
        <c:ser>
          <c:idx val="4"/>
          <c:order val="0"/>
          <c:tx>
            <c:strRef>
              <c:f>'Si-Si'!$K$1</c:f>
              <c:strCache>
                <c:ptCount val="1"/>
                <c:pt idx="0">
                  <c:v>1500K</c:v>
                </c:pt>
              </c:strCache>
            </c:strRef>
          </c:tx>
          <c:spPr>
            <a:ln w="19050" cap="rnd">
              <a:solidFill>
                <a:srgbClr val="FFFF00"/>
              </a:solidFill>
              <a:round/>
            </a:ln>
            <a:effectLst/>
          </c:spPr>
          <c:marker>
            <c:symbol val="none"/>
          </c:marker>
          <c:xVal>
            <c:numRef>
              <c:f>'Si-Si'!$F$2:$F$101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'Si-Si'!$K$2:$K$101</c:f>
              <c:numCache>
                <c:formatCode>General</c:formatCode>
                <c:ptCount val="100"/>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4.0732672000000001</c:v>
                </c:pt>
                <c:pt idx="26">
                  <c:v>4.0226141999999996</c:v>
                </c:pt>
                <c:pt idx="27">
                  <c:v>4.0419992000000002</c:v>
                </c:pt>
                <c:pt idx="28">
                  <c:v>4.0586558999999998</c:v>
                </c:pt>
                <c:pt idx="29">
                  <c:v>4.0547469999999999</c:v>
                </c:pt>
                <c:pt idx="30">
                  <c:v>4.0853602999999996</c:v>
                </c:pt>
                <c:pt idx="31">
                  <c:v>4.0480162000000002</c:v>
                </c:pt>
                <c:pt idx="32">
                  <c:v>4.0902140999999999</c:v>
                </c:pt>
                <c:pt idx="33">
                  <c:v>4.2547269999999999</c:v>
                </c:pt>
                <c:pt idx="34">
                  <c:v>4.3869489999999995</c:v>
                </c:pt>
                <c:pt idx="35">
                  <c:v>4.5796910000000004</c:v>
                </c:pt>
                <c:pt idx="36">
                  <c:v>4.8702310000000004</c:v>
                </c:pt>
                <c:pt idx="37">
                  <c:v>5.1858399999999998</c:v>
                </c:pt>
                <c:pt idx="38">
                  <c:v>5.5964799999999997</c:v>
                </c:pt>
                <c:pt idx="39">
                  <c:v>5.8118699999999999</c:v>
                </c:pt>
                <c:pt idx="40">
                  <c:v>5.7234999999999996</c:v>
                </c:pt>
                <c:pt idx="41">
                  <c:v>5.9734300000000005</c:v>
                </c:pt>
                <c:pt idx="42">
                  <c:v>5.8552800000000005</c:v>
                </c:pt>
                <c:pt idx="43">
                  <c:v>5.7373899999999995</c:v>
                </c:pt>
                <c:pt idx="44">
                  <c:v>5.5799799999999999</c:v>
                </c:pt>
                <c:pt idx="45">
                  <c:v>5.6570599999999995</c:v>
                </c:pt>
                <c:pt idx="46">
                  <c:v>5.6012500000000003</c:v>
                </c:pt>
                <c:pt idx="47">
                  <c:v>5.6612400000000003</c:v>
                </c:pt>
                <c:pt idx="48">
                  <c:v>5.3706300000000002</c:v>
                </c:pt>
                <c:pt idx="49">
                  <c:v>5.2185899999999998</c:v>
                </c:pt>
                <c:pt idx="50">
                  <c:v>5.0400299999999998</c:v>
                </c:pt>
                <c:pt idx="51">
                  <c:v>4.7904419999999996</c:v>
                </c:pt>
                <c:pt idx="52">
                  <c:v>4.7548560000000002</c:v>
                </c:pt>
                <c:pt idx="53">
                  <c:v>4.7546460000000002</c:v>
                </c:pt>
                <c:pt idx="54">
                  <c:v>4.8074139999999996</c:v>
                </c:pt>
                <c:pt idx="55">
                  <c:v>4.6857699999999998</c:v>
                </c:pt>
                <c:pt idx="56">
                  <c:v>4.741314</c:v>
                </c:pt>
                <c:pt idx="57">
                  <c:v>4.8502590000000003</c:v>
                </c:pt>
                <c:pt idx="58">
                  <c:v>4.7518260000000003</c:v>
                </c:pt>
                <c:pt idx="59">
                  <c:v>4.7985470000000001</c:v>
                </c:pt>
                <c:pt idx="60">
                  <c:v>4.8114189999999999</c:v>
                </c:pt>
                <c:pt idx="61">
                  <c:v>4.7978439999999996</c:v>
                </c:pt>
                <c:pt idx="62">
                  <c:v>4.8700989999999997</c:v>
                </c:pt>
                <c:pt idx="63">
                  <c:v>4.9138099999999998</c:v>
                </c:pt>
                <c:pt idx="64">
                  <c:v>4.9964069999999996</c:v>
                </c:pt>
                <c:pt idx="65">
                  <c:v>5.0069400000000002</c:v>
                </c:pt>
                <c:pt idx="66">
                  <c:v>4.9517410000000002</c:v>
                </c:pt>
                <c:pt idx="67">
                  <c:v>4.9307220000000003</c:v>
                </c:pt>
                <c:pt idx="68">
                  <c:v>4.981598</c:v>
                </c:pt>
                <c:pt idx="69">
                  <c:v>5.0817899999999998</c:v>
                </c:pt>
                <c:pt idx="70">
                  <c:v>5.0225600000000004</c:v>
                </c:pt>
                <c:pt idx="71">
                  <c:v>5.04697</c:v>
                </c:pt>
                <c:pt idx="72">
                  <c:v>5.08779</c:v>
                </c:pt>
                <c:pt idx="73">
                  <c:v>4.9260909999999996</c:v>
                </c:pt>
                <c:pt idx="74">
                  <c:v>5.09598</c:v>
                </c:pt>
                <c:pt idx="75">
                  <c:v>5.0504300000000004</c:v>
                </c:pt>
                <c:pt idx="76">
                  <c:v>4.9498680000000004</c:v>
                </c:pt>
                <c:pt idx="77">
                  <c:v>4.965179</c:v>
                </c:pt>
                <c:pt idx="78">
                  <c:v>4.9742509999999998</c:v>
                </c:pt>
                <c:pt idx="79">
                  <c:v>4.9926159999999999</c:v>
                </c:pt>
                <c:pt idx="80">
                  <c:v>4.9852650000000001</c:v>
                </c:pt>
                <c:pt idx="81">
                  <c:v>4.9636269999999998</c:v>
                </c:pt>
                <c:pt idx="82">
                  <c:v>4.9824109999999999</c:v>
                </c:pt>
                <c:pt idx="83">
                  <c:v>5.0068599999999996</c:v>
                </c:pt>
                <c:pt idx="84">
                  <c:v>5.0499000000000001</c:v>
                </c:pt>
                <c:pt idx="85">
                  <c:v>5.1406299999999998</c:v>
                </c:pt>
                <c:pt idx="86">
                  <c:v>5.0103999999999997</c:v>
                </c:pt>
                <c:pt idx="87">
                  <c:v>5.0081800000000003</c:v>
                </c:pt>
                <c:pt idx="88">
                  <c:v>5.0747499999999999</c:v>
                </c:pt>
                <c:pt idx="89">
                  <c:v>5.1222500000000002</c:v>
                </c:pt>
                <c:pt idx="90">
                  <c:v>5.0452300000000001</c:v>
                </c:pt>
                <c:pt idx="91">
                  <c:v>5.0737300000000003</c:v>
                </c:pt>
                <c:pt idx="92">
                  <c:v>5.0376399999999997</c:v>
                </c:pt>
                <c:pt idx="93">
                  <c:v>5.0773399999999995</c:v>
                </c:pt>
                <c:pt idx="94">
                  <c:v>4.9550609999999997</c:v>
                </c:pt>
                <c:pt idx="95">
                  <c:v>4.9630279999999996</c:v>
                </c:pt>
                <c:pt idx="96">
                  <c:v>4.9755779999999996</c:v>
                </c:pt>
                <c:pt idx="97">
                  <c:v>4.9640219999999999</c:v>
                </c:pt>
                <c:pt idx="98">
                  <c:v>4.9969320000000002</c:v>
                </c:pt>
                <c:pt idx="99">
                  <c:v>4.9497210000000003</c:v>
                </c:pt>
              </c:numCache>
            </c:numRef>
          </c:yVal>
          <c:smooth val="0"/>
          <c:extLst>
            <c:ext xmlns:c16="http://schemas.microsoft.com/office/drawing/2014/chart" uri="{C3380CC4-5D6E-409C-BE32-E72D297353CC}">
              <c16:uniqueId val="{00000000-8D98-E341-9BB6-ED1DABD8D2B2}"/>
            </c:ext>
          </c:extLst>
        </c:ser>
        <c:ser>
          <c:idx val="0"/>
          <c:order val="1"/>
          <c:tx>
            <c:strRef>
              <c:f>'Si-Si'!$J$1</c:f>
              <c:strCache>
                <c:ptCount val="1"/>
                <c:pt idx="0">
                  <c:v>1200K</c:v>
                </c:pt>
              </c:strCache>
            </c:strRef>
          </c:tx>
          <c:spPr>
            <a:ln w="19050" cap="rnd">
              <a:solidFill>
                <a:srgbClr val="00B050"/>
              </a:solidFill>
              <a:round/>
            </a:ln>
            <a:effectLst/>
          </c:spPr>
          <c:marker>
            <c:symbol val="none"/>
          </c:marker>
          <c:xVal>
            <c:numRef>
              <c:f>'Si-Si'!$F$2:$F$101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'Si-Si'!$J$2:$J$101</c:f>
              <c:numCache>
                <c:formatCode>General</c:formatCode>
                <c:ptCount val="100"/>
                <c:pt idx="0">
                  <c:v>3</c:v>
                </c:pt>
                <c:pt idx="1">
                  <c:v>3</c:v>
                </c:pt>
                <c:pt idx="2">
                  <c:v>3</c:v>
                </c:pt>
                <c:pt idx="3">
                  <c:v>3</c:v>
                </c:pt>
                <c:pt idx="4">
                  <c:v>3</c:v>
                </c:pt>
                <c:pt idx="5">
                  <c:v>3</c:v>
                </c:pt>
                <c:pt idx="6">
                  <c:v>3</c:v>
                </c:pt>
                <c:pt idx="7">
                  <c:v>3</c:v>
                </c:pt>
                <c:pt idx="8">
                  <c:v>3</c:v>
                </c:pt>
                <c:pt idx="9">
                  <c:v>3</c:v>
                </c:pt>
                <c:pt idx="10">
                  <c:v>3</c:v>
                </c:pt>
                <c:pt idx="11">
                  <c:v>3</c:v>
                </c:pt>
                <c:pt idx="12">
                  <c:v>3</c:v>
                </c:pt>
                <c:pt idx="13">
                  <c:v>3</c:v>
                </c:pt>
                <c:pt idx="14">
                  <c:v>3</c:v>
                </c:pt>
                <c:pt idx="15">
                  <c:v>3</c:v>
                </c:pt>
                <c:pt idx="16">
                  <c:v>3</c:v>
                </c:pt>
                <c:pt idx="17">
                  <c:v>3</c:v>
                </c:pt>
                <c:pt idx="18">
                  <c:v>3</c:v>
                </c:pt>
                <c:pt idx="19">
                  <c:v>3</c:v>
                </c:pt>
                <c:pt idx="20">
                  <c:v>3</c:v>
                </c:pt>
                <c:pt idx="21">
                  <c:v>3</c:v>
                </c:pt>
                <c:pt idx="22">
                  <c:v>3</c:v>
                </c:pt>
                <c:pt idx="23">
                  <c:v>3</c:v>
                </c:pt>
                <c:pt idx="24">
                  <c:v>3</c:v>
                </c:pt>
                <c:pt idx="25">
                  <c:v>3</c:v>
                </c:pt>
                <c:pt idx="26">
                  <c:v>3</c:v>
                </c:pt>
                <c:pt idx="27">
                  <c:v>3</c:v>
                </c:pt>
                <c:pt idx="28">
                  <c:v>3</c:v>
                </c:pt>
                <c:pt idx="29">
                  <c:v>3</c:v>
                </c:pt>
                <c:pt idx="30">
                  <c:v>3.0166781</c:v>
                </c:pt>
                <c:pt idx="31">
                  <c:v>3.0469081999999998</c:v>
                </c:pt>
                <c:pt idx="32">
                  <c:v>3.0734436999999999</c:v>
                </c:pt>
                <c:pt idx="33">
                  <c:v>3.1105999999999998</c:v>
                </c:pt>
                <c:pt idx="34">
                  <c:v>3.3910550000000002</c:v>
                </c:pt>
                <c:pt idx="35">
                  <c:v>3.6278700000000002</c:v>
                </c:pt>
                <c:pt idx="36">
                  <c:v>3.7802739999999999</c:v>
                </c:pt>
                <c:pt idx="37">
                  <c:v>4.4563699999999997</c:v>
                </c:pt>
                <c:pt idx="38">
                  <c:v>4.6852499999999999</c:v>
                </c:pt>
                <c:pt idx="39">
                  <c:v>4.9689399999999999</c:v>
                </c:pt>
                <c:pt idx="40">
                  <c:v>4.8729199999999997</c:v>
                </c:pt>
                <c:pt idx="41">
                  <c:v>4.6576199999999996</c:v>
                </c:pt>
                <c:pt idx="42">
                  <c:v>4.7437500000000004</c:v>
                </c:pt>
                <c:pt idx="43">
                  <c:v>4.8448899999999995</c:v>
                </c:pt>
                <c:pt idx="44">
                  <c:v>4.5670299999999999</c:v>
                </c:pt>
                <c:pt idx="45">
                  <c:v>4.7237400000000003</c:v>
                </c:pt>
                <c:pt idx="46">
                  <c:v>4.6647600000000002</c:v>
                </c:pt>
                <c:pt idx="47">
                  <c:v>4.6504200000000004</c:v>
                </c:pt>
                <c:pt idx="48">
                  <c:v>4.4379499999999998</c:v>
                </c:pt>
                <c:pt idx="49">
                  <c:v>4.5134100000000004</c:v>
                </c:pt>
                <c:pt idx="50">
                  <c:v>4.0768699999999995</c:v>
                </c:pt>
                <c:pt idx="51">
                  <c:v>3.900903</c:v>
                </c:pt>
                <c:pt idx="52">
                  <c:v>3.698032</c:v>
                </c:pt>
                <c:pt idx="53">
                  <c:v>3.6992859999999999</c:v>
                </c:pt>
                <c:pt idx="54">
                  <c:v>3.6843080000000001</c:v>
                </c:pt>
                <c:pt idx="55">
                  <c:v>3.7102430000000002</c:v>
                </c:pt>
                <c:pt idx="56">
                  <c:v>3.661022</c:v>
                </c:pt>
                <c:pt idx="57">
                  <c:v>3.6570019999999999</c:v>
                </c:pt>
                <c:pt idx="58">
                  <c:v>3.743544</c:v>
                </c:pt>
                <c:pt idx="59">
                  <c:v>3.7143790000000001</c:v>
                </c:pt>
                <c:pt idx="60">
                  <c:v>3.8562799999999999</c:v>
                </c:pt>
                <c:pt idx="61">
                  <c:v>3.9230130000000001</c:v>
                </c:pt>
                <c:pt idx="62">
                  <c:v>3.8937140000000001</c:v>
                </c:pt>
                <c:pt idx="63">
                  <c:v>3.9696820000000002</c:v>
                </c:pt>
                <c:pt idx="64">
                  <c:v>3.9211999999999998</c:v>
                </c:pt>
                <c:pt idx="65">
                  <c:v>3.8824380000000001</c:v>
                </c:pt>
                <c:pt idx="66">
                  <c:v>3.891184</c:v>
                </c:pt>
                <c:pt idx="67">
                  <c:v>3.9364889999999999</c:v>
                </c:pt>
                <c:pt idx="68">
                  <c:v>4.0118499999999999</c:v>
                </c:pt>
                <c:pt idx="69">
                  <c:v>3.9957950000000002</c:v>
                </c:pt>
                <c:pt idx="70">
                  <c:v>4.0426700000000002</c:v>
                </c:pt>
                <c:pt idx="71">
                  <c:v>3.965147</c:v>
                </c:pt>
                <c:pt idx="72">
                  <c:v>3.9918399999999998</c:v>
                </c:pt>
                <c:pt idx="73">
                  <c:v>4.1086400000000003</c:v>
                </c:pt>
                <c:pt idx="74">
                  <c:v>4.0231700000000004</c:v>
                </c:pt>
                <c:pt idx="75">
                  <c:v>3.952693</c:v>
                </c:pt>
                <c:pt idx="76">
                  <c:v>4.0499099999999997</c:v>
                </c:pt>
                <c:pt idx="77">
                  <c:v>3.9403230000000002</c:v>
                </c:pt>
                <c:pt idx="78">
                  <c:v>3.9920559999999998</c:v>
                </c:pt>
                <c:pt idx="79">
                  <c:v>3.9549810000000001</c:v>
                </c:pt>
                <c:pt idx="80">
                  <c:v>3.9745010000000001</c:v>
                </c:pt>
                <c:pt idx="81">
                  <c:v>4.1633100000000001</c:v>
                </c:pt>
                <c:pt idx="82">
                  <c:v>3.9848179999999997</c:v>
                </c:pt>
                <c:pt idx="83">
                  <c:v>4.0437099999999999</c:v>
                </c:pt>
                <c:pt idx="84">
                  <c:v>4.0626100000000003</c:v>
                </c:pt>
                <c:pt idx="85">
                  <c:v>4.1546400000000006</c:v>
                </c:pt>
                <c:pt idx="86">
                  <c:v>4.1612799999999996</c:v>
                </c:pt>
                <c:pt idx="87">
                  <c:v>4.1956800000000003</c:v>
                </c:pt>
                <c:pt idx="88">
                  <c:v>4.0895700000000001</c:v>
                </c:pt>
                <c:pt idx="89">
                  <c:v>3.9685109999999999</c:v>
                </c:pt>
                <c:pt idx="90">
                  <c:v>4.1120400000000004</c:v>
                </c:pt>
                <c:pt idx="91">
                  <c:v>4.0155899999999995</c:v>
                </c:pt>
                <c:pt idx="92">
                  <c:v>4.0173300000000003</c:v>
                </c:pt>
                <c:pt idx="93">
                  <c:v>3.9885830000000002</c:v>
                </c:pt>
                <c:pt idx="94">
                  <c:v>3.9973079999999999</c:v>
                </c:pt>
                <c:pt idx="95">
                  <c:v>3.9561169999999999</c:v>
                </c:pt>
                <c:pt idx="96">
                  <c:v>3.9347370000000002</c:v>
                </c:pt>
                <c:pt idx="97">
                  <c:v>3.9205579999999998</c:v>
                </c:pt>
                <c:pt idx="98">
                  <c:v>3.932347</c:v>
                </c:pt>
                <c:pt idx="99">
                  <c:v>3.9011629999999999</c:v>
                </c:pt>
              </c:numCache>
            </c:numRef>
          </c:yVal>
          <c:smooth val="0"/>
          <c:extLst>
            <c:ext xmlns:c16="http://schemas.microsoft.com/office/drawing/2014/chart" uri="{C3380CC4-5D6E-409C-BE32-E72D297353CC}">
              <c16:uniqueId val="{00000001-8D98-E341-9BB6-ED1DABD8D2B2}"/>
            </c:ext>
          </c:extLst>
        </c:ser>
        <c:ser>
          <c:idx val="1"/>
          <c:order val="2"/>
          <c:tx>
            <c:strRef>
              <c:f>'Si-Si'!$I$1</c:f>
              <c:strCache>
                <c:ptCount val="1"/>
                <c:pt idx="0">
                  <c:v>900K</c:v>
                </c:pt>
              </c:strCache>
            </c:strRef>
          </c:tx>
          <c:spPr>
            <a:ln w="19050" cap="rnd">
              <a:solidFill>
                <a:srgbClr val="0070C0"/>
              </a:solidFill>
              <a:round/>
            </a:ln>
            <a:effectLst/>
          </c:spPr>
          <c:marker>
            <c:symbol val="none"/>
          </c:marker>
          <c:xVal>
            <c:numRef>
              <c:f>'Si-Si'!$F$2:$F$101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'Si-Si'!$I$2:$I$101</c:f>
              <c:numCache>
                <c:formatCode>General</c:formatCode>
                <c:ptCount val="100"/>
                <c:pt idx="0">
                  <c:v>2</c:v>
                </c:pt>
                <c:pt idx="1">
                  <c:v>2</c:v>
                </c:pt>
                <c:pt idx="2">
                  <c:v>2</c:v>
                </c:pt>
                <c:pt idx="3">
                  <c:v>2</c:v>
                </c:pt>
                <c:pt idx="4">
                  <c:v>2</c:v>
                </c:pt>
                <c:pt idx="5">
                  <c:v>2</c:v>
                </c:pt>
                <c:pt idx="6">
                  <c:v>2</c:v>
                </c:pt>
                <c:pt idx="7">
                  <c:v>2</c:v>
                </c:pt>
                <c:pt idx="8">
                  <c:v>2</c:v>
                </c:pt>
                <c:pt idx="9">
                  <c:v>2</c:v>
                </c:pt>
                <c:pt idx="10">
                  <c:v>2</c:v>
                </c:pt>
                <c:pt idx="11">
                  <c:v>2</c:v>
                </c:pt>
                <c:pt idx="12">
                  <c:v>2</c:v>
                </c:pt>
                <c:pt idx="13">
                  <c:v>2</c:v>
                </c:pt>
                <c:pt idx="14">
                  <c:v>2</c:v>
                </c:pt>
                <c:pt idx="15">
                  <c:v>2</c:v>
                </c:pt>
                <c:pt idx="16">
                  <c:v>2</c:v>
                </c:pt>
                <c:pt idx="17">
                  <c:v>2</c:v>
                </c:pt>
                <c:pt idx="18">
                  <c:v>2</c:v>
                </c:pt>
                <c:pt idx="19">
                  <c:v>2</c:v>
                </c:pt>
                <c:pt idx="20">
                  <c:v>2</c:v>
                </c:pt>
                <c:pt idx="21">
                  <c:v>2</c:v>
                </c:pt>
                <c:pt idx="22">
                  <c:v>2</c:v>
                </c:pt>
                <c:pt idx="23">
                  <c:v>2</c:v>
                </c:pt>
                <c:pt idx="24">
                  <c:v>2</c:v>
                </c:pt>
                <c:pt idx="25">
                  <c:v>2</c:v>
                </c:pt>
                <c:pt idx="26">
                  <c:v>2</c:v>
                </c:pt>
                <c:pt idx="27">
                  <c:v>2</c:v>
                </c:pt>
                <c:pt idx="28">
                  <c:v>2</c:v>
                </c:pt>
                <c:pt idx="29">
                  <c:v>2</c:v>
                </c:pt>
                <c:pt idx="30">
                  <c:v>2.0162043999999999</c:v>
                </c:pt>
                <c:pt idx="31">
                  <c:v>2</c:v>
                </c:pt>
                <c:pt idx="32">
                  <c:v>2.0713574000000001</c:v>
                </c:pt>
                <c:pt idx="33">
                  <c:v>2.0268644999999998</c:v>
                </c:pt>
                <c:pt idx="34">
                  <c:v>2.1393140000000002</c:v>
                </c:pt>
                <c:pt idx="35">
                  <c:v>2.5023819999999999</c:v>
                </c:pt>
                <c:pt idx="36">
                  <c:v>2.8260000000000001</c:v>
                </c:pt>
                <c:pt idx="37">
                  <c:v>3.1470099999999999</c:v>
                </c:pt>
                <c:pt idx="38">
                  <c:v>3.6170400000000003</c:v>
                </c:pt>
                <c:pt idx="39">
                  <c:v>3.97098</c:v>
                </c:pt>
                <c:pt idx="40">
                  <c:v>4.0770499999999998</c:v>
                </c:pt>
                <c:pt idx="41">
                  <c:v>4.0131700000000006</c:v>
                </c:pt>
                <c:pt idx="42">
                  <c:v>4.0030099999999997</c:v>
                </c:pt>
                <c:pt idx="43">
                  <c:v>3.7128199999999998</c:v>
                </c:pt>
                <c:pt idx="44">
                  <c:v>3.6367099999999999</c:v>
                </c:pt>
                <c:pt idx="45">
                  <c:v>3.8349799999999998</c:v>
                </c:pt>
                <c:pt idx="46">
                  <c:v>3.8824000000000001</c:v>
                </c:pt>
                <c:pt idx="47">
                  <c:v>3.9442900000000001</c:v>
                </c:pt>
                <c:pt idx="48">
                  <c:v>3.6726799999999997</c:v>
                </c:pt>
                <c:pt idx="49">
                  <c:v>3.1505000000000001</c:v>
                </c:pt>
                <c:pt idx="50">
                  <c:v>3.0226299999999999</c:v>
                </c:pt>
                <c:pt idx="51">
                  <c:v>2.721848</c:v>
                </c:pt>
                <c:pt idx="52">
                  <c:v>2.5961629999999998</c:v>
                </c:pt>
                <c:pt idx="53">
                  <c:v>2.6004199999999997</c:v>
                </c:pt>
                <c:pt idx="54">
                  <c:v>2.5278350000000001</c:v>
                </c:pt>
                <c:pt idx="55">
                  <c:v>2.62155</c:v>
                </c:pt>
                <c:pt idx="56">
                  <c:v>2.7366929999999998</c:v>
                </c:pt>
                <c:pt idx="57">
                  <c:v>2.7432090000000002</c:v>
                </c:pt>
                <c:pt idx="58">
                  <c:v>2.6959930000000001</c:v>
                </c:pt>
                <c:pt idx="59">
                  <c:v>2.9325459999999999</c:v>
                </c:pt>
                <c:pt idx="60">
                  <c:v>2.8607870000000002</c:v>
                </c:pt>
                <c:pt idx="61">
                  <c:v>2.9565809999999999</c:v>
                </c:pt>
                <c:pt idx="62">
                  <c:v>2.95709</c:v>
                </c:pt>
                <c:pt idx="63">
                  <c:v>2.8785810000000001</c:v>
                </c:pt>
                <c:pt idx="64">
                  <c:v>2.9022800000000002</c:v>
                </c:pt>
                <c:pt idx="65">
                  <c:v>2.8784540000000001</c:v>
                </c:pt>
                <c:pt idx="66">
                  <c:v>3.0124500000000003</c:v>
                </c:pt>
                <c:pt idx="67">
                  <c:v>2.8503309999999997</c:v>
                </c:pt>
                <c:pt idx="68">
                  <c:v>2.8995790000000001</c:v>
                </c:pt>
                <c:pt idx="69">
                  <c:v>2.9519039999999999</c:v>
                </c:pt>
                <c:pt idx="70">
                  <c:v>2.8765619999999998</c:v>
                </c:pt>
                <c:pt idx="71">
                  <c:v>3.0144000000000002</c:v>
                </c:pt>
                <c:pt idx="72">
                  <c:v>2.97227</c:v>
                </c:pt>
                <c:pt idx="73">
                  <c:v>3.0101800000000001</c:v>
                </c:pt>
                <c:pt idx="74">
                  <c:v>3.07287</c:v>
                </c:pt>
                <c:pt idx="75">
                  <c:v>3.0234800000000002</c:v>
                </c:pt>
                <c:pt idx="76">
                  <c:v>3.0020500000000001</c:v>
                </c:pt>
                <c:pt idx="77">
                  <c:v>3.0366</c:v>
                </c:pt>
                <c:pt idx="78">
                  <c:v>2.956537</c:v>
                </c:pt>
                <c:pt idx="79">
                  <c:v>2.9779439999999999</c:v>
                </c:pt>
                <c:pt idx="80">
                  <c:v>3.0003299999999999</c:v>
                </c:pt>
                <c:pt idx="81">
                  <c:v>3.1257200000000003</c:v>
                </c:pt>
                <c:pt idx="82">
                  <c:v>3.0986000000000002</c:v>
                </c:pt>
                <c:pt idx="83">
                  <c:v>3.1351500000000003</c:v>
                </c:pt>
                <c:pt idx="84">
                  <c:v>3.1506600000000002</c:v>
                </c:pt>
                <c:pt idx="85">
                  <c:v>3.1156600000000001</c:v>
                </c:pt>
                <c:pt idx="86">
                  <c:v>3.0900099999999999</c:v>
                </c:pt>
                <c:pt idx="87">
                  <c:v>3.0928</c:v>
                </c:pt>
                <c:pt idx="88">
                  <c:v>3.09327</c:v>
                </c:pt>
                <c:pt idx="89">
                  <c:v>3.2289500000000002</c:v>
                </c:pt>
                <c:pt idx="90">
                  <c:v>3.0546899999999999</c:v>
                </c:pt>
                <c:pt idx="91">
                  <c:v>3.0281599999999997</c:v>
                </c:pt>
                <c:pt idx="92">
                  <c:v>3.0078100000000001</c:v>
                </c:pt>
                <c:pt idx="93">
                  <c:v>2.9673989999999999</c:v>
                </c:pt>
                <c:pt idx="94">
                  <c:v>2.9453459999999998</c:v>
                </c:pt>
                <c:pt idx="95">
                  <c:v>2.864493</c:v>
                </c:pt>
                <c:pt idx="96">
                  <c:v>2.9065669999999999</c:v>
                </c:pt>
                <c:pt idx="97">
                  <c:v>2.9166110000000001</c:v>
                </c:pt>
                <c:pt idx="98">
                  <c:v>2.9027560000000001</c:v>
                </c:pt>
                <c:pt idx="99">
                  <c:v>2.9288600000000002</c:v>
                </c:pt>
              </c:numCache>
            </c:numRef>
          </c:yVal>
          <c:smooth val="0"/>
          <c:extLst>
            <c:ext xmlns:c16="http://schemas.microsoft.com/office/drawing/2014/chart" uri="{C3380CC4-5D6E-409C-BE32-E72D297353CC}">
              <c16:uniqueId val="{00000002-8D98-E341-9BB6-ED1DABD8D2B2}"/>
            </c:ext>
          </c:extLst>
        </c:ser>
        <c:ser>
          <c:idx val="2"/>
          <c:order val="3"/>
          <c:tx>
            <c:strRef>
              <c:f>'Si-Si'!$H$1</c:f>
              <c:strCache>
                <c:ptCount val="1"/>
                <c:pt idx="0">
                  <c:v>600K</c:v>
                </c:pt>
              </c:strCache>
            </c:strRef>
          </c:tx>
          <c:spPr>
            <a:ln w="19050" cap="rnd">
              <a:solidFill>
                <a:srgbClr val="FF0000"/>
              </a:solidFill>
              <a:round/>
            </a:ln>
            <a:effectLst/>
          </c:spPr>
          <c:marker>
            <c:symbol val="none"/>
          </c:marker>
          <c:xVal>
            <c:numRef>
              <c:f>'Si-Si'!$F$2:$F$101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'Si-Si'!$H$2:$H$101</c:f>
              <c:numCache>
                <c:formatCode>General</c:formatCode>
                <c:ptCount val="100"/>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1.0140277</c:v>
                </c:pt>
                <c:pt idx="33">
                  <c:v>1.0264055000000001</c:v>
                </c:pt>
                <c:pt idx="34">
                  <c:v>1.1120369999999999</c:v>
                </c:pt>
                <c:pt idx="35">
                  <c:v>1.387985</c:v>
                </c:pt>
                <c:pt idx="36">
                  <c:v>1.745158</c:v>
                </c:pt>
                <c:pt idx="37">
                  <c:v>2.2960000000000003</c:v>
                </c:pt>
                <c:pt idx="38">
                  <c:v>2.7993399999999999</c:v>
                </c:pt>
                <c:pt idx="39">
                  <c:v>3.1747299999999998</c:v>
                </c:pt>
                <c:pt idx="40">
                  <c:v>3.41194</c:v>
                </c:pt>
                <c:pt idx="41">
                  <c:v>3.1164299999999998</c:v>
                </c:pt>
                <c:pt idx="42">
                  <c:v>2.67347</c:v>
                </c:pt>
                <c:pt idx="43">
                  <c:v>2.5112800000000002</c:v>
                </c:pt>
                <c:pt idx="44">
                  <c:v>2.5563700000000003</c:v>
                </c:pt>
                <c:pt idx="45">
                  <c:v>2.8322599999999998</c:v>
                </c:pt>
                <c:pt idx="46">
                  <c:v>3.1449099999999999</c:v>
                </c:pt>
                <c:pt idx="47">
                  <c:v>2.85853</c:v>
                </c:pt>
                <c:pt idx="48">
                  <c:v>2.71339</c:v>
                </c:pt>
                <c:pt idx="49">
                  <c:v>2.1731799999999999</c:v>
                </c:pt>
                <c:pt idx="50">
                  <c:v>1.8715269999999999</c:v>
                </c:pt>
                <c:pt idx="51">
                  <c:v>1.53074</c:v>
                </c:pt>
                <c:pt idx="52">
                  <c:v>1.4730829999999999</c:v>
                </c:pt>
                <c:pt idx="53">
                  <c:v>1.4814479999999999</c:v>
                </c:pt>
                <c:pt idx="54">
                  <c:v>1.5537380000000001</c:v>
                </c:pt>
                <c:pt idx="55">
                  <c:v>1.5676369999999999</c:v>
                </c:pt>
                <c:pt idx="56">
                  <c:v>1.7798080000000001</c:v>
                </c:pt>
                <c:pt idx="57">
                  <c:v>1.820146</c:v>
                </c:pt>
                <c:pt idx="58">
                  <c:v>1.7490489999999999</c:v>
                </c:pt>
                <c:pt idx="59">
                  <c:v>2.01288</c:v>
                </c:pt>
                <c:pt idx="60">
                  <c:v>1.866323</c:v>
                </c:pt>
                <c:pt idx="61">
                  <c:v>1.9128150000000002</c:v>
                </c:pt>
                <c:pt idx="62">
                  <c:v>1.963498</c:v>
                </c:pt>
                <c:pt idx="63">
                  <c:v>1.911343</c:v>
                </c:pt>
                <c:pt idx="64">
                  <c:v>2.01153</c:v>
                </c:pt>
                <c:pt idx="65">
                  <c:v>1.93943</c:v>
                </c:pt>
                <c:pt idx="66">
                  <c:v>1.9281429999999999</c:v>
                </c:pt>
                <c:pt idx="67">
                  <c:v>1.907351</c:v>
                </c:pt>
                <c:pt idx="68">
                  <c:v>1.9473690000000001</c:v>
                </c:pt>
                <c:pt idx="69">
                  <c:v>2.0460799999999999</c:v>
                </c:pt>
                <c:pt idx="70">
                  <c:v>1.89438</c:v>
                </c:pt>
                <c:pt idx="71">
                  <c:v>1.9912730000000001</c:v>
                </c:pt>
                <c:pt idx="72">
                  <c:v>1.981031</c:v>
                </c:pt>
                <c:pt idx="73">
                  <c:v>2.0806899999999997</c:v>
                </c:pt>
                <c:pt idx="74">
                  <c:v>2.00115</c:v>
                </c:pt>
                <c:pt idx="75">
                  <c:v>2.0839799999999999</c:v>
                </c:pt>
                <c:pt idx="76">
                  <c:v>1.9950619999999999</c:v>
                </c:pt>
                <c:pt idx="77">
                  <c:v>1.9448780000000001</c:v>
                </c:pt>
                <c:pt idx="78">
                  <c:v>1.8704619999999998</c:v>
                </c:pt>
                <c:pt idx="79">
                  <c:v>1.9448259999999999</c:v>
                </c:pt>
                <c:pt idx="80">
                  <c:v>1.9900959999999999</c:v>
                </c:pt>
                <c:pt idx="81">
                  <c:v>2.00387</c:v>
                </c:pt>
                <c:pt idx="82">
                  <c:v>2.10378</c:v>
                </c:pt>
                <c:pt idx="83">
                  <c:v>2.0647500000000001</c:v>
                </c:pt>
                <c:pt idx="84">
                  <c:v>2.1455299999999999</c:v>
                </c:pt>
                <c:pt idx="85">
                  <c:v>2.1675399999999998</c:v>
                </c:pt>
                <c:pt idx="86">
                  <c:v>2.21794</c:v>
                </c:pt>
                <c:pt idx="87">
                  <c:v>2.16703</c:v>
                </c:pt>
                <c:pt idx="88">
                  <c:v>2.0802700000000001</c:v>
                </c:pt>
                <c:pt idx="89">
                  <c:v>2.08216</c:v>
                </c:pt>
                <c:pt idx="90">
                  <c:v>2.04752</c:v>
                </c:pt>
                <c:pt idx="91">
                  <c:v>1.969886</c:v>
                </c:pt>
                <c:pt idx="92">
                  <c:v>2.0079099999999999</c:v>
                </c:pt>
                <c:pt idx="93">
                  <c:v>1.9762960000000001</c:v>
                </c:pt>
                <c:pt idx="94">
                  <c:v>2.0204599999999999</c:v>
                </c:pt>
                <c:pt idx="95">
                  <c:v>1.9000889999999999</c:v>
                </c:pt>
                <c:pt idx="96">
                  <c:v>1.9690479999999999</c:v>
                </c:pt>
                <c:pt idx="97">
                  <c:v>1.883805</c:v>
                </c:pt>
                <c:pt idx="98">
                  <c:v>1.919405</c:v>
                </c:pt>
                <c:pt idx="99">
                  <c:v>1.933945</c:v>
                </c:pt>
              </c:numCache>
            </c:numRef>
          </c:yVal>
          <c:smooth val="0"/>
          <c:extLst>
            <c:ext xmlns:c16="http://schemas.microsoft.com/office/drawing/2014/chart" uri="{C3380CC4-5D6E-409C-BE32-E72D297353CC}">
              <c16:uniqueId val="{00000003-8D98-E341-9BB6-ED1DABD8D2B2}"/>
            </c:ext>
          </c:extLst>
        </c:ser>
        <c:ser>
          <c:idx val="3"/>
          <c:order val="4"/>
          <c:tx>
            <c:strRef>
              <c:f>'Si-Si'!$G$1</c:f>
              <c:strCache>
                <c:ptCount val="1"/>
                <c:pt idx="0">
                  <c:v>300K</c:v>
                </c:pt>
              </c:strCache>
            </c:strRef>
          </c:tx>
          <c:spPr>
            <a:ln w="19050" cap="rnd">
              <a:solidFill>
                <a:sysClr val="windowText" lastClr="000000"/>
              </a:solidFill>
              <a:round/>
            </a:ln>
            <a:effectLst/>
          </c:spPr>
          <c:marker>
            <c:symbol val="none"/>
          </c:marker>
          <c:xVal>
            <c:numRef>
              <c:f>'Si-Si'!$F$2:$F$101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'Si-Si'!$G$2:$G$101</c:f>
              <c:numCache>
                <c:formatCode>General</c:formatCode>
                <c:ptCount val="10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1.47127E-2</c:v>
                </c:pt>
                <c:pt idx="32">
                  <c:v>1.38213E-2</c:v>
                </c:pt>
                <c:pt idx="33">
                  <c:v>1.3008499999999999E-2</c:v>
                </c:pt>
                <c:pt idx="34">
                  <c:v>0.110389</c:v>
                </c:pt>
                <c:pt idx="35">
                  <c:v>0.22009899999999999</c:v>
                </c:pt>
                <c:pt idx="36">
                  <c:v>0.86569499999999999</c:v>
                </c:pt>
                <c:pt idx="37">
                  <c:v>1.16273</c:v>
                </c:pt>
                <c:pt idx="38">
                  <c:v>1.9797100000000001</c:v>
                </c:pt>
                <c:pt idx="39">
                  <c:v>2.6012300000000002</c:v>
                </c:pt>
                <c:pt idx="40">
                  <c:v>2.4298600000000001</c:v>
                </c:pt>
                <c:pt idx="41">
                  <c:v>2.1361599999999998</c:v>
                </c:pt>
                <c:pt idx="42">
                  <c:v>1.6407700000000001</c:v>
                </c:pt>
                <c:pt idx="43">
                  <c:v>1.35789</c:v>
                </c:pt>
                <c:pt idx="44">
                  <c:v>1.3712800000000001</c:v>
                </c:pt>
                <c:pt idx="45">
                  <c:v>1.81236</c:v>
                </c:pt>
                <c:pt idx="46">
                  <c:v>2.3699300000000001</c:v>
                </c:pt>
                <c:pt idx="47">
                  <c:v>2.0706099999999998</c:v>
                </c:pt>
                <c:pt idx="48">
                  <c:v>1.5516399999999999</c:v>
                </c:pt>
                <c:pt idx="49">
                  <c:v>1.1499600000000001</c:v>
                </c:pt>
                <c:pt idx="50">
                  <c:v>0.69841500000000001</c:v>
                </c:pt>
                <c:pt idx="51">
                  <c:v>0.48990600000000001</c:v>
                </c:pt>
                <c:pt idx="52">
                  <c:v>0.333702</c:v>
                </c:pt>
                <c:pt idx="53">
                  <c:v>0.42845899999999998</c:v>
                </c:pt>
                <c:pt idx="54">
                  <c:v>0.53084699999999996</c:v>
                </c:pt>
                <c:pt idx="55">
                  <c:v>0.68725999999999998</c:v>
                </c:pt>
                <c:pt idx="56">
                  <c:v>0.71345599999999998</c:v>
                </c:pt>
                <c:pt idx="57">
                  <c:v>0.91847500000000004</c:v>
                </c:pt>
                <c:pt idx="58">
                  <c:v>0.89160899999999998</c:v>
                </c:pt>
                <c:pt idx="59">
                  <c:v>1.0103500000000001</c:v>
                </c:pt>
                <c:pt idx="60">
                  <c:v>0.89346599999999998</c:v>
                </c:pt>
                <c:pt idx="61">
                  <c:v>0.95728800000000003</c:v>
                </c:pt>
                <c:pt idx="62">
                  <c:v>0.87457499999999999</c:v>
                </c:pt>
                <c:pt idx="63">
                  <c:v>0.87259200000000003</c:v>
                </c:pt>
                <c:pt idx="64">
                  <c:v>0.99664600000000003</c:v>
                </c:pt>
                <c:pt idx="65">
                  <c:v>0.91540200000000005</c:v>
                </c:pt>
                <c:pt idx="66">
                  <c:v>0.84846200000000005</c:v>
                </c:pt>
                <c:pt idx="67">
                  <c:v>0.97090699999999996</c:v>
                </c:pt>
                <c:pt idx="68">
                  <c:v>0.93965600000000005</c:v>
                </c:pt>
                <c:pt idx="69">
                  <c:v>0.87049399999999999</c:v>
                </c:pt>
                <c:pt idx="70">
                  <c:v>1.01047</c:v>
                </c:pt>
                <c:pt idx="71">
                  <c:v>1.01667</c:v>
                </c:pt>
                <c:pt idx="72">
                  <c:v>1.0193700000000001</c:v>
                </c:pt>
                <c:pt idx="73">
                  <c:v>1.11344</c:v>
                </c:pt>
                <c:pt idx="74">
                  <c:v>1.0811200000000001</c:v>
                </c:pt>
                <c:pt idx="75">
                  <c:v>1.03474</c:v>
                </c:pt>
                <c:pt idx="76">
                  <c:v>0.93302499999999999</c:v>
                </c:pt>
                <c:pt idx="77">
                  <c:v>0.960148</c:v>
                </c:pt>
                <c:pt idx="78">
                  <c:v>0.97848800000000002</c:v>
                </c:pt>
                <c:pt idx="79">
                  <c:v>0.98174700000000004</c:v>
                </c:pt>
                <c:pt idx="80">
                  <c:v>1.00031</c:v>
                </c:pt>
                <c:pt idx="81">
                  <c:v>0.96712500000000001</c:v>
                </c:pt>
                <c:pt idx="82">
                  <c:v>1.07467</c:v>
                </c:pt>
                <c:pt idx="83">
                  <c:v>1.1140000000000001</c:v>
                </c:pt>
                <c:pt idx="84">
                  <c:v>1.1225499999999999</c:v>
                </c:pt>
                <c:pt idx="85">
                  <c:v>1.1743300000000001</c:v>
                </c:pt>
                <c:pt idx="86">
                  <c:v>1.2312399999999999</c:v>
                </c:pt>
                <c:pt idx="87">
                  <c:v>1.1193599999999999</c:v>
                </c:pt>
                <c:pt idx="88">
                  <c:v>1.0737000000000001</c:v>
                </c:pt>
                <c:pt idx="89">
                  <c:v>1.06806</c:v>
                </c:pt>
                <c:pt idx="90">
                  <c:v>1.05707</c:v>
                </c:pt>
                <c:pt idx="91">
                  <c:v>0.98351999999999995</c:v>
                </c:pt>
                <c:pt idx="92">
                  <c:v>1.0067299999999999</c:v>
                </c:pt>
                <c:pt idx="93">
                  <c:v>0.96193499999999998</c:v>
                </c:pt>
                <c:pt idx="94">
                  <c:v>0.94985900000000001</c:v>
                </c:pt>
                <c:pt idx="95">
                  <c:v>0.912462</c:v>
                </c:pt>
                <c:pt idx="96">
                  <c:v>0.84661500000000001</c:v>
                </c:pt>
                <c:pt idx="97">
                  <c:v>0.94298700000000002</c:v>
                </c:pt>
                <c:pt idx="98">
                  <c:v>0.89835699999999996</c:v>
                </c:pt>
                <c:pt idx="99">
                  <c:v>0.92315599999999998</c:v>
                </c:pt>
              </c:numCache>
            </c:numRef>
          </c:yVal>
          <c:smooth val="0"/>
          <c:extLst>
            <c:ext xmlns:c16="http://schemas.microsoft.com/office/drawing/2014/chart" uri="{C3380CC4-5D6E-409C-BE32-E72D297353CC}">
              <c16:uniqueId val="{00000004-8D98-E341-9BB6-ED1DABD8D2B2}"/>
            </c:ext>
          </c:extLst>
        </c:ser>
        <c:dLbls>
          <c:showLegendKey val="0"/>
          <c:showVal val="0"/>
          <c:showCatName val="0"/>
          <c:showSerName val="0"/>
          <c:showPercent val="0"/>
          <c:showBubbleSize val="0"/>
        </c:dLbls>
        <c:axId val="369295072"/>
        <c:axId val="369301792"/>
      </c:scatterChart>
      <c:valAx>
        <c:axId val="369295072"/>
        <c:scaling>
          <c:orientation val="minMax"/>
          <c:max val="10"/>
        </c:scaling>
        <c:delete val="0"/>
        <c:axPos val="b"/>
        <c:title>
          <c:tx>
            <c:rich>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altLang="ja-JP" sz="1400" b="0" i="0" u="none" strike="noStrike" kern="1200" baseline="0">
                    <a:solidFill>
                      <a:sysClr val="windowText" lastClr="000000"/>
                    </a:solidFill>
                  </a:rPr>
                  <a:t>r(Å)</a:t>
                </a:r>
                <a:endParaRPr lang="ja-JP" altLang="ja-JP" sz="1400" b="0" i="0" u="none" strike="noStrike" kern="1200" baseline="0">
                  <a:solidFill>
                    <a:sysClr val="windowText" lastClr="000000"/>
                  </a:solidFill>
                </a:endParaRPr>
              </a:p>
            </c:rich>
          </c:tx>
          <c:layout>
            <c:manualLayout>
              <c:xMode val="edge"/>
              <c:yMode val="edge"/>
              <c:x val="0.50906445607841488"/>
              <c:y val="0.9148171288371562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ltLang="ja-JP"/>
            </a:p>
          </c:txPr>
        </c:title>
        <c:numFmt formatCode="General" sourceLinked="1"/>
        <c:majorTickMark val="out"/>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369301792"/>
        <c:crosses val="autoZero"/>
        <c:crossBetween val="midCat"/>
      </c:valAx>
      <c:valAx>
        <c:axId val="369301792"/>
        <c:scaling>
          <c:orientation val="minMax"/>
          <c:max val="9"/>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altLang="ja-JP"/>
                  <a:t>g(r)</a:t>
                </a:r>
                <a:endParaRPr lang="ja-JP" altLang="en-US"/>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ltLang="en-US"/>
            </a:p>
          </c:txPr>
        </c:title>
        <c:numFmt formatCode="General" sourceLinked="1"/>
        <c:majorTickMark val="out"/>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369295072"/>
        <c:crosses val="autoZero"/>
        <c:crossBetween val="midCat"/>
      </c:valAx>
      <c:spPr>
        <a:noFill/>
        <a:ln>
          <a:solidFill>
            <a:sysClr val="windowText" lastClr="000000"/>
          </a:solidFill>
        </a:ln>
        <a:effectLst/>
      </c:spPr>
    </c:plotArea>
    <c:legend>
      <c:legendPos val="tr"/>
      <c:layout>
        <c:manualLayout>
          <c:xMode val="edge"/>
          <c:yMode val="edge"/>
          <c:x val="0.73379432110605458"/>
          <c:y val="5.1924083331424432E-2"/>
          <c:w val="0.20740310100870143"/>
          <c:h val="0.30634500816715621"/>
        </c:manualLayout>
      </c:layout>
      <c:overlay val="1"/>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legend>
    <c:plotVisOnly val="1"/>
    <c:dispBlanksAs val="gap"/>
    <c:showDLblsOverMax val="0"/>
  </c:chart>
  <c:spPr>
    <a:solidFill>
      <a:schemeClr val="bg1"/>
    </a:solidFill>
    <a:ln w="9525" cap="flat" cmpd="sng" algn="ctr">
      <a:noFill/>
      <a:round/>
    </a:ln>
    <a:effectLst/>
  </c:spPr>
  <c:txPr>
    <a:bodyPr/>
    <a:lstStyle/>
    <a:p>
      <a:pPr>
        <a:defRPr sz="1400">
          <a:solidFill>
            <a:schemeClr val="tx1"/>
          </a:solidFill>
        </a:defRPr>
      </a:pPr>
      <a:endParaRPr lang="ja-JP"/>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433641185058448"/>
          <c:y val="5.1866592494433317E-2"/>
          <c:w val="0.81951474696114401"/>
          <c:h val="0.77064390049069953"/>
        </c:manualLayout>
      </c:layout>
      <c:scatterChart>
        <c:scatterStyle val="lineMarker"/>
        <c:varyColors val="0"/>
        <c:ser>
          <c:idx val="4"/>
          <c:order val="0"/>
          <c:tx>
            <c:strRef>
              <c:f>'Pd-Si'!$M$1</c:f>
              <c:strCache>
                <c:ptCount val="1"/>
                <c:pt idx="0">
                  <c:v>1500K</c:v>
                </c:pt>
              </c:strCache>
            </c:strRef>
          </c:tx>
          <c:spPr>
            <a:ln w="19050" cap="rnd">
              <a:solidFill>
                <a:srgbClr val="FFFF00"/>
              </a:solidFill>
              <a:round/>
            </a:ln>
            <a:effectLst/>
          </c:spPr>
          <c:marker>
            <c:symbol val="none"/>
          </c:marker>
          <c:xVal>
            <c:numRef>
              <c:f>'Pd-Si'!$H$2:$H$101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'Pd-Si'!$M$2:$M$101</c:f>
              <c:numCache>
                <c:formatCode>General</c:formatCode>
                <c:ptCount val="100"/>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4.0425091999999996</c:v>
                </c:pt>
                <c:pt idx="21">
                  <c:v>4.5324770000000001</c:v>
                </c:pt>
                <c:pt idx="22">
                  <c:v>6.4349500000000006</c:v>
                </c:pt>
                <c:pt idx="23">
                  <c:v>8.7482800000000012</c:v>
                </c:pt>
                <c:pt idx="24">
                  <c:v>8.371929999999999</c:v>
                </c:pt>
                <c:pt idx="25">
                  <c:v>7.1016399999999997</c:v>
                </c:pt>
                <c:pt idx="26">
                  <c:v>6.1200799999999997</c:v>
                </c:pt>
                <c:pt idx="27">
                  <c:v>5.4962200000000001</c:v>
                </c:pt>
                <c:pt idx="28">
                  <c:v>5.0069300000000005</c:v>
                </c:pt>
                <c:pt idx="29">
                  <c:v>4.6364330000000002</c:v>
                </c:pt>
                <c:pt idx="30">
                  <c:v>4.4844200000000001</c:v>
                </c:pt>
                <c:pt idx="31">
                  <c:v>4.3281109999999998</c:v>
                </c:pt>
                <c:pt idx="32">
                  <c:v>4.2687629999999999</c:v>
                </c:pt>
                <c:pt idx="33">
                  <c:v>4.3254850000000005</c:v>
                </c:pt>
                <c:pt idx="34">
                  <c:v>4.330241</c:v>
                </c:pt>
                <c:pt idx="35">
                  <c:v>4.401688</c:v>
                </c:pt>
                <c:pt idx="36">
                  <c:v>4.5289929999999998</c:v>
                </c:pt>
                <c:pt idx="37">
                  <c:v>4.6606810000000003</c:v>
                </c:pt>
                <c:pt idx="38">
                  <c:v>4.8196719999999997</c:v>
                </c:pt>
                <c:pt idx="39">
                  <c:v>4.8435880000000004</c:v>
                </c:pt>
                <c:pt idx="40">
                  <c:v>4.9767330000000003</c:v>
                </c:pt>
                <c:pt idx="41">
                  <c:v>5.0109200000000005</c:v>
                </c:pt>
                <c:pt idx="42">
                  <c:v>5.0507400000000002</c:v>
                </c:pt>
                <c:pt idx="43">
                  <c:v>5.0879700000000003</c:v>
                </c:pt>
                <c:pt idx="44">
                  <c:v>5.0326000000000004</c:v>
                </c:pt>
                <c:pt idx="45">
                  <c:v>5.11334</c:v>
                </c:pt>
                <c:pt idx="46">
                  <c:v>5.0632099999999998</c:v>
                </c:pt>
                <c:pt idx="47">
                  <c:v>5.1913800000000005</c:v>
                </c:pt>
                <c:pt idx="48">
                  <c:v>5.1731400000000001</c:v>
                </c:pt>
                <c:pt idx="49">
                  <c:v>5.2315500000000004</c:v>
                </c:pt>
                <c:pt idx="50">
                  <c:v>5.2439800000000005</c:v>
                </c:pt>
                <c:pt idx="51">
                  <c:v>5.2073700000000001</c:v>
                </c:pt>
                <c:pt idx="52">
                  <c:v>5.1092300000000002</c:v>
                </c:pt>
                <c:pt idx="53">
                  <c:v>5.13544</c:v>
                </c:pt>
                <c:pt idx="54">
                  <c:v>4.982532</c:v>
                </c:pt>
                <c:pt idx="55">
                  <c:v>4.9197309999999996</c:v>
                </c:pt>
                <c:pt idx="56">
                  <c:v>4.8911940000000005</c:v>
                </c:pt>
                <c:pt idx="57">
                  <c:v>4.8100269999999998</c:v>
                </c:pt>
                <c:pt idx="58">
                  <c:v>4.8063560000000001</c:v>
                </c:pt>
                <c:pt idx="59">
                  <c:v>4.8978039999999998</c:v>
                </c:pt>
                <c:pt idx="60">
                  <c:v>4.8916930000000001</c:v>
                </c:pt>
                <c:pt idx="61">
                  <c:v>4.945341</c:v>
                </c:pt>
                <c:pt idx="62">
                  <c:v>4.9488760000000003</c:v>
                </c:pt>
                <c:pt idx="63">
                  <c:v>4.9837240000000005</c:v>
                </c:pt>
                <c:pt idx="64">
                  <c:v>4.9768410000000003</c:v>
                </c:pt>
                <c:pt idx="65">
                  <c:v>5.0374800000000004</c:v>
                </c:pt>
                <c:pt idx="66">
                  <c:v>5.0945</c:v>
                </c:pt>
                <c:pt idx="67">
                  <c:v>5.0453200000000002</c:v>
                </c:pt>
                <c:pt idx="68">
                  <c:v>5.0742599999999998</c:v>
                </c:pt>
                <c:pt idx="69">
                  <c:v>5.0826099999999999</c:v>
                </c:pt>
                <c:pt idx="70">
                  <c:v>5.0081800000000003</c:v>
                </c:pt>
                <c:pt idx="71">
                  <c:v>5.0757099999999999</c:v>
                </c:pt>
                <c:pt idx="72">
                  <c:v>5.0307500000000003</c:v>
                </c:pt>
                <c:pt idx="73">
                  <c:v>5.0205400000000004</c:v>
                </c:pt>
                <c:pt idx="74">
                  <c:v>5.0144299999999999</c:v>
                </c:pt>
                <c:pt idx="75">
                  <c:v>4.97241</c:v>
                </c:pt>
                <c:pt idx="76">
                  <c:v>5.0160200000000001</c:v>
                </c:pt>
                <c:pt idx="77">
                  <c:v>4.9916219999999996</c:v>
                </c:pt>
                <c:pt idx="78">
                  <c:v>4.9462219999999997</c:v>
                </c:pt>
                <c:pt idx="79">
                  <c:v>4.9800519999999997</c:v>
                </c:pt>
                <c:pt idx="80">
                  <c:v>4.9485010000000003</c:v>
                </c:pt>
                <c:pt idx="81">
                  <c:v>4.9444970000000001</c:v>
                </c:pt>
                <c:pt idx="82">
                  <c:v>4.9520749999999998</c:v>
                </c:pt>
                <c:pt idx="83">
                  <c:v>4.9447840000000003</c:v>
                </c:pt>
                <c:pt idx="84">
                  <c:v>5.0054099999999995</c:v>
                </c:pt>
                <c:pt idx="85">
                  <c:v>4.9790450000000002</c:v>
                </c:pt>
                <c:pt idx="86">
                  <c:v>5.0173000000000005</c:v>
                </c:pt>
                <c:pt idx="87">
                  <c:v>5.0190700000000001</c:v>
                </c:pt>
                <c:pt idx="88">
                  <c:v>4.9903449999999996</c:v>
                </c:pt>
                <c:pt idx="89">
                  <c:v>5.02658</c:v>
                </c:pt>
                <c:pt idx="90">
                  <c:v>5.0258400000000005</c:v>
                </c:pt>
                <c:pt idx="91">
                  <c:v>5.0450400000000002</c:v>
                </c:pt>
                <c:pt idx="92">
                  <c:v>5.0420499999999997</c:v>
                </c:pt>
                <c:pt idx="93">
                  <c:v>5.0162500000000003</c:v>
                </c:pt>
                <c:pt idx="94">
                  <c:v>5.0079700000000003</c:v>
                </c:pt>
                <c:pt idx="95">
                  <c:v>5.0048200000000005</c:v>
                </c:pt>
                <c:pt idx="96">
                  <c:v>4.988156</c:v>
                </c:pt>
                <c:pt idx="97">
                  <c:v>5.0250000000000004</c:v>
                </c:pt>
                <c:pt idx="98">
                  <c:v>4.9946809999999999</c:v>
                </c:pt>
                <c:pt idx="99">
                  <c:v>5.0167000000000002</c:v>
                </c:pt>
              </c:numCache>
            </c:numRef>
          </c:yVal>
          <c:smooth val="0"/>
          <c:extLst>
            <c:ext xmlns:c16="http://schemas.microsoft.com/office/drawing/2014/chart" uri="{C3380CC4-5D6E-409C-BE32-E72D297353CC}">
              <c16:uniqueId val="{00000000-5097-D14A-8DEE-869AE410485D}"/>
            </c:ext>
          </c:extLst>
        </c:ser>
        <c:ser>
          <c:idx val="0"/>
          <c:order val="1"/>
          <c:tx>
            <c:strRef>
              <c:f>'Pd-Si'!$L$1</c:f>
              <c:strCache>
                <c:ptCount val="1"/>
                <c:pt idx="0">
                  <c:v>1200K</c:v>
                </c:pt>
              </c:strCache>
            </c:strRef>
          </c:tx>
          <c:spPr>
            <a:ln w="19050" cap="rnd">
              <a:solidFill>
                <a:srgbClr val="00B050"/>
              </a:solidFill>
              <a:round/>
            </a:ln>
            <a:effectLst/>
          </c:spPr>
          <c:marker>
            <c:symbol val="none"/>
          </c:marker>
          <c:xVal>
            <c:numRef>
              <c:f>'Pd-Si'!$H$2:$H$101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'Pd-Si'!$L$2:$L$101</c:f>
              <c:numCache>
                <c:formatCode>General</c:formatCode>
                <c:ptCount val="100"/>
                <c:pt idx="0">
                  <c:v>3</c:v>
                </c:pt>
                <c:pt idx="1">
                  <c:v>3</c:v>
                </c:pt>
                <c:pt idx="2">
                  <c:v>3</c:v>
                </c:pt>
                <c:pt idx="3">
                  <c:v>3</c:v>
                </c:pt>
                <c:pt idx="4">
                  <c:v>3</c:v>
                </c:pt>
                <c:pt idx="5">
                  <c:v>3</c:v>
                </c:pt>
                <c:pt idx="6">
                  <c:v>3</c:v>
                </c:pt>
                <c:pt idx="7">
                  <c:v>3</c:v>
                </c:pt>
                <c:pt idx="8">
                  <c:v>3</c:v>
                </c:pt>
                <c:pt idx="9">
                  <c:v>3</c:v>
                </c:pt>
                <c:pt idx="10">
                  <c:v>3</c:v>
                </c:pt>
                <c:pt idx="11">
                  <c:v>3</c:v>
                </c:pt>
                <c:pt idx="12">
                  <c:v>3</c:v>
                </c:pt>
                <c:pt idx="13">
                  <c:v>3</c:v>
                </c:pt>
                <c:pt idx="14">
                  <c:v>3</c:v>
                </c:pt>
                <c:pt idx="15">
                  <c:v>3</c:v>
                </c:pt>
                <c:pt idx="16">
                  <c:v>3</c:v>
                </c:pt>
                <c:pt idx="17">
                  <c:v>3</c:v>
                </c:pt>
                <c:pt idx="18">
                  <c:v>3</c:v>
                </c:pt>
                <c:pt idx="19">
                  <c:v>3</c:v>
                </c:pt>
                <c:pt idx="20">
                  <c:v>3.0138427999999999</c:v>
                </c:pt>
                <c:pt idx="21">
                  <c:v>3.3607770000000001</c:v>
                </c:pt>
                <c:pt idx="22">
                  <c:v>5.16425</c:v>
                </c:pt>
                <c:pt idx="23">
                  <c:v>7.7686299999999999</c:v>
                </c:pt>
                <c:pt idx="24">
                  <c:v>8.023810000000001</c:v>
                </c:pt>
                <c:pt idx="25">
                  <c:v>6.3700600000000005</c:v>
                </c:pt>
                <c:pt idx="26">
                  <c:v>5.1374399999999998</c:v>
                </c:pt>
                <c:pt idx="27">
                  <c:v>4.4206700000000003</c:v>
                </c:pt>
                <c:pt idx="28">
                  <c:v>3.9789149999999998</c:v>
                </c:pt>
                <c:pt idx="29">
                  <c:v>3.58832</c:v>
                </c:pt>
                <c:pt idx="30">
                  <c:v>3.373173</c:v>
                </c:pt>
                <c:pt idx="31">
                  <c:v>3.285358</c:v>
                </c:pt>
                <c:pt idx="32">
                  <c:v>3.2331840000000001</c:v>
                </c:pt>
                <c:pt idx="33">
                  <c:v>3.2125590000000002</c:v>
                </c:pt>
                <c:pt idx="34">
                  <c:v>3.2704800000000001</c:v>
                </c:pt>
                <c:pt idx="35">
                  <c:v>3.4016519999999999</c:v>
                </c:pt>
                <c:pt idx="36">
                  <c:v>3.4672909999999999</c:v>
                </c:pt>
                <c:pt idx="37">
                  <c:v>3.6840510000000002</c:v>
                </c:pt>
                <c:pt idx="38">
                  <c:v>3.7942149999999999</c:v>
                </c:pt>
                <c:pt idx="39">
                  <c:v>3.9049179999999999</c:v>
                </c:pt>
                <c:pt idx="40">
                  <c:v>3.9908479999999997</c:v>
                </c:pt>
                <c:pt idx="41">
                  <c:v>4.0529099999999998</c:v>
                </c:pt>
                <c:pt idx="42">
                  <c:v>4.0468900000000003</c:v>
                </c:pt>
                <c:pt idx="43">
                  <c:v>4.0823299999999998</c:v>
                </c:pt>
                <c:pt idx="44">
                  <c:v>4.06656</c:v>
                </c:pt>
                <c:pt idx="45">
                  <c:v>4.1120000000000001</c:v>
                </c:pt>
                <c:pt idx="46">
                  <c:v>4.1355500000000003</c:v>
                </c:pt>
                <c:pt idx="47">
                  <c:v>4.1234900000000003</c:v>
                </c:pt>
                <c:pt idx="48">
                  <c:v>4.2103799999999998</c:v>
                </c:pt>
                <c:pt idx="49">
                  <c:v>4.1904699999999995</c:v>
                </c:pt>
                <c:pt idx="50">
                  <c:v>4.3148999999999997</c:v>
                </c:pt>
                <c:pt idx="51">
                  <c:v>4.2826199999999996</c:v>
                </c:pt>
                <c:pt idx="52">
                  <c:v>4.1898900000000001</c:v>
                </c:pt>
                <c:pt idx="53">
                  <c:v>4.0570599999999999</c:v>
                </c:pt>
                <c:pt idx="54">
                  <c:v>3.9552879999999999</c:v>
                </c:pt>
                <c:pt idx="55">
                  <c:v>3.9111000000000002</c:v>
                </c:pt>
                <c:pt idx="56">
                  <c:v>3.8068360000000001</c:v>
                </c:pt>
                <c:pt idx="57">
                  <c:v>3.7801900000000002</c:v>
                </c:pt>
                <c:pt idx="58">
                  <c:v>3.7962500000000001</c:v>
                </c:pt>
                <c:pt idx="59">
                  <c:v>3.8151809999999999</c:v>
                </c:pt>
                <c:pt idx="60">
                  <c:v>3.8493919999999999</c:v>
                </c:pt>
                <c:pt idx="61">
                  <c:v>3.9353199999999999</c:v>
                </c:pt>
                <c:pt idx="62">
                  <c:v>3.9855679999999998</c:v>
                </c:pt>
                <c:pt idx="63">
                  <c:v>3.9600619999999997</c:v>
                </c:pt>
                <c:pt idx="64">
                  <c:v>4.0284300000000002</c:v>
                </c:pt>
                <c:pt idx="65">
                  <c:v>4.0384000000000002</c:v>
                </c:pt>
                <c:pt idx="66">
                  <c:v>4.0788899999999995</c:v>
                </c:pt>
                <c:pt idx="67">
                  <c:v>4.11442</c:v>
                </c:pt>
                <c:pt idx="68">
                  <c:v>4.1185</c:v>
                </c:pt>
                <c:pt idx="69">
                  <c:v>4.0869400000000002</c:v>
                </c:pt>
                <c:pt idx="70">
                  <c:v>4.1051000000000002</c:v>
                </c:pt>
                <c:pt idx="71">
                  <c:v>4.0656800000000004</c:v>
                </c:pt>
                <c:pt idx="72">
                  <c:v>4.0663800000000005</c:v>
                </c:pt>
                <c:pt idx="73">
                  <c:v>4.0235500000000002</c:v>
                </c:pt>
                <c:pt idx="74">
                  <c:v>4.0497300000000003</c:v>
                </c:pt>
                <c:pt idx="75">
                  <c:v>3.9870580000000002</c:v>
                </c:pt>
                <c:pt idx="76">
                  <c:v>3.9716960000000001</c:v>
                </c:pt>
                <c:pt idx="77">
                  <c:v>3.9593750000000001</c:v>
                </c:pt>
                <c:pt idx="78">
                  <c:v>3.9328849999999997</c:v>
                </c:pt>
                <c:pt idx="79">
                  <c:v>3.9399449999999998</c:v>
                </c:pt>
                <c:pt idx="80">
                  <c:v>3.9176349999999998</c:v>
                </c:pt>
                <c:pt idx="81">
                  <c:v>3.936426</c:v>
                </c:pt>
                <c:pt idx="82">
                  <c:v>3.921557</c:v>
                </c:pt>
                <c:pt idx="83">
                  <c:v>3.9438459999999997</c:v>
                </c:pt>
                <c:pt idx="84">
                  <c:v>3.95858</c:v>
                </c:pt>
                <c:pt idx="85">
                  <c:v>3.9606970000000001</c:v>
                </c:pt>
                <c:pt idx="86">
                  <c:v>3.9889010000000003</c:v>
                </c:pt>
                <c:pt idx="87">
                  <c:v>4.0079700000000003</c:v>
                </c:pt>
                <c:pt idx="88">
                  <c:v>4.02271</c:v>
                </c:pt>
                <c:pt idx="89">
                  <c:v>4.0433300000000001</c:v>
                </c:pt>
                <c:pt idx="90">
                  <c:v>4.0395799999999999</c:v>
                </c:pt>
                <c:pt idx="91">
                  <c:v>4.0633099999999995</c:v>
                </c:pt>
                <c:pt idx="92">
                  <c:v>4.0687800000000003</c:v>
                </c:pt>
                <c:pt idx="93">
                  <c:v>4.0595800000000004</c:v>
                </c:pt>
                <c:pt idx="94">
                  <c:v>3.9942679999999999</c:v>
                </c:pt>
                <c:pt idx="95">
                  <c:v>3.998011</c:v>
                </c:pt>
                <c:pt idx="96">
                  <c:v>4.02555</c:v>
                </c:pt>
                <c:pt idx="97">
                  <c:v>4.0064500000000001</c:v>
                </c:pt>
                <c:pt idx="98">
                  <c:v>3.9945170000000001</c:v>
                </c:pt>
                <c:pt idx="99">
                  <c:v>3.9810919999999999</c:v>
                </c:pt>
              </c:numCache>
            </c:numRef>
          </c:yVal>
          <c:smooth val="0"/>
          <c:extLst>
            <c:ext xmlns:c16="http://schemas.microsoft.com/office/drawing/2014/chart" uri="{C3380CC4-5D6E-409C-BE32-E72D297353CC}">
              <c16:uniqueId val="{00000001-5097-D14A-8DEE-869AE410485D}"/>
            </c:ext>
          </c:extLst>
        </c:ser>
        <c:ser>
          <c:idx val="1"/>
          <c:order val="2"/>
          <c:tx>
            <c:strRef>
              <c:f>'Pd-Si'!$K$1</c:f>
              <c:strCache>
                <c:ptCount val="1"/>
                <c:pt idx="0">
                  <c:v>900K</c:v>
                </c:pt>
              </c:strCache>
            </c:strRef>
          </c:tx>
          <c:spPr>
            <a:ln w="19050" cap="rnd">
              <a:solidFill>
                <a:srgbClr val="0070C0"/>
              </a:solidFill>
              <a:round/>
            </a:ln>
            <a:effectLst/>
          </c:spPr>
          <c:marker>
            <c:symbol val="none"/>
          </c:marker>
          <c:xVal>
            <c:numRef>
              <c:f>'Pd-Si'!$H$2:$H$101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'Pd-Si'!$K$2:$K$101</c:f>
              <c:numCache>
                <c:formatCode>General</c:formatCode>
                <c:ptCount val="100"/>
                <c:pt idx="0">
                  <c:v>2</c:v>
                </c:pt>
                <c:pt idx="1">
                  <c:v>2</c:v>
                </c:pt>
                <c:pt idx="2">
                  <c:v>2</c:v>
                </c:pt>
                <c:pt idx="3">
                  <c:v>2</c:v>
                </c:pt>
                <c:pt idx="4">
                  <c:v>2</c:v>
                </c:pt>
                <c:pt idx="5">
                  <c:v>2</c:v>
                </c:pt>
                <c:pt idx="6">
                  <c:v>2</c:v>
                </c:pt>
                <c:pt idx="7">
                  <c:v>2</c:v>
                </c:pt>
                <c:pt idx="8">
                  <c:v>2</c:v>
                </c:pt>
                <c:pt idx="9">
                  <c:v>2</c:v>
                </c:pt>
                <c:pt idx="10">
                  <c:v>2</c:v>
                </c:pt>
                <c:pt idx="11">
                  <c:v>2</c:v>
                </c:pt>
                <c:pt idx="12">
                  <c:v>2</c:v>
                </c:pt>
                <c:pt idx="13">
                  <c:v>2</c:v>
                </c:pt>
                <c:pt idx="14">
                  <c:v>2</c:v>
                </c:pt>
                <c:pt idx="15">
                  <c:v>2</c:v>
                </c:pt>
                <c:pt idx="16">
                  <c:v>2</c:v>
                </c:pt>
                <c:pt idx="17">
                  <c:v>2</c:v>
                </c:pt>
                <c:pt idx="18">
                  <c:v>2</c:v>
                </c:pt>
                <c:pt idx="19">
                  <c:v>2</c:v>
                </c:pt>
                <c:pt idx="20">
                  <c:v>2</c:v>
                </c:pt>
                <c:pt idx="21">
                  <c:v>2.122277</c:v>
                </c:pt>
                <c:pt idx="22">
                  <c:v>3.8273600000000001</c:v>
                </c:pt>
                <c:pt idx="23">
                  <c:v>7.22</c:v>
                </c:pt>
                <c:pt idx="24">
                  <c:v>7.5308700000000002</c:v>
                </c:pt>
                <c:pt idx="25">
                  <c:v>5.6423299999999994</c:v>
                </c:pt>
                <c:pt idx="26">
                  <c:v>4.1920900000000003</c:v>
                </c:pt>
                <c:pt idx="27">
                  <c:v>3.3603800000000001</c:v>
                </c:pt>
                <c:pt idx="28">
                  <c:v>2.8397589999999999</c:v>
                </c:pt>
                <c:pt idx="29">
                  <c:v>2.4611839999999998</c:v>
                </c:pt>
                <c:pt idx="30">
                  <c:v>2.253193</c:v>
                </c:pt>
                <c:pt idx="31">
                  <c:v>2.1785049999999999</c:v>
                </c:pt>
                <c:pt idx="32">
                  <c:v>2.1516350000000002</c:v>
                </c:pt>
                <c:pt idx="33">
                  <c:v>2.1427179999999999</c:v>
                </c:pt>
                <c:pt idx="34">
                  <c:v>2.1836410000000002</c:v>
                </c:pt>
                <c:pt idx="35">
                  <c:v>2.3154840000000001</c:v>
                </c:pt>
                <c:pt idx="36">
                  <c:v>2.431387</c:v>
                </c:pt>
                <c:pt idx="37">
                  <c:v>2.6860599999999999</c:v>
                </c:pt>
                <c:pt idx="38">
                  <c:v>2.8136060000000001</c:v>
                </c:pt>
                <c:pt idx="39">
                  <c:v>3.01206</c:v>
                </c:pt>
                <c:pt idx="40">
                  <c:v>3.06839</c:v>
                </c:pt>
                <c:pt idx="41">
                  <c:v>3.1553899999999997</c:v>
                </c:pt>
                <c:pt idx="42">
                  <c:v>3.1047899999999999</c:v>
                </c:pt>
                <c:pt idx="43">
                  <c:v>3.2159</c:v>
                </c:pt>
                <c:pt idx="44">
                  <c:v>3.0962100000000001</c:v>
                </c:pt>
                <c:pt idx="45">
                  <c:v>3.0403700000000002</c:v>
                </c:pt>
                <c:pt idx="46">
                  <c:v>3.08412</c:v>
                </c:pt>
                <c:pt idx="47">
                  <c:v>3.0899000000000001</c:v>
                </c:pt>
                <c:pt idx="48">
                  <c:v>3.1503699999999997</c:v>
                </c:pt>
                <c:pt idx="49">
                  <c:v>3.3696799999999998</c:v>
                </c:pt>
                <c:pt idx="50">
                  <c:v>3.3440500000000002</c:v>
                </c:pt>
                <c:pt idx="51">
                  <c:v>3.30728</c:v>
                </c:pt>
                <c:pt idx="52">
                  <c:v>3.19096</c:v>
                </c:pt>
                <c:pt idx="53">
                  <c:v>3.07904</c:v>
                </c:pt>
                <c:pt idx="54">
                  <c:v>2.9103889999999999</c:v>
                </c:pt>
                <c:pt idx="55">
                  <c:v>2.7549139999999999</c:v>
                </c:pt>
                <c:pt idx="56">
                  <c:v>2.720755</c:v>
                </c:pt>
                <c:pt idx="57">
                  <c:v>2.6668370000000001</c:v>
                </c:pt>
                <c:pt idx="58">
                  <c:v>2.702601</c:v>
                </c:pt>
                <c:pt idx="59">
                  <c:v>2.7803149999999999</c:v>
                </c:pt>
                <c:pt idx="60">
                  <c:v>2.8571840000000002</c:v>
                </c:pt>
                <c:pt idx="61">
                  <c:v>2.9655490000000002</c:v>
                </c:pt>
                <c:pt idx="62">
                  <c:v>2.9831400000000001</c:v>
                </c:pt>
                <c:pt idx="63">
                  <c:v>3.0659799999999997</c:v>
                </c:pt>
                <c:pt idx="64">
                  <c:v>3.1011299999999999</c:v>
                </c:pt>
                <c:pt idx="65">
                  <c:v>3.1270600000000002</c:v>
                </c:pt>
                <c:pt idx="66">
                  <c:v>3.10236</c:v>
                </c:pt>
                <c:pt idx="67">
                  <c:v>3.1551400000000003</c:v>
                </c:pt>
                <c:pt idx="68">
                  <c:v>3.1975600000000002</c:v>
                </c:pt>
                <c:pt idx="69">
                  <c:v>3.1212200000000001</c:v>
                </c:pt>
                <c:pt idx="70">
                  <c:v>3.08433</c:v>
                </c:pt>
                <c:pt idx="71">
                  <c:v>3.0129299999999999</c:v>
                </c:pt>
                <c:pt idx="72">
                  <c:v>3.0310699999999997</c:v>
                </c:pt>
                <c:pt idx="73">
                  <c:v>3.0035499999999997</c:v>
                </c:pt>
                <c:pt idx="74">
                  <c:v>2.9608319999999999</c:v>
                </c:pt>
                <c:pt idx="75">
                  <c:v>2.9781940000000002</c:v>
                </c:pt>
                <c:pt idx="76">
                  <c:v>2.985309</c:v>
                </c:pt>
                <c:pt idx="77">
                  <c:v>2.9744790000000001</c:v>
                </c:pt>
                <c:pt idx="78">
                  <c:v>2.940636</c:v>
                </c:pt>
                <c:pt idx="79">
                  <c:v>2.918612</c:v>
                </c:pt>
                <c:pt idx="80">
                  <c:v>2.937805</c:v>
                </c:pt>
                <c:pt idx="81">
                  <c:v>2.9035850000000001</c:v>
                </c:pt>
                <c:pt idx="82">
                  <c:v>2.9078379999999999</c:v>
                </c:pt>
                <c:pt idx="83">
                  <c:v>2.9473060000000002</c:v>
                </c:pt>
                <c:pt idx="84">
                  <c:v>2.9617010000000001</c:v>
                </c:pt>
                <c:pt idx="85">
                  <c:v>2.9336660000000001</c:v>
                </c:pt>
                <c:pt idx="86">
                  <c:v>3.0099200000000002</c:v>
                </c:pt>
                <c:pt idx="87">
                  <c:v>3.0472700000000001</c:v>
                </c:pt>
                <c:pt idx="88">
                  <c:v>3.0360100000000001</c:v>
                </c:pt>
                <c:pt idx="89">
                  <c:v>3.0560400000000003</c:v>
                </c:pt>
                <c:pt idx="90">
                  <c:v>3.0411099999999998</c:v>
                </c:pt>
                <c:pt idx="91">
                  <c:v>3.05179</c:v>
                </c:pt>
                <c:pt idx="92">
                  <c:v>3.0575799999999997</c:v>
                </c:pt>
                <c:pt idx="93">
                  <c:v>3.0290499999999998</c:v>
                </c:pt>
                <c:pt idx="94">
                  <c:v>3.0367100000000002</c:v>
                </c:pt>
                <c:pt idx="95">
                  <c:v>3.0390899999999998</c:v>
                </c:pt>
                <c:pt idx="96">
                  <c:v>3.0184699999999998</c:v>
                </c:pt>
                <c:pt idx="97">
                  <c:v>2.9909470000000002</c:v>
                </c:pt>
                <c:pt idx="98">
                  <c:v>2.9930699999999999</c:v>
                </c:pt>
                <c:pt idx="99">
                  <c:v>2.9880560000000003</c:v>
                </c:pt>
              </c:numCache>
            </c:numRef>
          </c:yVal>
          <c:smooth val="0"/>
          <c:extLst>
            <c:ext xmlns:c16="http://schemas.microsoft.com/office/drawing/2014/chart" uri="{C3380CC4-5D6E-409C-BE32-E72D297353CC}">
              <c16:uniqueId val="{00000002-5097-D14A-8DEE-869AE410485D}"/>
            </c:ext>
          </c:extLst>
        </c:ser>
        <c:ser>
          <c:idx val="2"/>
          <c:order val="3"/>
          <c:tx>
            <c:strRef>
              <c:f>'Pd-Si'!$J$1</c:f>
              <c:strCache>
                <c:ptCount val="1"/>
                <c:pt idx="0">
                  <c:v>600K</c:v>
                </c:pt>
              </c:strCache>
            </c:strRef>
          </c:tx>
          <c:spPr>
            <a:ln w="19050" cap="rnd">
              <a:solidFill>
                <a:srgbClr val="FF0000"/>
              </a:solidFill>
              <a:round/>
            </a:ln>
            <a:effectLst/>
          </c:spPr>
          <c:marker>
            <c:symbol val="none"/>
          </c:marker>
          <c:xVal>
            <c:numRef>
              <c:f>'Pd-Si'!$H$2:$H$101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'Pd-Si'!$J$2:$J$101</c:f>
              <c:numCache>
                <c:formatCode>General</c:formatCode>
                <c:ptCount val="100"/>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1.0200313999999999</c:v>
                </c:pt>
                <c:pt idx="22">
                  <c:v>2.1998699999999998</c:v>
                </c:pt>
                <c:pt idx="23">
                  <c:v>6.7579200000000004</c:v>
                </c:pt>
                <c:pt idx="24">
                  <c:v>7.3465600000000002</c:v>
                </c:pt>
                <c:pt idx="25">
                  <c:v>4.7652299999999999</c:v>
                </c:pt>
                <c:pt idx="26">
                  <c:v>3.02014</c:v>
                </c:pt>
                <c:pt idx="27">
                  <c:v>2.1485700000000003</c:v>
                </c:pt>
                <c:pt idx="28">
                  <c:v>1.6931639999999999</c:v>
                </c:pt>
                <c:pt idx="29">
                  <c:v>1.3256129999999999</c:v>
                </c:pt>
                <c:pt idx="30">
                  <c:v>1.163257</c:v>
                </c:pt>
                <c:pt idx="31">
                  <c:v>1.121326</c:v>
                </c:pt>
                <c:pt idx="32">
                  <c:v>1.0701384</c:v>
                </c:pt>
                <c:pt idx="33">
                  <c:v>1.100671</c:v>
                </c:pt>
                <c:pt idx="34">
                  <c:v>1.135378</c:v>
                </c:pt>
                <c:pt idx="35">
                  <c:v>1.305685</c:v>
                </c:pt>
                <c:pt idx="36">
                  <c:v>1.449041</c:v>
                </c:pt>
                <c:pt idx="37">
                  <c:v>1.712534</c:v>
                </c:pt>
                <c:pt idx="38">
                  <c:v>1.92716</c:v>
                </c:pt>
                <c:pt idx="39">
                  <c:v>2.0695600000000001</c:v>
                </c:pt>
                <c:pt idx="40">
                  <c:v>2.14499</c:v>
                </c:pt>
                <c:pt idx="41">
                  <c:v>2.09693</c:v>
                </c:pt>
                <c:pt idx="42">
                  <c:v>2.1935799999999999</c:v>
                </c:pt>
                <c:pt idx="43">
                  <c:v>2.23428</c:v>
                </c:pt>
                <c:pt idx="44">
                  <c:v>2.1298599999999999</c:v>
                </c:pt>
                <c:pt idx="45">
                  <c:v>2.0825300000000002</c:v>
                </c:pt>
                <c:pt idx="46">
                  <c:v>1.998786</c:v>
                </c:pt>
                <c:pt idx="47">
                  <c:v>1.9998629999999999</c:v>
                </c:pt>
                <c:pt idx="48">
                  <c:v>2.1173299999999999</c:v>
                </c:pt>
                <c:pt idx="49">
                  <c:v>2.3523300000000003</c:v>
                </c:pt>
                <c:pt idx="50">
                  <c:v>2.4285800000000002</c:v>
                </c:pt>
                <c:pt idx="51">
                  <c:v>2.3938899999999999</c:v>
                </c:pt>
                <c:pt idx="52">
                  <c:v>2.2888799999999998</c:v>
                </c:pt>
                <c:pt idx="53">
                  <c:v>2.0373099999999997</c:v>
                </c:pt>
                <c:pt idx="54">
                  <c:v>1.841831</c:v>
                </c:pt>
                <c:pt idx="55">
                  <c:v>1.714958</c:v>
                </c:pt>
                <c:pt idx="56">
                  <c:v>1.6283720000000002</c:v>
                </c:pt>
                <c:pt idx="57">
                  <c:v>1.6391979999999999</c:v>
                </c:pt>
                <c:pt idx="58">
                  <c:v>1.6824789999999998</c:v>
                </c:pt>
                <c:pt idx="59">
                  <c:v>1.7701229999999999</c:v>
                </c:pt>
                <c:pt idx="60">
                  <c:v>1.8531659999999999</c:v>
                </c:pt>
                <c:pt idx="61">
                  <c:v>1.994596</c:v>
                </c:pt>
                <c:pt idx="62">
                  <c:v>1.988629</c:v>
                </c:pt>
                <c:pt idx="63">
                  <c:v>2.0854400000000002</c:v>
                </c:pt>
                <c:pt idx="64">
                  <c:v>2.1388600000000002</c:v>
                </c:pt>
                <c:pt idx="65">
                  <c:v>2.1457899999999999</c:v>
                </c:pt>
                <c:pt idx="66">
                  <c:v>2.17693</c:v>
                </c:pt>
                <c:pt idx="67">
                  <c:v>2.1524799999999997</c:v>
                </c:pt>
                <c:pt idx="68">
                  <c:v>2.1475</c:v>
                </c:pt>
                <c:pt idx="69">
                  <c:v>2.1208499999999999</c:v>
                </c:pt>
                <c:pt idx="70">
                  <c:v>2.0881600000000002</c:v>
                </c:pt>
                <c:pt idx="71">
                  <c:v>2.0101100000000001</c:v>
                </c:pt>
                <c:pt idx="72">
                  <c:v>2.0014700000000003</c:v>
                </c:pt>
                <c:pt idx="73">
                  <c:v>2.0062899999999999</c:v>
                </c:pt>
                <c:pt idx="74">
                  <c:v>1.998146</c:v>
                </c:pt>
                <c:pt idx="75">
                  <c:v>1.9676559999999998</c:v>
                </c:pt>
                <c:pt idx="76">
                  <c:v>1.9912640000000001</c:v>
                </c:pt>
                <c:pt idx="77">
                  <c:v>1.9686240000000002</c:v>
                </c:pt>
                <c:pt idx="78">
                  <c:v>1.947109</c:v>
                </c:pt>
                <c:pt idx="79">
                  <c:v>1.915813</c:v>
                </c:pt>
                <c:pt idx="80">
                  <c:v>1.8814820000000001</c:v>
                </c:pt>
                <c:pt idx="81">
                  <c:v>1.887311</c:v>
                </c:pt>
                <c:pt idx="82">
                  <c:v>1.8874300000000002</c:v>
                </c:pt>
                <c:pt idx="83">
                  <c:v>1.918636</c:v>
                </c:pt>
                <c:pt idx="84">
                  <c:v>1.9561660000000001</c:v>
                </c:pt>
                <c:pt idx="85">
                  <c:v>1.9924599999999999</c:v>
                </c:pt>
                <c:pt idx="86">
                  <c:v>2.02807</c:v>
                </c:pt>
                <c:pt idx="87">
                  <c:v>2.0395399999999997</c:v>
                </c:pt>
                <c:pt idx="88">
                  <c:v>2.0717499999999998</c:v>
                </c:pt>
                <c:pt idx="89">
                  <c:v>2.0743</c:v>
                </c:pt>
                <c:pt idx="90">
                  <c:v>2.0775999999999999</c:v>
                </c:pt>
                <c:pt idx="91">
                  <c:v>2.0796200000000002</c:v>
                </c:pt>
                <c:pt idx="92">
                  <c:v>2.0514200000000002</c:v>
                </c:pt>
                <c:pt idx="93">
                  <c:v>2.05511</c:v>
                </c:pt>
                <c:pt idx="94">
                  <c:v>2.0322800000000001</c:v>
                </c:pt>
                <c:pt idx="95">
                  <c:v>1.995744</c:v>
                </c:pt>
                <c:pt idx="96">
                  <c:v>1.980982</c:v>
                </c:pt>
                <c:pt idx="97">
                  <c:v>1.9759660000000001</c:v>
                </c:pt>
                <c:pt idx="98">
                  <c:v>1.973622</c:v>
                </c:pt>
                <c:pt idx="99">
                  <c:v>1.972485</c:v>
                </c:pt>
              </c:numCache>
            </c:numRef>
          </c:yVal>
          <c:smooth val="0"/>
          <c:extLst>
            <c:ext xmlns:c16="http://schemas.microsoft.com/office/drawing/2014/chart" uri="{C3380CC4-5D6E-409C-BE32-E72D297353CC}">
              <c16:uniqueId val="{00000003-5097-D14A-8DEE-869AE410485D}"/>
            </c:ext>
          </c:extLst>
        </c:ser>
        <c:ser>
          <c:idx val="3"/>
          <c:order val="4"/>
          <c:tx>
            <c:strRef>
              <c:f>'Pd-Si'!$I$1</c:f>
              <c:strCache>
                <c:ptCount val="1"/>
                <c:pt idx="0">
                  <c:v>300K</c:v>
                </c:pt>
              </c:strCache>
            </c:strRef>
          </c:tx>
          <c:spPr>
            <a:ln w="19050" cap="rnd">
              <a:solidFill>
                <a:sysClr val="windowText" lastClr="000000"/>
              </a:solidFill>
              <a:round/>
            </a:ln>
            <a:effectLst/>
          </c:spPr>
          <c:marker>
            <c:symbol val="none"/>
          </c:marker>
          <c:xVal>
            <c:numRef>
              <c:f>'Pd-Si'!$H$2:$H$101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'Pd-Si'!$I$2:$I$101</c:f>
              <c:numCache>
                <c:formatCode>General</c:formatCode>
                <c:ptCount val="10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0.56948399999999999</c:v>
                </c:pt>
                <c:pt idx="23">
                  <c:v>6.0399799999999999</c:v>
                </c:pt>
                <c:pt idx="24">
                  <c:v>7.7093400000000001</c:v>
                </c:pt>
                <c:pt idx="25">
                  <c:v>3.71265</c:v>
                </c:pt>
                <c:pt idx="26">
                  <c:v>1.5772699999999999</c:v>
                </c:pt>
                <c:pt idx="27">
                  <c:v>0.89761500000000005</c:v>
                </c:pt>
                <c:pt idx="28">
                  <c:v>0.53019799999999995</c:v>
                </c:pt>
                <c:pt idx="29">
                  <c:v>0.24953</c:v>
                </c:pt>
                <c:pt idx="30">
                  <c:v>0.13143099999999999</c:v>
                </c:pt>
                <c:pt idx="31">
                  <c:v>6.0690000000000001E-2</c:v>
                </c:pt>
                <c:pt idx="32">
                  <c:v>5.0102300000000002E-2</c:v>
                </c:pt>
                <c:pt idx="33">
                  <c:v>5.5286299999999997E-2</c:v>
                </c:pt>
                <c:pt idx="34">
                  <c:v>0.12878700000000001</c:v>
                </c:pt>
                <c:pt idx="35">
                  <c:v>0.238924</c:v>
                </c:pt>
                <c:pt idx="36">
                  <c:v>0.50955499999999998</c:v>
                </c:pt>
                <c:pt idx="37">
                  <c:v>0.76174600000000003</c:v>
                </c:pt>
                <c:pt idx="38">
                  <c:v>1.0230900000000001</c:v>
                </c:pt>
                <c:pt idx="39">
                  <c:v>1.1356999999999999</c:v>
                </c:pt>
                <c:pt idx="40">
                  <c:v>1.2060299999999999</c:v>
                </c:pt>
                <c:pt idx="41">
                  <c:v>1.1888799999999999</c:v>
                </c:pt>
                <c:pt idx="42">
                  <c:v>1.22149</c:v>
                </c:pt>
                <c:pt idx="43">
                  <c:v>1.1678999999999999</c:v>
                </c:pt>
                <c:pt idx="44">
                  <c:v>1.0985</c:v>
                </c:pt>
                <c:pt idx="45">
                  <c:v>1.05691</c:v>
                </c:pt>
                <c:pt idx="46">
                  <c:v>0.93851799999999996</c:v>
                </c:pt>
                <c:pt idx="47">
                  <c:v>0.98919900000000005</c:v>
                </c:pt>
                <c:pt idx="48">
                  <c:v>1.08382</c:v>
                </c:pt>
                <c:pt idx="49">
                  <c:v>1.3205199999999999</c:v>
                </c:pt>
                <c:pt idx="50">
                  <c:v>1.5192000000000001</c:v>
                </c:pt>
                <c:pt idx="51">
                  <c:v>1.49586</c:v>
                </c:pt>
                <c:pt idx="52">
                  <c:v>1.2407900000000001</c:v>
                </c:pt>
                <c:pt idx="53">
                  <c:v>1.03417</c:v>
                </c:pt>
                <c:pt idx="54">
                  <c:v>0.76923600000000003</c:v>
                </c:pt>
                <c:pt idx="55">
                  <c:v>0.67422499999999996</c:v>
                </c:pt>
                <c:pt idx="56">
                  <c:v>0.55795899999999998</c:v>
                </c:pt>
                <c:pt idx="57">
                  <c:v>0.61709999999999998</c:v>
                </c:pt>
                <c:pt idx="58">
                  <c:v>0.67350600000000005</c:v>
                </c:pt>
                <c:pt idx="59">
                  <c:v>0.793848</c:v>
                </c:pt>
                <c:pt idx="60">
                  <c:v>0.94332400000000005</c:v>
                </c:pt>
                <c:pt idx="61">
                  <c:v>1.0060199999999999</c:v>
                </c:pt>
                <c:pt idx="62">
                  <c:v>1.06799</c:v>
                </c:pt>
                <c:pt idx="63">
                  <c:v>1.09572</c:v>
                </c:pt>
                <c:pt idx="64">
                  <c:v>1.1216699999999999</c:v>
                </c:pt>
                <c:pt idx="65">
                  <c:v>1.18126</c:v>
                </c:pt>
                <c:pt idx="66">
                  <c:v>1.15879</c:v>
                </c:pt>
                <c:pt idx="67">
                  <c:v>1.16597</c:v>
                </c:pt>
                <c:pt idx="68">
                  <c:v>1.13879</c:v>
                </c:pt>
                <c:pt idx="69">
                  <c:v>1.1077600000000001</c:v>
                </c:pt>
                <c:pt idx="70">
                  <c:v>1.04756</c:v>
                </c:pt>
                <c:pt idx="71">
                  <c:v>1.0216700000000001</c:v>
                </c:pt>
                <c:pt idx="72">
                  <c:v>0.97389099999999995</c:v>
                </c:pt>
                <c:pt idx="73">
                  <c:v>0.98169099999999998</c:v>
                </c:pt>
                <c:pt idx="74">
                  <c:v>0.98280500000000004</c:v>
                </c:pt>
                <c:pt idx="75">
                  <c:v>0.97935399999999995</c:v>
                </c:pt>
                <c:pt idx="76">
                  <c:v>0.96327300000000005</c:v>
                </c:pt>
                <c:pt idx="77">
                  <c:v>0.97868299999999997</c:v>
                </c:pt>
                <c:pt idx="78">
                  <c:v>0.94117300000000004</c:v>
                </c:pt>
                <c:pt idx="79">
                  <c:v>0.917933</c:v>
                </c:pt>
                <c:pt idx="80">
                  <c:v>0.88625799999999999</c:v>
                </c:pt>
                <c:pt idx="81">
                  <c:v>0.88387499999999997</c:v>
                </c:pt>
                <c:pt idx="82">
                  <c:v>0.90440699999999996</c:v>
                </c:pt>
                <c:pt idx="83">
                  <c:v>0.88837100000000002</c:v>
                </c:pt>
                <c:pt idx="84">
                  <c:v>0.98836299999999999</c:v>
                </c:pt>
                <c:pt idx="85">
                  <c:v>1.0063200000000001</c:v>
                </c:pt>
                <c:pt idx="86">
                  <c:v>1.0631900000000001</c:v>
                </c:pt>
                <c:pt idx="87">
                  <c:v>1.0559499999999999</c:v>
                </c:pt>
                <c:pt idx="88">
                  <c:v>1.0601799999999999</c:v>
                </c:pt>
                <c:pt idx="89">
                  <c:v>1.0717099999999999</c:v>
                </c:pt>
                <c:pt idx="90">
                  <c:v>1.09562</c:v>
                </c:pt>
                <c:pt idx="91">
                  <c:v>1.0598099999999999</c:v>
                </c:pt>
                <c:pt idx="92">
                  <c:v>1.06646</c:v>
                </c:pt>
                <c:pt idx="93">
                  <c:v>1.01475</c:v>
                </c:pt>
                <c:pt idx="94">
                  <c:v>1.01444</c:v>
                </c:pt>
                <c:pt idx="95">
                  <c:v>0.99030099999999999</c:v>
                </c:pt>
                <c:pt idx="96">
                  <c:v>0.99398799999999998</c:v>
                </c:pt>
                <c:pt idx="97">
                  <c:v>0.99578100000000003</c:v>
                </c:pt>
                <c:pt idx="98">
                  <c:v>0.97679300000000002</c:v>
                </c:pt>
                <c:pt idx="99">
                  <c:v>0.95965500000000004</c:v>
                </c:pt>
              </c:numCache>
            </c:numRef>
          </c:yVal>
          <c:smooth val="0"/>
          <c:extLst>
            <c:ext xmlns:c16="http://schemas.microsoft.com/office/drawing/2014/chart" uri="{C3380CC4-5D6E-409C-BE32-E72D297353CC}">
              <c16:uniqueId val="{00000004-5097-D14A-8DEE-869AE410485D}"/>
            </c:ext>
          </c:extLst>
        </c:ser>
        <c:dLbls>
          <c:showLegendKey val="0"/>
          <c:showVal val="0"/>
          <c:showCatName val="0"/>
          <c:showSerName val="0"/>
          <c:showPercent val="0"/>
          <c:showBubbleSize val="0"/>
        </c:dLbls>
        <c:axId val="369295072"/>
        <c:axId val="369301792"/>
      </c:scatterChart>
      <c:valAx>
        <c:axId val="369295072"/>
        <c:scaling>
          <c:orientation val="minMax"/>
          <c:max val="10"/>
        </c:scaling>
        <c:delete val="0"/>
        <c:axPos val="b"/>
        <c:title>
          <c:tx>
            <c:rich>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altLang="ja-JP" sz="1400" b="0" i="0" u="none" strike="noStrike" kern="1200" baseline="0">
                    <a:solidFill>
                      <a:sysClr val="windowText" lastClr="000000"/>
                    </a:solidFill>
                  </a:rPr>
                  <a:t>r(Å)</a:t>
                </a:r>
                <a:endParaRPr lang="ja-JP" altLang="ja-JP" sz="1400" b="0" i="0" u="none" strike="noStrike" kern="1200" baseline="0">
                  <a:solidFill>
                    <a:sysClr val="windowText" lastClr="000000"/>
                  </a:solidFill>
                </a:endParaRPr>
              </a:p>
            </c:rich>
          </c:tx>
          <c:layout>
            <c:manualLayout>
              <c:xMode val="edge"/>
              <c:yMode val="edge"/>
              <c:x val="0.50906445607841488"/>
              <c:y val="0.9148171288371562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ltLang="ja-JP"/>
            </a:p>
          </c:txPr>
        </c:title>
        <c:numFmt formatCode="General" sourceLinked="1"/>
        <c:majorTickMark val="out"/>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369301792"/>
        <c:crosses val="autoZero"/>
        <c:crossBetween val="midCat"/>
      </c:valAx>
      <c:valAx>
        <c:axId val="369301792"/>
        <c:scaling>
          <c:orientation val="minMax"/>
          <c:max val="9"/>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altLang="ja-JP"/>
                  <a:t>g(r)</a:t>
                </a:r>
                <a:endParaRPr lang="ja-JP" altLang="en-US"/>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ltLang="en-US"/>
            </a:p>
          </c:txPr>
        </c:title>
        <c:numFmt formatCode="General" sourceLinked="1"/>
        <c:majorTickMark val="out"/>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369295072"/>
        <c:crosses val="autoZero"/>
        <c:crossBetween val="midCat"/>
      </c:valAx>
      <c:spPr>
        <a:noFill/>
        <a:ln>
          <a:solidFill>
            <a:sysClr val="windowText" lastClr="000000"/>
          </a:solidFill>
        </a:ln>
        <a:effectLst/>
      </c:spPr>
    </c:plotArea>
    <c:legend>
      <c:legendPos val="tr"/>
      <c:layout>
        <c:manualLayout>
          <c:xMode val="edge"/>
          <c:yMode val="edge"/>
          <c:x val="0.74837991272514037"/>
          <c:y val="6.2739457969821555E-2"/>
          <c:w val="0.20740310100870143"/>
          <c:h val="0.29739937305842823"/>
        </c:manualLayout>
      </c:layout>
      <c:overlay val="1"/>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legend>
    <c:plotVisOnly val="1"/>
    <c:dispBlanksAs val="gap"/>
    <c:showDLblsOverMax val="0"/>
  </c:chart>
  <c:spPr>
    <a:solidFill>
      <a:schemeClr val="bg1"/>
    </a:solidFill>
    <a:ln w="9525" cap="flat" cmpd="sng" algn="ctr">
      <a:noFill/>
      <a:round/>
    </a:ln>
    <a:effectLst/>
  </c:spPr>
  <c:txPr>
    <a:bodyPr/>
    <a:lstStyle/>
    <a:p>
      <a:pPr>
        <a:defRPr sz="1400">
          <a:solidFill>
            <a:schemeClr val="tx1"/>
          </a:solidFill>
        </a:defRPr>
      </a:pPr>
      <a:endParaRPr lang="ja-JP"/>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433641185058448"/>
          <c:y val="3.2928557340737033E-2"/>
          <c:w val="0.81951474696114401"/>
          <c:h val="0.80917967623989207"/>
        </c:manualLayout>
      </c:layout>
      <c:scatterChart>
        <c:scatterStyle val="lineMarker"/>
        <c:varyColors val="0"/>
        <c:ser>
          <c:idx val="4"/>
          <c:order val="0"/>
          <c:tx>
            <c:strRef>
              <c:f>'Pd-Pd'!$L$1</c:f>
              <c:strCache>
                <c:ptCount val="1"/>
                <c:pt idx="0">
                  <c:v>1500K</c:v>
                </c:pt>
              </c:strCache>
            </c:strRef>
          </c:tx>
          <c:spPr>
            <a:ln w="19050" cap="rnd">
              <a:solidFill>
                <a:srgbClr val="FFFF00"/>
              </a:solidFill>
              <a:round/>
            </a:ln>
            <a:effectLst/>
          </c:spPr>
          <c:marker>
            <c:symbol val="none"/>
          </c:marker>
          <c:xVal>
            <c:numRef>
              <c:f>'Pd-Pd'!$G$2:$G$101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'Pd-Pd'!$L$2:$L$101</c:f>
              <c:numCache>
                <c:formatCode>General</c:formatCode>
                <c:ptCount val="100"/>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4.0411706000000001</c:v>
                </c:pt>
                <c:pt idx="23">
                  <c:v>4.2641919999999995</c:v>
                </c:pt>
                <c:pt idx="24">
                  <c:v>4.9160550000000001</c:v>
                </c:pt>
                <c:pt idx="25">
                  <c:v>5.8454199999999998</c:v>
                </c:pt>
                <c:pt idx="26">
                  <c:v>6.4734300000000005</c:v>
                </c:pt>
                <c:pt idx="27">
                  <c:v>6.6722000000000001</c:v>
                </c:pt>
                <c:pt idx="28">
                  <c:v>6.3315700000000001</c:v>
                </c:pt>
                <c:pt idx="29">
                  <c:v>5.8670999999999998</c:v>
                </c:pt>
                <c:pt idx="30">
                  <c:v>5.4714</c:v>
                </c:pt>
                <c:pt idx="31">
                  <c:v>5.1734</c:v>
                </c:pt>
                <c:pt idx="32">
                  <c:v>4.9641640000000002</c:v>
                </c:pt>
                <c:pt idx="33">
                  <c:v>4.8367069999999996</c:v>
                </c:pt>
                <c:pt idx="34">
                  <c:v>4.7905769999999999</c:v>
                </c:pt>
                <c:pt idx="35">
                  <c:v>4.7765969999999998</c:v>
                </c:pt>
                <c:pt idx="36">
                  <c:v>4.7160029999999997</c:v>
                </c:pt>
                <c:pt idx="37">
                  <c:v>4.6606810000000003</c:v>
                </c:pt>
                <c:pt idx="38">
                  <c:v>4.6348440000000002</c:v>
                </c:pt>
                <c:pt idx="39">
                  <c:v>4.6845410000000003</c:v>
                </c:pt>
                <c:pt idx="40">
                  <c:v>4.6983579999999998</c:v>
                </c:pt>
                <c:pt idx="41">
                  <c:v>4.7129459999999996</c:v>
                </c:pt>
                <c:pt idx="42">
                  <c:v>4.8243239999999998</c:v>
                </c:pt>
                <c:pt idx="43">
                  <c:v>4.9159059999999997</c:v>
                </c:pt>
                <c:pt idx="44">
                  <c:v>5.0265899999999997</c:v>
                </c:pt>
                <c:pt idx="45">
                  <c:v>5.0941600000000005</c:v>
                </c:pt>
                <c:pt idx="46">
                  <c:v>5.13666</c:v>
                </c:pt>
                <c:pt idx="47">
                  <c:v>5.1060300000000005</c:v>
                </c:pt>
                <c:pt idx="48">
                  <c:v>5.1292499999999999</c:v>
                </c:pt>
                <c:pt idx="49">
                  <c:v>5.16106</c:v>
                </c:pt>
                <c:pt idx="50">
                  <c:v>5.1544600000000003</c:v>
                </c:pt>
                <c:pt idx="51">
                  <c:v>5.1089400000000005</c:v>
                </c:pt>
                <c:pt idx="52">
                  <c:v>5.1438100000000002</c:v>
                </c:pt>
                <c:pt idx="53">
                  <c:v>5.1160199999999998</c:v>
                </c:pt>
                <c:pt idx="54">
                  <c:v>5.0640799999999997</c:v>
                </c:pt>
                <c:pt idx="55">
                  <c:v>5.0673300000000001</c:v>
                </c:pt>
                <c:pt idx="56">
                  <c:v>4.977328</c:v>
                </c:pt>
                <c:pt idx="57">
                  <c:v>4.9514370000000003</c:v>
                </c:pt>
                <c:pt idx="58">
                  <c:v>4.9380420000000003</c:v>
                </c:pt>
                <c:pt idx="59">
                  <c:v>4.9031310000000001</c:v>
                </c:pt>
                <c:pt idx="60">
                  <c:v>4.8851849999999999</c:v>
                </c:pt>
                <c:pt idx="61">
                  <c:v>4.9054479999999998</c:v>
                </c:pt>
                <c:pt idx="62">
                  <c:v>4.9049129999999996</c:v>
                </c:pt>
                <c:pt idx="63">
                  <c:v>4.921195</c:v>
                </c:pt>
                <c:pt idx="64">
                  <c:v>4.9274509999999996</c:v>
                </c:pt>
                <c:pt idx="65">
                  <c:v>4.9541839999999997</c:v>
                </c:pt>
                <c:pt idx="66">
                  <c:v>4.9535369999999999</c:v>
                </c:pt>
                <c:pt idx="67">
                  <c:v>5.0289799999999998</c:v>
                </c:pt>
                <c:pt idx="68">
                  <c:v>5.0116399999999999</c:v>
                </c:pt>
                <c:pt idx="69">
                  <c:v>5.0433599999999998</c:v>
                </c:pt>
                <c:pt idx="70">
                  <c:v>5.0647000000000002</c:v>
                </c:pt>
                <c:pt idx="71">
                  <c:v>5.0473600000000003</c:v>
                </c:pt>
                <c:pt idx="72">
                  <c:v>5.0545499999999999</c:v>
                </c:pt>
                <c:pt idx="73">
                  <c:v>5.0920199999999998</c:v>
                </c:pt>
                <c:pt idx="74">
                  <c:v>5.0648599999999995</c:v>
                </c:pt>
                <c:pt idx="75">
                  <c:v>5.0171600000000005</c:v>
                </c:pt>
                <c:pt idx="76">
                  <c:v>5.0244999999999997</c:v>
                </c:pt>
                <c:pt idx="77">
                  <c:v>5.0344300000000004</c:v>
                </c:pt>
                <c:pt idx="78">
                  <c:v>4.9997030000000002</c:v>
                </c:pt>
                <c:pt idx="79">
                  <c:v>4.9995270000000005</c:v>
                </c:pt>
                <c:pt idx="80">
                  <c:v>4.9644320000000004</c:v>
                </c:pt>
                <c:pt idx="81">
                  <c:v>4.9652700000000003</c:v>
                </c:pt>
                <c:pt idx="82">
                  <c:v>4.9701599999999999</c:v>
                </c:pt>
                <c:pt idx="83">
                  <c:v>4.983225</c:v>
                </c:pt>
                <c:pt idx="84">
                  <c:v>4.9534180000000001</c:v>
                </c:pt>
                <c:pt idx="85">
                  <c:v>4.9627499999999998</c:v>
                </c:pt>
                <c:pt idx="86">
                  <c:v>4.9822759999999997</c:v>
                </c:pt>
                <c:pt idx="87">
                  <c:v>4.9663060000000003</c:v>
                </c:pt>
                <c:pt idx="88">
                  <c:v>4.9803329999999999</c:v>
                </c:pt>
                <c:pt idx="89">
                  <c:v>4.9817219999999995</c:v>
                </c:pt>
                <c:pt idx="90">
                  <c:v>5.0129900000000003</c:v>
                </c:pt>
                <c:pt idx="91">
                  <c:v>5.0178799999999999</c:v>
                </c:pt>
                <c:pt idx="92">
                  <c:v>5.00528</c:v>
                </c:pt>
                <c:pt idx="93">
                  <c:v>5.0212399999999997</c:v>
                </c:pt>
                <c:pt idx="94">
                  <c:v>5.0104199999999999</c:v>
                </c:pt>
                <c:pt idx="95">
                  <c:v>5.0328999999999997</c:v>
                </c:pt>
                <c:pt idx="96">
                  <c:v>5.0267400000000002</c:v>
                </c:pt>
                <c:pt idx="97">
                  <c:v>4.9981679999999997</c:v>
                </c:pt>
                <c:pt idx="98">
                  <c:v>5.0136099999999999</c:v>
                </c:pt>
                <c:pt idx="99">
                  <c:v>5.01891</c:v>
                </c:pt>
              </c:numCache>
            </c:numRef>
          </c:yVal>
          <c:smooth val="0"/>
          <c:extLst>
            <c:ext xmlns:c16="http://schemas.microsoft.com/office/drawing/2014/chart" uri="{C3380CC4-5D6E-409C-BE32-E72D297353CC}">
              <c16:uniqueId val="{00000000-6DC3-574C-9604-E4225D3C8453}"/>
            </c:ext>
          </c:extLst>
        </c:ser>
        <c:ser>
          <c:idx val="0"/>
          <c:order val="1"/>
          <c:tx>
            <c:strRef>
              <c:f>'Pd-Pd'!$K$1</c:f>
              <c:strCache>
                <c:ptCount val="1"/>
                <c:pt idx="0">
                  <c:v>1200K</c:v>
                </c:pt>
              </c:strCache>
            </c:strRef>
          </c:tx>
          <c:spPr>
            <a:ln w="19050" cap="rnd">
              <a:solidFill>
                <a:srgbClr val="00B050"/>
              </a:solidFill>
              <a:round/>
            </a:ln>
            <a:effectLst/>
          </c:spPr>
          <c:marker>
            <c:symbol val="none"/>
          </c:marker>
          <c:xVal>
            <c:numRef>
              <c:f>'Pd-Pd'!$G$2:$G$101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'Pd-Pd'!$K$2:$K$101</c:f>
              <c:numCache>
                <c:formatCode>General</c:formatCode>
                <c:ptCount val="100"/>
                <c:pt idx="0">
                  <c:v>3</c:v>
                </c:pt>
                <c:pt idx="1">
                  <c:v>3</c:v>
                </c:pt>
                <c:pt idx="2">
                  <c:v>3</c:v>
                </c:pt>
                <c:pt idx="3">
                  <c:v>3</c:v>
                </c:pt>
                <c:pt idx="4">
                  <c:v>3</c:v>
                </c:pt>
                <c:pt idx="5">
                  <c:v>3</c:v>
                </c:pt>
                <c:pt idx="6">
                  <c:v>3</c:v>
                </c:pt>
                <c:pt idx="7">
                  <c:v>3</c:v>
                </c:pt>
                <c:pt idx="8">
                  <c:v>3</c:v>
                </c:pt>
                <c:pt idx="9">
                  <c:v>3</c:v>
                </c:pt>
                <c:pt idx="10">
                  <c:v>3</c:v>
                </c:pt>
                <c:pt idx="11">
                  <c:v>3</c:v>
                </c:pt>
                <c:pt idx="12">
                  <c:v>3</c:v>
                </c:pt>
                <c:pt idx="13">
                  <c:v>3</c:v>
                </c:pt>
                <c:pt idx="14">
                  <c:v>3</c:v>
                </c:pt>
                <c:pt idx="15">
                  <c:v>3</c:v>
                </c:pt>
                <c:pt idx="16">
                  <c:v>3</c:v>
                </c:pt>
                <c:pt idx="17">
                  <c:v>3</c:v>
                </c:pt>
                <c:pt idx="18">
                  <c:v>3</c:v>
                </c:pt>
                <c:pt idx="19">
                  <c:v>3</c:v>
                </c:pt>
                <c:pt idx="20">
                  <c:v>3</c:v>
                </c:pt>
                <c:pt idx="21">
                  <c:v>3.0020975399999998</c:v>
                </c:pt>
                <c:pt idx="22">
                  <c:v>3.0057457900000002</c:v>
                </c:pt>
                <c:pt idx="23">
                  <c:v>3.1580180000000002</c:v>
                </c:pt>
                <c:pt idx="24">
                  <c:v>3.746302</c:v>
                </c:pt>
                <c:pt idx="25">
                  <c:v>4.7610799999999998</c:v>
                </c:pt>
                <c:pt idx="26">
                  <c:v>5.7325499999999998</c:v>
                </c:pt>
                <c:pt idx="27">
                  <c:v>5.84518</c:v>
                </c:pt>
                <c:pt idx="28">
                  <c:v>5.4317700000000002</c:v>
                </c:pt>
                <c:pt idx="29">
                  <c:v>5.0780599999999998</c:v>
                </c:pt>
                <c:pt idx="30">
                  <c:v>4.4989400000000002</c:v>
                </c:pt>
                <c:pt idx="31">
                  <c:v>4.1746600000000003</c:v>
                </c:pt>
                <c:pt idx="32">
                  <c:v>3.9758830000000001</c:v>
                </c:pt>
                <c:pt idx="33">
                  <c:v>3.8070310000000003</c:v>
                </c:pt>
                <c:pt idx="34">
                  <c:v>3.7055289999999999</c:v>
                </c:pt>
                <c:pt idx="35">
                  <c:v>3.6809620000000001</c:v>
                </c:pt>
                <c:pt idx="36">
                  <c:v>3.6303330000000003</c:v>
                </c:pt>
                <c:pt idx="37">
                  <c:v>3.6019930000000002</c:v>
                </c:pt>
                <c:pt idx="38">
                  <c:v>3.6169229999999999</c:v>
                </c:pt>
                <c:pt idx="39">
                  <c:v>3.6115659999999998</c:v>
                </c:pt>
                <c:pt idx="40">
                  <c:v>3.6733750000000001</c:v>
                </c:pt>
                <c:pt idx="41">
                  <c:v>3.7207059999999998</c:v>
                </c:pt>
                <c:pt idx="42">
                  <c:v>3.7934909999999999</c:v>
                </c:pt>
                <c:pt idx="43">
                  <c:v>3.922444</c:v>
                </c:pt>
                <c:pt idx="44">
                  <c:v>4.0523600000000002</c:v>
                </c:pt>
                <c:pt idx="45">
                  <c:v>4.1148100000000003</c:v>
                </c:pt>
                <c:pt idx="46">
                  <c:v>4.1189599999999995</c:v>
                </c:pt>
                <c:pt idx="47">
                  <c:v>4.1535700000000002</c:v>
                </c:pt>
                <c:pt idx="48">
                  <c:v>4.1514299999999995</c:v>
                </c:pt>
                <c:pt idx="49">
                  <c:v>4.1501000000000001</c:v>
                </c:pt>
                <c:pt idx="50">
                  <c:v>4.1631800000000005</c:v>
                </c:pt>
                <c:pt idx="51">
                  <c:v>4.2157099999999996</c:v>
                </c:pt>
                <c:pt idx="52">
                  <c:v>4.17265</c:v>
                </c:pt>
                <c:pt idx="53">
                  <c:v>4.18208</c:v>
                </c:pt>
                <c:pt idx="54">
                  <c:v>4.1113499999999998</c:v>
                </c:pt>
                <c:pt idx="55">
                  <c:v>4.0370299999999997</c:v>
                </c:pt>
                <c:pt idx="56">
                  <c:v>3.9942669999999998</c:v>
                </c:pt>
                <c:pt idx="57">
                  <c:v>3.9303620000000001</c:v>
                </c:pt>
                <c:pt idx="58">
                  <c:v>3.8840919999999999</c:v>
                </c:pt>
                <c:pt idx="59">
                  <c:v>3.8688690000000001</c:v>
                </c:pt>
                <c:pt idx="60">
                  <c:v>3.8584000000000001</c:v>
                </c:pt>
                <c:pt idx="61">
                  <c:v>3.8525049999999998</c:v>
                </c:pt>
                <c:pt idx="62">
                  <c:v>3.8438150000000002</c:v>
                </c:pt>
                <c:pt idx="63">
                  <c:v>3.8797359999999999</c:v>
                </c:pt>
                <c:pt idx="64">
                  <c:v>3.9167719999999999</c:v>
                </c:pt>
                <c:pt idx="65">
                  <c:v>3.9690089999999998</c:v>
                </c:pt>
                <c:pt idx="66">
                  <c:v>3.9712239999999999</c:v>
                </c:pt>
                <c:pt idx="67">
                  <c:v>4.0297099999999997</c:v>
                </c:pt>
                <c:pt idx="68">
                  <c:v>4.0478100000000001</c:v>
                </c:pt>
                <c:pt idx="69">
                  <c:v>4.0917599999999998</c:v>
                </c:pt>
                <c:pt idx="70">
                  <c:v>4.0883199999999995</c:v>
                </c:pt>
                <c:pt idx="71">
                  <c:v>4.0772500000000003</c:v>
                </c:pt>
                <c:pt idx="72">
                  <c:v>4.0597300000000001</c:v>
                </c:pt>
                <c:pt idx="73">
                  <c:v>4.0450999999999997</c:v>
                </c:pt>
                <c:pt idx="74">
                  <c:v>4.0729600000000001</c:v>
                </c:pt>
                <c:pt idx="75">
                  <c:v>4.0613999999999999</c:v>
                </c:pt>
                <c:pt idx="76">
                  <c:v>4.0154399999999999</c:v>
                </c:pt>
                <c:pt idx="77">
                  <c:v>4.0368700000000004</c:v>
                </c:pt>
                <c:pt idx="78">
                  <c:v>4.0090500000000002</c:v>
                </c:pt>
                <c:pt idx="79">
                  <c:v>3.994875</c:v>
                </c:pt>
                <c:pt idx="80">
                  <c:v>3.9444219999999999</c:v>
                </c:pt>
                <c:pt idx="81">
                  <c:v>3.9862109999999999</c:v>
                </c:pt>
                <c:pt idx="82">
                  <c:v>3.9386540000000001</c:v>
                </c:pt>
                <c:pt idx="83">
                  <c:v>3.9448189999999999</c:v>
                </c:pt>
                <c:pt idx="84">
                  <c:v>3.9405169999999998</c:v>
                </c:pt>
                <c:pt idx="85">
                  <c:v>3.9393400000000001</c:v>
                </c:pt>
                <c:pt idx="86">
                  <c:v>3.9739960000000001</c:v>
                </c:pt>
                <c:pt idx="87">
                  <c:v>3.9769399999999999</c:v>
                </c:pt>
                <c:pt idx="88">
                  <c:v>3.9856929999999999</c:v>
                </c:pt>
                <c:pt idx="89">
                  <c:v>4.00943</c:v>
                </c:pt>
                <c:pt idx="90">
                  <c:v>3.9967190000000001</c:v>
                </c:pt>
                <c:pt idx="91">
                  <c:v>4.0121199999999995</c:v>
                </c:pt>
                <c:pt idx="92">
                  <c:v>4.0277500000000002</c:v>
                </c:pt>
                <c:pt idx="93">
                  <c:v>4.04704</c:v>
                </c:pt>
                <c:pt idx="94">
                  <c:v>4.0335799999999997</c:v>
                </c:pt>
                <c:pt idx="95">
                  <c:v>4.0397999999999996</c:v>
                </c:pt>
                <c:pt idx="96">
                  <c:v>4.0171099999999997</c:v>
                </c:pt>
                <c:pt idx="97">
                  <c:v>4.0100199999999999</c:v>
                </c:pt>
                <c:pt idx="98">
                  <c:v>4.01851</c:v>
                </c:pt>
                <c:pt idx="99">
                  <c:v>4.0084200000000001</c:v>
                </c:pt>
              </c:numCache>
            </c:numRef>
          </c:yVal>
          <c:smooth val="0"/>
          <c:extLst>
            <c:ext xmlns:c16="http://schemas.microsoft.com/office/drawing/2014/chart" uri="{C3380CC4-5D6E-409C-BE32-E72D297353CC}">
              <c16:uniqueId val="{00000001-6DC3-574C-9604-E4225D3C8453}"/>
            </c:ext>
          </c:extLst>
        </c:ser>
        <c:ser>
          <c:idx val="1"/>
          <c:order val="2"/>
          <c:tx>
            <c:strRef>
              <c:f>'Pd-Pd'!$J$1</c:f>
              <c:strCache>
                <c:ptCount val="1"/>
                <c:pt idx="0">
                  <c:v>900K</c:v>
                </c:pt>
              </c:strCache>
            </c:strRef>
          </c:tx>
          <c:spPr>
            <a:ln w="19050" cap="rnd">
              <a:solidFill>
                <a:srgbClr val="0070C0"/>
              </a:solidFill>
              <a:round/>
            </a:ln>
            <a:effectLst/>
          </c:spPr>
          <c:marker>
            <c:symbol val="none"/>
          </c:marker>
          <c:xVal>
            <c:numRef>
              <c:f>'Pd-Pd'!$G$2:$G$101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'Pd-Pd'!$J$2:$J$101</c:f>
              <c:numCache>
                <c:formatCode>General</c:formatCode>
                <c:ptCount val="100"/>
                <c:pt idx="0">
                  <c:v>2</c:v>
                </c:pt>
                <c:pt idx="1">
                  <c:v>2</c:v>
                </c:pt>
                <c:pt idx="2">
                  <c:v>2</c:v>
                </c:pt>
                <c:pt idx="3">
                  <c:v>2</c:v>
                </c:pt>
                <c:pt idx="4">
                  <c:v>2</c:v>
                </c:pt>
                <c:pt idx="5">
                  <c:v>2</c:v>
                </c:pt>
                <c:pt idx="6">
                  <c:v>2</c:v>
                </c:pt>
                <c:pt idx="7">
                  <c:v>2</c:v>
                </c:pt>
                <c:pt idx="8">
                  <c:v>2</c:v>
                </c:pt>
                <c:pt idx="9">
                  <c:v>2</c:v>
                </c:pt>
                <c:pt idx="10">
                  <c:v>2</c:v>
                </c:pt>
                <c:pt idx="11">
                  <c:v>2</c:v>
                </c:pt>
                <c:pt idx="12">
                  <c:v>2</c:v>
                </c:pt>
                <c:pt idx="13">
                  <c:v>2</c:v>
                </c:pt>
                <c:pt idx="14">
                  <c:v>2</c:v>
                </c:pt>
                <c:pt idx="15">
                  <c:v>2</c:v>
                </c:pt>
                <c:pt idx="16">
                  <c:v>2</c:v>
                </c:pt>
                <c:pt idx="17">
                  <c:v>2</c:v>
                </c:pt>
                <c:pt idx="18">
                  <c:v>2</c:v>
                </c:pt>
                <c:pt idx="19">
                  <c:v>2</c:v>
                </c:pt>
                <c:pt idx="20">
                  <c:v>2</c:v>
                </c:pt>
                <c:pt idx="21">
                  <c:v>2</c:v>
                </c:pt>
                <c:pt idx="22">
                  <c:v>2</c:v>
                </c:pt>
                <c:pt idx="23">
                  <c:v>2.0511765</c:v>
                </c:pt>
                <c:pt idx="24">
                  <c:v>2.4755549999999999</c:v>
                </c:pt>
                <c:pt idx="25">
                  <c:v>3.6270199999999999</c:v>
                </c:pt>
                <c:pt idx="26">
                  <c:v>4.9326299999999996</c:v>
                </c:pt>
                <c:pt idx="27">
                  <c:v>5.2688899999999999</c:v>
                </c:pt>
                <c:pt idx="28">
                  <c:v>4.83941</c:v>
                </c:pt>
                <c:pt idx="29">
                  <c:v>4.1294599999999999</c:v>
                </c:pt>
                <c:pt idx="30">
                  <c:v>3.5090300000000001</c:v>
                </c:pt>
                <c:pt idx="31">
                  <c:v>3.1450899999999997</c:v>
                </c:pt>
                <c:pt idx="32">
                  <c:v>2.8714529999999998</c:v>
                </c:pt>
                <c:pt idx="33">
                  <c:v>2.702674</c:v>
                </c:pt>
                <c:pt idx="34">
                  <c:v>2.5857510000000001</c:v>
                </c:pt>
                <c:pt idx="35">
                  <c:v>2.5808789999999999</c:v>
                </c:pt>
                <c:pt idx="36">
                  <c:v>2.5636320000000001</c:v>
                </c:pt>
                <c:pt idx="37">
                  <c:v>2.5567539999999997</c:v>
                </c:pt>
                <c:pt idx="38">
                  <c:v>2.5727029999999997</c:v>
                </c:pt>
                <c:pt idx="39">
                  <c:v>2.570643</c:v>
                </c:pt>
                <c:pt idx="40">
                  <c:v>2.6232290000000003</c:v>
                </c:pt>
                <c:pt idx="41">
                  <c:v>2.6384159999999999</c:v>
                </c:pt>
                <c:pt idx="42">
                  <c:v>2.8163320000000001</c:v>
                </c:pt>
                <c:pt idx="43">
                  <c:v>2.94902</c:v>
                </c:pt>
                <c:pt idx="44">
                  <c:v>3.1009700000000002</c:v>
                </c:pt>
                <c:pt idx="45">
                  <c:v>3.18554</c:v>
                </c:pt>
                <c:pt idx="46">
                  <c:v>3.2248700000000001</c:v>
                </c:pt>
                <c:pt idx="47">
                  <c:v>3.2026500000000002</c:v>
                </c:pt>
                <c:pt idx="48">
                  <c:v>3.1719900000000001</c:v>
                </c:pt>
                <c:pt idx="49">
                  <c:v>3.14358</c:v>
                </c:pt>
                <c:pt idx="50">
                  <c:v>3.1715200000000001</c:v>
                </c:pt>
                <c:pt idx="51">
                  <c:v>3.1957399999999998</c:v>
                </c:pt>
                <c:pt idx="52">
                  <c:v>3.21591</c:v>
                </c:pt>
                <c:pt idx="53">
                  <c:v>3.1962299999999999</c:v>
                </c:pt>
                <c:pt idx="54">
                  <c:v>3.1337000000000002</c:v>
                </c:pt>
                <c:pt idx="55">
                  <c:v>3.0464199999999999</c:v>
                </c:pt>
                <c:pt idx="56">
                  <c:v>2.9831430000000001</c:v>
                </c:pt>
                <c:pt idx="57">
                  <c:v>2.9196080000000002</c:v>
                </c:pt>
                <c:pt idx="58">
                  <c:v>2.8639350000000001</c:v>
                </c:pt>
                <c:pt idx="59">
                  <c:v>2.7941539999999998</c:v>
                </c:pt>
                <c:pt idx="60">
                  <c:v>2.7977210000000001</c:v>
                </c:pt>
                <c:pt idx="61">
                  <c:v>2.7981470000000002</c:v>
                </c:pt>
                <c:pt idx="62">
                  <c:v>2.8468599999999999</c:v>
                </c:pt>
                <c:pt idx="63">
                  <c:v>2.8617569999999999</c:v>
                </c:pt>
                <c:pt idx="64">
                  <c:v>2.9432719999999999</c:v>
                </c:pt>
                <c:pt idx="65">
                  <c:v>2.964982</c:v>
                </c:pt>
                <c:pt idx="66">
                  <c:v>2.9913609999999999</c:v>
                </c:pt>
                <c:pt idx="67">
                  <c:v>3.0533999999999999</c:v>
                </c:pt>
                <c:pt idx="68">
                  <c:v>3.0499799999999997</c:v>
                </c:pt>
                <c:pt idx="69">
                  <c:v>3.0886399999999998</c:v>
                </c:pt>
                <c:pt idx="70">
                  <c:v>3.1013900000000003</c:v>
                </c:pt>
                <c:pt idx="71">
                  <c:v>3.1017600000000001</c:v>
                </c:pt>
                <c:pt idx="72">
                  <c:v>3.1352099999999998</c:v>
                </c:pt>
                <c:pt idx="73">
                  <c:v>3.0761000000000003</c:v>
                </c:pt>
                <c:pt idx="74">
                  <c:v>3.07321</c:v>
                </c:pt>
                <c:pt idx="75">
                  <c:v>3.04596</c:v>
                </c:pt>
                <c:pt idx="76">
                  <c:v>3.0329600000000001</c:v>
                </c:pt>
                <c:pt idx="77">
                  <c:v>2.990793</c:v>
                </c:pt>
                <c:pt idx="78">
                  <c:v>2.985741</c:v>
                </c:pt>
                <c:pt idx="79">
                  <c:v>2.987187</c:v>
                </c:pt>
                <c:pt idx="80">
                  <c:v>2.9536530000000001</c:v>
                </c:pt>
                <c:pt idx="81">
                  <c:v>2.9403239999999999</c:v>
                </c:pt>
                <c:pt idx="82">
                  <c:v>2.9376009999999999</c:v>
                </c:pt>
                <c:pt idx="83">
                  <c:v>2.9121700000000001</c:v>
                </c:pt>
                <c:pt idx="84">
                  <c:v>2.9350459999999998</c:v>
                </c:pt>
                <c:pt idx="85">
                  <c:v>2.945395</c:v>
                </c:pt>
                <c:pt idx="86">
                  <c:v>2.9498549999999999</c:v>
                </c:pt>
                <c:pt idx="87">
                  <c:v>2.9680179999999998</c:v>
                </c:pt>
                <c:pt idx="88">
                  <c:v>2.9949859999999999</c:v>
                </c:pt>
                <c:pt idx="89">
                  <c:v>3.0248699999999999</c:v>
                </c:pt>
                <c:pt idx="90">
                  <c:v>3.02719</c:v>
                </c:pt>
                <c:pt idx="91">
                  <c:v>3.0386199999999999</c:v>
                </c:pt>
                <c:pt idx="92">
                  <c:v>3.0711300000000001</c:v>
                </c:pt>
                <c:pt idx="93">
                  <c:v>3.0533000000000001</c:v>
                </c:pt>
                <c:pt idx="94">
                  <c:v>3.0171999999999999</c:v>
                </c:pt>
                <c:pt idx="95">
                  <c:v>3.03382</c:v>
                </c:pt>
                <c:pt idx="96">
                  <c:v>3.0284899999999997</c:v>
                </c:pt>
                <c:pt idx="97">
                  <c:v>3.0167200000000003</c:v>
                </c:pt>
                <c:pt idx="98">
                  <c:v>3.0156999999999998</c:v>
                </c:pt>
                <c:pt idx="99">
                  <c:v>3.0073799999999999</c:v>
                </c:pt>
              </c:numCache>
            </c:numRef>
          </c:yVal>
          <c:smooth val="0"/>
          <c:extLst>
            <c:ext xmlns:c16="http://schemas.microsoft.com/office/drawing/2014/chart" uri="{C3380CC4-5D6E-409C-BE32-E72D297353CC}">
              <c16:uniqueId val="{00000002-6DC3-574C-9604-E4225D3C8453}"/>
            </c:ext>
          </c:extLst>
        </c:ser>
        <c:ser>
          <c:idx val="2"/>
          <c:order val="3"/>
          <c:tx>
            <c:strRef>
              <c:f>'Pd-Pd'!$I$1</c:f>
              <c:strCache>
                <c:ptCount val="1"/>
                <c:pt idx="0">
                  <c:v>600K</c:v>
                </c:pt>
              </c:strCache>
            </c:strRef>
          </c:tx>
          <c:spPr>
            <a:ln w="19050" cap="rnd">
              <a:solidFill>
                <a:srgbClr val="FF0000"/>
              </a:solidFill>
              <a:round/>
            </a:ln>
            <a:effectLst/>
          </c:spPr>
          <c:marker>
            <c:symbol val="none"/>
          </c:marker>
          <c:xVal>
            <c:numRef>
              <c:f>'Pd-Pd'!$G$2:$G$101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'Pd-Pd'!$I$2:$I$101</c:f>
              <c:numCache>
                <c:formatCode>General</c:formatCode>
                <c:ptCount val="100"/>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1.0134139</c:v>
                </c:pt>
                <c:pt idx="24">
                  <c:v>1.211346</c:v>
                </c:pt>
                <c:pt idx="25">
                  <c:v>2.3158399999999997</c:v>
                </c:pt>
                <c:pt idx="26">
                  <c:v>4.0618599999999994</c:v>
                </c:pt>
                <c:pt idx="27">
                  <c:v>4.8265099999999999</c:v>
                </c:pt>
                <c:pt idx="28">
                  <c:v>4.2252600000000005</c:v>
                </c:pt>
                <c:pt idx="29">
                  <c:v>3.27929</c:v>
                </c:pt>
                <c:pt idx="30">
                  <c:v>2.46434</c:v>
                </c:pt>
                <c:pt idx="31">
                  <c:v>1.9986030000000001</c:v>
                </c:pt>
                <c:pt idx="32">
                  <c:v>1.7469730000000001</c:v>
                </c:pt>
                <c:pt idx="33">
                  <c:v>1.581747</c:v>
                </c:pt>
                <c:pt idx="34">
                  <c:v>1.5477349999999999</c:v>
                </c:pt>
                <c:pt idx="35">
                  <c:v>1.515109</c:v>
                </c:pt>
                <c:pt idx="36">
                  <c:v>1.519247</c:v>
                </c:pt>
                <c:pt idx="37">
                  <c:v>1.5255100000000001</c:v>
                </c:pt>
                <c:pt idx="38">
                  <c:v>1.5460500000000001</c:v>
                </c:pt>
                <c:pt idx="39">
                  <c:v>1.5282499999999999</c:v>
                </c:pt>
                <c:pt idx="40">
                  <c:v>1.5883039999999999</c:v>
                </c:pt>
                <c:pt idx="41">
                  <c:v>1.6463290000000002</c:v>
                </c:pt>
                <c:pt idx="42">
                  <c:v>1.793669</c:v>
                </c:pt>
                <c:pt idx="43">
                  <c:v>1.9391690000000001</c:v>
                </c:pt>
                <c:pt idx="44">
                  <c:v>2.1125600000000002</c:v>
                </c:pt>
                <c:pt idx="45">
                  <c:v>2.2842799999999999</c:v>
                </c:pt>
                <c:pt idx="46">
                  <c:v>2.2990200000000001</c:v>
                </c:pt>
                <c:pt idx="47">
                  <c:v>2.2297199999999999</c:v>
                </c:pt>
                <c:pt idx="48">
                  <c:v>2.1996099999999998</c:v>
                </c:pt>
                <c:pt idx="49">
                  <c:v>2.1357600000000003</c:v>
                </c:pt>
                <c:pt idx="50">
                  <c:v>2.14025</c:v>
                </c:pt>
                <c:pt idx="51">
                  <c:v>2.1802000000000001</c:v>
                </c:pt>
                <c:pt idx="52">
                  <c:v>2.27813</c:v>
                </c:pt>
                <c:pt idx="53">
                  <c:v>2.2498899999999997</c:v>
                </c:pt>
                <c:pt idx="54">
                  <c:v>2.1938399999999998</c:v>
                </c:pt>
                <c:pt idx="55">
                  <c:v>2.0862699999999998</c:v>
                </c:pt>
                <c:pt idx="56">
                  <c:v>1.928633</c:v>
                </c:pt>
                <c:pt idx="57">
                  <c:v>1.8770069999999999</c:v>
                </c:pt>
                <c:pt idx="58">
                  <c:v>1.750402</c:v>
                </c:pt>
                <c:pt idx="59">
                  <c:v>1.7630599999999998</c:v>
                </c:pt>
                <c:pt idx="60">
                  <c:v>1.7436099999999999</c:v>
                </c:pt>
                <c:pt idx="61">
                  <c:v>1.796754</c:v>
                </c:pt>
                <c:pt idx="62">
                  <c:v>1.8361860000000001</c:v>
                </c:pt>
                <c:pt idx="63">
                  <c:v>1.882863</c:v>
                </c:pt>
                <c:pt idx="64">
                  <c:v>1.923818</c:v>
                </c:pt>
                <c:pt idx="65">
                  <c:v>1.963822</c:v>
                </c:pt>
                <c:pt idx="66">
                  <c:v>2.0299199999999997</c:v>
                </c:pt>
                <c:pt idx="67">
                  <c:v>2.0374400000000001</c:v>
                </c:pt>
                <c:pt idx="68">
                  <c:v>2.0788199999999999</c:v>
                </c:pt>
                <c:pt idx="69">
                  <c:v>2.0913300000000001</c:v>
                </c:pt>
                <c:pt idx="70">
                  <c:v>2.1157399999999997</c:v>
                </c:pt>
                <c:pt idx="71">
                  <c:v>2.1374599999999999</c:v>
                </c:pt>
                <c:pt idx="72">
                  <c:v>2.1498200000000001</c:v>
                </c:pt>
                <c:pt idx="73">
                  <c:v>2.1189200000000001</c:v>
                </c:pt>
                <c:pt idx="74">
                  <c:v>2.0672199999999998</c:v>
                </c:pt>
                <c:pt idx="75">
                  <c:v>2.0505100000000001</c:v>
                </c:pt>
                <c:pt idx="76">
                  <c:v>2.0178500000000001</c:v>
                </c:pt>
                <c:pt idx="77">
                  <c:v>2.0002300000000002</c:v>
                </c:pt>
                <c:pt idx="78">
                  <c:v>1.9994079999999999</c:v>
                </c:pt>
                <c:pt idx="79">
                  <c:v>1.9764759999999999</c:v>
                </c:pt>
                <c:pt idx="80">
                  <c:v>1.9453640000000001</c:v>
                </c:pt>
                <c:pt idx="81">
                  <c:v>1.8895420000000001</c:v>
                </c:pt>
                <c:pt idx="82">
                  <c:v>1.911786</c:v>
                </c:pt>
                <c:pt idx="83">
                  <c:v>1.890344</c:v>
                </c:pt>
                <c:pt idx="84">
                  <c:v>1.9287990000000002</c:v>
                </c:pt>
                <c:pt idx="85">
                  <c:v>1.9197419999999998</c:v>
                </c:pt>
                <c:pt idx="86">
                  <c:v>1.9541740000000001</c:v>
                </c:pt>
                <c:pt idx="87">
                  <c:v>1.9876469999999999</c:v>
                </c:pt>
                <c:pt idx="88">
                  <c:v>1.9985619999999999</c:v>
                </c:pt>
                <c:pt idx="89">
                  <c:v>2.0356800000000002</c:v>
                </c:pt>
                <c:pt idx="90">
                  <c:v>2.0489899999999999</c:v>
                </c:pt>
                <c:pt idx="91">
                  <c:v>2.04732</c:v>
                </c:pt>
                <c:pt idx="92">
                  <c:v>2.05261</c:v>
                </c:pt>
                <c:pt idx="93">
                  <c:v>2.0497100000000001</c:v>
                </c:pt>
                <c:pt idx="94">
                  <c:v>2.0707500000000003</c:v>
                </c:pt>
                <c:pt idx="95">
                  <c:v>2.0406300000000002</c:v>
                </c:pt>
                <c:pt idx="96">
                  <c:v>2.01708</c:v>
                </c:pt>
                <c:pt idx="97">
                  <c:v>2.0363699999999998</c:v>
                </c:pt>
                <c:pt idx="98">
                  <c:v>2.0214400000000001</c:v>
                </c:pt>
                <c:pt idx="99">
                  <c:v>2.0316099999999997</c:v>
                </c:pt>
              </c:numCache>
            </c:numRef>
          </c:yVal>
          <c:smooth val="0"/>
          <c:extLst>
            <c:ext xmlns:c16="http://schemas.microsoft.com/office/drawing/2014/chart" uri="{C3380CC4-5D6E-409C-BE32-E72D297353CC}">
              <c16:uniqueId val="{00000003-6DC3-574C-9604-E4225D3C8453}"/>
            </c:ext>
          </c:extLst>
        </c:ser>
        <c:ser>
          <c:idx val="3"/>
          <c:order val="4"/>
          <c:tx>
            <c:strRef>
              <c:f>'Pd-Pd'!$H$1</c:f>
              <c:strCache>
                <c:ptCount val="1"/>
                <c:pt idx="0">
                  <c:v>300K</c:v>
                </c:pt>
              </c:strCache>
            </c:strRef>
          </c:tx>
          <c:spPr>
            <a:ln w="19050" cap="rnd">
              <a:solidFill>
                <a:sysClr val="windowText" lastClr="000000"/>
              </a:solidFill>
              <a:round/>
            </a:ln>
            <a:effectLst/>
          </c:spPr>
          <c:marker>
            <c:symbol val="none"/>
          </c:marker>
          <c:xVal>
            <c:numRef>
              <c:f>'Pd-Pd'!$G$2:$G$101</c:f>
              <c:numCache>
                <c:formatCode>General</c:formatCode>
                <c:ptCount val="10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pt idx="80">
                  <c:v>8.0500000000000007</c:v>
                </c:pt>
                <c:pt idx="81">
                  <c:v>8.15</c:v>
                </c:pt>
                <c:pt idx="82">
                  <c:v>8.25</c:v>
                </c:pt>
                <c:pt idx="83">
                  <c:v>8.35</c:v>
                </c:pt>
                <c:pt idx="84">
                  <c:v>8.4499999999999993</c:v>
                </c:pt>
                <c:pt idx="85">
                  <c:v>8.5500000000000007</c:v>
                </c:pt>
                <c:pt idx="86">
                  <c:v>8.65</c:v>
                </c:pt>
                <c:pt idx="87">
                  <c:v>8.75</c:v>
                </c:pt>
                <c:pt idx="88">
                  <c:v>8.85</c:v>
                </c:pt>
                <c:pt idx="89">
                  <c:v>8.9499999999999993</c:v>
                </c:pt>
                <c:pt idx="90">
                  <c:v>9.0500000000000007</c:v>
                </c:pt>
                <c:pt idx="91">
                  <c:v>9.15</c:v>
                </c:pt>
                <c:pt idx="92">
                  <c:v>9.25</c:v>
                </c:pt>
                <c:pt idx="93">
                  <c:v>9.35</c:v>
                </c:pt>
                <c:pt idx="94">
                  <c:v>9.4499999999999993</c:v>
                </c:pt>
                <c:pt idx="95">
                  <c:v>9.5500000000000007</c:v>
                </c:pt>
                <c:pt idx="96">
                  <c:v>9.65</c:v>
                </c:pt>
                <c:pt idx="97">
                  <c:v>9.75</c:v>
                </c:pt>
                <c:pt idx="98">
                  <c:v>9.85</c:v>
                </c:pt>
                <c:pt idx="99">
                  <c:v>9.9499999999999993</c:v>
                </c:pt>
              </c:numCache>
            </c:numRef>
          </c:xVal>
          <c:yVal>
            <c:numRef>
              <c:f>'Pd-Pd'!$H$2:$H$101</c:f>
              <c:numCache>
                <c:formatCode>General</c:formatCode>
                <c:ptCount val="10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6.2319199999999998E-2</c:v>
                </c:pt>
                <c:pt idx="25">
                  <c:v>0.89238399999999996</c:v>
                </c:pt>
                <c:pt idx="26">
                  <c:v>3.30525</c:v>
                </c:pt>
                <c:pt idx="27">
                  <c:v>4.5375399999999999</c:v>
                </c:pt>
                <c:pt idx="28">
                  <c:v>3.56087</c:v>
                </c:pt>
                <c:pt idx="29">
                  <c:v>2.1807599999999998</c:v>
                </c:pt>
                <c:pt idx="30">
                  <c:v>1.27704</c:v>
                </c:pt>
                <c:pt idx="31">
                  <c:v>0.80644099999999996</c:v>
                </c:pt>
                <c:pt idx="32">
                  <c:v>0.60900200000000004</c:v>
                </c:pt>
                <c:pt idx="33">
                  <c:v>0.48131600000000002</c:v>
                </c:pt>
                <c:pt idx="34">
                  <c:v>0.474518</c:v>
                </c:pt>
                <c:pt idx="35">
                  <c:v>0.51115200000000005</c:v>
                </c:pt>
                <c:pt idx="36">
                  <c:v>0.54585300000000003</c:v>
                </c:pt>
                <c:pt idx="37">
                  <c:v>0.572932</c:v>
                </c:pt>
                <c:pt idx="38">
                  <c:v>0.56264000000000003</c:v>
                </c:pt>
                <c:pt idx="39">
                  <c:v>0.56200000000000006</c:v>
                </c:pt>
                <c:pt idx="40">
                  <c:v>0.56240599999999996</c:v>
                </c:pt>
                <c:pt idx="41">
                  <c:v>0.59072899999999995</c:v>
                </c:pt>
                <c:pt idx="42">
                  <c:v>0.752695</c:v>
                </c:pt>
                <c:pt idx="43">
                  <c:v>0.95573300000000005</c:v>
                </c:pt>
                <c:pt idx="44">
                  <c:v>1.2150700000000001</c:v>
                </c:pt>
                <c:pt idx="45">
                  <c:v>1.35927</c:v>
                </c:pt>
                <c:pt idx="46">
                  <c:v>1.3014300000000001</c:v>
                </c:pt>
                <c:pt idx="47">
                  <c:v>1.2075800000000001</c:v>
                </c:pt>
                <c:pt idx="48">
                  <c:v>1.1552</c:v>
                </c:pt>
                <c:pt idx="49">
                  <c:v>1.10341</c:v>
                </c:pt>
                <c:pt idx="50">
                  <c:v>1.1760699999999999</c:v>
                </c:pt>
                <c:pt idx="51">
                  <c:v>1.2271700000000001</c:v>
                </c:pt>
                <c:pt idx="52">
                  <c:v>1.30237</c:v>
                </c:pt>
                <c:pt idx="53">
                  <c:v>1.3086500000000001</c:v>
                </c:pt>
                <c:pt idx="54">
                  <c:v>1.21468</c:v>
                </c:pt>
                <c:pt idx="55">
                  <c:v>1.04718</c:v>
                </c:pt>
                <c:pt idx="56">
                  <c:v>0.87952799999999998</c:v>
                </c:pt>
                <c:pt idx="57">
                  <c:v>0.807805</c:v>
                </c:pt>
                <c:pt idx="58">
                  <c:v>0.72736500000000004</c:v>
                </c:pt>
                <c:pt idx="59">
                  <c:v>0.71446299999999996</c:v>
                </c:pt>
                <c:pt idx="60">
                  <c:v>0.742394</c:v>
                </c:pt>
                <c:pt idx="61">
                  <c:v>0.78117400000000004</c:v>
                </c:pt>
                <c:pt idx="62">
                  <c:v>0.85985900000000004</c:v>
                </c:pt>
                <c:pt idx="63">
                  <c:v>0.91400400000000004</c:v>
                </c:pt>
                <c:pt idx="64">
                  <c:v>0.95738500000000004</c:v>
                </c:pt>
                <c:pt idx="65">
                  <c:v>0.98941699999999999</c:v>
                </c:pt>
                <c:pt idx="66">
                  <c:v>0.98959699999999995</c:v>
                </c:pt>
                <c:pt idx="67">
                  <c:v>1.03379</c:v>
                </c:pt>
                <c:pt idx="68">
                  <c:v>1.0775300000000001</c:v>
                </c:pt>
                <c:pt idx="69">
                  <c:v>1.1200399999999999</c:v>
                </c:pt>
                <c:pt idx="70">
                  <c:v>1.1380600000000001</c:v>
                </c:pt>
                <c:pt idx="71">
                  <c:v>1.1416200000000001</c:v>
                </c:pt>
                <c:pt idx="72">
                  <c:v>1.1530499999999999</c:v>
                </c:pt>
                <c:pt idx="73">
                  <c:v>1.1196900000000001</c:v>
                </c:pt>
                <c:pt idx="74">
                  <c:v>1.0763499999999999</c:v>
                </c:pt>
                <c:pt idx="75">
                  <c:v>1.06884</c:v>
                </c:pt>
                <c:pt idx="76">
                  <c:v>1.01379</c:v>
                </c:pt>
                <c:pt idx="77">
                  <c:v>1.00102</c:v>
                </c:pt>
                <c:pt idx="78">
                  <c:v>0.98722399999999999</c:v>
                </c:pt>
                <c:pt idx="79">
                  <c:v>0.95373799999999997</c:v>
                </c:pt>
                <c:pt idx="80">
                  <c:v>0.91906600000000005</c:v>
                </c:pt>
                <c:pt idx="81">
                  <c:v>0.90145900000000001</c:v>
                </c:pt>
                <c:pt idx="82">
                  <c:v>0.894486</c:v>
                </c:pt>
                <c:pt idx="83">
                  <c:v>0.89111899999999999</c:v>
                </c:pt>
                <c:pt idx="84">
                  <c:v>0.88778800000000002</c:v>
                </c:pt>
                <c:pt idx="85">
                  <c:v>0.92693300000000001</c:v>
                </c:pt>
                <c:pt idx="86">
                  <c:v>0.96599199999999996</c:v>
                </c:pt>
                <c:pt idx="87">
                  <c:v>0.99051999999999996</c:v>
                </c:pt>
                <c:pt idx="88">
                  <c:v>1.01603</c:v>
                </c:pt>
                <c:pt idx="89">
                  <c:v>1.04562</c:v>
                </c:pt>
                <c:pt idx="90">
                  <c:v>1.0400199999999999</c:v>
                </c:pt>
                <c:pt idx="91">
                  <c:v>1.0611200000000001</c:v>
                </c:pt>
                <c:pt idx="92">
                  <c:v>1.0692299999999999</c:v>
                </c:pt>
                <c:pt idx="93">
                  <c:v>1.0611999999999999</c:v>
                </c:pt>
                <c:pt idx="94">
                  <c:v>1.0658300000000001</c:v>
                </c:pt>
                <c:pt idx="95">
                  <c:v>1.04373</c:v>
                </c:pt>
                <c:pt idx="96">
                  <c:v>1.0289699999999999</c:v>
                </c:pt>
                <c:pt idx="97">
                  <c:v>1.0221800000000001</c:v>
                </c:pt>
                <c:pt idx="98">
                  <c:v>1.02024</c:v>
                </c:pt>
                <c:pt idx="99">
                  <c:v>1.0000199999999999</c:v>
                </c:pt>
              </c:numCache>
            </c:numRef>
          </c:yVal>
          <c:smooth val="0"/>
          <c:extLst>
            <c:ext xmlns:c16="http://schemas.microsoft.com/office/drawing/2014/chart" uri="{C3380CC4-5D6E-409C-BE32-E72D297353CC}">
              <c16:uniqueId val="{00000004-6DC3-574C-9604-E4225D3C8453}"/>
            </c:ext>
          </c:extLst>
        </c:ser>
        <c:dLbls>
          <c:showLegendKey val="0"/>
          <c:showVal val="0"/>
          <c:showCatName val="0"/>
          <c:showSerName val="0"/>
          <c:showPercent val="0"/>
          <c:showBubbleSize val="0"/>
        </c:dLbls>
        <c:axId val="369295072"/>
        <c:axId val="369301792"/>
      </c:scatterChart>
      <c:valAx>
        <c:axId val="369295072"/>
        <c:scaling>
          <c:orientation val="minMax"/>
          <c:max val="10"/>
        </c:scaling>
        <c:delete val="0"/>
        <c:axPos val="b"/>
        <c:title>
          <c:tx>
            <c:rich>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altLang="ja-JP" sz="1400" b="0" i="0" u="none" strike="noStrike" kern="1200" baseline="0">
                    <a:solidFill>
                      <a:sysClr val="windowText" lastClr="000000"/>
                    </a:solidFill>
                  </a:rPr>
                  <a:t>r(Å)</a:t>
                </a:r>
                <a:endParaRPr lang="ja-JP" altLang="ja-JP" sz="1400" b="0" i="0" u="none" strike="noStrike" kern="1200" baseline="0">
                  <a:solidFill>
                    <a:sysClr val="windowText" lastClr="000000"/>
                  </a:solidFill>
                </a:endParaRPr>
              </a:p>
            </c:rich>
          </c:tx>
          <c:layout>
            <c:manualLayout>
              <c:xMode val="edge"/>
              <c:yMode val="edge"/>
              <c:x val="0.50906445607841488"/>
              <c:y val="0.9148171288371562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ltLang="ja-JP"/>
            </a:p>
          </c:txPr>
        </c:title>
        <c:numFmt formatCode="General" sourceLinked="1"/>
        <c:majorTickMark val="out"/>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369301792"/>
        <c:crosses val="autoZero"/>
        <c:crossBetween val="midCat"/>
      </c:valAx>
      <c:valAx>
        <c:axId val="369301792"/>
        <c:scaling>
          <c:orientation val="minMax"/>
          <c:max val="8"/>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altLang="ja-JP"/>
                  <a:t>g(r)</a:t>
                </a:r>
              </a:p>
              <a:p>
                <a:pPr>
                  <a:defRPr/>
                </a:pPr>
                <a:endParaRPr lang="ja-JP" altLang="en-US"/>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title>
        <c:numFmt formatCode="General" sourceLinked="1"/>
        <c:majorTickMark val="out"/>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369295072"/>
        <c:crosses val="autoZero"/>
        <c:crossBetween val="midCat"/>
      </c:valAx>
      <c:spPr>
        <a:noFill/>
        <a:ln>
          <a:solidFill>
            <a:sysClr val="windowText" lastClr="000000"/>
          </a:solidFill>
        </a:ln>
        <a:effectLst/>
      </c:spPr>
    </c:plotArea>
    <c:legend>
      <c:legendPos val="tr"/>
      <c:layout>
        <c:manualLayout>
          <c:xMode val="edge"/>
          <c:yMode val="edge"/>
          <c:x val="0.74837992125984254"/>
          <c:y val="4.4524475424178533E-2"/>
          <c:w val="0.18240310586176728"/>
          <c:h val="0.25959678593894769"/>
        </c:manualLayout>
      </c:layout>
      <c:overlay val="1"/>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legend>
    <c:plotVisOnly val="1"/>
    <c:dispBlanksAs val="gap"/>
    <c:showDLblsOverMax val="0"/>
  </c:chart>
  <c:spPr>
    <a:solidFill>
      <a:schemeClr val="bg1"/>
    </a:solidFill>
    <a:ln w="9525" cap="flat" cmpd="sng" algn="ctr">
      <a:noFill/>
      <a:round/>
    </a:ln>
    <a:effectLst/>
  </c:spPr>
  <c:txPr>
    <a:bodyPr/>
    <a:lstStyle/>
    <a:p>
      <a:pPr>
        <a:defRPr sz="1400">
          <a:solidFill>
            <a:schemeClr val="tx1"/>
          </a:solidFill>
        </a:defRPr>
      </a:pPr>
      <a:endParaRPr lang="ja-JP"/>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5856007322928"/>
          <c:y val="3.5641964854522361E-2"/>
          <c:w val="0.70939669907809566"/>
          <c:h val="0.77462606340641493"/>
        </c:manualLayout>
      </c:layout>
      <c:barChart>
        <c:barDir val="bar"/>
        <c:grouping val="clustered"/>
        <c:varyColors val="0"/>
        <c:ser>
          <c:idx val="0"/>
          <c:order val="0"/>
          <c:tx>
            <c:strRef>
              <c:f>Pdグラフ!$B$1</c:f>
              <c:strCache>
                <c:ptCount val="1"/>
                <c:pt idx="0">
                  <c:v>300K</c:v>
                </c:pt>
              </c:strCache>
            </c:strRef>
          </c:tx>
          <c:spPr>
            <a:solidFill>
              <a:schemeClr val="accent1"/>
            </a:solidFill>
            <a:ln>
              <a:noFill/>
            </a:ln>
            <a:effectLst/>
          </c:spPr>
          <c:invertIfNegative val="0"/>
          <c:cat>
            <c:strRef>
              <c:f>Pdグラフ!$A$2:$A$11</c:f>
              <c:strCache>
                <c:ptCount val="10"/>
                <c:pt idx="0">
                  <c:v>&lt;0  2  8  1&gt;</c:v>
                </c:pt>
                <c:pt idx="1">
                  <c:v>&lt;0  2  8  2&gt;</c:v>
                </c:pt>
                <c:pt idx="2">
                  <c:v>&lt;0  3  6  3&gt;</c:v>
                </c:pt>
                <c:pt idx="3">
                  <c:v>&lt;0  4  6  2&gt;</c:v>
                </c:pt>
                <c:pt idx="4">
                  <c:v>&lt;0  1 10  2&gt;</c:v>
                </c:pt>
                <c:pt idx="5">
                  <c:v>&lt;0  4  6  1&gt;</c:v>
                </c:pt>
                <c:pt idx="6">
                  <c:v>&lt;0  0 12  0&gt;</c:v>
                </c:pt>
                <c:pt idx="7">
                  <c:v>&lt;0  3  6  4&gt;</c:v>
                </c:pt>
                <c:pt idx="8">
                  <c:v>&lt;0  3  8  1&gt;</c:v>
                </c:pt>
                <c:pt idx="9">
                  <c:v>&lt;0  3  6  2&gt;</c:v>
                </c:pt>
              </c:strCache>
            </c:strRef>
          </c:cat>
          <c:val>
            <c:numRef>
              <c:f>Pdグラフ!$B$2:$B$11</c:f>
              <c:numCache>
                <c:formatCode>General</c:formatCode>
                <c:ptCount val="10"/>
                <c:pt idx="0">
                  <c:v>8.6874999999999994E-2</c:v>
                </c:pt>
                <c:pt idx="1">
                  <c:v>8.4062499999999998E-2</c:v>
                </c:pt>
                <c:pt idx="2">
                  <c:v>7.3437500000000003E-2</c:v>
                </c:pt>
                <c:pt idx="3">
                  <c:v>5.6875000000000002E-2</c:v>
                </c:pt>
                <c:pt idx="4">
                  <c:v>0.05</c:v>
                </c:pt>
                <c:pt idx="5">
                  <c:v>4.2812500000000003E-2</c:v>
                </c:pt>
                <c:pt idx="6">
                  <c:v>3.6249999999999998E-2</c:v>
                </c:pt>
                <c:pt idx="7">
                  <c:v>3.5000000000000003E-2</c:v>
                </c:pt>
                <c:pt idx="8">
                  <c:v>3.2187500000000001E-2</c:v>
                </c:pt>
                <c:pt idx="9">
                  <c:v>3.15625E-2</c:v>
                </c:pt>
              </c:numCache>
            </c:numRef>
          </c:val>
          <c:extLst>
            <c:ext xmlns:c16="http://schemas.microsoft.com/office/drawing/2014/chart" uri="{C3380CC4-5D6E-409C-BE32-E72D297353CC}">
              <c16:uniqueId val="{00000000-0837-2D4E-9881-A3F0372038BE}"/>
            </c:ext>
          </c:extLst>
        </c:ser>
        <c:ser>
          <c:idx val="1"/>
          <c:order val="1"/>
          <c:tx>
            <c:strRef>
              <c:f>Pdグラフ!$C$1</c:f>
              <c:strCache>
                <c:ptCount val="1"/>
                <c:pt idx="0">
                  <c:v>600K</c:v>
                </c:pt>
              </c:strCache>
            </c:strRef>
          </c:tx>
          <c:spPr>
            <a:solidFill>
              <a:schemeClr val="accent2"/>
            </a:solidFill>
            <a:ln>
              <a:noFill/>
            </a:ln>
            <a:effectLst/>
          </c:spPr>
          <c:invertIfNegative val="0"/>
          <c:cat>
            <c:strRef>
              <c:f>Pdグラフ!$A$2:$A$11</c:f>
              <c:strCache>
                <c:ptCount val="10"/>
                <c:pt idx="0">
                  <c:v>&lt;0  2  8  1&gt;</c:v>
                </c:pt>
                <c:pt idx="1">
                  <c:v>&lt;0  2  8  2&gt;</c:v>
                </c:pt>
                <c:pt idx="2">
                  <c:v>&lt;0  3  6  3&gt;</c:v>
                </c:pt>
                <c:pt idx="3">
                  <c:v>&lt;0  4  6  2&gt;</c:v>
                </c:pt>
                <c:pt idx="4">
                  <c:v>&lt;0  1 10  2&gt;</c:v>
                </c:pt>
                <c:pt idx="5">
                  <c:v>&lt;0  4  6  1&gt;</c:v>
                </c:pt>
                <c:pt idx="6">
                  <c:v>&lt;0  0 12  0&gt;</c:v>
                </c:pt>
                <c:pt idx="7">
                  <c:v>&lt;0  3  6  4&gt;</c:v>
                </c:pt>
                <c:pt idx="8">
                  <c:v>&lt;0  3  8  1&gt;</c:v>
                </c:pt>
                <c:pt idx="9">
                  <c:v>&lt;0  3  6  2&gt;</c:v>
                </c:pt>
              </c:strCache>
            </c:strRef>
          </c:cat>
          <c:val>
            <c:numRef>
              <c:f>Pdグラフ!$C$2:$C$11</c:f>
              <c:numCache>
                <c:formatCode>General</c:formatCode>
                <c:ptCount val="10"/>
                <c:pt idx="0">
                  <c:v>9.8437499999999997E-2</c:v>
                </c:pt>
                <c:pt idx="1">
                  <c:v>7.0624999999999993E-2</c:v>
                </c:pt>
                <c:pt idx="2">
                  <c:v>6.5000000000000002E-2</c:v>
                </c:pt>
                <c:pt idx="3">
                  <c:v>4.4374999999999998E-2</c:v>
                </c:pt>
                <c:pt idx="4">
                  <c:v>3.5624999999999997E-2</c:v>
                </c:pt>
                <c:pt idx="5">
                  <c:v>3.5937499999999997E-2</c:v>
                </c:pt>
                <c:pt idx="6">
                  <c:v>3.6249999999999998E-2</c:v>
                </c:pt>
                <c:pt idx="7">
                  <c:v>2.5312500000000002E-2</c:v>
                </c:pt>
                <c:pt idx="8">
                  <c:v>2.71875E-2</c:v>
                </c:pt>
                <c:pt idx="9">
                  <c:v>4.4999999999999998E-2</c:v>
                </c:pt>
              </c:numCache>
            </c:numRef>
          </c:val>
          <c:extLst>
            <c:ext xmlns:c16="http://schemas.microsoft.com/office/drawing/2014/chart" uri="{C3380CC4-5D6E-409C-BE32-E72D297353CC}">
              <c16:uniqueId val="{00000001-0837-2D4E-9881-A3F0372038BE}"/>
            </c:ext>
          </c:extLst>
        </c:ser>
        <c:ser>
          <c:idx val="2"/>
          <c:order val="2"/>
          <c:tx>
            <c:strRef>
              <c:f>Pdグラフ!$D$1</c:f>
              <c:strCache>
                <c:ptCount val="1"/>
                <c:pt idx="0">
                  <c:v>900K</c:v>
                </c:pt>
              </c:strCache>
            </c:strRef>
          </c:tx>
          <c:spPr>
            <a:solidFill>
              <a:schemeClr val="accent3"/>
            </a:solidFill>
            <a:ln>
              <a:noFill/>
            </a:ln>
            <a:effectLst/>
          </c:spPr>
          <c:invertIfNegative val="0"/>
          <c:cat>
            <c:strRef>
              <c:f>Pdグラフ!$A$2:$A$11</c:f>
              <c:strCache>
                <c:ptCount val="10"/>
                <c:pt idx="0">
                  <c:v>&lt;0  2  8  1&gt;</c:v>
                </c:pt>
                <c:pt idx="1">
                  <c:v>&lt;0  2  8  2&gt;</c:v>
                </c:pt>
                <c:pt idx="2">
                  <c:v>&lt;0  3  6  3&gt;</c:v>
                </c:pt>
                <c:pt idx="3">
                  <c:v>&lt;0  4  6  2&gt;</c:v>
                </c:pt>
                <c:pt idx="4">
                  <c:v>&lt;0  1 10  2&gt;</c:v>
                </c:pt>
                <c:pt idx="5">
                  <c:v>&lt;0  4  6  1&gt;</c:v>
                </c:pt>
                <c:pt idx="6">
                  <c:v>&lt;0  0 12  0&gt;</c:v>
                </c:pt>
                <c:pt idx="7">
                  <c:v>&lt;0  3  6  4&gt;</c:v>
                </c:pt>
                <c:pt idx="8">
                  <c:v>&lt;0  3  8  1&gt;</c:v>
                </c:pt>
                <c:pt idx="9">
                  <c:v>&lt;0  3  6  2&gt;</c:v>
                </c:pt>
              </c:strCache>
            </c:strRef>
          </c:cat>
          <c:val>
            <c:numRef>
              <c:f>Pdグラフ!$D$2:$D$11</c:f>
              <c:numCache>
                <c:formatCode>General</c:formatCode>
                <c:ptCount val="10"/>
                <c:pt idx="0">
                  <c:v>6.1562499999999999E-2</c:v>
                </c:pt>
                <c:pt idx="1">
                  <c:v>6.6875000000000004E-2</c:v>
                </c:pt>
                <c:pt idx="2">
                  <c:v>5.5937500000000001E-2</c:v>
                </c:pt>
                <c:pt idx="3">
                  <c:v>0.04</c:v>
                </c:pt>
                <c:pt idx="4">
                  <c:v>4.4999999999999998E-2</c:v>
                </c:pt>
                <c:pt idx="5">
                  <c:v>1.8437499999999999E-2</c:v>
                </c:pt>
                <c:pt idx="6">
                  <c:v>2.3125E-2</c:v>
                </c:pt>
                <c:pt idx="7">
                  <c:v>4.0937500000000002E-2</c:v>
                </c:pt>
                <c:pt idx="8">
                  <c:v>2.4375000000000001E-2</c:v>
                </c:pt>
                <c:pt idx="9">
                  <c:v>2.9062500000000002E-2</c:v>
                </c:pt>
              </c:numCache>
            </c:numRef>
          </c:val>
          <c:extLst>
            <c:ext xmlns:c16="http://schemas.microsoft.com/office/drawing/2014/chart" uri="{C3380CC4-5D6E-409C-BE32-E72D297353CC}">
              <c16:uniqueId val="{00000002-0837-2D4E-9881-A3F0372038BE}"/>
            </c:ext>
          </c:extLst>
        </c:ser>
        <c:ser>
          <c:idx val="3"/>
          <c:order val="3"/>
          <c:tx>
            <c:strRef>
              <c:f>Pdグラフ!$E$1</c:f>
              <c:strCache>
                <c:ptCount val="1"/>
                <c:pt idx="0">
                  <c:v>1200K</c:v>
                </c:pt>
              </c:strCache>
            </c:strRef>
          </c:tx>
          <c:spPr>
            <a:solidFill>
              <a:schemeClr val="accent4"/>
            </a:solidFill>
            <a:ln>
              <a:noFill/>
            </a:ln>
            <a:effectLst/>
          </c:spPr>
          <c:invertIfNegative val="0"/>
          <c:cat>
            <c:strRef>
              <c:f>Pdグラフ!$A$2:$A$11</c:f>
              <c:strCache>
                <c:ptCount val="10"/>
                <c:pt idx="0">
                  <c:v>&lt;0  2  8  1&gt;</c:v>
                </c:pt>
                <c:pt idx="1">
                  <c:v>&lt;0  2  8  2&gt;</c:v>
                </c:pt>
                <c:pt idx="2">
                  <c:v>&lt;0  3  6  3&gt;</c:v>
                </c:pt>
                <c:pt idx="3">
                  <c:v>&lt;0  4  6  2&gt;</c:v>
                </c:pt>
                <c:pt idx="4">
                  <c:v>&lt;0  1 10  2&gt;</c:v>
                </c:pt>
                <c:pt idx="5">
                  <c:v>&lt;0  4  6  1&gt;</c:v>
                </c:pt>
                <c:pt idx="6">
                  <c:v>&lt;0  0 12  0&gt;</c:v>
                </c:pt>
                <c:pt idx="7">
                  <c:v>&lt;0  3  6  4&gt;</c:v>
                </c:pt>
                <c:pt idx="8">
                  <c:v>&lt;0  3  8  1&gt;</c:v>
                </c:pt>
                <c:pt idx="9">
                  <c:v>&lt;0  3  6  2&gt;</c:v>
                </c:pt>
              </c:strCache>
            </c:strRef>
          </c:cat>
          <c:val>
            <c:numRef>
              <c:f>Pdグラフ!$E$2:$E$11</c:f>
              <c:numCache>
                <c:formatCode>General</c:formatCode>
                <c:ptCount val="10"/>
                <c:pt idx="0">
                  <c:v>2.5937499999999999E-2</c:v>
                </c:pt>
                <c:pt idx="1">
                  <c:v>4.65625E-2</c:v>
                </c:pt>
                <c:pt idx="2">
                  <c:v>4.7812500000000001E-2</c:v>
                </c:pt>
                <c:pt idx="3">
                  <c:v>3.5312499999999997E-2</c:v>
                </c:pt>
                <c:pt idx="4">
                  <c:v>2.9687499999999999E-2</c:v>
                </c:pt>
                <c:pt idx="5">
                  <c:v>1.125E-2</c:v>
                </c:pt>
                <c:pt idx="6">
                  <c:v>1.4687499999999999E-2</c:v>
                </c:pt>
                <c:pt idx="7">
                  <c:v>5.0625000000000003E-2</c:v>
                </c:pt>
                <c:pt idx="8">
                  <c:v>1.3125E-2</c:v>
                </c:pt>
                <c:pt idx="9">
                  <c:v>1.59375E-2</c:v>
                </c:pt>
              </c:numCache>
            </c:numRef>
          </c:val>
          <c:extLst>
            <c:ext xmlns:c16="http://schemas.microsoft.com/office/drawing/2014/chart" uri="{C3380CC4-5D6E-409C-BE32-E72D297353CC}">
              <c16:uniqueId val="{00000003-0837-2D4E-9881-A3F0372038BE}"/>
            </c:ext>
          </c:extLst>
        </c:ser>
        <c:ser>
          <c:idx val="4"/>
          <c:order val="4"/>
          <c:tx>
            <c:strRef>
              <c:f>Pdグラフ!$F$1</c:f>
              <c:strCache>
                <c:ptCount val="1"/>
                <c:pt idx="0">
                  <c:v>1500K</c:v>
                </c:pt>
              </c:strCache>
            </c:strRef>
          </c:tx>
          <c:spPr>
            <a:solidFill>
              <a:schemeClr val="accent5"/>
            </a:solidFill>
            <a:ln>
              <a:noFill/>
            </a:ln>
            <a:effectLst/>
          </c:spPr>
          <c:invertIfNegative val="0"/>
          <c:cat>
            <c:strRef>
              <c:f>Pdグラフ!$A$2:$A$11</c:f>
              <c:strCache>
                <c:ptCount val="10"/>
                <c:pt idx="0">
                  <c:v>&lt;0  2  8  1&gt;</c:v>
                </c:pt>
                <c:pt idx="1">
                  <c:v>&lt;0  2  8  2&gt;</c:v>
                </c:pt>
                <c:pt idx="2">
                  <c:v>&lt;0  3  6  3&gt;</c:v>
                </c:pt>
                <c:pt idx="3">
                  <c:v>&lt;0  4  6  2&gt;</c:v>
                </c:pt>
                <c:pt idx="4">
                  <c:v>&lt;0  1 10  2&gt;</c:v>
                </c:pt>
                <c:pt idx="5">
                  <c:v>&lt;0  4  6  1&gt;</c:v>
                </c:pt>
                <c:pt idx="6">
                  <c:v>&lt;0  0 12  0&gt;</c:v>
                </c:pt>
                <c:pt idx="7">
                  <c:v>&lt;0  3  6  4&gt;</c:v>
                </c:pt>
                <c:pt idx="8">
                  <c:v>&lt;0  3  8  1&gt;</c:v>
                </c:pt>
                <c:pt idx="9">
                  <c:v>&lt;0  3  6  2&gt;</c:v>
                </c:pt>
              </c:strCache>
            </c:strRef>
          </c:cat>
          <c:val>
            <c:numRef>
              <c:f>Pdグラフ!$F$2:$F$11</c:f>
              <c:numCache>
                <c:formatCode>General</c:formatCode>
                <c:ptCount val="10"/>
                <c:pt idx="0">
                  <c:v>7.9687499999999994E-2</c:v>
                </c:pt>
                <c:pt idx="1">
                  <c:v>3.9687500000000001E-2</c:v>
                </c:pt>
                <c:pt idx="2">
                  <c:v>4.3124999999999997E-2</c:v>
                </c:pt>
                <c:pt idx="3">
                  <c:v>2.5937499999999999E-2</c:v>
                </c:pt>
                <c:pt idx="4">
                  <c:v>9.6874999999999999E-3</c:v>
                </c:pt>
                <c:pt idx="5">
                  <c:v>3.15625E-2</c:v>
                </c:pt>
                <c:pt idx="6">
                  <c:v>8.7500000000000008E-3</c:v>
                </c:pt>
                <c:pt idx="7">
                  <c:v>1.2812499999999999E-2</c:v>
                </c:pt>
                <c:pt idx="8">
                  <c:v>1.03125E-2</c:v>
                </c:pt>
                <c:pt idx="9">
                  <c:v>4.1875000000000002E-2</c:v>
                </c:pt>
              </c:numCache>
            </c:numRef>
          </c:val>
          <c:extLst>
            <c:ext xmlns:c16="http://schemas.microsoft.com/office/drawing/2014/chart" uri="{C3380CC4-5D6E-409C-BE32-E72D297353CC}">
              <c16:uniqueId val="{00000004-0837-2D4E-9881-A3F0372038BE}"/>
            </c:ext>
          </c:extLst>
        </c:ser>
        <c:dLbls>
          <c:showLegendKey val="0"/>
          <c:showVal val="0"/>
          <c:showCatName val="0"/>
          <c:showSerName val="0"/>
          <c:showPercent val="0"/>
          <c:showBubbleSize val="0"/>
        </c:dLbls>
        <c:gapWidth val="182"/>
        <c:axId val="838114128"/>
        <c:axId val="838117728"/>
      </c:barChart>
      <c:catAx>
        <c:axId val="838114128"/>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altLang="ja-JP" dirty="0"/>
                  <a:t>Voronoi</a:t>
                </a:r>
                <a:r>
                  <a:rPr lang="ja-JP" dirty="0"/>
                  <a:t>指数</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838117728"/>
        <c:crosses val="autoZero"/>
        <c:auto val="1"/>
        <c:lblAlgn val="ctr"/>
        <c:lblOffset val="100"/>
        <c:noMultiLvlLbl val="0"/>
      </c:catAx>
      <c:valAx>
        <c:axId val="838117728"/>
        <c:scaling>
          <c:orientation val="minMax"/>
          <c:max val="0.5"/>
          <c:min val="0"/>
        </c:scaling>
        <c:delete val="0"/>
        <c:axPos val="b"/>
        <c:title>
          <c:tx>
            <c:rich>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ja-JP"/>
                  <a:t>割合</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title>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838114128"/>
        <c:crosses val="autoZero"/>
        <c:crossBetween val="between"/>
      </c:valAx>
      <c:spPr>
        <a:noFill/>
        <a:ln>
          <a:solidFill>
            <a:schemeClr val="tx1"/>
          </a:solidFill>
        </a:ln>
        <a:effectLst/>
      </c:spPr>
    </c:plotArea>
    <c:legend>
      <c:legendPos val="b"/>
      <c:layout>
        <c:manualLayout>
          <c:xMode val="edge"/>
          <c:yMode val="edge"/>
          <c:x val="0.76199797984970596"/>
          <c:y val="0.31893371648697727"/>
          <c:w val="0.1552433253764661"/>
          <c:h val="0.39493113915850908"/>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400">
          <a:solidFill>
            <a:schemeClr val="tx1"/>
          </a:solidFill>
        </a:defRPr>
      </a:pPr>
      <a:endParaRPr lang="ja-JP"/>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455856007322928"/>
          <c:y val="3.5641964854522361E-2"/>
          <c:w val="0.70939669907809566"/>
          <c:h val="0.76230546467824589"/>
        </c:manualLayout>
      </c:layout>
      <c:barChart>
        <c:barDir val="bar"/>
        <c:grouping val="clustered"/>
        <c:varyColors val="0"/>
        <c:ser>
          <c:idx val="0"/>
          <c:order val="0"/>
          <c:tx>
            <c:strRef>
              <c:f>Siグラフ!$B$1</c:f>
              <c:strCache>
                <c:ptCount val="1"/>
                <c:pt idx="0">
                  <c:v>300K</c:v>
                </c:pt>
              </c:strCache>
            </c:strRef>
          </c:tx>
          <c:spPr>
            <a:solidFill>
              <a:srgbClr val="5B9BD5">
                <a:lumMod val="50000"/>
              </a:srgbClr>
            </a:solidFill>
            <a:ln>
              <a:noFill/>
            </a:ln>
            <a:effectLst/>
          </c:spPr>
          <c:invertIfNegative val="0"/>
          <c:cat>
            <c:strRef>
              <c:f>Siグラフ!$A$2:$A$11</c:f>
              <c:strCache>
                <c:ptCount val="10"/>
                <c:pt idx="0">
                  <c:v>&lt;0  3  6  0&gt;</c:v>
                </c:pt>
                <c:pt idx="1">
                  <c:v>&lt;0  2  8  0&gt;</c:v>
                </c:pt>
                <c:pt idx="2">
                  <c:v>&lt;0  4  4  0&gt;</c:v>
                </c:pt>
                <c:pt idx="3">
                  <c:v>&lt;0  5  4  0&gt;</c:v>
                </c:pt>
                <c:pt idx="4">
                  <c:v>&lt;0  3  6  1&gt;</c:v>
                </c:pt>
                <c:pt idx="5">
                  <c:v>&lt;0  4  6  0&gt;</c:v>
                </c:pt>
                <c:pt idx="6">
                  <c:v>&lt;0  4  4  1&gt;</c:v>
                </c:pt>
                <c:pt idx="7">
                  <c:v>&lt;0  6  2  0&gt;</c:v>
                </c:pt>
                <c:pt idx="8">
                  <c:v>&lt;0  4  4  2&gt;</c:v>
                </c:pt>
                <c:pt idx="9">
                  <c:v>&lt;1  2  5  2&gt;</c:v>
                </c:pt>
              </c:strCache>
            </c:strRef>
          </c:cat>
          <c:val>
            <c:numRef>
              <c:f>Siグラフ!$B$2:$B$11</c:f>
              <c:numCache>
                <c:formatCode>General</c:formatCode>
                <c:ptCount val="10"/>
                <c:pt idx="0">
                  <c:v>0.48499999999999999</c:v>
                </c:pt>
                <c:pt idx="1">
                  <c:v>0.1075</c:v>
                </c:pt>
                <c:pt idx="2">
                  <c:v>0.10249999999999999</c:v>
                </c:pt>
                <c:pt idx="3">
                  <c:v>9.5000000000000001E-2</c:v>
                </c:pt>
                <c:pt idx="4">
                  <c:v>6.3750000000000001E-2</c:v>
                </c:pt>
                <c:pt idx="5">
                  <c:v>4.3749999999999997E-2</c:v>
                </c:pt>
                <c:pt idx="6">
                  <c:v>1.7500000000000002E-2</c:v>
                </c:pt>
                <c:pt idx="7">
                  <c:v>1.4999999999999999E-2</c:v>
                </c:pt>
                <c:pt idx="8">
                  <c:v>6.2500000000000003E-3</c:v>
                </c:pt>
                <c:pt idx="9">
                  <c:v>6.2500000000000003E-3</c:v>
                </c:pt>
              </c:numCache>
            </c:numRef>
          </c:val>
          <c:extLst>
            <c:ext xmlns:c16="http://schemas.microsoft.com/office/drawing/2014/chart" uri="{C3380CC4-5D6E-409C-BE32-E72D297353CC}">
              <c16:uniqueId val="{00000000-16A7-46B6-AC51-455BF4CC91B6}"/>
            </c:ext>
          </c:extLst>
        </c:ser>
        <c:ser>
          <c:idx val="1"/>
          <c:order val="1"/>
          <c:tx>
            <c:strRef>
              <c:f>Siグラフ!$C$1</c:f>
              <c:strCache>
                <c:ptCount val="1"/>
                <c:pt idx="0">
                  <c:v>600K</c:v>
                </c:pt>
              </c:strCache>
            </c:strRef>
          </c:tx>
          <c:spPr>
            <a:solidFill>
              <a:schemeClr val="accent2"/>
            </a:solidFill>
            <a:ln>
              <a:noFill/>
            </a:ln>
            <a:effectLst/>
          </c:spPr>
          <c:invertIfNegative val="0"/>
          <c:cat>
            <c:strRef>
              <c:f>Siグラフ!$A$2:$A$11</c:f>
              <c:strCache>
                <c:ptCount val="10"/>
                <c:pt idx="0">
                  <c:v>&lt;0  3  6  0&gt;</c:v>
                </c:pt>
                <c:pt idx="1">
                  <c:v>&lt;0  2  8  0&gt;</c:v>
                </c:pt>
                <c:pt idx="2">
                  <c:v>&lt;0  4  4  0&gt;</c:v>
                </c:pt>
                <c:pt idx="3">
                  <c:v>&lt;0  5  4  0&gt;</c:v>
                </c:pt>
                <c:pt idx="4">
                  <c:v>&lt;0  3  6  1&gt;</c:v>
                </c:pt>
                <c:pt idx="5">
                  <c:v>&lt;0  4  6  0&gt;</c:v>
                </c:pt>
                <c:pt idx="6">
                  <c:v>&lt;0  4  4  1&gt;</c:v>
                </c:pt>
                <c:pt idx="7">
                  <c:v>&lt;0  6  2  0&gt;</c:v>
                </c:pt>
                <c:pt idx="8">
                  <c:v>&lt;0  4  4  2&gt;</c:v>
                </c:pt>
                <c:pt idx="9">
                  <c:v>&lt;1  2  5  2&gt;</c:v>
                </c:pt>
              </c:strCache>
            </c:strRef>
          </c:cat>
          <c:val>
            <c:numRef>
              <c:f>Siグラフ!$C$2:$C$11</c:f>
              <c:numCache>
                <c:formatCode>General</c:formatCode>
                <c:ptCount val="10"/>
                <c:pt idx="0">
                  <c:v>0.40625</c:v>
                </c:pt>
                <c:pt idx="1">
                  <c:v>0.13500000000000001</c:v>
                </c:pt>
                <c:pt idx="2">
                  <c:v>6.25E-2</c:v>
                </c:pt>
                <c:pt idx="3">
                  <c:v>0.08</c:v>
                </c:pt>
                <c:pt idx="4">
                  <c:v>6.7500000000000004E-2</c:v>
                </c:pt>
                <c:pt idx="5">
                  <c:v>6.7500000000000004E-2</c:v>
                </c:pt>
                <c:pt idx="6">
                  <c:v>1.2500000000000001E-2</c:v>
                </c:pt>
                <c:pt idx="7">
                  <c:v>6.2500000000000003E-3</c:v>
                </c:pt>
                <c:pt idx="8">
                  <c:v>1.2500000000000001E-2</c:v>
                </c:pt>
                <c:pt idx="9">
                  <c:v>2.375E-2</c:v>
                </c:pt>
              </c:numCache>
            </c:numRef>
          </c:val>
          <c:extLst>
            <c:ext xmlns:c16="http://schemas.microsoft.com/office/drawing/2014/chart" uri="{C3380CC4-5D6E-409C-BE32-E72D297353CC}">
              <c16:uniqueId val="{00000001-16A7-46B6-AC51-455BF4CC91B6}"/>
            </c:ext>
          </c:extLst>
        </c:ser>
        <c:ser>
          <c:idx val="2"/>
          <c:order val="2"/>
          <c:tx>
            <c:strRef>
              <c:f>Siグラフ!$D$1</c:f>
              <c:strCache>
                <c:ptCount val="1"/>
                <c:pt idx="0">
                  <c:v>900K</c:v>
                </c:pt>
              </c:strCache>
            </c:strRef>
          </c:tx>
          <c:spPr>
            <a:solidFill>
              <a:srgbClr val="70AD47">
                <a:lumMod val="50000"/>
              </a:srgbClr>
            </a:solidFill>
            <a:ln>
              <a:noFill/>
            </a:ln>
            <a:effectLst/>
          </c:spPr>
          <c:invertIfNegative val="0"/>
          <c:cat>
            <c:strRef>
              <c:f>Siグラフ!$A$2:$A$11</c:f>
              <c:strCache>
                <c:ptCount val="10"/>
                <c:pt idx="0">
                  <c:v>&lt;0  3  6  0&gt;</c:v>
                </c:pt>
                <c:pt idx="1">
                  <c:v>&lt;0  2  8  0&gt;</c:v>
                </c:pt>
                <c:pt idx="2">
                  <c:v>&lt;0  4  4  0&gt;</c:v>
                </c:pt>
                <c:pt idx="3">
                  <c:v>&lt;0  5  4  0&gt;</c:v>
                </c:pt>
                <c:pt idx="4">
                  <c:v>&lt;0  3  6  1&gt;</c:v>
                </c:pt>
                <c:pt idx="5">
                  <c:v>&lt;0  4  6  0&gt;</c:v>
                </c:pt>
                <c:pt idx="6">
                  <c:v>&lt;0  4  4  1&gt;</c:v>
                </c:pt>
                <c:pt idx="7">
                  <c:v>&lt;0  6  2  0&gt;</c:v>
                </c:pt>
                <c:pt idx="8">
                  <c:v>&lt;0  4  4  2&gt;</c:v>
                </c:pt>
                <c:pt idx="9">
                  <c:v>&lt;1  2  5  2&gt;</c:v>
                </c:pt>
              </c:strCache>
            </c:strRef>
          </c:cat>
          <c:val>
            <c:numRef>
              <c:f>Siグラフ!$D$2:$D$11</c:f>
              <c:numCache>
                <c:formatCode>General</c:formatCode>
                <c:ptCount val="10"/>
                <c:pt idx="0">
                  <c:v>0.37</c:v>
                </c:pt>
                <c:pt idx="1">
                  <c:v>0.12625</c:v>
                </c:pt>
                <c:pt idx="2">
                  <c:v>0.06</c:v>
                </c:pt>
                <c:pt idx="3">
                  <c:v>5.7500000000000002E-2</c:v>
                </c:pt>
                <c:pt idx="4">
                  <c:v>8.3750000000000005E-2</c:v>
                </c:pt>
                <c:pt idx="5">
                  <c:v>5.1249999999999997E-2</c:v>
                </c:pt>
                <c:pt idx="6">
                  <c:v>2.8750000000000001E-2</c:v>
                </c:pt>
                <c:pt idx="7">
                  <c:v>8.7500000000000008E-3</c:v>
                </c:pt>
                <c:pt idx="8">
                  <c:v>0.02</c:v>
                </c:pt>
                <c:pt idx="9">
                  <c:v>2.375E-2</c:v>
                </c:pt>
              </c:numCache>
            </c:numRef>
          </c:val>
          <c:extLst>
            <c:ext xmlns:c16="http://schemas.microsoft.com/office/drawing/2014/chart" uri="{C3380CC4-5D6E-409C-BE32-E72D297353CC}">
              <c16:uniqueId val="{00000002-16A7-46B6-AC51-455BF4CC91B6}"/>
            </c:ext>
          </c:extLst>
        </c:ser>
        <c:ser>
          <c:idx val="3"/>
          <c:order val="3"/>
          <c:tx>
            <c:strRef>
              <c:f>Siグラフ!$E$1</c:f>
              <c:strCache>
                <c:ptCount val="1"/>
                <c:pt idx="0">
                  <c:v>1200K</c:v>
                </c:pt>
              </c:strCache>
            </c:strRef>
          </c:tx>
          <c:spPr>
            <a:solidFill>
              <a:srgbClr val="00B0F0"/>
            </a:solidFill>
            <a:ln>
              <a:noFill/>
            </a:ln>
            <a:effectLst/>
          </c:spPr>
          <c:invertIfNegative val="0"/>
          <c:cat>
            <c:strRef>
              <c:f>Siグラフ!$A$2:$A$11</c:f>
              <c:strCache>
                <c:ptCount val="10"/>
                <c:pt idx="0">
                  <c:v>&lt;0  3  6  0&gt;</c:v>
                </c:pt>
                <c:pt idx="1">
                  <c:v>&lt;0  2  8  0&gt;</c:v>
                </c:pt>
                <c:pt idx="2">
                  <c:v>&lt;0  4  4  0&gt;</c:v>
                </c:pt>
                <c:pt idx="3">
                  <c:v>&lt;0  5  4  0&gt;</c:v>
                </c:pt>
                <c:pt idx="4">
                  <c:v>&lt;0  3  6  1&gt;</c:v>
                </c:pt>
                <c:pt idx="5">
                  <c:v>&lt;0  4  6  0&gt;</c:v>
                </c:pt>
                <c:pt idx="6">
                  <c:v>&lt;0  4  4  1&gt;</c:v>
                </c:pt>
                <c:pt idx="7">
                  <c:v>&lt;0  6  2  0&gt;</c:v>
                </c:pt>
                <c:pt idx="8">
                  <c:v>&lt;0  4  4  2&gt;</c:v>
                </c:pt>
                <c:pt idx="9">
                  <c:v>&lt;1  2  5  2&gt;</c:v>
                </c:pt>
              </c:strCache>
            </c:strRef>
          </c:cat>
          <c:val>
            <c:numRef>
              <c:f>Siグラフ!$E$2:$E$11</c:f>
              <c:numCache>
                <c:formatCode>General</c:formatCode>
                <c:ptCount val="10"/>
                <c:pt idx="0">
                  <c:v>0.2525</c:v>
                </c:pt>
                <c:pt idx="1">
                  <c:v>7.4999999999999997E-2</c:v>
                </c:pt>
                <c:pt idx="2">
                  <c:v>8.8749999999999996E-2</c:v>
                </c:pt>
                <c:pt idx="3">
                  <c:v>3.3750000000000002E-2</c:v>
                </c:pt>
                <c:pt idx="4">
                  <c:v>6.3750000000000001E-2</c:v>
                </c:pt>
                <c:pt idx="5">
                  <c:v>2.1250000000000002E-2</c:v>
                </c:pt>
                <c:pt idx="6">
                  <c:v>2.6249999999999999E-2</c:v>
                </c:pt>
                <c:pt idx="7">
                  <c:v>3.7499999999999999E-3</c:v>
                </c:pt>
                <c:pt idx="8">
                  <c:v>1.2500000000000001E-2</c:v>
                </c:pt>
                <c:pt idx="9">
                  <c:v>4.1250000000000002E-2</c:v>
                </c:pt>
              </c:numCache>
            </c:numRef>
          </c:val>
          <c:extLst>
            <c:ext xmlns:c16="http://schemas.microsoft.com/office/drawing/2014/chart" uri="{C3380CC4-5D6E-409C-BE32-E72D297353CC}">
              <c16:uniqueId val="{00000003-16A7-46B6-AC51-455BF4CC91B6}"/>
            </c:ext>
          </c:extLst>
        </c:ser>
        <c:ser>
          <c:idx val="4"/>
          <c:order val="4"/>
          <c:tx>
            <c:strRef>
              <c:f>Siグラフ!$F$1</c:f>
              <c:strCache>
                <c:ptCount val="1"/>
                <c:pt idx="0">
                  <c:v>1500K</c:v>
                </c:pt>
              </c:strCache>
            </c:strRef>
          </c:tx>
          <c:spPr>
            <a:solidFill>
              <a:srgbClr val="7030A0"/>
            </a:solidFill>
            <a:ln>
              <a:noFill/>
            </a:ln>
            <a:effectLst/>
          </c:spPr>
          <c:invertIfNegative val="0"/>
          <c:cat>
            <c:strRef>
              <c:f>Siグラフ!$A$2:$A$11</c:f>
              <c:strCache>
                <c:ptCount val="10"/>
                <c:pt idx="0">
                  <c:v>&lt;0  3  6  0&gt;</c:v>
                </c:pt>
                <c:pt idx="1">
                  <c:v>&lt;0  2  8  0&gt;</c:v>
                </c:pt>
                <c:pt idx="2">
                  <c:v>&lt;0  4  4  0&gt;</c:v>
                </c:pt>
                <c:pt idx="3">
                  <c:v>&lt;0  5  4  0&gt;</c:v>
                </c:pt>
                <c:pt idx="4">
                  <c:v>&lt;0  3  6  1&gt;</c:v>
                </c:pt>
                <c:pt idx="5">
                  <c:v>&lt;0  4  6  0&gt;</c:v>
                </c:pt>
                <c:pt idx="6">
                  <c:v>&lt;0  4  4  1&gt;</c:v>
                </c:pt>
                <c:pt idx="7">
                  <c:v>&lt;0  6  2  0&gt;</c:v>
                </c:pt>
                <c:pt idx="8">
                  <c:v>&lt;0  4  4  2&gt;</c:v>
                </c:pt>
                <c:pt idx="9">
                  <c:v>&lt;1  2  5  2&gt;</c:v>
                </c:pt>
              </c:strCache>
            </c:strRef>
          </c:cat>
          <c:val>
            <c:numRef>
              <c:f>Siグラフ!$F$2:$F$11</c:f>
              <c:numCache>
                <c:formatCode>General</c:formatCode>
                <c:ptCount val="10"/>
                <c:pt idx="0">
                  <c:v>0.26124999999999998</c:v>
                </c:pt>
                <c:pt idx="1">
                  <c:v>6.5000000000000002E-2</c:v>
                </c:pt>
                <c:pt idx="2">
                  <c:v>0.14749999999999999</c:v>
                </c:pt>
                <c:pt idx="3">
                  <c:v>3.3750000000000002E-2</c:v>
                </c:pt>
                <c:pt idx="4">
                  <c:v>8.8749999999999996E-2</c:v>
                </c:pt>
                <c:pt idx="5">
                  <c:v>2.2499999999999999E-2</c:v>
                </c:pt>
                <c:pt idx="6">
                  <c:v>4.6249999999999999E-2</c:v>
                </c:pt>
                <c:pt idx="7">
                  <c:v>1.375E-2</c:v>
                </c:pt>
                <c:pt idx="8">
                  <c:v>0.03</c:v>
                </c:pt>
                <c:pt idx="9">
                  <c:v>1.4999999999999999E-2</c:v>
                </c:pt>
              </c:numCache>
            </c:numRef>
          </c:val>
          <c:extLst>
            <c:ext xmlns:c16="http://schemas.microsoft.com/office/drawing/2014/chart" uri="{C3380CC4-5D6E-409C-BE32-E72D297353CC}">
              <c16:uniqueId val="{00000004-16A7-46B6-AC51-455BF4CC91B6}"/>
            </c:ext>
          </c:extLst>
        </c:ser>
        <c:dLbls>
          <c:showLegendKey val="0"/>
          <c:showVal val="0"/>
          <c:showCatName val="0"/>
          <c:showSerName val="0"/>
          <c:showPercent val="0"/>
          <c:showBubbleSize val="0"/>
        </c:dLbls>
        <c:gapWidth val="182"/>
        <c:axId val="838114128"/>
        <c:axId val="838117728"/>
      </c:barChart>
      <c:catAx>
        <c:axId val="838114128"/>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altLang="ja-JP"/>
                  <a:t>Voronoi</a:t>
                </a:r>
                <a:r>
                  <a:rPr lang="ja-JP" altLang="en-US"/>
                  <a:t>指数</a:t>
                </a:r>
              </a:p>
            </c:rich>
          </c:tx>
          <c:layout>
            <c:manualLayout>
              <c:xMode val="edge"/>
              <c:yMode val="edge"/>
              <c:x val="4.5211713914185644E-2"/>
              <c:y val="0.27570500534251707"/>
            </c:manualLayout>
          </c:layout>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838117728"/>
        <c:crosses val="autoZero"/>
        <c:auto val="1"/>
        <c:lblAlgn val="ctr"/>
        <c:lblOffset val="100"/>
        <c:noMultiLvlLbl val="0"/>
      </c:catAx>
      <c:valAx>
        <c:axId val="838117728"/>
        <c:scaling>
          <c:orientation val="minMax"/>
          <c:max val="0.5"/>
          <c:min val="0"/>
        </c:scaling>
        <c:delete val="0"/>
        <c:axPos val="b"/>
        <c:title>
          <c:tx>
            <c:rich>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ja-JP" altLang="en-US"/>
                  <a:t>割合</a:t>
                </a:r>
              </a:p>
            </c:rich>
          </c:tx>
          <c:layout>
            <c:manualLayout>
              <c:xMode val="edge"/>
              <c:yMode val="edge"/>
              <c:x val="0.56211838924163859"/>
              <c:y val="0.8812794028547893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title>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838114128"/>
        <c:crosses val="autoZero"/>
        <c:crossBetween val="between"/>
      </c:valAx>
      <c:spPr>
        <a:noFill/>
        <a:ln>
          <a:solidFill>
            <a:schemeClr val="tx1"/>
          </a:solidFill>
        </a:ln>
        <a:effectLst/>
      </c:spPr>
    </c:plotArea>
    <c:legend>
      <c:legendPos val="b"/>
      <c:layout>
        <c:manualLayout>
          <c:xMode val="edge"/>
          <c:yMode val="edge"/>
          <c:x val="0.78326720218768831"/>
          <c:y val="0.32156010694230119"/>
          <c:w val="0.13397400148451064"/>
          <c:h val="0.3796073241116407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legend>
    <c:plotVisOnly val="1"/>
    <c:dispBlanksAs val="gap"/>
    <c:showDLblsOverMax val="0"/>
    <c:extLst/>
  </c:chart>
  <c:spPr>
    <a:solidFill>
      <a:schemeClr val="bg1"/>
    </a:solidFill>
    <a:ln w="9525" cap="flat" cmpd="sng" algn="ctr">
      <a:noFill/>
      <a:round/>
    </a:ln>
    <a:effectLst/>
  </c:spPr>
  <c:txPr>
    <a:bodyPr/>
    <a:lstStyle/>
    <a:p>
      <a:pPr>
        <a:defRPr sz="1400">
          <a:solidFill>
            <a:schemeClr val="tx1"/>
          </a:solidFill>
        </a:defRPr>
      </a:pPr>
      <a:endParaRPr lang="ja-JP"/>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F16178-4A8D-43BC-BF4E-18AABDF494D6}" type="datetimeFigureOut">
              <a:rPr kumimoji="1" lang="ja-JP" altLang="en-US" smtClean="0"/>
              <a:t>2025/2/7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44E011-3E4E-47B1-9D12-7C114A77054B}" type="slidenum">
              <a:rPr kumimoji="1" lang="ja-JP" altLang="en-US" smtClean="0"/>
              <a:t>‹#›</a:t>
            </a:fld>
            <a:endParaRPr kumimoji="1" lang="ja-JP" altLang="en-US"/>
          </a:p>
        </p:txBody>
      </p:sp>
    </p:spTree>
    <p:extLst>
      <p:ext uri="{BB962C8B-B14F-4D97-AF65-F5344CB8AC3E}">
        <p14:creationId xmlns:p14="http://schemas.microsoft.com/office/powerpoint/2010/main" val="104619990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FD44E011-3E4E-47B1-9D12-7C114A77054B}" type="slidenum">
              <a:rPr kumimoji="1" lang="ja-JP" altLang="en-US" smtClean="0"/>
              <a:t>3</a:t>
            </a:fld>
            <a:endParaRPr kumimoji="1" lang="ja-JP" altLang="en-US"/>
          </a:p>
        </p:txBody>
      </p:sp>
    </p:spTree>
    <p:extLst>
      <p:ext uri="{BB962C8B-B14F-4D97-AF65-F5344CB8AC3E}">
        <p14:creationId xmlns:p14="http://schemas.microsoft.com/office/powerpoint/2010/main" val="645811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FD44E011-3E4E-47B1-9D12-7C114A77054B}" type="slidenum">
              <a:rPr kumimoji="1" lang="ja-JP" altLang="en-US" smtClean="0"/>
              <a:t>5</a:t>
            </a:fld>
            <a:endParaRPr kumimoji="1" lang="ja-JP" altLang="en-US"/>
          </a:p>
        </p:txBody>
      </p:sp>
    </p:spTree>
    <p:extLst>
      <p:ext uri="{BB962C8B-B14F-4D97-AF65-F5344CB8AC3E}">
        <p14:creationId xmlns:p14="http://schemas.microsoft.com/office/powerpoint/2010/main" val="680108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BC149-FA1A-9E3C-01E4-714ECC3C0C4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2255337-94E4-BAB8-3073-FBE71D86B85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F713713-7AAF-6985-D7AF-F0EEEFA6421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27B9E42-D103-23E7-9227-BB877B6279CD}"/>
              </a:ext>
            </a:extLst>
          </p:cNvPr>
          <p:cNvSpPr>
            <a:spLocks noGrp="1"/>
          </p:cNvSpPr>
          <p:nvPr>
            <p:ph type="sldNum" sz="quarter" idx="5"/>
          </p:nvPr>
        </p:nvSpPr>
        <p:spPr/>
        <p:txBody>
          <a:bodyPr/>
          <a:lstStyle/>
          <a:p>
            <a:fld id="{FD44E011-3E4E-47B1-9D12-7C114A77054B}" type="slidenum">
              <a:rPr kumimoji="1" lang="ja-JP" altLang="en-US" smtClean="0"/>
              <a:t>7</a:t>
            </a:fld>
            <a:endParaRPr kumimoji="1" lang="ja-JP" altLang="en-US"/>
          </a:p>
        </p:txBody>
      </p:sp>
    </p:spTree>
    <p:extLst>
      <p:ext uri="{BB962C8B-B14F-4D97-AF65-F5344CB8AC3E}">
        <p14:creationId xmlns:p14="http://schemas.microsoft.com/office/powerpoint/2010/main" val="3220614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DC241-A18D-BC12-BC46-63B7594DB2E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6E98036-4B12-E67E-7E59-5B41114B799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9E90B23-3599-1FB0-FEF2-4EFCDFBBE25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5082166-6A53-6AB0-F5A0-F2C47922A6B6}"/>
              </a:ext>
            </a:extLst>
          </p:cNvPr>
          <p:cNvSpPr>
            <a:spLocks noGrp="1"/>
          </p:cNvSpPr>
          <p:nvPr>
            <p:ph type="sldNum" sz="quarter" idx="5"/>
          </p:nvPr>
        </p:nvSpPr>
        <p:spPr/>
        <p:txBody>
          <a:bodyPr/>
          <a:lstStyle/>
          <a:p>
            <a:fld id="{FD44E011-3E4E-47B1-9D12-7C114A77054B}" type="slidenum">
              <a:rPr kumimoji="1" lang="ja-JP" altLang="en-US" smtClean="0"/>
              <a:t>8</a:t>
            </a:fld>
            <a:endParaRPr kumimoji="1" lang="ja-JP" altLang="en-US"/>
          </a:p>
        </p:txBody>
      </p:sp>
    </p:spTree>
    <p:extLst>
      <p:ext uri="{BB962C8B-B14F-4D97-AF65-F5344CB8AC3E}">
        <p14:creationId xmlns:p14="http://schemas.microsoft.com/office/powerpoint/2010/main" val="1244168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04BFB0-D15B-7670-F890-26B837C832C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A779AD7-8DAD-88B4-31A7-25084EEB9B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6B6B58C-0EAF-342A-CCD6-E39B14BE2E3F}"/>
              </a:ext>
            </a:extLst>
          </p:cNvPr>
          <p:cNvSpPr>
            <a:spLocks noGrp="1"/>
          </p:cNvSpPr>
          <p:nvPr>
            <p:ph type="dt" sz="half" idx="10"/>
          </p:nvPr>
        </p:nvSpPr>
        <p:spPr/>
        <p:txBody>
          <a:bodyPr/>
          <a:lstStyle/>
          <a:p>
            <a:fld id="{816F22EF-C7C8-4DA7-9FE7-6F9FCA528DA5}"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885B685D-7EF4-4D4A-2467-54BE24B1734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AAA6A1A-CB8B-7F0F-E538-750A79F251CE}"/>
              </a:ext>
            </a:extLst>
          </p:cNvPr>
          <p:cNvSpPr>
            <a:spLocks noGrp="1"/>
          </p:cNvSpPr>
          <p:nvPr>
            <p:ph type="sldNum" sz="quarter" idx="12"/>
          </p:nvPr>
        </p:nvSpPr>
        <p:spPr/>
        <p:txBody>
          <a:bodyPr/>
          <a:lstStyle/>
          <a:p>
            <a:fld id="{4FF55B17-EA8D-49DC-A331-5052A0A4DCA4}" type="slidenum">
              <a:rPr kumimoji="1" lang="ja-JP" altLang="en-US" smtClean="0"/>
              <a:t>‹#›</a:t>
            </a:fld>
            <a:endParaRPr kumimoji="1" lang="ja-JP" altLang="en-US"/>
          </a:p>
        </p:txBody>
      </p:sp>
    </p:spTree>
    <p:extLst>
      <p:ext uri="{BB962C8B-B14F-4D97-AF65-F5344CB8AC3E}">
        <p14:creationId xmlns:p14="http://schemas.microsoft.com/office/powerpoint/2010/main" val="820005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B8BA84-5A6F-95CE-BB36-2FA1A06D08B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09C8EC4-20F6-C736-9D82-2CB62F487C6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705C80-FD6E-EB65-682A-EE029B61CD54}"/>
              </a:ext>
            </a:extLst>
          </p:cNvPr>
          <p:cNvSpPr>
            <a:spLocks noGrp="1"/>
          </p:cNvSpPr>
          <p:nvPr>
            <p:ph type="dt" sz="half" idx="10"/>
          </p:nvPr>
        </p:nvSpPr>
        <p:spPr/>
        <p:txBody>
          <a:bodyPr/>
          <a:lstStyle/>
          <a:p>
            <a:fld id="{816F22EF-C7C8-4DA7-9FE7-6F9FCA528DA5}"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486292AB-6988-55F0-AE18-34367D6560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C6B96B7-66F8-47E3-2BC8-B8CB0FDB75E9}"/>
              </a:ext>
            </a:extLst>
          </p:cNvPr>
          <p:cNvSpPr>
            <a:spLocks noGrp="1"/>
          </p:cNvSpPr>
          <p:nvPr>
            <p:ph type="sldNum" sz="quarter" idx="12"/>
          </p:nvPr>
        </p:nvSpPr>
        <p:spPr/>
        <p:txBody>
          <a:bodyPr/>
          <a:lstStyle/>
          <a:p>
            <a:fld id="{4FF55B17-EA8D-49DC-A331-5052A0A4DCA4}" type="slidenum">
              <a:rPr kumimoji="1" lang="ja-JP" altLang="en-US" smtClean="0"/>
              <a:t>‹#›</a:t>
            </a:fld>
            <a:endParaRPr kumimoji="1" lang="ja-JP" altLang="en-US"/>
          </a:p>
        </p:txBody>
      </p:sp>
    </p:spTree>
    <p:extLst>
      <p:ext uri="{BB962C8B-B14F-4D97-AF65-F5344CB8AC3E}">
        <p14:creationId xmlns:p14="http://schemas.microsoft.com/office/powerpoint/2010/main" val="2755021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F625FE-1D05-C7CA-C1FF-00717CFD1BE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1A8528B-B29D-0390-6D93-C7AD151098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A2DD9BB-B5DF-A3CA-B800-FAB423B9F949}"/>
              </a:ext>
            </a:extLst>
          </p:cNvPr>
          <p:cNvSpPr>
            <a:spLocks noGrp="1"/>
          </p:cNvSpPr>
          <p:nvPr>
            <p:ph type="dt" sz="half" idx="10"/>
          </p:nvPr>
        </p:nvSpPr>
        <p:spPr/>
        <p:txBody>
          <a:bodyPr/>
          <a:lstStyle/>
          <a:p>
            <a:fld id="{816F22EF-C7C8-4DA7-9FE7-6F9FCA528DA5}"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D519ED76-9B8B-FFB0-B62E-BE686DF7111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66E129A-A7AD-2F18-D5D5-9D07D18B4298}"/>
              </a:ext>
            </a:extLst>
          </p:cNvPr>
          <p:cNvSpPr>
            <a:spLocks noGrp="1"/>
          </p:cNvSpPr>
          <p:nvPr>
            <p:ph type="sldNum" sz="quarter" idx="12"/>
          </p:nvPr>
        </p:nvSpPr>
        <p:spPr/>
        <p:txBody>
          <a:bodyPr/>
          <a:lstStyle/>
          <a:p>
            <a:fld id="{4FF55B17-EA8D-49DC-A331-5052A0A4DCA4}" type="slidenum">
              <a:rPr kumimoji="1" lang="ja-JP" altLang="en-US" smtClean="0"/>
              <a:t>‹#›</a:t>
            </a:fld>
            <a:endParaRPr kumimoji="1" lang="ja-JP" altLang="en-US"/>
          </a:p>
        </p:txBody>
      </p:sp>
    </p:spTree>
    <p:extLst>
      <p:ext uri="{BB962C8B-B14F-4D97-AF65-F5344CB8AC3E}">
        <p14:creationId xmlns:p14="http://schemas.microsoft.com/office/powerpoint/2010/main" val="3570219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840A2C-E63F-CA34-FCB6-9E2599CF3F8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B7D9166-A33B-E431-08DC-A9D8AA37616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834CDA8-E23C-FA8A-F5C5-89ADEFFA7E8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2D151DA-17A5-7006-8191-433B972CBEE0}"/>
              </a:ext>
            </a:extLst>
          </p:cNvPr>
          <p:cNvSpPr>
            <a:spLocks noGrp="1"/>
          </p:cNvSpPr>
          <p:nvPr>
            <p:ph type="dt" sz="half" idx="10"/>
          </p:nvPr>
        </p:nvSpPr>
        <p:spPr/>
        <p:txBody>
          <a:bodyPr/>
          <a:lstStyle/>
          <a:p>
            <a:fld id="{816F22EF-C7C8-4DA7-9FE7-6F9FCA528DA5}" type="datetimeFigureOut">
              <a:rPr kumimoji="1" lang="ja-JP" altLang="en-US" smtClean="0"/>
              <a:t>2025/2/7</a:t>
            </a:fld>
            <a:endParaRPr kumimoji="1" lang="ja-JP" altLang="en-US"/>
          </a:p>
        </p:txBody>
      </p:sp>
      <p:sp>
        <p:nvSpPr>
          <p:cNvPr id="6" name="フッター プレースホルダー 5">
            <a:extLst>
              <a:ext uri="{FF2B5EF4-FFF2-40B4-BE49-F238E27FC236}">
                <a16:creationId xmlns:a16="http://schemas.microsoft.com/office/drawing/2014/main" id="{EB91B99F-E889-548D-823B-1DE5D79B26B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68CAA10-8479-544F-551C-716B0A4DDFC0}"/>
              </a:ext>
            </a:extLst>
          </p:cNvPr>
          <p:cNvSpPr>
            <a:spLocks noGrp="1"/>
          </p:cNvSpPr>
          <p:nvPr>
            <p:ph type="sldNum" sz="quarter" idx="12"/>
          </p:nvPr>
        </p:nvSpPr>
        <p:spPr/>
        <p:txBody>
          <a:bodyPr/>
          <a:lstStyle/>
          <a:p>
            <a:fld id="{4FF55B17-EA8D-49DC-A331-5052A0A4DCA4}" type="slidenum">
              <a:rPr kumimoji="1" lang="ja-JP" altLang="en-US" smtClean="0"/>
              <a:t>‹#›</a:t>
            </a:fld>
            <a:endParaRPr kumimoji="1" lang="ja-JP" altLang="en-US"/>
          </a:p>
        </p:txBody>
      </p:sp>
    </p:spTree>
    <p:extLst>
      <p:ext uri="{BB962C8B-B14F-4D97-AF65-F5344CB8AC3E}">
        <p14:creationId xmlns:p14="http://schemas.microsoft.com/office/powerpoint/2010/main" val="4273146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8F4994-96A5-F12E-5B49-24CB71E5673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7D79579-9538-05D5-033D-925E628C2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761567C-AD9E-CE21-A7E2-116D0DECC71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EEE981E-7F3B-88EC-6EA0-A197F3E964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851ED94-86A1-54A8-E14B-650273969E39}"/>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7F1C3C6-409C-CDB2-69EC-380E46948921}"/>
              </a:ext>
            </a:extLst>
          </p:cNvPr>
          <p:cNvSpPr>
            <a:spLocks noGrp="1"/>
          </p:cNvSpPr>
          <p:nvPr>
            <p:ph type="dt" sz="half" idx="10"/>
          </p:nvPr>
        </p:nvSpPr>
        <p:spPr/>
        <p:txBody>
          <a:bodyPr/>
          <a:lstStyle/>
          <a:p>
            <a:fld id="{816F22EF-C7C8-4DA7-9FE7-6F9FCA528DA5}" type="datetimeFigureOut">
              <a:rPr kumimoji="1" lang="ja-JP" altLang="en-US" smtClean="0"/>
              <a:t>2025/2/7</a:t>
            </a:fld>
            <a:endParaRPr kumimoji="1" lang="ja-JP" altLang="en-US"/>
          </a:p>
        </p:txBody>
      </p:sp>
      <p:sp>
        <p:nvSpPr>
          <p:cNvPr id="8" name="フッター プレースホルダー 7">
            <a:extLst>
              <a:ext uri="{FF2B5EF4-FFF2-40B4-BE49-F238E27FC236}">
                <a16:creationId xmlns:a16="http://schemas.microsoft.com/office/drawing/2014/main" id="{45AE86D1-73C7-55FC-4351-CBDCF98B309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344797C-33A5-34E8-16AB-D6220D04381F}"/>
              </a:ext>
            </a:extLst>
          </p:cNvPr>
          <p:cNvSpPr>
            <a:spLocks noGrp="1"/>
          </p:cNvSpPr>
          <p:nvPr>
            <p:ph type="sldNum" sz="quarter" idx="12"/>
          </p:nvPr>
        </p:nvSpPr>
        <p:spPr/>
        <p:txBody>
          <a:bodyPr/>
          <a:lstStyle/>
          <a:p>
            <a:fld id="{4FF55B17-EA8D-49DC-A331-5052A0A4DCA4}" type="slidenum">
              <a:rPr kumimoji="1" lang="ja-JP" altLang="en-US" smtClean="0"/>
              <a:t>‹#›</a:t>
            </a:fld>
            <a:endParaRPr kumimoji="1" lang="ja-JP" altLang="en-US"/>
          </a:p>
        </p:txBody>
      </p:sp>
    </p:spTree>
    <p:extLst>
      <p:ext uri="{BB962C8B-B14F-4D97-AF65-F5344CB8AC3E}">
        <p14:creationId xmlns:p14="http://schemas.microsoft.com/office/powerpoint/2010/main" val="448642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463B64-2B00-55ED-89C1-D09E96049DA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A069084-D391-8F34-0985-535D2585254C}"/>
              </a:ext>
            </a:extLst>
          </p:cNvPr>
          <p:cNvSpPr>
            <a:spLocks noGrp="1"/>
          </p:cNvSpPr>
          <p:nvPr>
            <p:ph type="dt" sz="half" idx="10"/>
          </p:nvPr>
        </p:nvSpPr>
        <p:spPr/>
        <p:txBody>
          <a:bodyPr/>
          <a:lstStyle/>
          <a:p>
            <a:fld id="{816F22EF-C7C8-4DA7-9FE7-6F9FCA528DA5}" type="datetimeFigureOut">
              <a:rPr kumimoji="1" lang="ja-JP" altLang="en-US" smtClean="0"/>
              <a:t>2025/2/7</a:t>
            </a:fld>
            <a:endParaRPr kumimoji="1" lang="ja-JP" altLang="en-US"/>
          </a:p>
        </p:txBody>
      </p:sp>
      <p:sp>
        <p:nvSpPr>
          <p:cNvPr id="4" name="フッター プレースホルダー 3">
            <a:extLst>
              <a:ext uri="{FF2B5EF4-FFF2-40B4-BE49-F238E27FC236}">
                <a16:creationId xmlns:a16="http://schemas.microsoft.com/office/drawing/2014/main" id="{04B056D4-E1B9-B60D-1D9E-605E3FFC211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60DDB25-50E2-BDEE-0951-22C1715BA9E9}"/>
              </a:ext>
            </a:extLst>
          </p:cNvPr>
          <p:cNvSpPr>
            <a:spLocks noGrp="1"/>
          </p:cNvSpPr>
          <p:nvPr>
            <p:ph type="sldNum" sz="quarter" idx="12"/>
          </p:nvPr>
        </p:nvSpPr>
        <p:spPr/>
        <p:txBody>
          <a:bodyPr/>
          <a:lstStyle/>
          <a:p>
            <a:fld id="{4FF55B17-EA8D-49DC-A331-5052A0A4DCA4}" type="slidenum">
              <a:rPr kumimoji="1" lang="ja-JP" altLang="en-US" smtClean="0"/>
              <a:t>‹#›</a:t>
            </a:fld>
            <a:endParaRPr kumimoji="1" lang="ja-JP" altLang="en-US"/>
          </a:p>
        </p:txBody>
      </p:sp>
    </p:spTree>
    <p:extLst>
      <p:ext uri="{BB962C8B-B14F-4D97-AF65-F5344CB8AC3E}">
        <p14:creationId xmlns:p14="http://schemas.microsoft.com/office/powerpoint/2010/main" val="2992634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F69E39C-320A-08AB-EB65-3118847B60CD}"/>
              </a:ext>
            </a:extLst>
          </p:cNvPr>
          <p:cNvSpPr>
            <a:spLocks noGrp="1"/>
          </p:cNvSpPr>
          <p:nvPr>
            <p:ph type="dt" sz="half" idx="10"/>
          </p:nvPr>
        </p:nvSpPr>
        <p:spPr/>
        <p:txBody>
          <a:bodyPr/>
          <a:lstStyle/>
          <a:p>
            <a:fld id="{816F22EF-C7C8-4DA7-9FE7-6F9FCA528DA5}" type="datetimeFigureOut">
              <a:rPr kumimoji="1" lang="ja-JP" altLang="en-US" smtClean="0"/>
              <a:t>2025/2/7</a:t>
            </a:fld>
            <a:endParaRPr kumimoji="1" lang="ja-JP" altLang="en-US"/>
          </a:p>
        </p:txBody>
      </p:sp>
      <p:sp>
        <p:nvSpPr>
          <p:cNvPr id="3" name="フッター プレースホルダー 2">
            <a:extLst>
              <a:ext uri="{FF2B5EF4-FFF2-40B4-BE49-F238E27FC236}">
                <a16:creationId xmlns:a16="http://schemas.microsoft.com/office/drawing/2014/main" id="{08609C2A-E422-BD49-B948-EF165503BA9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C5193D-B01F-C591-E497-3638975B0609}"/>
              </a:ext>
            </a:extLst>
          </p:cNvPr>
          <p:cNvSpPr>
            <a:spLocks noGrp="1"/>
          </p:cNvSpPr>
          <p:nvPr>
            <p:ph type="sldNum" sz="quarter" idx="12"/>
          </p:nvPr>
        </p:nvSpPr>
        <p:spPr/>
        <p:txBody>
          <a:bodyPr/>
          <a:lstStyle/>
          <a:p>
            <a:fld id="{4FF55B17-EA8D-49DC-A331-5052A0A4DCA4}" type="slidenum">
              <a:rPr kumimoji="1" lang="ja-JP" altLang="en-US" smtClean="0"/>
              <a:t>‹#›</a:t>
            </a:fld>
            <a:endParaRPr kumimoji="1" lang="ja-JP" altLang="en-US"/>
          </a:p>
        </p:txBody>
      </p:sp>
    </p:spTree>
    <p:extLst>
      <p:ext uri="{BB962C8B-B14F-4D97-AF65-F5344CB8AC3E}">
        <p14:creationId xmlns:p14="http://schemas.microsoft.com/office/powerpoint/2010/main" val="267313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1153F3-6CF0-FFDC-7EEC-36D9113E07C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4D9BEA5-417C-C714-39B4-25A4886B74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C75C033-1D26-7204-ECAD-4CDA1EF1AD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24721F0-B2B2-6CFF-7FF4-592100C1EF16}"/>
              </a:ext>
            </a:extLst>
          </p:cNvPr>
          <p:cNvSpPr>
            <a:spLocks noGrp="1"/>
          </p:cNvSpPr>
          <p:nvPr>
            <p:ph type="dt" sz="half" idx="10"/>
          </p:nvPr>
        </p:nvSpPr>
        <p:spPr/>
        <p:txBody>
          <a:bodyPr/>
          <a:lstStyle/>
          <a:p>
            <a:fld id="{816F22EF-C7C8-4DA7-9FE7-6F9FCA528DA5}" type="datetimeFigureOut">
              <a:rPr kumimoji="1" lang="ja-JP" altLang="en-US" smtClean="0"/>
              <a:t>2025/2/7</a:t>
            </a:fld>
            <a:endParaRPr kumimoji="1" lang="ja-JP" altLang="en-US"/>
          </a:p>
        </p:txBody>
      </p:sp>
      <p:sp>
        <p:nvSpPr>
          <p:cNvPr id="6" name="フッター プレースホルダー 5">
            <a:extLst>
              <a:ext uri="{FF2B5EF4-FFF2-40B4-BE49-F238E27FC236}">
                <a16:creationId xmlns:a16="http://schemas.microsoft.com/office/drawing/2014/main" id="{599E82BE-9D68-8E77-0E00-9FC8974B941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60450E5-9FA2-8689-F7EF-E9D45587CAA1}"/>
              </a:ext>
            </a:extLst>
          </p:cNvPr>
          <p:cNvSpPr>
            <a:spLocks noGrp="1"/>
          </p:cNvSpPr>
          <p:nvPr>
            <p:ph type="sldNum" sz="quarter" idx="12"/>
          </p:nvPr>
        </p:nvSpPr>
        <p:spPr/>
        <p:txBody>
          <a:bodyPr/>
          <a:lstStyle/>
          <a:p>
            <a:fld id="{4FF55B17-EA8D-49DC-A331-5052A0A4DCA4}" type="slidenum">
              <a:rPr kumimoji="1" lang="ja-JP" altLang="en-US" smtClean="0"/>
              <a:t>‹#›</a:t>
            </a:fld>
            <a:endParaRPr kumimoji="1" lang="ja-JP" altLang="en-US"/>
          </a:p>
        </p:txBody>
      </p:sp>
    </p:spTree>
    <p:extLst>
      <p:ext uri="{BB962C8B-B14F-4D97-AF65-F5344CB8AC3E}">
        <p14:creationId xmlns:p14="http://schemas.microsoft.com/office/powerpoint/2010/main" val="874815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9C53C8-1301-CB8B-7F4F-64EE07D2991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25BAD97-DC75-166E-9C79-AC5018AEA2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DCC363C-0921-71D9-CF4D-78F69A1AE7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3D76E26-C23D-1A9D-43BE-D19F1C816529}"/>
              </a:ext>
            </a:extLst>
          </p:cNvPr>
          <p:cNvSpPr>
            <a:spLocks noGrp="1"/>
          </p:cNvSpPr>
          <p:nvPr>
            <p:ph type="dt" sz="half" idx="10"/>
          </p:nvPr>
        </p:nvSpPr>
        <p:spPr/>
        <p:txBody>
          <a:bodyPr/>
          <a:lstStyle/>
          <a:p>
            <a:fld id="{816F22EF-C7C8-4DA7-9FE7-6F9FCA528DA5}" type="datetimeFigureOut">
              <a:rPr kumimoji="1" lang="ja-JP" altLang="en-US" smtClean="0"/>
              <a:t>2025/2/7</a:t>
            </a:fld>
            <a:endParaRPr kumimoji="1" lang="ja-JP" altLang="en-US"/>
          </a:p>
        </p:txBody>
      </p:sp>
      <p:sp>
        <p:nvSpPr>
          <p:cNvPr id="6" name="フッター プレースホルダー 5">
            <a:extLst>
              <a:ext uri="{FF2B5EF4-FFF2-40B4-BE49-F238E27FC236}">
                <a16:creationId xmlns:a16="http://schemas.microsoft.com/office/drawing/2014/main" id="{6C8CC882-3CE2-2F92-2CD7-9953D7BB51C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275244A-4B05-9F86-CC8D-5E1EFF3598DA}"/>
              </a:ext>
            </a:extLst>
          </p:cNvPr>
          <p:cNvSpPr>
            <a:spLocks noGrp="1"/>
          </p:cNvSpPr>
          <p:nvPr>
            <p:ph type="sldNum" sz="quarter" idx="12"/>
          </p:nvPr>
        </p:nvSpPr>
        <p:spPr/>
        <p:txBody>
          <a:bodyPr/>
          <a:lstStyle/>
          <a:p>
            <a:fld id="{4FF55B17-EA8D-49DC-A331-5052A0A4DCA4}" type="slidenum">
              <a:rPr kumimoji="1" lang="ja-JP" altLang="en-US" smtClean="0"/>
              <a:t>‹#›</a:t>
            </a:fld>
            <a:endParaRPr kumimoji="1" lang="ja-JP" altLang="en-US"/>
          </a:p>
        </p:txBody>
      </p:sp>
    </p:spTree>
    <p:extLst>
      <p:ext uri="{BB962C8B-B14F-4D97-AF65-F5344CB8AC3E}">
        <p14:creationId xmlns:p14="http://schemas.microsoft.com/office/powerpoint/2010/main" val="3313633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BDF2AE-8F75-68F8-72CE-F3DD9EDB866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8B8EBCE-FD90-E532-21AC-FFC54DCDBAA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61BE729-3AE3-4812-F504-7A7C16468D0F}"/>
              </a:ext>
            </a:extLst>
          </p:cNvPr>
          <p:cNvSpPr>
            <a:spLocks noGrp="1"/>
          </p:cNvSpPr>
          <p:nvPr>
            <p:ph type="dt" sz="half" idx="10"/>
          </p:nvPr>
        </p:nvSpPr>
        <p:spPr/>
        <p:txBody>
          <a:bodyPr/>
          <a:lstStyle/>
          <a:p>
            <a:fld id="{816F22EF-C7C8-4DA7-9FE7-6F9FCA528DA5}"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D59B6935-7A18-8538-51F7-CD872432372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8B2DCD1-2F09-D533-7691-92000FAAC6F7}"/>
              </a:ext>
            </a:extLst>
          </p:cNvPr>
          <p:cNvSpPr>
            <a:spLocks noGrp="1"/>
          </p:cNvSpPr>
          <p:nvPr>
            <p:ph type="sldNum" sz="quarter" idx="12"/>
          </p:nvPr>
        </p:nvSpPr>
        <p:spPr/>
        <p:txBody>
          <a:bodyPr/>
          <a:lstStyle/>
          <a:p>
            <a:fld id="{4FF55B17-EA8D-49DC-A331-5052A0A4DCA4}" type="slidenum">
              <a:rPr kumimoji="1" lang="ja-JP" altLang="en-US" smtClean="0"/>
              <a:t>‹#›</a:t>
            </a:fld>
            <a:endParaRPr kumimoji="1" lang="ja-JP" altLang="en-US"/>
          </a:p>
        </p:txBody>
      </p:sp>
    </p:spTree>
    <p:extLst>
      <p:ext uri="{BB962C8B-B14F-4D97-AF65-F5344CB8AC3E}">
        <p14:creationId xmlns:p14="http://schemas.microsoft.com/office/powerpoint/2010/main" val="1689542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5C8680E-C3F0-63B2-4FD6-35103CC655F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664DDB8-F2E1-3AC7-F3D6-20E62FD84AD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EDCED9C-F977-B333-978D-2748990DF190}"/>
              </a:ext>
            </a:extLst>
          </p:cNvPr>
          <p:cNvSpPr>
            <a:spLocks noGrp="1"/>
          </p:cNvSpPr>
          <p:nvPr>
            <p:ph type="dt" sz="half" idx="10"/>
          </p:nvPr>
        </p:nvSpPr>
        <p:spPr/>
        <p:txBody>
          <a:bodyPr/>
          <a:lstStyle/>
          <a:p>
            <a:fld id="{816F22EF-C7C8-4DA7-9FE7-6F9FCA528DA5}"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93D9EB8A-5E97-4503-BA57-E6BF27C214D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BC8F8ED-DE3B-0B8A-4B62-89153EBFE9BA}"/>
              </a:ext>
            </a:extLst>
          </p:cNvPr>
          <p:cNvSpPr>
            <a:spLocks noGrp="1"/>
          </p:cNvSpPr>
          <p:nvPr>
            <p:ph type="sldNum" sz="quarter" idx="12"/>
          </p:nvPr>
        </p:nvSpPr>
        <p:spPr/>
        <p:txBody>
          <a:bodyPr/>
          <a:lstStyle/>
          <a:p>
            <a:fld id="{4FF55B17-EA8D-49DC-A331-5052A0A4DCA4}" type="slidenum">
              <a:rPr kumimoji="1" lang="ja-JP" altLang="en-US" smtClean="0"/>
              <a:t>‹#›</a:t>
            </a:fld>
            <a:endParaRPr kumimoji="1" lang="ja-JP" altLang="en-US"/>
          </a:p>
        </p:txBody>
      </p:sp>
    </p:spTree>
    <p:extLst>
      <p:ext uri="{BB962C8B-B14F-4D97-AF65-F5344CB8AC3E}">
        <p14:creationId xmlns:p14="http://schemas.microsoft.com/office/powerpoint/2010/main" val="3052047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CA1D352-2590-3624-F1B9-AE82E5A9C8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922F72A-D682-8431-BCE0-CA5FE90185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613EF50-8820-5694-EE5D-1A21AFC761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6F22EF-C7C8-4DA7-9FE7-6F9FCA528DA5}"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B16A9E7F-692E-85A4-F587-41D14E933D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CC75E17-D5E7-78E1-6461-3D0BF895BF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F55B17-EA8D-49DC-A331-5052A0A4DCA4}" type="slidenum">
              <a:rPr kumimoji="1" lang="ja-JP" altLang="en-US" smtClean="0"/>
              <a:t>‹#›</a:t>
            </a:fld>
            <a:endParaRPr kumimoji="1" lang="ja-JP" altLang="en-US"/>
          </a:p>
        </p:txBody>
      </p:sp>
    </p:spTree>
    <p:extLst>
      <p:ext uri="{BB962C8B-B14F-4D97-AF65-F5344CB8AC3E}">
        <p14:creationId xmlns:p14="http://schemas.microsoft.com/office/powerpoint/2010/main" val="1195507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chart" Target="../charts/char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140.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タイトル 1">
                <a:extLst>
                  <a:ext uri="{FF2B5EF4-FFF2-40B4-BE49-F238E27FC236}">
                    <a16:creationId xmlns:a16="http://schemas.microsoft.com/office/drawing/2014/main" id="{483D22DD-6773-32BC-499C-E44CC6B44C76}"/>
                  </a:ext>
                </a:extLst>
              </p:cNvPr>
              <p:cNvSpPr>
                <a:spLocks noGrp="1"/>
              </p:cNvSpPr>
              <p:nvPr>
                <p:ph type="ctrTitle"/>
              </p:nvPr>
            </p:nvSpPr>
            <p:spPr>
              <a:xfrm>
                <a:off x="1214203" y="1122363"/>
                <a:ext cx="9833548" cy="2387600"/>
              </a:xfrm>
            </p:spPr>
            <p:txBody>
              <a:bodyPr>
                <a:normAutofit/>
              </a:bodyPr>
              <a:lstStyle/>
              <a:p>
                <a14:m>
                  <m:oMath xmlns:m="http://schemas.openxmlformats.org/officeDocument/2006/math">
                    <m:r>
                      <m:rPr>
                        <m:sty m:val="p"/>
                      </m:rPr>
                      <a:rPr kumimoji="1" lang="en-US" altLang="ja-JP" b="0" i="0" smtClean="0">
                        <a:latin typeface="Cambria Math" panose="02040503050406030204" pitchFamily="18" charset="0"/>
                      </a:rPr>
                      <m:t>P</m:t>
                    </m:r>
                    <m:sSub>
                      <m:sSubPr>
                        <m:ctrlPr>
                          <a:rPr kumimoji="1" lang="en-US" altLang="ja-JP" i="1" smtClean="0">
                            <a:latin typeface="Cambria Math" panose="02040503050406030204" pitchFamily="18" charset="0"/>
                          </a:rPr>
                        </m:ctrlPr>
                      </m:sSubPr>
                      <m:e>
                        <m:r>
                          <m:rPr>
                            <m:sty m:val="p"/>
                          </m:rPr>
                          <a:rPr kumimoji="1" lang="en-US" altLang="ja-JP" b="0" i="0" smtClean="0">
                            <a:latin typeface="Cambria Math" panose="02040503050406030204" pitchFamily="18" charset="0"/>
                          </a:rPr>
                          <m:t>d</m:t>
                        </m:r>
                      </m:e>
                      <m:sub>
                        <m:r>
                          <a:rPr kumimoji="1" lang="en-US" altLang="ja-JP" b="0" i="0" smtClean="0">
                            <a:latin typeface="Cambria Math" panose="02040503050406030204" pitchFamily="18" charset="0"/>
                          </a:rPr>
                          <m:t>80</m:t>
                        </m:r>
                      </m:sub>
                    </m:sSub>
                    <m:r>
                      <m:rPr>
                        <m:sty m:val="p"/>
                      </m:rPr>
                      <a:rPr kumimoji="1" lang="en-US" altLang="ja-JP" b="0" i="0" smtClean="0">
                        <a:latin typeface="Cambria Math" panose="02040503050406030204" pitchFamily="18" charset="0"/>
                      </a:rPr>
                      <m:t>S</m:t>
                    </m:r>
                    <m:sSub>
                      <m:sSubPr>
                        <m:ctrlPr>
                          <a:rPr kumimoji="1" lang="en-US" altLang="ja-JP" i="1" smtClean="0">
                            <a:latin typeface="Cambria Math" panose="02040503050406030204" pitchFamily="18" charset="0"/>
                          </a:rPr>
                        </m:ctrlPr>
                      </m:sSubPr>
                      <m:e>
                        <m:r>
                          <m:rPr>
                            <m:sty m:val="p"/>
                          </m:rPr>
                          <a:rPr kumimoji="1" lang="en-US" altLang="ja-JP" b="0" i="0" smtClean="0">
                            <a:latin typeface="Cambria Math" panose="02040503050406030204" pitchFamily="18" charset="0"/>
                          </a:rPr>
                          <m:t>i</m:t>
                        </m:r>
                      </m:e>
                      <m:sub>
                        <m:r>
                          <a:rPr kumimoji="1" lang="en-US" altLang="ja-JP" b="0" i="0" smtClean="0">
                            <a:latin typeface="Cambria Math" panose="02040503050406030204" pitchFamily="18" charset="0"/>
                          </a:rPr>
                          <m:t>20</m:t>
                        </m:r>
                      </m:sub>
                    </m:sSub>
                  </m:oMath>
                </a14:m>
                <a:r>
                  <a:rPr kumimoji="1" lang="ja-JP" altLang="en-US" b="1"/>
                  <a:t>金属ガラスにおける</a:t>
                </a:r>
                <a:br>
                  <a:rPr kumimoji="1" lang="en-US" altLang="ja-JP" b="1" dirty="0"/>
                </a:br>
                <a:r>
                  <a:rPr kumimoji="1" lang="ja-JP" altLang="en-US" b="1"/>
                  <a:t>局所構造と動的挙動</a:t>
                </a:r>
                <a:endParaRPr kumimoji="1" lang="ja-JP" altLang="en-US" b="1" dirty="0"/>
              </a:p>
            </p:txBody>
          </p:sp>
        </mc:Choice>
        <mc:Fallback>
          <p:sp>
            <p:nvSpPr>
              <p:cNvPr id="2" name="タイトル 1">
                <a:extLst>
                  <a:ext uri="{FF2B5EF4-FFF2-40B4-BE49-F238E27FC236}">
                    <a16:creationId xmlns:a16="http://schemas.microsoft.com/office/drawing/2014/main" id="{483D22DD-6773-32BC-499C-E44CC6B44C76}"/>
                  </a:ext>
                </a:extLst>
              </p:cNvPr>
              <p:cNvSpPr>
                <a:spLocks noGrp="1" noRot="1" noChangeAspect="1" noMove="1" noResize="1" noEditPoints="1" noAdjustHandles="1" noChangeArrowheads="1" noChangeShapeType="1" noTextEdit="1"/>
              </p:cNvSpPr>
              <p:nvPr>
                <p:ph type="ctrTitle"/>
              </p:nvPr>
            </p:nvSpPr>
            <p:spPr>
              <a:xfrm>
                <a:off x="1214203" y="1122363"/>
                <a:ext cx="9833548" cy="2387600"/>
              </a:xfrm>
              <a:blipFill>
                <a:blip r:embed="rId2"/>
                <a:stretch>
                  <a:fillRect r="-3224" b="-17092"/>
                </a:stretch>
              </a:blipFill>
            </p:spPr>
            <p:txBody>
              <a:bodyPr/>
              <a:lstStyle/>
              <a:p>
                <a:r>
                  <a:rPr lang="ja-JP" altLang="en-US">
                    <a:noFill/>
                  </a:rPr>
                  <a:t> </a:t>
                </a:r>
              </a:p>
            </p:txBody>
          </p:sp>
        </mc:Fallback>
      </mc:AlternateContent>
      <p:sp>
        <p:nvSpPr>
          <p:cNvPr id="3" name="字幕 2">
            <a:extLst>
              <a:ext uri="{FF2B5EF4-FFF2-40B4-BE49-F238E27FC236}">
                <a16:creationId xmlns:a16="http://schemas.microsoft.com/office/drawing/2014/main" id="{D650A7C7-FA21-19C4-1A4A-D6E04A185662}"/>
              </a:ext>
            </a:extLst>
          </p:cNvPr>
          <p:cNvSpPr>
            <a:spLocks noGrp="1"/>
          </p:cNvSpPr>
          <p:nvPr>
            <p:ph type="subTitle" idx="1"/>
          </p:nvPr>
        </p:nvSpPr>
        <p:spPr>
          <a:xfrm>
            <a:off x="1524000" y="3631474"/>
            <a:ext cx="9144000" cy="2032726"/>
          </a:xfrm>
        </p:spPr>
        <p:txBody>
          <a:bodyPr>
            <a:normAutofit/>
          </a:bodyPr>
          <a:lstStyle/>
          <a:p>
            <a:r>
              <a:rPr kumimoji="1" lang="ja-JP" altLang="en-US" sz="2800"/>
              <a:t>平田研究室所属</a:t>
            </a:r>
            <a:endParaRPr kumimoji="1" lang="en-US" altLang="ja-JP" sz="2800" dirty="0"/>
          </a:p>
          <a:p>
            <a:r>
              <a:rPr kumimoji="1" lang="ja-JP" altLang="en-US" sz="2800"/>
              <a:t>氏名：長 亮佑</a:t>
            </a:r>
            <a:endParaRPr kumimoji="1" lang="en-US" altLang="ja-JP" sz="2800" dirty="0"/>
          </a:p>
          <a:p>
            <a:r>
              <a:rPr lang="ja-JP" altLang="en-US" sz="2800"/>
              <a:t>学籍番号：</a:t>
            </a:r>
            <a:r>
              <a:rPr kumimoji="1" lang="en-US" altLang="ja-JP" sz="2800" dirty="0"/>
              <a:t>1w202220-4</a:t>
            </a:r>
          </a:p>
          <a:p>
            <a:r>
              <a:rPr kumimoji="1" lang="ja-JP" altLang="en-US" sz="2800" dirty="0"/>
              <a:t>御指導教員：平田 秋彦 教授</a:t>
            </a:r>
          </a:p>
        </p:txBody>
      </p:sp>
    </p:spTree>
    <p:extLst>
      <p:ext uri="{BB962C8B-B14F-4D97-AF65-F5344CB8AC3E}">
        <p14:creationId xmlns:p14="http://schemas.microsoft.com/office/powerpoint/2010/main" val="2445891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3776936E-5AD1-26C0-5502-8AA966F02CC2}"/>
                  </a:ext>
                </a:extLst>
              </p:cNvPr>
              <p:cNvSpPr txBox="1"/>
              <p:nvPr/>
            </p:nvSpPr>
            <p:spPr>
              <a:xfrm>
                <a:off x="521100" y="402175"/>
                <a:ext cx="6178656" cy="707886"/>
              </a:xfrm>
              <a:prstGeom prst="rect">
                <a:avLst/>
              </a:prstGeom>
              <a:noFill/>
              <a:ln>
                <a:solidFill>
                  <a:schemeClr val="tx1"/>
                </a:solidFill>
              </a:ln>
            </p:spPr>
            <p:txBody>
              <a:bodyPr wrap="square" rtlCol="0">
                <a:spAutoFit/>
              </a:bodyPr>
              <a:lstStyle/>
              <a:p>
                <a:r>
                  <a:rPr lang="ja-JP" altLang="en-US" sz="2000" b="0"/>
                  <a:t>研究目的：</a:t>
                </a:r>
                <a14:m>
                  <m:oMath xmlns:m="http://schemas.openxmlformats.org/officeDocument/2006/math">
                    <m:sSub>
                      <m:sSubPr>
                        <m:ctrlPr>
                          <a:rPr lang="en-US" altLang="ja-JP" sz="2000" b="0" i="1" smtClean="0">
                            <a:latin typeface="Cambria Math" panose="02040503050406030204" pitchFamily="18" charset="0"/>
                          </a:rPr>
                        </m:ctrlPr>
                      </m:sSubPr>
                      <m:e>
                        <m:r>
                          <m:rPr>
                            <m:sty m:val="p"/>
                          </m:rPr>
                          <a:rPr lang="en-US" altLang="ja-JP" sz="2000" i="0" smtClean="0">
                            <a:latin typeface="Cambria Math" panose="02040503050406030204" pitchFamily="18" charset="0"/>
                          </a:rPr>
                          <m:t>Pd</m:t>
                        </m:r>
                      </m:e>
                      <m:sub>
                        <m:r>
                          <a:rPr lang="en-US" altLang="ja-JP" sz="2000" b="0" i="1" smtClean="0">
                            <a:latin typeface="Cambria Math" panose="02040503050406030204" pitchFamily="18" charset="0"/>
                          </a:rPr>
                          <m:t>80</m:t>
                        </m:r>
                      </m:sub>
                    </m:sSub>
                    <m:r>
                      <a:rPr lang="en-US" altLang="ja-JP" sz="2000" b="0" i="1" smtClean="0">
                        <a:latin typeface="Cambria Math" panose="02040503050406030204" pitchFamily="18" charset="0"/>
                      </a:rPr>
                      <m:t>𝑆</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𝑖</m:t>
                        </m:r>
                      </m:e>
                      <m:sub>
                        <m:r>
                          <a:rPr lang="en-US" altLang="ja-JP" sz="2000" b="0" i="1" smtClean="0">
                            <a:latin typeface="Cambria Math" panose="02040503050406030204" pitchFamily="18" charset="0"/>
                          </a:rPr>
                          <m:t>20</m:t>
                        </m:r>
                      </m:sub>
                    </m:sSub>
                  </m:oMath>
                </a14:m>
                <a:r>
                  <a:rPr kumimoji="1" lang="ja-JP" altLang="en-US" sz="2000"/>
                  <a:t>金属ガラスの冷却過程における局所構造、特にガラス化した際について検討する</a:t>
                </a:r>
              </a:p>
            </p:txBody>
          </p:sp>
        </mc:Choice>
        <mc:Fallback xmlns="">
          <p:sp>
            <p:nvSpPr>
              <p:cNvPr id="4" name="テキスト ボックス 3">
                <a:extLst>
                  <a:ext uri="{FF2B5EF4-FFF2-40B4-BE49-F238E27FC236}">
                    <a16:creationId xmlns:a16="http://schemas.microsoft.com/office/drawing/2014/main" id="{3776936E-5AD1-26C0-5502-8AA966F02CC2}"/>
                  </a:ext>
                </a:extLst>
              </p:cNvPr>
              <p:cNvSpPr txBox="1">
                <a:spLocks noRot="1" noChangeAspect="1" noMove="1" noResize="1" noEditPoints="1" noAdjustHandles="1" noChangeArrowheads="1" noChangeShapeType="1" noTextEdit="1"/>
              </p:cNvSpPr>
              <p:nvPr/>
            </p:nvSpPr>
            <p:spPr>
              <a:xfrm>
                <a:off x="521100" y="402175"/>
                <a:ext cx="6178656" cy="707886"/>
              </a:xfrm>
              <a:prstGeom prst="rect">
                <a:avLst/>
              </a:prstGeom>
              <a:blipFill>
                <a:blip r:embed="rId2"/>
                <a:stretch>
                  <a:fillRect l="-820" t="-1754" b="-14035"/>
                </a:stretch>
              </a:blipFill>
              <a:ln>
                <a:solidFill>
                  <a:schemeClr val="tx1"/>
                </a:solidFill>
              </a:ln>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02F3B53B-3FC4-6653-7FB3-05A05D015F0D}"/>
              </a:ext>
            </a:extLst>
          </p:cNvPr>
          <p:cNvSpPr txBox="1"/>
          <p:nvPr/>
        </p:nvSpPr>
        <p:spPr>
          <a:xfrm>
            <a:off x="521100" y="1602914"/>
            <a:ext cx="6178656" cy="1323439"/>
          </a:xfrm>
          <a:prstGeom prst="rect">
            <a:avLst/>
          </a:prstGeom>
          <a:noFill/>
          <a:ln>
            <a:solidFill>
              <a:schemeClr val="tx1"/>
            </a:solidFill>
          </a:ln>
        </p:spPr>
        <p:txBody>
          <a:bodyPr wrap="square" rtlCol="0">
            <a:spAutoFit/>
          </a:bodyPr>
          <a:lstStyle/>
          <a:p>
            <a:r>
              <a:rPr kumimoji="1" lang="ja-JP" altLang="en-US" sz="2000"/>
              <a:t>シミュレーション方法：</a:t>
            </a:r>
            <a:endParaRPr kumimoji="1" lang="en-US" altLang="ja-JP" sz="2000" dirty="0"/>
          </a:p>
          <a:p>
            <a:r>
              <a:rPr lang="en-US" altLang="ja-JP" sz="2000" dirty="0"/>
              <a:t> </a:t>
            </a:r>
            <a:r>
              <a:rPr kumimoji="1" lang="ja-JP" altLang="en-US" sz="2000"/>
              <a:t>・分子動力学シミュレーション</a:t>
            </a:r>
            <a:r>
              <a:rPr kumimoji="1" lang="en-US" altLang="ja-JP" sz="2000" dirty="0"/>
              <a:t> </a:t>
            </a:r>
            <a:r>
              <a:rPr kumimoji="1" lang="ja-JP" altLang="en-US" sz="2000"/>
              <a:t>条件：</a:t>
            </a:r>
            <a:r>
              <a:rPr kumimoji="1" lang="en-US" altLang="ja-JP" sz="2000" dirty="0"/>
              <a:t>LAMMPS</a:t>
            </a:r>
            <a:r>
              <a:rPr lang="ja-JP" altLang="en-US" sz="2000"/>
              <a:t>、</a:t>
            </a:r>
            <a:r>
              <a:rPr kumimoji="1" lang="en-US" altLang="ja-JP" sz="2000" dirty="0" err="1"/>
              <a:t>eam</a:t>
            </a:r>
            <a:r>
              <a:rPr kumimoji="1" lang="ja-JP" altLang="en-US" sz="2000"/>
              <a:t>ポテンシャル、タイムステップ</a:t>
            </a:r>
            <a:r>
              <a:rPr kumimoji="1" lang="en-US" altLang="ja-JP" sz="2000" dirty="0"/>
              <a:t>0.001fs</a:t>
            </a:r>
          </a:p>
          <a:p>
            <a:r>
              <a:rPr lang="en-US" altLang="ja-JP" sz="2000" dirty="0"/>
              <a:t> </a:t>
            </a:r>
            <a:r>
              <a:rPr lang="ja-JP" altLang="en-US" sz="2000"/>
              <a:t>・</a:t>
            </a:r>
            <a:r>
              <a:rPr lang="en-US" altLang="ja-JP" sz="2000" dirty="0"/>
              <a:t>Voronoi</a:t>
            </a:r>
            <a:r>
              <a:rPr lang="ja-JP" altLang="en-US" sz="2000"/>
              <a:t>多面体解析</a:t>
            </a:r>
            <a:endParaRPr kumimoji="1" lang="ja-JP" altLang="en-US" sz="2000"/>
          </a:p>
        </p:txBody>
      </p:sp>
      <p:sp>
        <p:nvSpPr>
          <p:cNvPr id="6" name="テキスト ボックス 5">
            <a:extLst>
              <a:ext uri="{FF2B5EF4-FFF2-40B4-BE49-F238E27FC236}">
                <a16:creationId xmlns:a16="http://schemas.microsoft.com/office/drawing/2014/main" id="{36C4761C-2D0D-8648-EC52-B6665FDC93F0}"/>
              </a:ext>
            </a:extLst>
          </p:cNvPr>
          <p:cNvSpPr txBox="1"/>
          <p:nvPr/>
        </p:nvSpPr>
        <p:spPr>
          <a:xfrm>
            <a:off x="521100" y="3299965"/>
            <a:ext cx="6178656" cy="3477875"/>
          </a:xfrm>
          <a:prstGeom prst="rect">
            <a:avLst/>
          </a:prstGeom>
          <a:noFill/>
          <a:ln>
            <a:solidFill>
              <a:schemeClr val="tx1"/>
            </a:solidFill>
          </a:ln>
        </p:spPr>
        <p:txBody>
          <a:bodyPr wrap="square" rtlCol="0">
            <a:spAutoFit/>
          </a:bodyPr>
          <a:lstStyle/>
          <a:p>
            <a:r>
              <a:rPr kumimoji="1" lang="ja-JP" altLang="en-US" sz="2000"/>
              <a:t>計算結果</a:t>
            </a:r>
            <a:r>
              <a:rPr kumimoji="1" lang="en-US" altLang="ja-JP" sz="2000" dirty="0"/>
              <a:t>① </a:t>
            </a:r>
            <a:r>
              <a:rPr kumimoji="1" lang="ja-JP" altLang="en-US" sz="2000"/>
              <a:t>二体分布関数：</a:t>
            </a:r>
            <a:endParaRPr kumimoji="1" lang="en-US" altLang="ja-JP" sz="2000" dirty="0"/>
          </a:p>
          <a:p>
            <a:r>
              <a:rPr kumimoji="1" lang="ja-JP" altLang="en-US" sz="2000"/>
              <a:t>・</a:t>
            </a:r>
            <a:r>
              <a:rPr kumimoji="1" lang="en-US" altLang="ja-JP" sz="2000" dirty="0"/>
              <a:t>Si-Si</a:t>
            </a:r>
            <a:r>
              <a:rPr lang="ja-JP" altLang="en-US" sz="2000"/>
              <a:t>相関の</a:t>
            </a:r>
            <a:r>
              <a:rPr lang="ja-JP" altLang="en-US" sz="2000" u="sng"/>
              <a:t>第２ピーク</a:t>
            </a:r>
            <a:r>
              <a:rPr lang="ja-JP" altLang="en-US" sz="2000"/>
              <a:t>の分裂</a:t>
            </a:r>
            <a:r>
              <a:rPr lang="en-US" altLang="ja-JP" sz="2000" dirty="0"/>
              <a:t>(</a:t>
            </a:r>
            <a:r>
              <a:rPr lang="ja-JP" altLang="en-US" sz="2000"/>
              <a:t>右図の赤丸</a:t>
            </a:r>
            <a:r>
              <a:rPr lang="en-US" altLang="ja-JP" sz="2000" dirty="0"/>
              <a:t>)</a:t>
            </a:r>
          </a:p>
          <a:p>
            <a:endParaRPr kumimoji="1" lang="en-US" altLang="ja-JP" sz="2000" dirty="0"/>
          </a:p>
          <a:p>
            <a:r>
              <a:rPr lang="ja-JP" altLang="en-US" sz="2000"/>
              <a:t>計算結果②</a:t>
            </a:r>
            <a:r>
              <a:rPr lang="en-US" altLang="ja-JP" sz="2000" dirty="0"/>
              <a:t> Voronoi</a:t>
            </a:r>
            <a:r>
              <a:rPr lang="ja-JP" altLang="en-US" sz="2000"/>
              <a:t>多面体解析：</a:t>
            </a:r>
            <a:endParaRPr lang="en-US" altLang="ja-JP" sz="2000" dirty="0"/>
          </a:p>
          <a:p>
            <a:r>
              <a:rPr kumimoji="1" lang="ja-JP" altLang="en-US" sz="2000"/>
              <a:t>・</a:t>
            </a:r>
            <a:r>
              <a:rPr kumimoji="1" lang="en-US" altLang="ja-JP" sz="2000" dirty="0"/>
              <a:t>Si</a:t>
            </a:r>
            <a:r>
              <a:rPr kumimoji="1" lang="ja-JP" altLang="en-US" sz="2000"/>
              <a:t>中心の</a:t>
            </a:r>
            <a:r>
              <a:rPr kumimoji="1" lang="en-US" altLang="ja-JP" sz="2000" dirty="0"/>
              <a:t>&lt;0 3 6 0&gt;</a:t>
            </a:r>
            <a:r>
              <a:rPr kumimoji="1" lang="ja-JP" altLang="en-US" sz="2000"/>
              <a:t>プリズム構造が支配的な多面体</a:t>
            </a:r>
            <a:endParaRPr kumimoji="1" lang="en-US" altLang="ja-JP" sz="2000" dirty="0"/>
          </a:p>
          <a:p>
            <a:r>
              <a:rPr lang="ja-JP" altLang="en-US" sz="2000"/>
              <a:t>・温度変化による構造変化</a:t>
            </a:r>
            <a:r>
              <a:rPr lang="en-US" altLang="ja-JP" sz="2000" dirty="0"/>
              <a:t>(</a:t>
            </a:r>
            <a:r>
              <a:rPr lang="ja-JP" altLang="en-US" sz="2000" u="sng"/>
              <a:t>面共有</a:t>
            </a:r>
            <a:r>
              <a:rPr lang="ja-JP" altLang="en-US" sz="2000"/>
              <a:t>、</a:t>
            </a:r>
            <a:r>
              <a:rPr lang="ja-JP" altLang="en-US" sz="2000" u="sng"/>
              <a:t>点共有</a:t>
            </a:r>
            <a:r>
              <a:rPr lang="ja-JP" altLang="en-US" sz="2000"/>
              <a:t>の結合</a:t>
            </a:r>
            <a:r>
              <a:rPr lang="en-US" altLang="ja-JP" sz="2000" dirty="0"/>
              <a:t>)</a:t>
            </a:r>
            <a:r>
              <a:rPr lang="ja-JP" altLang="en-US" sz="2000"/>
              <a:t>を確認</a:t>
            </a:r>
            <a:endParaRPr lang="en-US" altLang="ja-JP" sz="2000" dirty="0"/>
          </a:p>
          <a:p>
            <a:endParaRPr lang="en-US" altLang="ja-JP" sz="2000" dirty="0"/>
          </a:p>
          <a:p>
            <a:r>
              <a:rPr kumimoji="1" lang="ja-JP" altLang="en-US" sz="2000"/>
              <a:t>計算結果</a:t>
            </a:r>
            <a:r>
              <a:rPr kumimoji="1" lang="en-US" altLang="ja-JP" sz="2000" dirty="0"/>
              <a:t>③ Si</a:t>
            </a:r>
            <a:r>
              <a:rPr kumimoji="1" lang="ja-JP" altLang="en-US" sz="2000"/>
              <a:t>原子の動的挙動：</a:t>
            </a:r>
            <a:endParaRPr kumimoji="1" lang="en-US" altLang="ja-JP" sz="2000" dirty="0"/>
          </a:p>
          <a:p>
            <a:r>
              <a:rPr lang="ja-JP" altLang="en-US" sz="2000"/>
              <a:t>・温度変化による</a:t>
            </a:r>
            <a:r>
              <a:rPr lang="en-US" altLang="ja-JP" sz="2000" dirty="0"/>
              <a:t>Si</a:t>
            </a:r>
            <a:r>
              <a:rPr lang="ja-JP" altLang="en-US" sz="2000"/>
              <a:t>原子</a:t>
            </a:r>
            <a:r>
              <a:rPr lang="en-US" altLang="ja-JP" sz="2000" dirty="0"/>
              <a:t>(</a:t>
            </a:r>
            <a:r>
              <a:rPr lang="ja-JP" altLang="en-US" sz="2000"/>
              <a:t>同一</a:t>
            </a:r>
            <a:r>
              <a:rPr lang="en-US" altLang="ja-JP" sz="2000" dirty="0"/>
              <a:t>ID)</a:t>
            </a:r>
            <a:r>
              <a:rPr lang="ja-JP" altLang="en-US" sz="2000"/>
              <a:t>のガラス転移点をまたぐ不均一な動的挙動</a:t>
            </a:r>
            <a:endParaRPr kumimoji="1" lang="ja-JP" altLang="en-US" sz="2000"/>
          </a:p>
        </p:txBody>
      </p:sp>
      <p:graphicFrame>
        <p:nvGraphicFramePr>
          <p:cNvPr id="7" name="グラフ 6">
            <a:extLst>
              <a:ext uri="{FF2B5EF4-FFF2-40B4-BE49-F238E27FC236}">
                <a16:creationId xmlns:a16="http://schemas.microsoft.com/office/drawing/2014/main" id="{A6F38F32-1686-EE2F-330E-0392D27CDA2E}"/>
              </a:ext>
            </a:extLst>
          </p:cNvPr>
          <p:cNvGraphicFramePr>
            <a:graphicFrameLocks/>
          </p:cNvGraphicFramePr>
          <p:nvPr>
            <p:extLst>
              <p:ext uri="{D42A27DB-BD31-4B8C-83A1-F6EECF244321}">
                <p14:modId xmlns:p14="http://schemas.microsoft.com/office/powerpoint/2010/main" val="3790450615"/>
              </p:ext>
            </p:extLst>
          </p:nvPr>
        </p:nvGraphicFramePr>
        <p:xfrm>
          <a:off x="7035504" y="604481"/>
          <a:ext cx="4971144" cy="2824519"/>
        </p:xfrm>
        <a:graphic>
          <a:graphicData uri="http://schemas.openxmlformats.org/drawingml/2006/chart">
            <c:chart xmlns:c="http://schemas.openxmlformats.org/drawingml/2006/chart" xmlns:r="http://schemas.openxmlformats.org/officeDocument/2006/relationships" r:id="rId3"/>
          </a:graphicData>
        </a:graphic>
      </p:graphicFrame>
      <p:sp>
        <p:nvSpPr>
          <p:cNvPr id="8" name="円/楕円 7">
            <a:extLst>
              <a:ext uri="{FF2B5EF4-FFF2-40B4-BE49-F238E27FC236}">
                <a16:creationId xmlns:a16="http://schemas.microsoft.com/office/drawing/2014/main" id="{D9CC28F7-CC5C-ED90-F288-247EB26847B8}"/>
              </a:ext>
            </a:extLst>
          </p:cNvPr>
          <p:cNvSpPr/>
          <p:nvPr/>
        </p:nvSpPr>
        <p:spPr>
          <a:xfrm>
            <a:off x="9244911" y="2184844"/>
            <a:ext cx="459046" cy="613797"/>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C85F2468-56B1-5569-ECA2-BBB80A54F7A6}"/>
              </a:ext>
            </a:extLst>
          </p:cNvPr>
          <p:cNvSpPr txBox="1"/>
          <p:nvPr/>
        </p:nvSpPr>
        <p:spPr>
          <a:xfrm>
            <a:off x="7672731" y="840665"/>
            <a:ext cx="1572180" cy="369332"/>
          </a:xfrm>
          <a:prstGeom prst="rect">
            <a:avLst/>
          </a:prstGeom>
          <a:noFill/>
        </p:spPr>
        <p:txBody>
          <a:bodyPr wrap="square" rtlCol="0">
            <a:spAutoFit/>
          </a:bodyPr>
          <a:lstStyle/>
          <a:p>
            <a:r>
              <a:rPr kumimoji="1" lang="en-US" altLang="ja-JP" dirty="0"/>
              <a:t>Si-Si</a:t>
            </a:r>
            <a:r>
              <a:rPr kumimoji="1" lang="ja-JP" altLang="en-US"/>
              <a:t>相関</a:t>
            </a:r>
          </a:p>
        </p:txBody>
      </p:sp>
      <p:pic>
        <p:nvPicPr>
          <p:cNvPr id="12" name="図 11">
            <a:extLst>
              <a:ext uri="{FF2B5EF4-FFF2-40B4-BE49-F238E27FC236}">
                <a16:creationId xmlns:a16="http://schemas.microsoft.com/office/drawing/2014/main" id="{61D92772-1539-1AE0-48FF-619D8496B582}"/>
              </a:ext>
            </a:extLst>
          </p:cNvPr>
          <p:cNvPicPr>
            <a:picLocks noChangeAspect="1"/>
          </p:cNvPicPr>
          <p:nvPr/>
        </p:nvPicPr>
        <p:blipFill>
          <a:blip r:embed="rId4"/>
          <a:stretch>
            <a:fillRect/>
          </a:stretch>
        </p:blipFill>
        <p:spPr>
          <a:xfrm>
            <a:off x="7468711" y="3953321"/>
            <a:ext cx="4444615" cy="2824519"/>
          </a:xfrm>
          <a:prstGeom prst="rect">
            <a:avLst/>
          </a:prstGeom>
          <a:ln>
            <a:solidFill>
              <a:schemeClr val="tx1"/>
            </a:solidFill>
          </a:ln>
        </p:spPr>
      </p:pic>
      <p:sp>
        <p:nvSpPr>
          <p:cNvPr id="14" name="テキスト ボックス 13">
            <a:extLst>
              <a:ext uri="{FF2B5EF4-FFF2-40B4-BE49-F238E27FC236}">
                <a16:creationId xmlns:a16="http://schemas.microsoft.com/office/drawing/2014/main" id="{D5665E27-42B5-144B-311D-DAA7BC39F188}"/>
              </a:ext>
            </a:extLst>
          </p:cNvPr>
          <p:cNvSpPr txBox="1"/>
          <p:nvPr/>
        </p:nvSpPr>
        <p:spPr>
          <a:xfrm>
            <a:off x="8315641" y="235149"/>
            <a:ext cx="2776631" cy="369332"/>
          </a:xfrm>
          <a:prstGeom prst="rect">
            <a:avLst/>
          </a:prstGeom>
          <a:noFill/>
          <a:ln>
            <a:solidFill>
              <a:schemeClr val="tx1"/>
            </a:solidFill>
          </a:ln>
        </p:spPr>
        <p:txBody>
          <a:bodyPr wrap="square" rtlCol="0">
            <a:spAutoFit/>
          </a:bodyPr>
          <a:lstStyle/>
          <a:p>
            <a:r>
              <a:rPr kumimoji="1" lang="en-US" altLang="ja-JP" dirty="0"/>
              <a:t>Si-Si</a:t>
            </a:r>
            <a:r>
              <a:rPr kumimoji="1" lang="ja-JP" altLang="en-US"/>
              <a:t>相関の二体分布関数</a:t>
            </a:r>
          </a:p>
        </p:txBody>
      </p:sp>
      <p:sp>
        <p:nvSpPr>
          <p:cNvPr id="15" name="テキスト ボックス 14">
            <a:extLst>
              <a:ext uri="{FF2B5EF4-FFF2-40B4-BE49-F238E27FC236}">
                <a16:creationId xmlns:a16="http://schemas.microsoft.com/office/drawing/2014/main" id="{048F9285-798D-391E-78B0-5C20F66D94CC}"/>
              </a:ext>
            </a:extLst>
          </p:cNvPr>
          <p:cNvSpPr txBox="1"/>
          <p:nvPr/>
        </p:nvSpPr>
        <p:spPr>
          <a:xfrm>
            <a:off x="7734692" y="3506494"/>
            <a:ext cx="3912651" cy="369332"/>
          </a:xfrm>
          <a:prstGeom prst="rect">
            <a:avLst/>
          </a:prstGeom>
          <a:noFill/>
          <a:ln>
            <a:solidFill>
              <a:schemeClr val="tx1"/>
            </a:solidFill>
          </a:ln>
        </p:spPr>
        <p:txBody>
          <a:bodyPr wrap="square" rtlCol="0">
            <a:spAutoFit/>
          </a:bodyPr>
          <a:lstStyle/>
          <a:p>
            <a:r>
              <a:rPr lang="ja-JP" altLang="en-US"/>
              <a:t>冷却後の面共有と点共有の結合構造</a:t>
            </a:r>
            <a:endParaRPr kumimoji="1" lang="ja-JP" altLang="en-US"/>
          </a:p>
        </p:txBody>
      </p:sp>
    </p:spTree>
    <p:extLst>
      <p:ext uri="{BB962C8B-B14F-4D97-AF65-F5344CB8AC3E}">
        <p14:creationId xmlns:p14="http://schemas.microsoft.com/office/powerpoint/2010/main" val="2083254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テキスト ボックス 10">
            <a:extLst>
              <a:ext uri="{FF2B5EF4-FFF2-40B4-BE49-F238E27FC236}">
                <a16:creationId xmlns:a16="http://schemas.microsoft.com/office/drawing/2014/main" id="{FBCA719C-CF26-6492-142B-DC2B810B34BB}"/>
              </a:ext>
            </a:extLst>
          </p:cNvPr>
          <p:cNvSpPr txBox="1"/>
          <p:nvPr/>
        </p:nvSpPr>
        <p:spPr>
          <a:xfrm>
            <a:off x="477670" y="1261348"/>
            <a:ext cx="1773556" cy="400110"/>
          </a:xfrm>
          <a:prstGeom prst="rect">
            <a:avLst/>
          </a:prstGeom>
          <a:solidFill>
            <a:schemeClr val="tx2">
              <a:lumMod val="75000"/>
              <a:lumOff val="25000"/>
            </a:schemeClr>
          </a:solidFill>
          <a:ln>
            <a:solidFill>
              <a:schemeClr val="accent1"/>
            </a:solidFill>
          </a:ln>
        </p:spPr>
        <p:txBody>
          <a:bodyPr wrap="square" rtlCol="0">
            <a:spAutoFit/>
          </a:bodyPr>
          <a:lstStyle/>
          <a:p>
            <a:r>
              <a:rPr kumimoji="1" lang="ja-JP" altLang="en-US" sz="2000" b="1" dirty="0">
                <a:solidFill>
                  <a:schemeClr val="bg1"/>
                </a:solidFill>
              </a:rPr>
              <a:t>ガラス化とは</a:t>
            </a:r>
          </a:p>
        </p:txBody>
      </p:sp>
      <p:sp>
        <p:nvSpPr>
          <p:cNvPr id="12" name="テキスト ボックス 11">
            <a:extLst>
              <a:ext uri="{FF2B5EF4-FFF2-40B4-BE49-F238E27FC236}">
                <a16:creationId xmlns:a16="http://schemas.microsoft.com/office/drawing/2014/main" id="{74CFBA80-797F-C587-DC1C-1CE8C83EF2DE}"/>
              </a:ext>
            </a:extLst>
          </p:cNvPr>
          <p:cNvSpPr txBox="1"/>
          <p:nvPr/>
        </p:nvSpPr>
        <p:spPr>
          <a:xfrm>
            <a:off x="506245" y="4309408"/>
            <a:ext cx="5257800" cy="1938992"/>
          </a:xfrm>
          <a:prstGeom prst="rect">
            <a:avLst/>
          </a:prstGeom>
          <a:solidFill>
            <a:schemeClr val="tx2">
              <a:lumMod val="10000"/>
              <a:lumOff val="90000"/>
            </a:schemeClr>
          </a:solidFill>
        </p:spPr>
        <p:txBody>
          <a:bodyPr wrap="square" rtlCol="0">
            <a:spAutoFit/>
          </a:bodyPr>
          <a:lstStyle/>
          <a:p>
            <a:r>
              <a:rPr kumimoji="1" lang="en-US" altLang="ja-JP" sz="2000" dirty="0"/>
              <a:t>1960</a:t>
            </a:r>
            <a:r>
              <a:rPr kumimoji="1" lang="ja-JP" altLang="en-US" sz="2000" dirty="0"/>
              <a:t>年、</a:t>
            </a:r>
            <a:r>
              <a:rPr kumimoji="1" lang="en-US" altLang="ja-JP" sz="2000" dirty="0"/>
              <a:t>Au-Si</a:t>
            </a:r>
            <a:r>
              <a:rPr kumimoji="1" lang="ja-JP" altLang="en-US" sz="2000" dirty="0"/>
              <a:t>合金を液体急冷するとガラス（アモルファス）状態が得られ、金属においても非晶質が形成できることが示された。</a:t>
            </a:r>
            <a:endParaRPr kumimoji="1" lang="en-US" altLang="ja-JP" sz="2000" dirty="0"/>
          </a:p>
          <a:p>
            <a:r>
              <a:rPr lang="ja-JP" altLang="en-US" sz="2000" dirty="0"/>
              <a:t>金属ガラスは他の金属材料と比較して、高い引張強度、硬度、非常に均一で優れた機械的特性をもつ。</a:t>
            </a:r>
            <a:endParaRPr kumimoji="1" lang="en-US" altLang="ja-JP" sz="2000" dirty="0"/>
          </a:p>
        </p:txBody>
      </p:sp>
      <p:sp>
        <p:nvSpPr>
          <p:cNvPr id="15" name="テキスト ボックス 14">
            <a:extLst>
              <a:ext uri="{FF2B5EF4-FFF2-40B4-BE49-F238E27FC236}">
                <a16:creationId xmlns:a16="http://schemas.microsoft.com/office/drawing/2014/main" id="{EA12B9C2-0142-052D-8D68-F9C1DCABC970}"/>
              </a:ext>
            </a:extLst>
          </p:cNvPr>
          <p:cNvSpPr txBox="1"/>
          <p:nvPr/>
        </p:nvSpPr>
        <p:spPr>
          <a:xfrm>
            <a:off x="477670" y="328977"/>
            <a:ext cx="5785086" cy="523220"/>
          </a:xfrm>
          <a:prstGeom prst="rect">
            <a:avLst/>
          </a:prstGeom>
          <a:solidFill>
            <a:schemeClr val="bg1">
              <a:lumMod val="85000"/>
            </a:schemeClr>
          </a:solidFill>
        </p:spPr>
        <p:txBody>
          <a:bodyPr wrap="square" rtlCol="0">
            <a:spAutoFit/>
          </a:bodyPr>
          <a:lstStyle/>
          <a:p>
            <a:r>
              <a:rPr kumimoji="1" lang="ja-JP" altLang="en-US" sz="2800" b="1" dirty="0"/>
              <a:t>従来研究：ガラス化と金属ガラス</a:t>
            </a:r>
          </a:p>
        </p:txBody>
      </p:sp>
      <p:sp>
        <p:nvSpPr>
          <p:cNvPr id="4" name="正方形/長方形 3">
            <a:extLst>
              <a:ext uri="{FF2B5EF4-FFF2-40B4-BE49-F238E27FC236}">
                <a16:creationId xmlns:a16="http://schemas.microsoft.com/office/drawing/2014/main" id="{42B0C4CF-86CB-6045-23D4-5D3FEDFB3874}"/>
              </a:ext>
            </a:extLst>
          </p:cNvPr>
          <p:cNvSpPr/>
          <p:nvPr/>
        </p:nvSpPr>
        <p:spPr>
          <a:xfrm>
            <a:off x="10092847" y="6249074"/>
            <a:ext cx="2023311" cy="430887"/>
          </a:xfrm>
          <a:prstGeom prst="rect">
            <a:avLst/>
          </a:prstGeom>
        </p:spPr>
        <p:txBody>
          <a:bodyPr wrap="none">
            <a:spAutoFit/>
          </a:bodyPr>
          <a:lstStyle/>
          <a:p>
            <a:r>
              <a:rPr lang="en-US" altLang="ja-JP" sz="1050" dirty="0" err="1"/>
              <a:t>Debenedetti</a:t>
            </a:r>
            <a:r>
              <a:rPr lang="en-US" altLang="ja-JP" sz="1050" dirty="0"/>
              <a:t> &amp; </a:t>
            </a:r>
            <a:r>
              <a:rPr lang="en-US" altLang="ja-JP" sz="1050" dirty="0" err="1"/>
              <a:t>Stillinger</a:t>
            </a:r>
            <a:r>
              <a:rPr lang="en-US" altLang="ja-JP" sz="1050" dirty="0"/>
              <a:t>, </a:t>
            </a:r>
          </a:p>
          <a:p>
            <a:r>
              <a:rPr lang="en-US" altLang="ja-JP" sz="1050" i="1" dirty="0"/>
              <a:t>Nature</a:t>
            </a:r>
            <a:r>
              <a:rPr lang="en-US" altLang="ja-JP" sz="1050" dirty="0"/>
              <a:t> </a:t>
            </a:r>
            <a:r>
              <a:rPr lang="en-US" altLang="ja-JP" sz="1050" b="1" dirty="0"/>
              <a:t>410</a:t>
            </a:r>
            <a:r>
              <a:rPr lang="en-US" altLang="ja-JP" sz="1050" dirty="0"/>
              <a:t>, 259-267 (2001) </a:t>
            </a:r>
            <a:endParaRPr lang="ja-JP" altLang="en-US" sz="1050" dirty="0"/>
          </a:p>
        </p:txBody>
      </p:sp>
      <p:pic>
        <p:nvPicPr>
          <p:cNvPr id="6" name="Picture 2">
            <a:extLst>
              <a:ext uri="{FF2B5EF4-FFF2-40B4-BE49-F238E27FC236}">
                <a16:creationId xmlns:a16="http://schemas.microsoft.com/office/drawing/2014/main" id="{F57FC79A-CCE3-1DB0-E408-98AF49A8B083}"/>
              </a:ext>
            </a:extLst>
          </p:cNvPr>
          <p:cNvPicPr>
            <a:picLocks noChangeAspect="1" noChangeArrowheads="1"/>
          </p:cNvPicPr>
          <p:nvPr/>
        </p:nvPicPr>
        <p:blipFill>
          <a:blip r:embed="rId3" cstate="print"/>
          <a:srcRect/>
          <a:stretch>
            <a:fillRect/>
          </a:stretch>
        </p:blipFill>
        <p:spPr bwMode="auto">
          <a:xfrm>
            <a:off x="6262756" y="1585228"/>
            <a:ext cx="5302945" cy="4608512"/>
          </a:xfrm>
          <a:prstGeom prst="rect">
            <a:avLst/>
          </a:prstGeom>
          <a:noFill/>
          <a:ln w="9525">
            <a:noFill/>
            <a:miter lim="800000"/>
            <a:headEnd/>
            <a:tailEnd/>
          </a:ln>
        </p:spPr>
      </p:pic>
      <p:sp>
        <p:nvSpPr>
          <p:cNvPr id="9" name="テキスト ボックス 8">
            <a:extLst>
              <a:ext uri="{FF2B5EF4-FFF2-40B4-BE49-F238E27FC236}">
                <a16:creationId xmlns:a16="http://schemas.microsoft.com/office/drawing/2014/main" id="{91A38E24-0A6F-F20F-45AA-D2443099AE09}"/>
              </a:ext>
            </a:extLst>
          </p:cNvPr>
          <p:cNvSpPr txBox="1"/>
          <p:nvPr/>
        </p:nvSpPr>
        <p:spPr>
          <a:xfrm>
            <a:off x="502473" y="3909298"/>
            <a:ext cx="2097851" cy="400110"/>
          </a:xfrm>
          <a:prstGeom prst="rect">
            <a:avLst/>
          </a:prstGeom>
          <a:solidFill>
            <a:schemeClr val="tx2">
              <a:lumMod val="75000"/>
              <a:lumOff val="25000"/>
            </a:schemeClr>
          </a:solidFill>
          <a:ln>
            <a:solidFill>
              <a:schemeClr val="accent1"/>
            </a:solidFill>
          </a:ln>
        </p:spPr>
        <p:txBody>
          <a:bodyPr wrap="square" rtlCol="0">
            <a:spAutoFit/>
          </a:bodyPr>
          <a:lstStyle/>
          <a:p>
            <a:r>
              <a:rPr kumimoji="1" lang="ja-JP" altLang="en-US" sz="2000" b="1" dirty="0">
                <a:solidFill>
                  <a:schemeClr val="bg1"/>
                </a:solidFill>
              </a:rPr>
              <a:t>金属ガラスとは</a:t>
            </a:r>
          </a:p>
        </p:txBody>
      </p:sp>
      <p:sp>
        <p:nvSpPr>
          <p:cNvPr id="10" name="テキスト ボックス 9">
            <a:extLst>
              <a:ext uri="{FF2B5EF4-FFF2-40B4-BE49-F238E27FC236}">
                <a16:creationId xmlns:a16="http://schemas.microsoft.com/office/drawing/2014/main" id="{05215DB6-4DA7-5A51-8D51-117A2523B098}"/>
              </a:ext>
            </a:extLst>
          </p:cNvPr>
          <p:cNvSpPr txBox="1"/>
          <p:nvPr/>
        </p:nvSpPr>
        <p:spPr>
          <a:xfrm>
            <a:off x="480774" y="1661458"/>
            <a:ext cx="5257800" cy="1631216"/>
          </a:xfrm>
          <a:prstGeom prst="rect">
            <a:avLst/>
          </a:prstGeom>
          <a:solidFill>
            <a:schemeClr val="tx2">
              <a:lumMod val="10000"/>
              <a:lumOff val="90000"/>
            </a:schemeClr>
          </a:solidFill>
        </p:spPr>
        <p:txBody>
          <a:bodyPr wrap="square" rtlCol="0">
            <a:spAutoFit/>
          </a:bodyPr>
          <a:lstStyle/>
          <a:p>
            <a:r>
              <a:rPr kumimoji="1" lang="ja-JP" altLang="en-US" sz="2000" dirty="0"/>
              <a:t>液体を冷却した際に、速い冷却速度や特別な組成などの条件下で、結晶化を回避して無秩序な原子配列の状態が低温側で得られる現象。</a:t>
            </a:r>
            <a:r>
              <a:rPr kumimoji="1" lang="ja-JP" altLang="en-US" sz="2000" u="sng" dirty="0"/>
              <a:t>液体とは異なるガラス特有の局所構造について研究が進められている。</a:t>
            </a:r>
            <a:endParaRPr kumimoji="1" lang="en-US" altLang="ja-JP" sz="2000" u="sng" dirty="0"/>
          </a:p>
        </p:txBody>
      </p:sp>
      <p:sp>
        <p:nvSpPr>
          <p:cNvPr id="13" name="テキスト ボックス 12">
            <a:extLst>
              <a:ext uri="{FF2B5EF4-FFF2-40B4-BE49-F238E27FC236}">
                <a16:creationId xmlns:a16="http://schemas.microsoft.com/office/drawing/2014/main" id="{AF573586-95C7-B4FA-D2D6-302D18E332D5}"/>
              </a:ext>
            </a:extLst>
          </p:cNvPr>
          <p:cNvSpPr txBox="1"/>
          <p:nvPr/>
        </p:nvSpPr>
        <p:spPr>
          <a:xfrm>
            <a:off x="8061522" y="1221403"/>
            <a:ext cx="2031325" cy="369332"/>
          </a:xfrm>
          <a:prstGeom prst="rect">
            <a:avLst/>
          </a:prstGeom>
          <a:noFill/>
        </p:spPr>
        <p:txBody>
          <a:bodyPr wrap="none" rtlCol="0">
            <a:spAutoFit/>
          </a:bodyPr>
          <a:lstStyle/>
          <a:p>
            <a:r>
              <a:rPr kumimoji="1" lang="ja-JP" altLang="en-US" dirty="0"/>
              <a:t>ガラス化の模式図</a:t>
            </a:r>
          </a:p>
        </p:txBody>
      </p:sp>
    </p:spTree>
    <p:extLst>
      <p:ext uri="{BB962C8B-B14F-4D97-AF65-F5344CB8AC3E}">
        <p14:creationId xmlns:p14="http://schemas.microsoft.com/office/powerpoint/2010/main" val="2748254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8917F-16D3-5697-4D44-20EC9F1EEAA8}"/>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87117787-01F6-A8EC-7430-48DE687E7579}"/>
              </a:ext>
            </a:extLst>
          </p:cNvPr>
          <p:cNvSpPr txBox="1"/>
          <p:nvPr/>
        </p:nvSpPr>
        <p:spPr>
          <a:xfrm>
            <a:off x="477670" y="5051696"/>
            <a:ext cx="1438102" cy="461665"/>
          </a:xfrm>
          <a:prstGeom prst="rect">
            <a:avLst/>
          </a:prstGeom>
          <a:solidFill>
            <a:schemeClr val="tx2">
              <a:lumMod val="75000"/>
              <a:lumOff val="25000"/>
            </a:schemeClr>
          </a:solidFill>
        </p:spPr>
        <p:txBody>
          <a:bodyPr wrap="square" rtlCol="0">
            <a:spAutoFit/>
          </a:bodyPr>
          <a:lstStyle/>
          <a:p>
            <a:pPr algn="r"/>
            <a:r>
              <a:rPr kumimoji="1" lang="ja-JP" altLang="en-US" sz="2400" b="1" dirty="0">
                <a:solidFill>
                  <a:schemeClr val="bg1"/>
                </a:solidFill>
              </a:rPr>
              <a:t>研究目的</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CEB61FB8-A585-6274-2DB2-5B842CD46262}"/>
                  </a:ext>
                </a:extLst>
              </p:cNvPr>
              <p:cNvSpPr txBox="1"/>
              <p:nvPr/>
            </p:nvSpPr>
            <p:spPr>
              <a:xfrm>
                <a:off x="477670" y="5513361"/>
                <a:ext cx="10876130" cy="1015663"/>
              </a:xfrm>
              <a:prstGeom prst="rect">
                <a:avLst/>
              </a:prstGeom>
              <a:solidFill>
                <a:schemeClr val="accent2">
                  <a:lumMod val="20000"/>
                  <a:lumOff val="80000"/>
                </a:schemeClr>
              </a:solidFill>
            </p:spPr>
            <p:txBody>
              <a:bodyPr wrap="square" rtlCol="0">
                <a:spAutoFit/>
              </a:bodyPr>
              <a:lstStyle/>
              <a:p>
                <a:r>
                  <a:rPr kumimoji="1" lang="ja-JP" altLang="en-US" sz="2000" dirty="0"/>
                  <a:t>・本研究では、</a:t>
                </a:r>
                <a14:m>
                  <m:oMath xmlns:m="http://schemas.openxmlformats.org/officeDocument/2006/math">
                    <m:r>
                      <a:rPr kumimoji="1" lang="en-US" altLang="ja-JP" sz="2000" b="0" i="1" smtClean="0">
                        <a:latin typeface="Cambria Math" panose="02040503050406030204" pitchFamily="18" charset="0"/>
                      </a:rPr>
                      <m:t>𝑃</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𝑑</m:t>
                        </m:r>
                      </m:e>
                      <m:sub>
                        <m:r>
                          <a:rPr kumimoji="1" lang="en-US" altLang="ja-JP" sz="2000" b="0" i="1" smtClean="0">
                            <a:latin typeface="Cambria Math" panose="02040503050406030204" pitchFamily="18" charset="0"/>
                          </a:rPr>
                          <m:t>80</m:t>
                        </m:r>
                      </m:sub>
                    </m:sSub>
                    <m:r>
                      <a:rPr kumimoji="1" lang="en-US" altLang="ja-JP" sz="2000" b="0" i="1" smtClean="0">
                        <a:latin typeface="Cambria Math" panose="02040503050406030204" pitchFamily="18" charset="0"/>
                      </a:rPr>
                      <m:t>𝑆</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𝑖</m:t>
                        </m:r>
                      </m:e>
                      <m:sub>
                        <m:r>
                          <a:rPr kumimoji="1" lang="en-US" altLang="ja-JP" sz="2000" b="0" i="1" smtClean="0">
                            <a:latin typeface="Cambria Math" panose="02040503050406030204" pitchFamily="18" charset="0"/>
                          </a:rPr>
                          <m:t>20</m:t>
                        </m:r>
                      </m:sub>
                    </m:sSub>
                  </m:oMath>
                </a14:m>
                <a:r>
                  <a:rPr kumimoji="1" lang="ja-JP" altLang="en-US" sz="2000" b="0" dirty="0"/>
                  <a:t>合金に着目し、その特徴や</a:t>
                </a:r>
                <a:r>
                  <a:rPr lang="ja-JP" altLang="en-US" sz="2000" dirty="0"/>
                  <a:t>冷却</a:t>
                </a:r>
                <a:r>
                  <a:rPr kumimoji="1" lang="ja-JP" altLang="en-US" sz="2000" b="0" dirty="0"/>
                  <a:t>過程における局所構造ついて詳しく調べることを目的とする。</a:t>
                </a:r>
                <a:endParaRPr lang="en-US" altLang="ja-JP" sz="2000" dirty="0"/>
              </a:p>
              <a:p>
                <a:r>
                  <a:rPr kumimoji="1" lang="ja-JP" altLang="en-US" sz="2000" b="0" dirty="0"/>
                  <a:t>・特に、液体からガラス化した際の構造変化について検討する。</a:t>
                </a:r>
                <a:endParaRPr kumimoji="1" lang="en-US" altLang="ja-JP" sz="2000" b="0" dirty="0"/>
              </a:p>
            </p:txBody>
          </p:sp>
        </mc:Choice>
        <mc:Fallback xmlns="">
          <p:sp>
            <p:nvSpPr>
              <p:cNvPr id="4" name="テキスト ボックス 3">
                <a:extLst>
                  <a:ext uri="{FF2B5EF4-FFF2-40B4-BE49-F238E27FC236}">
                    <a16:creationId xmlns:a16="http://schemas.microsoft.com/office/drawing/2014/main" id="{CEB61FB8-A585-6274-2DB2-5B842CD46262}"/>
                  </a:ext>
                </a:extLst>
              </p:cNvPr>
              <p:cNvSpPr txBox="1">
                <a:spLocks noRot="1" noChangeAspect="1" noMove="1" noResize="1" noEditPoints="1" noAdjustHandles="1" noChangeArrowheads="1" noChangeShapeType="1" noTextEdit="1"/>
              </p:cNvSpPr>
              <p:nvPr/>
            </p:nvSpPr>
            <p:spPr>
              <a:xfrm>
                <a:off x="477670" y="5513361"/>
                <a:ext cx="10876130" cy="1015663"/>
              </a:xfrm>
              <a:prstGeom prst="rect">
                <a:avLst/>
              </a:prstGeom>
              <a:blipFill>
                <a:blip r:embed="rId2"/>
                <a:stretch>
                  <a:fillRect l="-560" t="-2395" r="-224" b="-9581"/>
                </a:stretch>
              </a:blipFill>
            </p:spPr>
            <p:txBody>
              <a:bodyPr/>
              <a:lstStyle/>
              <a:p>
                <a:r>
                  <a:rPr lang="ja-JP" altLang="en-US">
                    <a:noFill/>
                  </a:rPr>
                  <a:t> </a:t>
                </a:r>
              </a:p>
            </p:txBody>
          </p:sp>
        </mc:Fallback>
      </mc:AlternateContent>
      <p:sp>
        <p:nvSpPr>
          <p:cNvPr id="6" name="テキスト ボックス 5">
            <a:extLst>
              <a:ext uri="{FF2B5EF4-FFF2-40B4-BE49-F238E27FC236}">
                <a16:creationId xmlns:a16="http://schemas.microsoft.com/office/drawing/2014/main" id="{3CAD4F88-0987-8A8B-0EC7-0FAB20F0B773}"/>
              </a:ext>
            </a:extLst>
          </p:cNvPr>
          <p:cNvSpPr txBox="1"/>
          <p:nvPr/>
        </p:nvSpPr>
        <p:spPr>
          <a:xfrm>
            <a:off x="477669" y="328976"/>
            <a:ext cx="5931595" cy="523220"/>
          </a:xfrm>
          <a:prstGeom prst="rect">
            <a:avLst/>
          </a:prstGeom>
          <a:solidFill>
            <a:schemeClr val="bg1">
              <a:lumMod val="85000"/>
            </a:schemeClr>
          </a:solidFill>
        </p:spPr>
        <p:txBody>
          <a:bodyPr wrap="square" rtlCol="0">
            <a:spAutoFit/>
          </a:bodyPr>
          <a:lstStyle/>
          <a:p>
            <a:r>
              <a:rPr kumimoji="1" lang="ja-JP" altLang="en-US" sz="2800" b="1" dirty="0"/>
              <a:t>従来研究：</a:t>
            </a:r>
            <a:r>
              <a:rPr kumimoji="1" lang="en-US" altLang="ja-JP" sz="2800" b="1" dirty="0"/>
              <a:t>Pd-Si</a:t>
            </a:r>
            <a:r>
              <a:rPr kumimoji="1" lang="ja-JP" altLang="en-US" sz="2800" b="1" dirty="0"/>
              <a:t>金属ガラスの構造</a:t>
            </a:r>
          </a:p>
        </p:txBody>
      </p:sp>
      <p:sp>
        <p:nvSpPr>
          <p:cNvPr id="9" name="テキスト ボックス 8">
            <a:extLst>
              <a:ext uri="{FF2B5EF4-FFF2-40B4-BE49-F238E27FC236}">
                <a16:creationId xmlns:a16="http://schemas.microsoft.com/office/drawing/2014/main" id="{858D9EAC-6ADD-E8F5-8CBF-C120FD6740A5}"/>
              </a:ext>
            </a:extLst>
          </p:cNvPr>
          <p:cNvSpPr txBox="1"/>
          <p:nvPr/>
        </p:nvSpPr>
        <p:spPr>
          <a:xfrm>
            <a:off x="477671" y="1313861"/>
            <a:ext cx="2187388" cy="409234"/>
          </a:xfrm>
          <a:prstGeom prst="rect">
            <a:avLst/>
          </a:prstGeom>
          <a:solidFill>
            <a:schemeClr val="tx2">
              <a:lumMod val="75000"/>
              <a:lumOff val="25000"/>
            </a:schemeClr>
          </a:solidFill>
        </p:spPr>
        <p:txBody>
          <a:bodyPr wrap="square" rtlCol="0">
            <a:spAutoFit/>
          </a:bodyPr>
          <a:lstStyle/>
          <a:p>
            <a:r>
              <a:rPr lang="en-US" altLang="ja-JP" sz="2000" b="1" dirty="0">
                <a:solidFill>
                  <a:schemeClr val="bg1"/>
                </a:solidFill>
              </a:rPr>
              <a:t>Pd-Si</a:t>
            </a:r>
            <a:r>
              <a:rPr lang="ja-JP" altLang="en-US" sz="2000" b="1" dirty="0">
                <a:solidFill>
                  <a:schemeClr val="bg1"/>
                </a:solidFill>
              </a:rPr>
              <a:t>金属ガラス</a:t>
            </a:r>
            <a:endParaRPr kumimoji="1" lang="ja-JP" altLang="en-US" sz="2000" b="1" dirty="0">
              <a:solidFill>
                <a:schemeClr val="bg1"/>
              </a:solidFill>
            </a:endParaRPr>
          </a:p>
        </p:txBody>
      </p:sp>
      <p:sp>
        <p:nvSpPr>
          <p:cNvPr id="10" name="テキスト ボックス 9">
            <a:extLst>
              <a:ext uri="{FF2B5EF4-FFF2-40B4-BE49-F238E27FC236}">
                <a16:creationId xmlns:a16="http://schemas.microsoft.com/office/drawing/2014/main" id="{D32BDA90-211F-7501-A0E8-7FDB25D570BB}"/>
              </a:ext>
            </a:extLst>
          </p:cNvPr>
          <p:cNvSpPr txBox="1"/>
          <p:nvPr/>
        </p:nvSpPr>
        <p:spPr>
          <a:xfrm>
            <a:off x="477669" y="1722535"/>
            <a:ext cx="6142205" cy="2839239"/>
          </a:xfrm>
          <a:prstGeom prst="rect">
            <a:avLst/>
          </a:prstGeom>
          <a:solidFill>
            <a:schemeClr val="tx2">
              <a:lumMod val="10000"/>
              <a:lumOff val="90000"/>
            </a:schemeClr>
          </a:solidFill>
        </p:spPr>
        <p:txBody>
          <a:bodyPr wrap="square" rtlCol="0">
            <a:spAutoFit/>
          </a:bodyPr>
          <a:lstStyle/>
          <a:p>
            <a:r>
              <a:rPr lang="en-US" altLang="ja-JP" sz="2000" dirty="0" err="1"/>
              <a:t>Duwez</a:t>
            </a:r>
            <a:r>
              <a:rPr lang="ja-JP" altLang="en-US" sz="2000" dirty="0"/>
              <a:t>らが、</a:t>
            </a:r>
            <a:r>
              <a:rPr lang="en-US" altLang="ja-JP" sz="2000" dirty="0"/>
              <a:t>Pd-Si</a:t>
            </a:r>
            <a:r>
              <a:rPr lang="ja-JP" altLang="en-US" sz="2000" dirty="0"/>
              <a:t>合金が、</a:t>
            </a:r>
            <a:r>
              <a:rPr lang="en-US" altLang="ja-JP" sz="2000" dirty="0"/>
              <a:t>15~23%</a:t>
            </a:r>
            <a:r>
              <a:rPr lang="ja-JP" altLang="en-US" sz="2000" dirty="0"/>
              <a:t>の</a:t>
            </a:r>
            <a:r>
              <a:rPr lang="en-US" altLang="ja-JP" sz="2000" dirty="0"/>
              <a:t>Si</a:t>
            </a:r>
            <a:r>
              <a:rPr lang="ja-JP" altLang="en-US" sz="2000" dirty="0"/>
              <a:t>の組成範囲で得られることを発見した。</a:t>
            </a:r>
            <a:endParaRPr lang="en-US" altLang="ja-JP" sz="2000" dirty="0"/>
          </a:p>
          <a:p>
            <a:endParaRPr kumimoji="1" lang="en-US" altLang="ja-JP" sz="1000" dirty="0"/>
          </a:p>
          <a:p>
            <a:r>
              <a:rPr kumimoji="1" lang="ja-JP" altLang="en-US" dirty="0"/>
              <a:t>・</a:t>
            </a:r>
            <a:r>
              <a:rPr lang="ja-JP" altLang="en-US" dirty="0"/>
              <a:t>二元系でありながら高いガラス形成能を示し、バルク状の金属ガラスが得られるとの報告もある。</a:t>
            </a:r>
            <a:endParaRPr kumimoji="1" lang="en-US" altLang="ja-JP" dirty="0"/>
          </a:p>
          <a:p>
            <a:endParaRPr lang="en-US" altLang="ja-JP" sz="1000" dirty="0"/>
          </a:p>
          <a:p>
            <a:r>
              <a:rPr lang="ja-JP" altLang="en-US" dirty="0"/>
              <a:t>・古くから実験・理論の両面から構造解析が行われており、</a:t>
            </a:r>
            <a:r>
              <a:rPr lang="en-US" altLang="ja-JP" dirty="0"/>
              <a:t>Si</a:t>
            </a:r>
            <a:r>
              <a:rPr lang="ja-JP" altLang="en-US" dirty="0"/>
              <a:t>原子を中心とした</a:t>
            </a:r>
            <a:r>
              <a:rPr lang="ja-JP" altLang="en-US" u="sng" dirty="0"/>
              <a:t>トリゴナル・プリズム局所構造</a:t>
            </a:r>
            <a:r>
              <a:rPr lang="ja-JP" altLang="en-US" dirty="0"/>
              <a:t>から成るネットワークであると考えられている。</a:t>
            </a:r>
            <a:endParaRPr lang="en-US" altLang="ja-JP" dirty="0"/>
          </a:p>
          <a:p>
            <a:endParaRPr lang="en-US" altLang="ja-JP" sz="1050" dirty="0"/>
          </a:p>
          <a:p>
            <a:r>
              <a:rPr lang="ja-JP" altLang="en-US" dirty="0"/>
              <a:t>・有名な構造モデルとして、</a:t>
            </a:r>
            <a:r>
              <a:rPr lang="en-US" altLang="ja-JP" dirty="0"/>
              <a:t>Gaskell</a:t>
            </a:r>
            <a:r>
              <a:rPr lang="ja-JP" altLang="en-US" dirty="0"/>
              <a:t>によるものがある。</a:t>
            </a:r>
            <a:endParaRPr lang="en-US" altLang="ja-JP" dirty="0"/>
          </a:p>
        </p:txBody>
      </p:sp>
      <p:pic>
        <p:nvPicPr>
          <p:cNvPr id="2" name="図 1">
            <a:extLst>
              <a:ext uri="{FF2B5EF4-FFF2-40B4-BE49-F238E27FC236}">
                <a16:creationId xmlns:a16="http://schemas.microsoft.com/office/drawing/2014/main" id="{5EDFD486-A4E5-CBE8-E932-A5B2D4D33DC6}"/>
              </a:ext>
            </a:extLst>
          </p:cNvPr>
          <p:cNvPicPr>
            <a:picLocks noChangeAspect="1"/>
          </p:cNvPicPr>
          <p:nvPr/>
        </p:nvPicPr>
        <p:blipFill>
          <a:blip r:embed="rId3"/>
          <a:stretch>
            <a:fillRect/>
          </a:stretch>
        </p:blipFill>
        <p:spPr>
          <a:xfrm>
            <a:off x="6900901" y="509042"/>
            <a:ext cx="4452899" cy="4807510"/>
          </a:xfrm>
          <a:prstGeom prst="rect">
            <a:avLst/>
          </a:prstGeom>
        </p:spPr>
      </p:pic>
      <p:sp>
        <p:nvSpPr>
          <p:cNvPr id="8" name="テキスト ボックス 7">
            <a:extLst>
              <a:ext uri="{FF2B5EF4-FFF2-40B4-BE49-F238E27FC236}">
                <a16:creationId xmlns:a16="http://schemas.microsoft.com/office/drawing/2014/main" id="{43454CCB-A35A-07FB-D099-5CF41CD8CB14}"/>
              </a:ext>
            </a:extLst>
          </p:cNvPr>
          <p:cNvSpPr txBox="1"/>
          <p:nvPr/>
        </p:nvSpPr>
        <p:spPr>
          <a:xfrm>
            <a:off x="7025713" y="217972"/>
            <a:ext cx="3462807" cy="338554"/>
          </a:xfrm>
          <a:prstGeom prst="rect">
            <a:avLst/>
          </a:prstGeom>
          <a:noFill/>
        </p:spPr>
        <p:txBody>
          <a:bodyPr wrap="none" rtlCol="0">
            <a:spAutoFit/>
          </a:bodyPr>
          <a:lstStyle/>
          <a:p>
            <a:r>
              <a:rPr kumimoji="1" lang="en-US" altLang="ja-JP" sz="1600" dirty="0">
                <a:solidFill>
                  <a:srgbClr val="0000FF"/>
                </a:solidFill>
              </a:rPr>
              <a:t>Gaskell</a:t>
            </a:r>
            <a:r>
              <a:rPr lang="ja-JP" altLang="en-US" sz="1600" dirty="0">
                <a:solidFill>
                  <a:srgbClr val="0000FF"/>
                </a:solidFill>
              </a:rPr>
              <a:t>による</a:t>
            </a:r>
            <a:r>
              <a:rPr lang="en-US" altLang="ja-JP" sz="1600" dirty="0">
                <a:solidFill>
                  <a:srgbClr val="0000FF"/>
                </a:solidFill>
              </a:rPr>
              <a:t>Pd-Si</a:t>
            </a:r>
            <a:r>
              <a:rPr lang="ja-JP" altLang="en-US" sz="1600" dirty="0">
                <a:solidFill>
                  <a:srgbClr val="0000FF"/>
                </a:solidFill>
              </a:rPr>
              <a:t>の手作りモデル</a:t>
            </a:r>
            <a:endParaRPr kumimoji="1" lang="ja-JP" altLang="en-US" sz="1600" dirty="0">
              <a:solidFill>
                <a:srgbClr val="0000FF"/>
              </a:solidFill>
            </a:endParaRPr>
          </a:p>
        </p:txBody>
      </p:sp>
      <p:sp>
        <p:nvSpPr>
          <p:cNvPr id="11" name="テキスト ボックス 10">
            <a:extLst>
              <a:ext uri="{FF2B5EF4-FFF2-40B4-BE49-F238E27FC236}">
                <a16:creationId xmlns:a16="http://schemas.microsoft.com/office/drawing/2014/main" id="{1EBA9880-CF37-7804-D6F0-FF7ADF65AD3A}"/>
              </a:ext>
            </a:extLst>
          </p:cNvPr>
          <p:cNvSpPr txBox="1"/>
          <p:nvPr/>
        </p:nvSpPr>
        <p:spPr>
          <a:xfrm>
            <a:off x="8753475" y="5258329"/>
            <a:ext cx="3294492" cy="261610"/>
          </a:xfrm>
          <a:prstGeom prst="rect">
            <a:avLst/>
          </a:prstGeom>
          <a:noFill/>
        </p:spPr>
        <p:txBody>
          <a:bodyPr wrap="none" rtlCol="0">
            <a:spAutoFit/>
          </a:bodyPr>
          <a:lstStyle/>
          <a:p>
            <a:r>
              <a:rPr kumimoji="1" lang="en-US" altLang="ja-JP" sz="1100" dirty="0"/>
              <a:t>Gaskell, J. Non-</a:t>
            </a:r>
            <a:r>
              <a:rPr kumimoji="1" lang="en-US" altLang="ja-JP" sz="1100" dirty="0" err="1"/>
              <a:t>cryst</a:t>
            </a:r>
            <a:r>
              <a:rPr kumimoji="1" lang="en-US" altLang="ja-JP" sz="1100" dirty="0"/>
              <a:t>. Solids 32, 207-224 (1979).</a:t>
            </a:r>
            <a:endParaRPr kumimoji="1" lang="ja-JP" altLang="en-US" sz="1100" dirty="0"/>
          </a:p>
        </p:txBody>
      </p:sp>
    </p:spTree>
    <p:extLst>
      <p:ext uri="{BB962C8B-B14F-4D97-AF65-F5344CB8AC3E}">
        <p14:creationId xmlns:p14="http://schemas.microsoft.com/office/powerpoint/2010/main" val="1651617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B5DF3C89-EC3A-7ED6-6A88-A4E4F446A64B}"/>
                  </a:ext>
                </a:extLst>
              </p:cNvPr>
              <p:cNvSpPr txBox="1"/>
              <p:nvPr/>
            </p:nvSpPr>
            <p:spPr>
              <a:xfrm>
                <a:off x="529083" y="2927142"/>
                <a:ext cx="3953554" cy="369332"/>
              </a:xfrm>
              <a:prstGeom prst="rect">
                <a:avLst/>
              </a:prstGeom>
              <a:noFill/>
              <a:ln>
                <a:solidFill>
                  <a:schemeClr val="accent1">
                    <a:shade val="15000"/>
                  </a:schemeClr>
                </a:solidFill>
              </a:ln>
            </p:spPr>
            <p:txBody>
              <a:bodyPr wrap="square" rtlCol="0">
                <a:spAutoFit/>
              </a:bodyPr>
              <a:lstStyle/>
              <a:p>
                <a:pPr algn="ctr"/>
                <a14:m>
                  <m:oMath xmlns:m="http://schemas.openxmlformats.org/officeDocument/2006/math">
                    <m:r>
                      <a:rPr kumimoji="1" lang="en-US" altLang="ja-JP" b="0" i="1" smtClean="0">
                        <a:latin typeface="Cambria Math" panose="02040503050406030204" pitchFamily="18" charset="0"/>
                      </a:rPr>
                      <m:t>𝑃</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𝑑</m:t>
                        </m:r>
                      </m:e>
                      <m:sub>
                        <m:r>
                          <a:rPr kumimoji="1" lang="en-US" altLang="ja-JP" b="0" i="1" smtClean="0">
                            <a:latin typeface="Cambria Math" panose="02040503050406030204" pitchFamily="18" charset="0"/>
                          </a:rPr>
                          <m:t>80</m:t>
                        </m:r>
                      </m:sub>
                    </m:sSub>
                    <m:r>
                      <a:rPr kumimoji="1" lang="en-US" altLang="ja-JP" b="0" i="1" smtClean="0">
                        <a:latin typeface="Cambria Math" panose="02040503050406030204" pitchFamily="18" charset="0"/>
                      </a:rPr>
                      <m:t>𝑆</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𝑖</m:t>
                        </m:r>
                      </m:e>
                      <m:sub>
                        <m:r>
                          <a:rPr kumimoji="1" lang="en-US" altLang="ja-JP" b="0" i="1" smtClean="0">
                            <a:latin typeface="Cambria Math" panose="02040503050406030204" pitchFamily="18" charset="0"/>
                          </a:rPr>
                          <m:t>20</m:t>
                        </m:r>
                      </m:sub>
                    </m:sSub>
                  </m:oMath>
                </a14:m>
                <a:r>
                  <a:rPr kumimoji="1" lang="ja-JP" altLang="en-US" dirty="0"/>
                  <a:t>の原子</a:t>
                </a:r>
              </a:p>
            </p:txBody>
          </p:sp>
        </mc:Choice>
        <mc:Fallback xmlns="">
          <p:sp>
            <p:nvSpPr>
              <p:cNvPr id="9" name="テキスト ボックス 8">
                <a:extLst>
                  <a:ext uri="{FF2B5EF4-FFF2-40B4-BE49-F238E27FC236}">
                    <a16:creationId xmlns:a16="http://schemas.microsoft.com/office/drawing/2014/main" id="{B5DF3C89-EC3A-7ED6-6A88-A4E4F446A64B}"/>
                  </a:ext>
                </a:extLst>
              </p:cNvPr>
              <p:cNvSpPr txBox="1">
                <a:spLocks noRot="1" noChangeAspect="1" noMove="1" noResize="1" noEditPoints="1" noAdjustHandles="1" noChangeArrowheads="1" noChangeShapeType="1" noTextEdit="1"/>
              </p:cNvSpPr>
              <p:nvPr/>
            </p:nvSpPr>
            <p:spPr>
              <a:xfrm>
                <a:off x="529083" y="2927142"/>
                <a:ext cx="3953554" cy="369332"/>
              </a:xfrm>
              <a:prstGeom prst="rect">
                <a:avLst/>
              </a:prstGeom>
              <a:blipFill>
                <a:blip r:embed="rId3"/>
                <a:stretch>
                  <a:fillRect t="-3125" b="-21875"/>
                </a:stretch>
              </a:blipFill>
              <a:ln>
                <a:solidFill>
                  <a:schemeClr val="accent1">
                    <a:shade val="15000"/>
                  </a:schemeClr>
                </a:solidFill>
              </a:ln>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294968B2-9ABD-D03F-7BD5-C48D04EEFCE8}"/>
              </a:ext>
            </a:extLst>
          </p:cNvPr>
          <p:cNvSpPr txBox="1"/>
          <p:nvPr/>
        </p:nvSpPr>
        <p:spPr>
          <a:xfrm>
            <a:off x="549331" y="3699383"/>
            <a:ext cx="3933305" cy="369332"/>
          </a:xfrm>
          <a:prstGeom prst="rect">
            <a:avLst/>
          </a:prstGeom>
          <a:noFill/>
          <a:ln>
            <a:solidFill>
              <a:schemeClr val="accent1">
                <a:shade val="15000"/>
              </a:schemeClr>
            </a:solidFill>
          </a:ln>
        </p:spPr>
        <p:txBody>
          <a:bodyPr wrap="square" rtlCol="0">
            <a:spAutoFit/>
          </a:bodyPr>
          <a:lstStyle/>
          <a:p>
            <a:pPr algn="ctr"/>
            <a:r>
              <a:rPr kumimoji="1" lang="en-US" altLang="ja-JP" dirty="0"/>
              <a:t>3000K</a:t>
            </a:r>
            <a:r>
              <a:rPr kumimoji="1" lang="ja-JP" altLang="en-US" dirty="0"/>
              <a:t>で平衡化</a:t>
            </a:r>
          </a:p>
        </p:txBody>
      </p:sp>
      <mc:AlternateContent xmlns:mc="http://schemas.openxmlformats.org/markup-compatibility/2006">
        <mc:Choice xmlns:a14="http://schemas.microsoft.com/office/drawing/2010/main" Requires="a14">
          <p:sp>
            <p:nvSpPr>
              <p:cNvPr id="11" name="テキスト ボックス 10">
                <a:extLst>
                  <a:ext uri="{FF2B5EF4-FFF2-40B4-BE49-F238E27FC236}">
                    <a16:creationId xmlns:a16="http://schemas.microsoft.com/office/drawing/2014/main" id="{46025E8F-0E70-FAD2-DB69-3EE4ACB8D2DD}"/>
                  </a:ext>
                </a:extLst>
              </p:cNvPr>
              <p:cNvSpPr txBox="1"/>
              <p:nvPr/>
            </p:nvSpPr>
            <p:spPr>
              <a:xfrm>
                <a:off x="529082" y="4453018"/>
                <a:ext cx="3456196" cy="646331"/>
              </a:xfrm>
              <a:prstGeom prst="rect">
                <a:avLst/>
              </a:prstGeom>
              <a:noFill/>
              <a:ln>
                <a:solidFill>
                  <a:schemeClr val="accent1">
                    <a:shade val="15000"/>
                  </a:schemeClr>
                </a:solidFill>
              </a:ln>
            </p:spPr>
            <p:txBody>
              <a:bodyPr wrap="square" rtlCol="0">
                <a:spAutoFit/>
              </a:bodyPr>
              <a:lstStyle/>
              <a:p>
                <a:pPr algn="ctr"/>
                <a:r>
                  <a:rPr kumimoji="1" lang="en-US" altLang="ja-JP" dirty="0"/>
                  <a:t>300K</a:t>
                </a:r>
                <a:r>
                  <a:rPr kumimoji="1" lang="ja-JP" altLang="en-US" dirty="0"/>
                  <a:t>まで冷却</a:t>
                </a:r>
                <a:endParaRPr kumimoji="1" lang="en-US" altLang="ja-JP" dirty="0"/>
              </a:p>
              <a:p>
                <a:pPr algn="ctr"/>
                <a:r>
                  <a:rPr kumimoji="1" lang="en-US" altLang="ja-JP" dirty="0"/>
                  <a:t>(</a:t>
                </a:r>
                <a14:m>
                  <m:oMath xmlns:m="http://schemas.openxmlformats.org/officeDocument/2006/math">
                    <m:r>
                      <a:rPr kumimoji="1" lang="en-US" altLang="ja-JP" b="0" i="0" smtClean="0">
                        <a:latin typeface="Cambria Math" panose="02040503050406030204" pitchFamily="18" charset="0"/>
                        <a:ea typeface="Cambria Math" panose="02040503050406030204" pitchFamily="18" charset="0"/>
                      </a:rPr>
                      <m:t>1.0</m:t>
                    </m:r>
                    <m:r>
                      <a:rPr kumimoji="1" lang="en-US" altLang="ja-JP" b="0" i="1" smtClean="0">
                        <a:latin typeface="Cambria Math" panose="02040503050406030204" pitchFamily="18" charset="0"/>
                        <a:ea typeface="Cambria Math" panose="02040503050406030204" pitchFamily="18" charset="0"/>
                      </a:rPr>
                      <m:t>×</m:t>
                    </m:r>
                    <m:sSup>
                      <m:sSupPr>
                        <m:ctrlPr>
                          <a:rPr kumimoji="1" lang="en-US" altLang="ja-JP" b="0" i="1" smtClean="0">
                            <a:latin typeface="Cambria Math" panose="02040503050406030204" pitchFamily="18" charset="0"/>
                            <a:ea typeface="Cambria Math" panose="02040503050406030204" pitchFamily="18" charset="0"/>
                          </a:rPr>
                        </m:ctrlPr>
                      </m:sSupPr>
                      <m:e>
                        <m:r>
                          <a:rPr kumimoji="1" lang="en-US" altLang="ja-JP" b="0" i="1" smtClean="0">
                            <a:latin typeface="Cambria Math" panose="02040503050406030204" pitchFamily="18" charset="0"/>
                            <a:ea typeface="Cambria Math" panose="02040503050406030204" pitchFamily="18" charset="0"/>
                          </a:rPr>
                          <m:t>10</m:t>
                        </m:r>
                      </m:e>
                      <m:sup>
                        <m:r>
                          <a:rPr kumimoji="1" lang="en-US" altLang="ja-JP" b="0" i="1" smtClean="0">
                            <a:latin typeface="Cambria Math" panose="02040503050406030204" pitchFamily="18" charset="0"/>
                            <a:ea typeface="Cambria Math" panose="02040503050406030204" pitchFamily="18" charset="0"/>
                          </a:rPr>
                          <m:t>12</m:t>
                        </m:r>
                      </m:sup>
                    </m:sSup>
                    <m:r>
                      <a:rPr kumimoji="1" lang="en-US" altLang="ja-JP" b="0" i="1" smtClean="0">
                        <a:latin typeface="Cambria Math" panose="02040503050406030204" pitchFamily="18" charset="0"/>
                      </a:rPr>
                      <m:t>𝐾</m:t>
                    </m:r>
                  </m:oMath>
                </a14:m>
                <a:r>
                  <a:rPr kumimoji="1" lang="en-US" altLang="ja-JP" dirty="0"/>
                  <a:t>/s</a:t>
                </a:r>
                <a:r>
                  <a:rPr kumimoji="1" lang="ja-JP" altLang="en-US" dirty="0"/>
                  <a:t>、</a:t>
                </a:r>
                <a:r>
                  <a:rPr kumimoji="1" lang="en-US" altLang="ja-JP" dirty="0"/>
                  <a:t>1.0</a:t>
                </a:r>
                <a14:m>
                  <m:oMath xmlns:m="http://schemas.openxmlformats.org/officeDocument/2006/math">
                    <m:sSup>
                      <m:sSupPr>
                        <m:ctrlPr>
                          <a:rPr kumimoji="1" lang="en-US" altLang="ja-JP" b="0" i="1" smtClean="0">
                            <a:latin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rPr>
                          <m:t>10</m:t>
                        </m:r>
                      </m:e>
                      <m:sup>
                        <m:r>
                          <a:rPr kumimoji="1" lang="en-US" altLang="ja-JP" b="0" i="1" smtClean="0">
                            <a:latin typeface="Cambria Math" panose="02040503050406030204" pitchFamily="18" charset="0"/>
                          </a:rPr>
                          <m:t>13</m:t>
                        </m:r>
                      </m:sup>
                    </m:sSup>
                  </m:oMath>
                </a14:m>
                <a:r>
                  <a:rPr lang="en-US" altLang="ja-JP" dirty="0"/>
                  <a:t>K/s</a:t>
                </a:r>
                <a:r>
                  <a:rPr kumimoji="1" lang="en-US" altLang="ja-JP" dirty="0"/>
                  <a:t>)</a:t>
                </a:r>
              </a:p>
            </p:txBody>
          </p:sp>
        </mc:Choice>
        <mc:Fallback>
          <p:sp>
            <p:nvSpPr>
              <p:cNvPr id="11" name="テキスト ボックス 10">
                <a:extLst>
                  <a:ext uri="{FF2B5EF4-FFF2-40B4-BE49-F238E27FC236}">
                    <a16:creationId xmlns:a16="http://schemas.microsoft.com/office/drawing/2014/main" id="{46025E8F-0E70-FAD2-DB69-3EE4ACB8D2DD}"/>
                  </a:ext>
                </a:extLst>
              </p:cNvPr>
              <p:cNvSpPr txBox="1">
                <a:spLocks noRot="1" noChangeAspect="1" noMove="1" noResize="1" noEditPoints="1" noAdjustHandles="1" noChangeArrowheads="1" noChangeShapeType="1" noTextEdit="1"/>
              </p:cNvSpPr>
              <p:nvPr/>
            </p:nvSpPr>
            <p:spPr>
              <a:xfrm>
                <a:off x="529082" y="4453018"/>
                <a:ext cx="3456196" cy="646331"/>
              </a:xfrm>
              <a:prstGeom prst="rect">
                <a:avLst/>
              </a:prstGeom>
              <a:blipFill>
                <a:blip r:embed="rId4"/>
                <a:stretch>
                  <a:fillRect l="-351" t="-3670" b="-12844"/>
                </a:stretch>
              </a:blipFill>
              <a:ln>
                <a:solidFill>
                  <a:schemeClr val="accent1">
                    <a:shade val="15000"/>
                  </a:schemeClr>
                </a:solidFill>
              </a:ln>
            </p:spPr>
            <p:txBody>
              <a:bodyPr/>
              <a:lstStyle/>
              <a:p>
                <a:r>
                  <a:rPr lang="ja-JP" altLang="en-US">
                    <a:noFill/>
                  </a:rPr>
                  <a:t> </a:t>
                </a:r>
              </a:p>
            </p:txBody>
          </p:sp>
        </mc:Fallback>
      </mc:AlternateContent>
      <p:sp>
        <p:nvSpPr>
          <p:cNvPr id="12" name="テキスト ボックス 11">
            <a:extLst>
              <a:ext uri="{FF2B5EF4-FFF2-40B4-BE49-F238E27FC236}">
                <a16:creationId xmlns:a16="http://schemas.microsoft.com/office/drawing/2014/main" id="{E632BCB3-1EC5-B5AA-1D93-A09A1A098AEE}"/>
              </a:ext>
            </a:extLst>
          </p:cNvPr>
          <p:cNvSpPr txBox="1"/>
          <p:nvPr/>
        </p:nvSpPr>
        <p:spPr>
          <a:xfrm>
            <a:off x="529082" y="5649692"/>
            <a:ext cx="2719647" cy="369332"/>
          </a:xfrm>
          <a:prstGeom prst="rect">
            <a:avLst/>
          </a:prstGeom>
          <a:noFill/>
          <a:ln>
            <a:solidFill>
              <a:schemeClr val="accent1">
                <a:shade val="15000"/>
              </a:schemeClr>
            </a:solidFill>
          </a:ln>
        </p:spPr>
        <p:txBody>
          <a:bodyPr wrap="square" rtlCol="0">
            <a:spAutoFit/>
          </a:bodyPr>
          <a:lstStyle/>
          <a:p>
            <a:pPr algn="ctr"/>
            <a:r>
              <a:rPr kumimoji="1" lang="en-US" altLang="ja-JP" dirty="0"/>
              <a:t>300K</a:t>
            </a:r>
            <a:r>
              <a:rPr kumimoji="1" lang="ja-JP" altLang="en-US" dirty="0"/>
              <a:t>で緩和</a:t>
            </a:r>
            <a:endParaRPr kumimoji="1" lang="en-US" altLang="ja-JP" dirty="0"/>
          </a:p>
        </p:txBody>
      </p:sp>
      <p:sp>
        <p:nvSpPr>
          <p:cNvPr id="13" name="テキスト ボックス 12">
            <a:extLst>
              <a:ext uri="{FF2B5EF4-FFF2-40B4-BE49-F238E27FC236}">
                <a16:creationId xmlns:a16="http://schemas.microsoft.com/office/drawing/2014/main" id="{E8223BAE-E227-61E2-57B2-906B87CA7349}"/>
              </a:ext>
            </a:extLst>
          </p:cNvPr>
          <p:cNvSpPr txBox="1"/>
          <p:nvPr/>
        </p:nvSpPr>
        <p:spPr>
          <a:xfrm>
            <a:off x="4033212" y="5649693"/>
            <a:ext cx="1343575" cy="369332"/>
          </a:xfrm>
          <a:prstGeom prst="rect">
            <a:avLst/>
          </a:prstGeom>
          <a:noFill/>
          <a:ln>
            <a:solidFill>
              <a:schemeClr val="accent1">
                <a:shade val="15000"/>
              </a:schemeClr>
            </a:solidFill>
          </a:ln>
        </p:spPr>
        <p:txBody>
          <a:bodyPr wrap="square" rtlCol="0">
            <a:spAutoFit/>
          </a:bodyPr>
          <a:lstStyle/>
          <a:p>
            <a:r>
              <a:rPr kumimoji="1" lang="ja-JP" altLang="en-US" dirty="0"/>
              <a:t>データ出力</a:t>
            </a:r>
          </a:p>
        </p:txBody>
      </p:sp>
      <p:sp>
        <p:nvSpPr>
          <p:cNvPr id="14" name="テキスト ボックス 13">
            <a:extLst>
              <a:ext uri="{FF2B5EF4-FFF2-40B4-BE49-F238E27FC236}">
                <a16:creationId xmlns:a16="http://schemas.microsoft.com/office/drawing/2014/main" id="{C043F355-E66D-A52F-D2E7-57B0FD8D25F8}"/>
              </a:ext>
            </a:extLst>
          </p:cNvPr>
          <p:cNvSpPr txBox="1"/>
          <p:nvPr/>
        </p:nvSpPr>
        <p:spPr>
          <a:xfrm>
            <a:off x="4208146" y="4453018"/>
            <a:ext cx="1999211" cy="646331"/>
          </a:xfrm>
          <a:prstGeom prst="rect">
            <a:avLst/>
          </a:prstGeom>
          <a:noFill/>
          <a:ln>
            <a:solidFill>
              <a:schemeClr val="accent1">
                <a:shade val="15000"/>
              </a:schemeClr>
            </a:solidFill>
          </a:ln>
        </p:spPr>
        <p:txBody>
          <a:bodyPr wrap="square" rtlCol="0">
            <a:spAutoFit/>
          </a:bodyPr>
          <a:lstStyle/>
          <a:p>
            <a:r>
              <a:rPr lang="en-US" altLang="ja-JP" dirty="0"/>
              <a:t>3</a:t>
            </a:r>
            <a:r>
              <a:rPr kumimoji="1" lang="en-US" altLang="ja-JP" dirty="0"/>
              <a:t>00K</a:t>
            </a:r>
            <a:r>
              <a:rPr kumimoji="1" lang="ja-JP" altLang="en-US" dirty="0"/>
              <a:t>毎にデータを出力</a:t>
            </a:r>
          </a:p>
        </p:txBody>
      </p:sp>
      <p:sp>
        <p:nvSpPr>
          <p:cNvPr id="6" name="テキスト ボックス 5">
            <a:extLst>
              <a:ext uri="{FF2B5EF4-FFF2-40B4-BE49-F238E27FC236}">
                <a16:creationId xmlns:a16="http://schemas.microsoft.com/office/drawing/2014/main" id="{1FFFCB8B-EF11-EF8D-27BE-B782EF3C1A40}"/>
              </a:ext>
            </a:extLst>
          </p:cNvPr>
          <p:cNvSpPr txBox="1"/>
          <p:nvPr/>
        </p:nvSpPr>
        <p:spPr>
          <a:xfrm>
            <a:off x="201583" y="138754"/>
            <a:ext cx="2603269" cy="707886"/>
          </a:xfrm>
          <a:prstGeom prst="rect">
            <a:avLst/>
          </a:prstGeom>
          <a:solidFill>
            <a:schemeClr val="bg1">
              <a:lumMod val="85000"/>
            </a:schemeClr>
          </a:solidFill>
        </p:spPr>
        <p:txBody>
          <a:bodyPr wrap="square" rtlCol="0">
            <a:spAutoFit/>
          </a:bodyPr>
          <a:lstStyle/>
          <a:p>
            <a:r>
              <a:rPr kumimoji="1" lang="ja-JP" altLang="en-US" sz="4000" b="1" dirty="0"/>
              <a:t>研究方法</a:t>
            </a:r>
          </a:p>
        </p:txBody>
      </p:sp>
      <p:sp>
        <p:nvSpPr>
          <p:cNvPr id="17" name="テキスト ボックス 16">
            <a:extLst>
              <a:ext uri="{FF2B5EF4-FFF2-40B4-BE49-F238E27FC236}">
                <a16:creationId xmlns:a16="http://schemas.microsoft.com/office/drawing/2014/main" id="{60A1F3EF-0222-A6AF-3A41-30048A2DC96F}"/>
              </a:ext>
            </a:extLst>
          </p:cNvPr>
          <p:cNvSpPr txBox="1"/>
          <p:nvPr/>
        </p:nvSpPr>
        <p:spPr>
          <a:xfrm>
            <a:off x="529082" y="1597717"/>
            <a:ext cx="4957318" cy="923330"/>
          </a:xfrm>
          <a:prstGeom prst="rect">
            <a:avLst/>
          </a:prstGeom>
          <a:solidFill>
            <a:schemeClr val="tx2">
              <a:lumMod val="10000"/>
              <a:lumOff val="90000"/>
            </a:schemeClr>
          </a:solidFill>
        </p:spPr>
        <p:txBody>
          <a:bodyPr wrap="square" rtlCol="0">
            <a:spAutoFit/>
          </a:bodyPr>
          <a:lstStyle/>
          <a:p>
            <a:pPr marL="0" indent="0">
              <a:buNone/>
            </a:pPr>
            <a:r>
              <a:rPr kumimoji="1" lang="ja-JP" altLang="en-US" b="0" dirty="0"/>
              <a:t>ソフト：</a:t>
            </a:r>
            <a:r>
              <a:rPr kumimoji="1" lang="en-US" altLang="ja-JP" b="0" dirty="0"/>
              <a:t>LAMMPS</a:t>
            </a:r>
          </a:p>
          <a:p>
            <a:pPr marL="0" indent="0">
              <a:buNone/>
            </a:pPr>
            <a:r>
              <a:rPr kumimoji="1" lang="ja-JP" altLang="en-US" b="0" dirty="0"/>
              <a:t>ポテンシャル</a:t>
            </a:r>
            <a:r>
              <a:rPr kumimoji="1" lang="ja-JP" altLang="en-US" b="0"/>
              <a:t>：</a:t>
            </a:r>
            <a:r>
              <a:rPr kumimoji="1" lang="en-US" altLang="ja-JP" b="0" dirty="0"/>
              <a:t>EAM(</a:t>
            </a:r>
            <a:r>
              <a:rPr lang="en-US" altLang="ja-JP" dirty="0"/>
              <a:t>Em</a:t>
            </a:r>
            <a:r>
              <a:rPr kumimoji="1" lang="en-US" altLang="ja-JP" b="0" dirty="0"/>
              <a:t>bedded Atom Model)</a:t>
            </a:r>
            <a:r>
              <a:rPr lang="en-US" altLang="ja-JP" dirty="0"/>
              <a:t> </a:t>
            </a:r>
            <a:r>
              <a:rPr kumimoji="1" lang="ja-JP" altLang="en-US" b="0"/>
              <a:t>時間ステップ：</a:t>
            </a:r>
            <a:r>
              <a:rPr lang="en-US" altLang="ja-JP" dirty="0"/>
              <a:t>0.001 fs</a:t>
            </a:r>
            <a:endParaRPr kumimoji="1" lang="en-US" altLang="ja-JP" b="0" dirty="0"/>
          </a:p>
        </p:txBody>
      </p:sp>
      <p:cxnSp>
        <p:nvCxnSpPr>
          <p:cNvPr id="19" name="直線矢印コネクタ 18">
            <a:extLst>
              <a:ext uri="{FF2B5EF4-FFF2-40B4-BE49-F238E27FC236}">
                <a16:creationId xmlns:a16="http://schemas.microsoft.com/office/drawing/2014/main" id="{EF926E7B-0620-A7EB-53C7-AFF9CA513E4C}"/>
              </a:ext>
            </a:extLst>
          </p:cNvPr>
          <p:cNvCxnSpPr>
            <a:cxnSpLocks/>
          </p:cNvCxnSpPr>
          <p:nvPr/>
        </p:nvCxnSpPr>
        <p:spPr>
          <a:xfrm>
            <a:off x="1707045" y="4061830"/>
            <a:ext cx="0" cy="3911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直線矢印コネクタ 21">
            <a:extLst>
              <a:ext uri="{FF2B5EF4-FFF2-40B4-BE49-F238E27FC236}">
                <a16:creationId xmlns:a16="http://schemas.microsoft.com/office/drawing/2014/main" id="{D65DD857-55BC-91F9-FEDD-715F598BE45C}"/>
              </a:ext>
            </a:extLst>
          </p:cNvPr>
          <p:cNvCxnSpPr>
            <a:cxnSpLocks/>
          </p:cNvCxnSpPr>
          <p:nvPr/>
        </p:nvCxnSpPr>
        <p:spPr>
          <a:xfrm>
            <a:off x="1711091" y="5113120"/>
            <a:ext cx="0" cy="5365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直線矢印コネクタ 22">
            <a:extLst>
              <a:ext uri="{FF2B5EF4-FFF2-40B4-BE49-F238E27FC236}">
                <a16:creationId xmlns:a16="http://schemas.microsoft.com/office/drawing/2014/main" id="{3B54B750-8038-23C3-358D-358202A72900}"/>
              </a:ext>
            </a:extLst>
          </p:cNvPr>
          <p:cNvCxnSpPr>
            <a:cxnSpLocks/>
          </p:cNvCxnSpPr>
          <p:nvPr/>
        </p:nvCxnSpPr>
        <p:spPr>
          <a:xfrm>
            <a:off x="1711090" y="3288231"/>
            <a:ext cx="1" cy="3980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2977C02B-0439-70C3-72DA-E87C38767436}"/>
              </a:ext>
            </a:extLst>
          </p:cNvPr>
          <p:cNvCxnSpPr>
            <a:cxnSpLocks/>
          </p:cNvCxnSpPr>
          <p:nvPr/>
        </p:nvCxnSpPr>
        <p:spPr>
          <a:xfrm flipV="1">
            <a:off x="1711090" y="4253981"/>
            <a:ext cx="3496661" cy="13771"/>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直線矢印コネクタ 37">
            <a:extLst>
              <a:ext uri="{FF2B5EF4-FFF2-40B4-BE49-F238E27FC236}">
                <a16:creationId xmlns:a16="http://schemas.microsoft.com/office/drawing/2014/main" id="{D25829D5-BEA3-F652-F188-E2F0E5CE8AEB}"/>
              </a:ext>
            </a:extLst>
          </p:cNvPr>
          <p:cNvCxnSpPr>
            <a:endCxn id="14" idx="0"/>
          </p:cNvCxnSpPr>
          <p:nvPr/>
        </p:nvCxnSpPr>
        <p:spPr>
          <a:xfrm>
            <a:off x="5207751" y="4253981"/>
            <a:ext cx="1" cy="1990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直線矢印コネクタ 39">
            <a:extLst>
              <a:ext uri="{FF2B5EF4-FFF2-40B4-BE49-F238E27FC236}">
                <a16:creationId xmlns:a16="http://schemas.microsoft.com/office/drawing/2014/main" id="{3E789C4A-B5A4-32E9-4343-EB582B2C4AA0}"/>
              </a:ext>
            </a:extLst>
          </p:cNvPr>
          <p:cNvCxnSpPr>
            <a:cxnSpLocks/>
            <a:stCxn id="12" idx="3"/>
            <a:endCxn id="13" idx="1"/>
          </p:cNvCxnSpPr>
          <p:nvPr/>
        </p:nvCxnSpPr>
        <p:spPr>
          <a:xfrm>
            <a:off x="3248729" y="5834358"/>
            <a:ext cx="784483"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テキスト ボックス 45">
            <a:extLst>
              <a:ext uri="{FF2B5EF4-FFF2-40B4-BE49-F238E27FC236}">
                <a16:creationId xmlns:a16="http://schemas.microsoft.com/office/drawing/2014/main" id="{7BF321D2-9167-4F7F-096A-FFCD461ACF4A}"/>
              </a:ext>
            </a:extLst>
          </p:cNvPr>
          <p:cNvSpPr txBox="1"/>
          <p:nvPr/>
        </p:nvSpPr>
        <p:spPr>
          <a:xfrm>
            <a:off x="529083" y="1124845"/>
            <a:ext cx="4165748" cy="461665"/>
          </a:xfrm>
          <a:prstGeom prst="rect">
            <a:avLst/>
          </a:prstGeom>
          <a:solidFill>
            <a:schemeClr val="tx2">
              <a:lumMod val="75000"/>
              <a:lumOff val="25000"/>
            </a:schemeClr>
          </a:solidFill>
        </p:spPr>
        <p:txBody>
          <a:bodyPr wrap="square">
            <a:spAutoFit/>
          </a:bodyPr>
          <a:lstStyle/>
          <a:p>
            <a:r>
              <a:rPr kumimoji="1" lang="ja-JP" altLang="en-US" sz="2400" dirty="0">
                <a:solidFill>
                  <a:schemeClr val="bg1"/>
                </a:solidFill>
              </a:rPr>
              <a:t>分子動力学シミュレーション</a:t>
            </a:r>
          </a:p>
        </p:txBody>
      </p:sp>
      <p:sp>
        <p:nvSpPr>
          <p:cNvPr id="48" name="テキスト ボックス 47">
            <a:extLst>
              <a:ext uri="{FF2B5EF4-FFF2-40B4-BE49-F238E27FC236}">
                <a16:creationId xmlns:a16="http://schemas.microsoft.com/office/drawing/2014/main" id="{370729FA-9182-20C6-FEB3-6453173B9930}"/>
              </a:ext>
            </a:extLst>
          </p:cNvPr>
          <p:cNvSpPr txBox="1"/>
          <p:nvPr/>
        </p:nvSpPr>
        <p:spPr>
          <a:xfrm>
            <a:off x="6518299" y="1128555"/>
            <a:ext cx="2186246" cy="461665"/>
          </a:xfrm>
          <a:prstGeom prst="rect">
            <a:avLst/>
          </a:prstGeom>
          <a:solidFill>
            <a:schemeClr val="tx2">
              <a:lumMod val="75000"/>
              <a:lumOff val="25000"/>
            </a:schemeClr>
          </a:solidFill>
        </p:spPr>
        <p:txBody>
          <a:bodyPr wrap="square">
            <a:spAutoFit/>
          </a:bodyPr>
          <a:lstStyle/>
          <a:p>
            <a:r>
              <a:rPr kumimoji="1" lang="en-US" altLang="ja-JP" sz="2400" dirty="0">
                <a:solidFill>
                  <a:schemeClr val="bg1"/>
                </a:solidFill>
              </a:rPr>
              <a:t>Voronoi</a:t>
            </a:r>
            <a:r>
              <a:rPr kumimoji="1" lang="ja-JP" altLang="en-US" sz="2400" dirty="0">
                <a:solidFill>
                  <a:schemeClr val="bg1"/>
                </a:solidFill>
              </a:rPr>
              <a:t>解析</a:t>
            </a:r>
          </a:p>
        </p:txBody>
      </p:sp>
      <p:sp>
        <p:nvSpPr>
          <p:cNvPr id="49" name="テキスト ボックス 48">
            <a:extLst>
              <a:ext uri="{FF2B5EF4-FFF2-40B4-BE49-F238E27FC236}">
                <a16:creationId xmlns:a16="http://schemas.microsoft.com/office/drawing/2014/main" id="{B62965D2-08E6-F01E-9D80-D81DB37CDEC4}"/>
              </a:ext>
            </a:extLst>
          </p:cNvPr>
          <p:cNvSpPr txBox="1"/>
          <p:nvPr/>
        </p:nvSpPr>
        <p:spPr>
          <a:xfrm>
            <a:off x="6518299" y="1604467"/>
            <a:ext cx="5203926" cy="2554545"/>
          </a:xfrm>
          <a:prstGeom prst="rect">
            <a:avLst/>
          </a:prstGeom>
          <a:solidFill>
            <a:schemeClr val="tx2">
              <a:lumMod val="10000"/>
              <a:lumOff val="90000"/>
            </a:schemeClr>
          </a:solidFill>
        </p:spPr>
        <p:txBody>
          <a:bodyPr wrap="square" rtlCol="0">
            <a:spAutoFit/>
          </a:bodyPr>
          <a:lstStyle/>
          <a:p>
            <a:r>
              <a:rPr kumimoji="1" lang="ja-JP" altLang="en-US" sz="2000" dirty="0"/>
              <a:t>合金に存在する</a:t>
            </a:r>
            <a:r>
              <a:rPr kumimoji="1" lang="en-US" altLang="ja-JP" sz="2000" dirty="0"/>
              <a:t>Voronoi</a:t>
            </a:r>
            <a:r>
              <a:rPr kumimoji="1" lang="ja-JP" altLang="en-US" sz="2000" dirty="0"/>
              <a:t>多面体の割合を</a:t>
            </a:r>
            <a:r>
              <a:rPr kumimoji="1" lang="en-US" altLang="ja-JP" sz="2000" dirty="0"/>
              <a:t>Voronoi </a:t>
            </a:r>
            <a:r>
              <a:rPr kumimoji="1" lang="ja-JP" altLang="en-US" sz="2000" dirty="0"/>
              <a:t>指数毎に表示する解析方法</a:t>
            </a:r>
            <a:endParaRPr lang="en-US" altLang="ja-JP" sz="2000" dirty="0"/>
          </a:p>
          <a:p>
            <a:endParaRPr lang="en-US" altLang="ja-JP" sz="2000" dirty="0"/>
          </a:p>
          <a:p>
            <a:r>
              <a:rPr kumimoji="1" lang="en-US" altLang="ja-JP" sz="2000" dirty="0"/>
              <a:t>Voronoi</a:t>
            </a:r>
            <a:r>
              <a:rPr kumimoji="1" lang="ja-JP" altLang="en-US" sz="2000" dirty="0"/>
              <a:t>多面体：ある中心原子から回りの原子へ向かうベクトルの垂直二等</a:t>
            </a:r>
            <a:r>
              <a:rPr lang="ja-JP" altLang="en-US" sz="2000" dirty="0"/>
              <a:t>分</a:t>
            </a:r>
            <a:r>
              <a:rPr kumimoji="1" lang="ja-JP" altLang="en-US" sz="2000" dirty="0"/>
              <a:t>面からなる多面体</a:t>
            </a:r>
            <a:endParaRPr lang="en-US" altLang="ja-JP" sz="2000" dirty="0"/>
          </a:p>
          <a:p>
            <a:r>
              <a:rPr kumimoji="1" lang="en-US" altLang="ja-JP" sz="2000" dirty="0"/>
              <a:t>Voronoi</a:t>
            </a:r>
            <a:r>
              <a:rPr kumimoji="1" lang="ja-JP" altLang="en-US" sz="2000" dirty="0"/>
              <a:t>指数：多面体の形を表わすために、指数</a:t>
            </a:r>
            <a:r>
              <a:rPr kumimoji="1" lang="en-US" altLang="ja-JP" sz="2000" dirty="0"/>
              <a:t>&lt;n</a:t>
            </a:r>
            <a:r>
              <a:rPr kumimoji="1" lang="en-US" altLang="ja-JP" sz="2000" baseline="-25000" dirty="0"/>
              <a:t>3</a:t>
            </a:r>
            <a:r>
              <a:rPr kumimoji="1" lang="en-US" altLang="ja-JP" sz="2000" dirty="0"/>
              <a:t>,n</a:t>
            </a:r>
            <a:r>
              <a:rPr kumimoji="1" lang="en-US" altLang="ja-JP" sz="2000" baseline="-25000" dirty="0"/>
              <a:t>4</a:t>
            </a:r>
            <a:r>
              <a:rPr kumimoji="1" lang="en-US" altLang="ja-JP" sz="2000" dirty="0"/>
              <a:t>,n</a:t>
            </a:r>
            <a:r>
              <a:rPr kumimoji="1" lang="en-US" altLang="ja-JP" sz="2000" baseline="-25000" dirty="0"/>
              <a:t>5</a:t>
            </a:r>
            <a:r>
              <a:rPr kumimoji="1" lang="en-US" altLang="ja-JP" sz="2000" dirty="0"/>
              <a:t>,n</a:t>
            </a:r>
            <a:r>
              <a:rPr kumimoji="1" lang="en-US" altLang="ja-JP" sz="2000" baseline="-25000" dirty="0"/>
              <a:t>6</a:t>
            </a:r>
            <a:r>
              <a:rPr kumimoji="1" lang="en-US" altLang="ja-JP" sz="2000" dirty="0"/>
              <a:t>…&gt;</a:t>
            </a:r>
            <a:r>
              <a:rPr kumimoji="1" lang="ja-JP" altLang="en-US" sz="2000" dirty="0"/>
              <a:t>が使用されている</a:t>
            </a:r>
          </a:p>
        </p:txBody>
      </p:sp>
      <p:sp>
        <p:nvSpPr>
          <p:cNvPr id="4" name="テキスト ボックス 3">
            <a:extLst>
              <a:ext uri="{FF2B5EF4-FFF2-40B4-BE49-F238E27FC236}">
                <a16:creationId xmlns:a16="http://schemas.microsoft.com/office/drawing/2014/main" id="{9293754A-2E82-81CB-9C1F-F252B5F9404B}"/>
              </a:ext>
            </a:extLst>
          </p:cNvPr>
          <p:cNvSpPr txBox="1"/>
          <p:nvPr/>
        </p:nvSpPr>
        <p:spPr>
          <a:xfrm>
            <a:off x="6721043" y="4289817"/>
            <a:ext cx="4798437" cy="369332"/>
          </a:xfrm>
          <a:prstGeom prst="rect">
            <a:avLst/>
          </a:prstGeom>
          <a:noFill/>
          <a:ln>
            <a:solidFill>
              <a:schemeClr val="accent1"/>
            </a:solidFill>
          </a:ln>
        </p:spPr>
        <p:txBody>
          <a:bodyPr wrap="square" rtlCol="0">
            <a:spAutoFit/>
          </a:bodyPr>
          <a:lstStyle/>
          <a:p>
            <a:pPr algn="ctr"/>
            <a:r>
              <a:rPr kumimoji="1" lang="ja-JP" altLang="en-US" dirty="0"/>
              <a:t>シミュレーションの温度変化遷移図</a:t>
            </a:r>
          </a:p>
        </p:txBody>
      </p:sp>
      <p:graphicFrame>
        <p:nvGraphicFramePr>
          <p:cNvPr id="3" name="グラフ 2">
            <a:extLst>
              <a:ext uri="{FF2B5EF4-FFF2-40B4-BE49-F238E27FC236}">
                <a16:creationId xmlns:a16="http://schemas.microsoft.com/office/drawing/2014/main" id="{A93AFE8E-4AC9-6EF5-1177-5B810CA8D526}"/>
              </a:ext>
            </a:extLst>
          </p:cNvPr>
          <p:cNvGraphicFramePr>
            <a:graphicFrameLocks/>
          </p:cNvGraphicFramePr>
          <p:nvPr>
            <p:extLst>
              <p:ext uri="{D42A27DB-BD31-4B8C-83A1-F6EECF244321}">
                <p14:modId xmlns:p14="http://schemas.microsoft.com/office/powerpoint/2010/main" val="1784756334"/>
              </p:ext>
            </p:extLst>
          </p:nvPr>
        </p:nvGraphicFramePr>
        <p:xfrm>
          <a:off x="7166774" y="4792722"/>
          <a:ext cx="3906974" cy="187344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036441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6DDBD677-29CD-51D9-009C-69B4121E1FE8}"/>
              </a:ext>
            </a:extLst>
          </p:cNvPr>
          <p:cNvSpPr txBox="1"/>
          <p:nvPr/>
        </p:nvSpPr>
        <p:spPr>
          <a:xfrm>
            <a:off x="199292" y="146119"/>
            <a:ext cx="2309446" cy="707886"/>
          </a:xfrm>
          <a:prstGeom prst="rect">
            <a:avLst/>
          </a:prstGeom>
          <a:solidFill>
            <a:schemeClr val="bg1">
              <a:lumMod val="85000"/>
            </a:schemeClr>
          </a:solidFill>
        </p:spPr>
        <p:txBody>
          <a:bodyPr wrap="square" rtlCol="0">
            <a:spAutoFit/>
          </a:bodyPr>
          <a:lstStyle/>
          <a:p>
            <a:pPr algn="ctr"/>
            <a:r>
              <a:rPr kumimoji="1" lang="ja-JP" altLang="en-US" sz="4000" b="1" dirty="0"/>
              <a:t>計算結果</a:t>
            </a:r>
          </a:p>
        </p:txBody>
      </p:sp>
      <p:sp>
        <p:nvSpPr>
          <p:cNvPr id="6" name="テキスト ボックス 5">
            <a:extLst>
              <a:ext uri="{FF2B5EF4-FFF2-40B4-BE49-F238E27FC236}">
                <a16:creationId xmlns:a16="http://schemas.microsoft.com/office/drawing/2014/main" id="{3A017C41-8E9C-F9F5-B7E0-5C9BF41FE66C}"/>
              </a:ext>
            </a:extLst>
          </p:cNvPr>
          <p:cNvSpPr txBox="1"/>
          <p:nvPr/>
        </p:nvSpPr>
        <p:spPr>
          <a:xfrm>
            <a:off x="2817260" y="458470"/>
            <a:ext cx="7317340" cy="461665"/>
          </a:xfrm>
          <a:prstGeom prst="rect">
            <a:avLst/>
          </a:prstGeom>
          <a:noFill/>
        </p:spPr>
        <p:txBody>
          <a:bodyPr wrap="square" rtlCol="0">
            <a:spAutoFit/>
          </a:bodyPr>
          <a:lstStyle/>
          <a:p>
            <a:r>
              <a:rPr lang="ja-JP" altLang="en-US" sz="2400" dirty="0"/>
              <a:t>構造因子</a:t>
            </a:r>
            <a:r>
              <a:rPr lang="en-US" altLang="ja-JP" sz="2400" dirty="0"/>
              <a:t>S(Q)</a:t>
            </a:r>
            <a:r>
              <a:rPr lang="ja-JP" altLang="en-US" sz="2400" dirty="0"/>
              <a:t>（報告されている実験との比較）</a:t>
            </a:r>
            <a:endParaRPr kumimoji="1" lang="ja-JP" altLang="en-US" dirty="0"/>
          </a:p>
        </p:txBody>
      </p:sp>
      <mc:AlternateContent xmlns:mc="http://schemas.openxmlformats.org/markup-compatibility/2006">
        <mc:Choice xmlns:a14="http://schemas.microsoft.com/office/drawing/2010/main" Requires="a14">
          <p:sp>
            <p:nvSpPr>
              <p:cNvPr id="8" name="テキスト ボックス 7">
                <a:extLst>
                  <a:ext uri="{FF2B5EF4-FFF2-40B4-BE49-F238E27FC236}">
                    <a16:creationId xmlns:a16="http://schemas.microsoft.com/office/drawing/2014/main" id="{017E439A-29DF-EBA4-BBA2-680071AF65AB}"/>
                  </a:ext>
                </a:extLst>
              </p:cNvPr>
              <p:cNvSpPr txBox="1"/>
              <p:nvPr/>
            </p:nvSpPr>
            <p:spPr>
              <a:xfrm>
                <a:off x="1846176" y="1184885"/>
                <a:ext cx="4152288" cy="369332"/>
              </a:xfrm>
              <a:prstGeom prst="rect">
                <a:avLst/>
              </a:prstGeom>
              <a:noFill/>
            </p:spPr>
            <p:txBody>
              <a:bodyPr wrap="square" rtlCol="0">
                <a:spAutoFit/>
              </a:bodyPr>
              <a:lstStyle/>
              <a:p>
                <a:r>
                  <a:rPr lang="ja-JP" altLang="en-US" dirty="0"/>
                  <a:t>中性子構造因子</a:t>
                </a:r>
                <a:r>
                  <a:rPr lang="en-US" altLang="ja-JP" dirty="0"/>
                  <a:t>S(Q)</a:t>
                </a:r>
                <a:r>
                  <a:rPr lang="ja-JP" altLang="en-US" dirty="0"/>
                  <a:t>　</a:t>
                </a:r>
                <a:r>
                  <a:rPr kumimoji="1" lang="en-US" altLang="ja-JP" dirty="0"/>
                  <a:t>(</a:t>
                </a:r>
                <a14:m>
                  <m:oMath xmlns:m="http://schemas.openxmlformats.org/officeDocument/2006/math">
                    <m:r>
                      <a:rPr lang="en-US" altLang="ja-JP">
                        <a:latin typeface="Cambria Math" panose="02040503050406030204" pitchFamily="18" charset="0"/>
                        <a:ea typeface="Cambria Math" panose="02040503050406030204" pitchFamily="18" charset="0"/>
                      </a:rPr>
                      <m:t>1.0</m:t>
                    </m:r>
                    <m:r>
                      <a:rPr lang="en-US" altLang="ja-JP" i="1">
                        <a:latin typeface="Cambria Math" panose="02040503050406030204" pitchFamily="18" charset="0"/>
                        <a:ea typeface="Cambria Math" panose="02040503050406030204" pitchFamily="18" charset="0"/>
                      </a:rPr>
                      <m:t>×</m:t>
                    </m:r>
                    <m:sSup>
                      <m:sSupPr>
                        <m:ctrlPr>
                          <a:rPr lang="en-US" altLang="ja-JP" i="1">
                            <a:latin typeface="Cambria Math" panose="02040503050406030204" pitchFamily="18" charset="0"/>
                            <a:ea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10</m:t>
                        </m:r>
                      </m:e>
                      <m:sup>
                        <m:r>
                          <a:rPr lang="en-US" altLang="ja-JP" i="1">
                            <a:latin typeface="Cambria Math" panose="02040503050406030204" pitchFamily="18" charset="0"/>
                            <a:ea typeface="Cambria Math" panose="02040503050406030204" pitchFamily="18" charset="0"/>
                          </a:rPr>
                          <m:t>12</m:t>
                        </m:r>
                      </m:sup>
                    </m:sSup>
                    <m:r>
                      <a:rPr lang="en-US" altLang="ja-JP" i="1">
                        <a:latin typeface="Cambria Math" panose="02040503050406030204" pitchFamily="18" charset="0"/>
                      </a:rPr>
                      <m:t>𝐾</m:t>
                    </m:r>
                  </m:oMath>
                </a14:m>
                <a:r>
                  <a:rPr lang="en-US" altLang="ja-JP" dirty="0"/>
                  <a:t>/s)</a:t>
                </a:r>
                <a:endParaRPr kumimoji="1" lang="ja-JP" altLang="en-US" dirty="0"/>
              </a:p>
            </p:txBody>
          </p:sp>
        </mc:Choice>
        <mc:Fallback>
          <p:sp>
            <p:nvSpPr>
              <p:cNvPr id="8" name="テキスト ボックス 7">
                <a:extLst>
                  <a:ext uri="{FF2B5EF4-FFF2-40B4-BE49-F238E27FC236}">
                    <a16:creationId xmlns:a16="http://schemas.microsoft.com/office/drawing/2014/main" id="{017E439A-29DF-EBA4-BBA2-680071AF65AB}"/>
                  </a:ext>
                </a:extLst>
              </p:cNvPr>
              <p:cNvSpPr txBox="1">
                <a:spLocks noRot="1" noChangeAspect="1" noMove="1" noResize="1" noEditPoints="1" noAdjustHandles="1" noChangeArrowheads="1" noChangeShapeType="1" noTextEdit="1"/>
              </p:cNvSpPr>
              <p:nvPr/>
            </p:nvSpPr>
            <p:spPr>
              <a:xfrm>
                <a:off x="1846176" y="1184885"/>
                <a:ext cx="4152288" cy="369332"/>
              </a:xfrm>
              <a:prstGeom prst="rect">
                <a:avLst/>
              </a:prstGeom>
              <a:blipFill>
                <a:blip r:embed="rId2"/>
                <a:stretch>
                  <a:fillRect l="-1322" t="-6557" b="-26230"/>
                </a:stretch>
              </a:blipFill>
            </p:spPr>
            <p:txBody>
              <a:bodyPr/>
              <a:lstStyle/>
              <a:p>
                <a:r>
                  <a:rPr lang="ja-JP" altLang="en-US">
                    <a:noFill/>
                  </a:rPr>
                  <a:t> </a:t>
                </a:r>
              </a:p>
            </p:txBody>
          </p:sp>
        </mc:Fallback>
      </mc:AlternateContent>
      <p:pic>
        <p:nvPicPr>
          <p:cNvPr id="3" name="図 2" descr="グラフ&#10;&#10;自動的に生成された説明">
            <a:extLst>
              <a:ext uri="{FF2B5EF4-FFF2-40B4-BE49-F238E27FC236}">
                <a16:creationId xmlns:a16="http://schemas.microsoft.com/office/drawing/2014/main" id="{D0D50DDC-B3A1-D896-6251-B843D07B88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1330" y="1663564"/>
            <a:ext cx="5142018" cy="3385373"/>
          </a:xfrm>
          <a:prstGeom prst="rect">
            <a:avLst/>
          </a:prstGeom>
        </p:spPr>
      </p:pic>
      <p:sp>
        <p:nvSpPr>
          <p:cNvPr id="4" name="テキスト ボックス 3">
            <a:extLst>
              <a:ext uri="{FF2B5EF4-FFF2-40B4-BE49-F238E27FC236}">
                <a16:creationId xmlns:a16="http://schemas.microsoft.com/office/drawing/2014/main" id="{6A8E9AAC-3056-81EA-6714-93EBC1103048}"/>
              </a:ext>
            </a:extLst>
          </p:cNvPr>
          <p:cNvSpPr txBox="1"/>
          <p:nvPr/>
        </p:nvSpPr>
        <p:spPr>
          <a:xfrm>
            <a:off x="7300581" y="5147266"/>
            <a:ext cx="2965477" cy="253916"/>
          </a:xfrm>
          <a:prstGeom prst="rect">
            <a:avLst/>
          </a:prstGeom>
          <a:noFill/>
        </p:spPr>
        <p:txBody>
          <a:bodyPr wrap="square" rtlCol="0">
            <a:spAutoFit/>
          </a:bodyPr>
          <a:lstStyle/>
          <a:p>
            <a:r>
              <a:rPr kumimoji="1" lang="en-US" altLang="ja-JP" sz="1050" dirty="0"/>
              <a:t>ref)</a:t>
            </a:r>
            <a:r>
              <a:rPr lang="ja-JP" altLang="en-US" sz="1050" dirty="0"/>
              <a:t>鈴木</a:t>
            </a:r>
            <a:r>
              <a:rPr lang="ja-JP" altLang="en-US" sz="1050"/>
              <a:t>謙爾</a:t>
            </a:r>
            <a:r>
              <a:rPr lang="en-US" altLang="ja-JP" sz="1050" dirty="0"/>
              <a:t>, </a:t>
            </a:r>
            <a:r>
              <a:rPr lang="ja-JP" altLang="en-US" sz="1050"/>
              <a:t>日本結晶学会誌</a:t>
            </a:r>
            <a:r>
              <a:rPr lang="en-US" altLang="ja-JP" sz="1050" dirty="0"/>
              <a:t>22</a:t>
            </a:r>
            <a:r>
              <a:rPr lang="ja-JP" altLang="en-US" sz="1050"/>
              <a:t> </a:t>
            </a:r>
            <a:r>
              <a:rPr lang="en-US" altLang="ja-JP" sz="1050" dirty="0"/>
              <a:t>(1980)33-35</a:t>
            </a:r>
            <a:endParaRPr kumimoji="1" lang="ja-JP" altLang="en-US" sz="1050" dirty="0"/>
          </a:p>
        </p:txBody>
      </p:sp>
      <p:sp>
        <p:nvSpPr>
          <p:cNvPr id="11" name="テキスト ボックス 10">
            <a:extLst>
              <a:ext uri="{FF2B5EF4-FFF2-40B4-BE49-F238E27FC236}">
                <a16:creationId xmlns:a16="http://schemas.microsoft.com/office/drawing/2014/main" id="{9E7F0AB1-F965-1902-1695-4776DA377BB2}"/>
              </a:ext>
            </a:extLst>
          </p:cNvPr>
          <p:cNvSpPr txBox="1"/>
          <p:nvPr/>
        </p:nvSpPr>
        <p:spPr>
          <a:xfrm>
            <a:off x="6441439" y="1195903"/>
            <a:ext cx="4683760" cy="369332"/>
          </a:xfrm>
          <a:prstGeom prst="rect">
            <a:avLst/>
          </a:prstGeom>
          <a:noFill/>
        </p:spPr>
        <p:txBody>
          <a:bodyPr wrap="square" rtlCol="0">
            <a:spAutoFit/>
          </a:bodyPr>
          <a:lstStyle/>
          <a:p>
            <a:r>
              <a:rPr lang="ja-JP" altLang="en-US" dirty="0"/>
              <a:t>中性子構造因子</a:t>
            </a:r>
            <a:r>
              <a:rPr lang="en-US" altLang="ja-JP" dirty="0"/>
              <a:t>S(Q)</a:t>
            </a:r>
            <a:r>
              <a:rPr lang="ja-JP" altLang="en-US" dirty="0"/>
              <a:t>（従来報告、実験）</a:t>
            </a:r>
            <a:endParaRPr kumimoji="1" lang="ja-JP" altLang="en-US" dirty="0"/>
          </a:p>
        </p:txBody>
      </p:sp>
      <p:sp>
        <p:nvSpPr>
          <p:cNvPr id="14" name="テキスト ボックス 13">
            <a:extLst>
              <a:ext uri="{FF2B5EF4-FFF2-40B4-BE49-F238E27FC236}">
                <a16:creationId xmlns:a16="http://schemas.microsoft.com/office/drawing/2014/main" id="{AB3EDE2D-66FF-83EE-660E-4DDB46393FB7}"/>
              </a:ext>
            </a:extLst>
          </p:cNvPr>
          <p:cNvSpPr txBox="1"/>
          <p:nvPr/>
        </p:nvSpPr>
        <p:spPr>
          <a:xfrm>
            <a:off x="3302919" y="5858496"/>
            <a:ext cx="6112664" cy="707886"/>
          </a:xfrm>
          <a:prstGeom prst="rect">
            <a:avLst/>
          </a:prstGeom>
          <a:solidFill>
            <a:schemeClr val="bg1">
              <a:lumMod val="85000"/>
            </a:schemeClr>
          </a:solidFill>
        </p:spPr>
        <p:txBody>
          <a:bodyPr wrap="square" rtlCol="0">
            <a:spAutoFit/>
          </a:bodyPr>
          <a:lstStyle/>
          <a:p>
            <a:r>
              <a:rPr kumimoji="1" lang="ja-JP" altLang="en-US" sz="2000" dirty="0"/>
              <a:t>・</a:t>
            </a:r>
            <a:r>
              <a:rPr lang="ja-JP" altLang="en-US" sz="2000" dirty="0"/>
              <a:t>液体と比較してガラス（アモルファス）では第</a:t>
            </a:r>
            <a:r>
              <a:rPr lang="en-US" altLang="ja-JP" sz="2000" dirty="0"/>
              <a:t>1</a:t>
            </a:r>
            <a:r>
              <a:rPr lang="ja-JP" altLang="en-US" sz="2000" dirty="0"/>
              <a:t>ピークが高く、第</a:t>
            </a:r>
            <a:r>
              <a:rPr lang="en-US" altLang="ja-JP" sz="2000" dirty="0"/>
              <a:t>2</a:t>
            </a:r>
            <a:r>
              <a:rPr lang="ja-JP" altLang="en-US" sz="2000" dirty="0"/>
              <a:t>ピークに肩が形成される。</a:t>
            </a:r>
            <a:endParaRPr kumimoji="1" lang="en-US" altLang="ja-JP" sz="2000" dirty="0"/>
          </a:p>
        </p:txBody>
      </p:sp>
      <p:graphicFrame>
        <p:nvGraphicFramePr>
          <p:cNvPr id="2" name="グラフ 1">
            <a:extLst>
              <a:ext uri="{FF2B5EF4-FFF2-40B4-BE49-F238E27FC236}">
                <a16:creationId xmlns:a16="http://schemas.microsoft.com/office/drawing/2014/main" id="{5A45FBAD-1775-BD6F-CFE3-06DA0E3E3675}"/>
              </a:ext>
            </a:extLst>
          </p:cNvPr>
          <p:cNvGraphicFramePr>
            <a:graphicFrameLocks/>
          </p:cNvGraphicFramePr>
          <p:nvPr>
            <p:extLst>
              <p:ext uri="{D42A27DB-BD31-4B8C-83A1-F6EECF244321}">
                <p14:modId xmlns:p14="http://schemas.microsoft.com/office/powerpoint/2010/main" val="2910572917"/>
              </p:ext>
            </p:extLst>
          </p:nvPr>
        </p:nvGraphicFramePr>
        <p:xfrm>
          <a:off x="641268" y="1663564"/>
          <a:ext cx="5012772" cy="373761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562670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0C5E5-01ED-71E1-8411-9B6798DBC42B}"/>
            </a:ext>
          </a:extLst>
        </p:cNvPr>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FC435481-5A1F-70DF-0EFF-D10464DA13D6}"/>
              </a:ext>
            </a:extLst>
          </p:cNvPr>
          <p:cNvSpPr txBox="1"/>
          <p:nvPr/>
        </p:nvSpPr>
        <p:spPr>
          <a:xfrm>
            <a:off x="199292" y="146119"/>
            <a:ext cx="2309446" cy="707886"/>
          </a:xfrm>
          <a:prstGeom prst="rect">
            <a:avLst/>
          </a:prstGeom>
          <a:solidFill>
            <a:schemeClr val="bg1">
              <a:lumMod val="85000"/>
            </a:schemeClr>
          </a:solidFill>
        </p:spPr>
        <p:txBody>
          <a:bodyPr wrap="square" rtlCol="0">
            <a:spAutoFit/>
          </a:bodyPr>
          <a:lstStyle/>
          <a:p>
            <a:pPr algn="ctr"/>
            <a:r>
              <a:rPr kumimoji="1" lang="ja-JP" altLang="en-US" sz="4000" b="1" dirty="0"/>
              <a:t>計算結果</a:t>
            </a:r>
          </a:p>
        </p:txBody>
      </p:sp>
      <mc:AlternateContent xmlns:mc="http://schemas.openxmlformats.org/markup-compatibility/2006">
        <mc:Choice xmlns:a14="http://schemas.microsoft.com/office/drawing/2010/main" Requires="a14">
          <p:sp>
            <p:nvSpPr>
              <p:cNvPr id="2" name="テキスト ボックス 1">
                <a:extLst>
                  <a:ext uri="{FF2B5EF4-FFF2-40B4-BE49-F238E27FC236}">
                    <a16:creationId xmlns:a16="http://schemas.microsoft.com/office/drawing/2014/main" id="{488E9D78-2A6F-C911-7810-08D8AB34CD62}"/>
                  </a:ext>
                </a:extLst>
              </p:cNvPr>
              <p:cNvSpPr txBox="1"/>
              <p:nvPr/>
            </p:nvSpPr>
            <p:spPr>
              <a:xfrm>
                <a:off x="2553266" y="505655"/>
                <a:ext cx="9638734" cy="739113"/>
              </a:xfrm>
              <a:prstGeom prst="rect">
                <a:avLst/>
              </a:prstGeom>
              <a:noFill/>
            </p:spPr>
            <p:txBody>
              <a:bodyPr wrap="square" rtlCol="0">
                <a:spAutoFit/>
              </a:bodyPr>
              <a:lstStyle/>
              <a:p>
                <a:r>
                  <a:rPr lang="en-US" altLang="ja-JP" sz="2400" dirty="0"/>
                  <a:t>Pd-Pd, Pd-Si, Si-Si</a:t>
                </a:r>
                <a:r>
                  <a:rPr kumimoji="1" lang="ja-JP" altLang="en-US" sz="2400" dirty="0"/>
                  <a:t>部分二体分布関数</a:t>
                </a:r>
                <a:r>
                  <a:rPr kumimoji="1" lang="en-US" altLang="ja-JP" sz="2400" dirty="0"/>
                  <a:t> </a:t>
                </a:r>
                <a:r>
                  <a:rPr lang="ja-JP" altLang="en-US" sz="2400" dirty="0"/>
                  <a:t>（</a:t>
                </a:r>
                <a:r>
                  <a:rPr kumimoji="1" lang="en-US" altLang="ja-JP" sz="2400" b="0" dirty="0"/>
                  <a:t> </a:t>
                </a:r>
                <a:r>
                  <a:rPr kumimoji="1" lang="ja-JP" altLang="en-US" sz="2400" b="0" dirty="0"/>
                  <a:t>冷却</a:t>
                </a:r>
                <a14:m>
                  <m:oMath xmlns:m="http://schemas.openxmlformats.org/officeDocument/2006/math">
                    <m:r>
                      <a:rPr kumimoji="1" lang="ja-JP" altLang="en-US" sz="2400" b="0" i="1" smtClean="0">
                        <a:latin typeface="Cambria Math" panose="02040503050406030204" pitchFamily="18" charset="0"/>
                      </a:rPr>
                      <m:t>速度</m:t>
                    </m:r>
                    <m:r>
                      <a:rPr lang="ja-JP" altLang="en-US" sz="2400" i="1">
                        <a:latin typeface="Cambria Math" panose="02040503050406030204" pitchFamily="18" charset="0"/>
                      </a:rPr>
                      <m:t>：</m:t>
                    </m:r>
                    <m:r>
                      <a:rPr lang="en-US" altLang="ja-JP" sz="2400">
                        <a:latin typeface="Cambria Math" panose="02040503050406030204" pitchFamily="18" charset="0"/>
                        <a:ea typeface="Cambria Math" panose="02040503050406030204" pitchFamily="18" charset="0"/>
                      </a:rPr>
                      <m:t>1.0</m:t>
                    </m:r>
                    <m:r>
                      <a:rPr lang="en-US" altLang="ja-JP" sz="2400" i="1">
                        <a:latin typeface="Cambria Math" panose="02040503050406030204" pitchFamily="18" charset="0"/>
                        <a:ea typeface="Cambria Math" panose="02040503050406030204" pitchFamily="18" charset="0"/>
                      </a:rPr>
                      <m:t>×</m:t>
                    </m:r>
                    <m:sSup>
                      <m:sSupPr>
                        <m:ctrlPr>
                          <a:rPr lang="en-US" altLang="ja-JP" sz="2400" i="1">
                            <a:latin typeface="Cambria Math" panose="02040503050406030204" pitchFamily="18" charset="0"/>
                            <a:ea typeface="Cambria Math" panose="02040503050406030204" pitchFamily="18" charset="0"/>
                          </a:rPr>
                        </m:ctrlPr>
                      </m:sSupPr>
                      <m:e>
                        <m:r>
                          <a:rPr lang="en-US" altLang="ja-JP" sz="2400" i="1">
                            <a:latin typeface="Cambria Math" panose="02040503050406030204" pitchFamily="18" charset="0"/>
                            <a:ea typeface="Cambria Math" panose="02040503050406030204" pitchFamily="18" charset="0"/>
                          </a:rPr>
                          <m:t>10</m:t>
                        </m:r>
                      </m:e>
                      <m:sup>
                        <m:r>
                          <a:rPr lang="en-US" altLang="ja-JP" sz="2400" i="1">
                            <a:latin typeface="Cambria Math" panose="02040503050406030204" pitchFamily="18" charset="0"/>
                            <a:ea typeface="Cambria Math" panose="02040503050406030204" pitchFamily="18" charset="0"/>
                          </a:rPr>
                          <m:t>12</m:t>
                        </m:r>
                      </m:sup>
                    </m:sSup>
                    <m:r>
                      <a:rPr lang="en-US" altLang="ja-JP" sz="2400" i="1">
                        <a:latin typeface="Cambria Math" panose="02040503050406030204" pitchFamily="18" charset="0"/>
                      </a:rPr>
                      <m:t>𝐾</m:t>
                    </m:r>
                    <m:r>
                      <m:rPr>
                        <m:nor/>
                      </m:rPr>
                      <a:rPr lang="en-US" altLang="ja-JP" sz="2400" dirty="0"/>
                      <m:t>/</m:t>
                    </m:r>
                    <m:r>
                      <m:rPr>
                        <m:nor/>
                      </m:rPr>
                      <a:rPr lang="en-US" altLang="ja-JP" sz="2400" dirty="0"/>
                      <m:t>s</m:t>
                    </m:r>
                  </m:oMath>
                </a14:m>
                <a:r>
                  <a:rPr lang="ja-JP" altLang="en-US" sz="2400" dirty="0"/>
                  <a:t>）</a:t>
                </a:r>
                <a:endParaRPr kumimoji="1" lang="ja-JP" altLang="en-US" sz="2400" dirty="0"/>
              </a:p>
              <a:p>
                <a:endParaRPr kumimoji="1" lang="ja-JP" altLang="en-US" dirty="0"/>
              </a:p>
            </p:txBody>
          </p:sp>
        </mc:Choice>
        <mc:Fallback>
          <p:sp>
            <p:nvSpPr>
              <p:cNvPr id="2" name="テキスト ボックス 1">
                <a:extLst>
                  <a:ext uri="{FF2B5EF4-FFF2-40B4-BE49-F238E27FC236}">
                    <a16:creationId xmlns:a16="http://schemas.microsoft.com/office/drawing/2014/main" id="{488E9D78-2A6F-C911-7810-08D8AB34CD62}"/>
                  </a:ext>
                </a:extLst>
              </p:cNvPr>
              <p:cNvSpPr txBox="1">
                <a:spLocks noRot="1" noChangeAspect="1" noMove="1" noResize="1" noEditPoints="1" noAdjustHandles="1" noChangeArrowheads="1" noChangeShapeType="1" noTextEdit="1"/>
              </p:cNvSpPr>
              <p:nvPr/>
            </p:nvSpPr>
            <p:spPr>
              <a:xfrm>
                <a:off x="2553266" y="505655"/>
                <a:ext cx="9638734" cy="739113"/>
              </a:xfrm>
              <a:prstGeom prst="rect">
                <a:avLst/>
              </a:prstGeom>
              <a:blipFill>
                <a:blip r:embed="rId3"/>
                <a:stretch>
                  <a:fillRect l="-1012" t="-5785"/>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1F85FA0B-A204-1E89-3CE1-94694A1294CE}"/>
              </a:ext>
            </a:extLst>
          </p:cNvPr>
          <p:cNvSpPr txBox="1"/>
          <p:nvPr/>
        </p:nvSpPr>
        <p:spPr>
          <a:xfrm>
            <a:off x="6096000" y="4081520"/>
            <a:ext cx="4814567" cy="2246769"/>
          </a:xfrm>
          <a:prstGeom prst="rect">
            <a:avLst/>
          </a:prstGeom>
          <a:solidFill>
            <a:schemeClr val="bg1">
              <a:lumMod val="85000"/>
            </a:schemeClr>
          </a:solidFill>
        </p:spPr>
        <p:txBody>
          <a:bodyPr wrap="square" rtlCol="0">
            <a:spAutoFit/>
          </a:bodyPr>
          <a:lstStyle/>
          <a:p>
            <a:r>
              <a:rPr kumimoji="1" lang="ja-JP" altLang="en-US" sz="2000" dirty="0"/>
              <a:t>・第一ピークが最も高い</a:t>
            </a:r>
            <a:endParaRPr kumimoji="1" lang="en-US" altLang="ja-JP" sz="2000" dirty="0"/>
          </a:p>
          <a:p>
            <a:endParaRPr lang="en-US" altLang="ja-JP" sz="2000" dirty="0"/>
          </a:p>
          <a:p>
            <a:r>
              <a:rPr kumimoji="1" lang="ja-JP" altLang="en-US" sz="2000" dirty="0"/>
              <a:t>・</a:t>
            </a:r>
            <a:r>
              <a:rPr lang="ja-JP" altLang="en-US" sz="2000" dirty="0"/>
              <a:t>低温になるにつれ、</a:t>
            </a:r>
            <a:r>
              <a:rPr kumimoji="1" lang="en-US" altLang="ja-JP" sz="2000" dirty="0"/>
              <a:t>Si-Si</a:t>
            </a:r>
            <a:r>
              <a:rPr kumimoji="1" lang="ja-JP" altLang="en-US" sz="2000" dirty="0"/>
              <a:t>相関にて</a:t>
            </a:r>
            <a:r>
              <a:rPr kumimoji="1" lang="en-US" altLang="ja-JP" sz="2000" dirty="0"/>
              <a:t>4</a:t>
            </a:r>
            <a:r>
              <a:rPr lang="en-US" altLang="ja-JP" sz="2000" b="0" i="0" u="none" strike="noStrike" kern="1200" baseline="0" dirty="0"/>
              <a:t>Å</a:t>
            </a:r>
            <a:r>
              <a:rPr lang="ja-JP" altLang="en-US" sz="2000" b="0" i="0" u="none" strike="noStrike" kern="1200" baseline="0" dirty="0"/>
              <a:t>を超えた付近でピーク</a:t>
            </a:r>
            <a:r>
              <a:rPr lang="ja-JP" altLang="en-US" sz="2000" dirty="0"/>
              <a:t>の</a:t>
            </a:r>
            <a:r>
              <a:rPr lang="ja-JP" altLang="en-US" sz="2000" b="0" i="0" u="none" strike="noStrike" kern="1200" baseline="0" dirty="0"/>
              <a:t>分裂が顕著</a:t>
            </a:r>
            <a:endParaRPr lang="en-US" altLang="ja-JP" sz="2000" b="0" i="0" u="none" strike="noStrike" kern="1200" baseline="0" dirty="0"/>
          </a:p>
          <a:p>
            <a:endParaRPr kumimoji="1" lang="en-US" altLang="ja-JP" sz="2000" dirty="0"/>
          </a:p>
          <a:p>
            <a:r>
              <a:rPr kumimoji="1" lang="ja-JP" altLang="en-US" sz="2000" dirty="0"/>
              <a:t>・</a:t>
            </a:r>
            <a:r>
              <a:rPr kumimoji="1" lang="en-US" altLang="ja-JP" sz="2000" dirty="0"/>
              <a:t>Pd-Pd, Pd-Si</a:t>
            </a:r>
            <a:r>
              <a:rPr kumimoji="1" lang="ja-JP" altLang="en-US" sz="2000" dirty="0"/>
              <a:t>においても、</a:t>
            </a:r>
            <a:r>
              <a:rPr lang="ja-JP" altLang="en-US" sz="2000" dirty="0"/>
              <a:t>低温になるにつれ、</a:t>
            </a:r>
            <a:r>
              <a:rPr kumimoji="1" lang="ja-JP" altLang="en-US" sz="2000" dirty="0"/>
              <a:t>第</a:t>
            </a:r>
            <a:r>
              <a:rPr kumimoji="1" lang="en-US" altLang="ja-JP" sz="2000" dirty="0"/>
              <a:t>2</a:t>
            </a:r>
            <a:r>
              <a:rPr kumimoji="1" lang="ja-JP" altLang="en-US" sz="2000" dirty="0"/>
              <a:t>ピークの分裂</a:t>
            </a:r>
            <a:endParaRPr kumimoji="1" lang="en-US" altLang="ja-JP" sz="2000" dirty="0"/>
          </a:p>
        </p:txBody>
      </p:sp>
      <p:graphicFrame>
        <p:nvGraphicFramePr>
          <p:cNvPr id="3" name="グラフ 2">
            <a:extLst>
              <a:ext uri="{FF2B5EF4-FFF2-40B4-BE49-F238E27FC236}">
                <a16:creationId xmlns:a16="http://schemas.microsoft.com/office/drawing/2014/main" id="{C6CD664C-9B6A-22D2-BDC7-E5C65E7B096D}"/>
              </a:ext>
            </a:extLst>
          </p:cNvPr>
          <p:cNvGraphicFramePr>
            <a:graphicFrameLocks/>
          </p:cNvGraphicFramePr>
          <p:nvPr>
            <p:extLst>
              <p:ext uri="{D42A27DB-BD31-4B8C-83A1-F6EECF244321}">
                <p14:modId xmlns:p14="http://schemas.microsoft.com/office/powerpoint/2010/main" val="3310139405"/>
              </p:ext>
            </p:extLst>
          </p:nvPr>
        </p:nvGraphicFramePr>
        <p:xfrm>
          <a:off x="909222" y="3874296"/>
          <a:ext cx="4505926" cy="2983704"/>
        </p:xfrm>
        <a:graphic>
          <a:graphicData uri="http://schemas.openxmlformats.org/drawingml/2006/chart">
            <c:chart xmlns:c="http://schemas.openxmlformats.org/drawingml/2006/chart" xmlns:r="http://schemas.openxmlformats.org/officeDocument/2006/relationships" r:id="rId4"/>
          </a:graphicData>
        </a:graphic>
      </p:graphicFrame>
      <p:sp>
        <p:nvSpPr>
          <p:cNvPr id="14" name="テキスト ボックス 13">
            <a:extLst>
              <a:ext uri="{FF2B5EF4-FFF2-40B4-BE49-F238E27FC236}">
                <a16:creationId xmlns:a16="http://schemas.microsoft.com/office/drawing/2014/main" id="{2AD15550-FFD9-4A20-B7E2-1F332B30414A}"/>
              </a:ext>
            </a:extLst>
          </p:cNvPr>
          <p:cNvSpPr txBox="1"/>
          <p:nvPr/>
        </p:nvSpPr>
        <p:spPr>
          <a:xfrm>
            <a:off x="1481923" y="3997470"/>
            <a:ext cx="1678404" cy="400110"/>
          </a:xfrm>
          <a:prstGeom prst="rect">
            <a:avLst/>
          </a:prstGeom>
          <a:noFill/>
        </p:spPr>
        <p:txBody>
          <a:bodyPr wrap="square" rtlCol="0">
            <a:spAutoFit/>
          </a:bodyPr>
          <a:lstStyle/>
          <a:p>
            <a:r>
              <a:rPr lang="en-US" altLang="ja-JP" sz="2000" dirty="0"/>
              <a:t>Si</a:t>
            </a:r>
            <a:r>
              <a:rPr kumimoji="1" lang="en-US" altLang="ja-JP" sz="2000" dirty="0"/>
              <a:t>-Si</a:t>
            </a:r>
            <a:endParaRPr kumimoji="1" lang="ja-JP" altLang="en-US" sz="2000" dirty="0"/>
          </a:p>
        </p:txBody>
      </p:sp>
      <p:graphicFrame>
        <p:nvGraphicFramePr>
          <p:cNvPr id="5" name="グラフ 4">
            <a:extLst>
              <a:ext uri="{FF2B5EF4-FFF2-40B4-BE49-F238E27FC236}">
                <a16:creationId xmlns:a16="http://schemas.microsoft.com/office/drawing/2014/main" id="{485395B2-3FAC-5F7F-6266-2F257B0AA381}"/>
              </a:ext>
            </a:extLst>
          </p:cNvPr>
          <p:cNvGraphicFramePr>
            <a:graphicFrameLocks/>
          </p:cNvGraphicFramePr>
          <p:nvPr>
            <p:extLst>
              <p:ext uri="{D42A27DB-BD31-4B8C-83A1-F6EECF244321}">
                <p14:modId xmlns:p14="http://schemas.microsoft.com/office/powerpoint/2010/main" val="194809740"/>
              </p:ext>
            </p:extLst>
          </p:nvPr>
        </p:nvGraphicFramePr>
        <p:xfrm>
          <a:off x="6139472" y="854006"/>
          <a:ext cx="4814567" cy="3143464"/>
        </p:xfrm>
        <a:graphic>
          <a:graphicData uri="http://schemas.openxmlformats.org/drawingml/2006/chart">
            <c:chart xmlns:c="http://schemas.openxmlformats.org/drawingml/2006/chart" xmlns:r="http://schemas.openxmlformats.org/officeDocument/2006/relationships" r:id="rId5"/>
          </a:graphicData>
        </a:graphic>
      </p:graphicFrame>
      <p:sp>
        <p:nvSpPr>
          <p:cNvPr id="12" name="テキスト ボックス 11">
            <a:extLst>
              <a:ext uri="{FF2B5EF4-FFF2-40B4-BE49-F238E27FC236}">
                <a16:creationId xmlns:a16="http://schemas.microsoft.com/office/drawing/2014/main" id="{4117572E-7D4B-4D47-85E2-8AFFD462C6FD}"/>
              </a:ext>
            </a:extLst>
          </p:cNvPr>
          <p:cNvSpPr txBox="1"/>
          <p:nvPr/>
        </p:nvSpPr>
        <p:spPr>
          <a:xfrm>
            <a:off x="6777298" y="1023910"/>
            <a:ext cx="1926630" cy="400110"/>
          </a:xfrm>
          <a:prstGeom prst="rect">
            <a:avLst/>
          </a:prstGeom>
          <a:noFill/>
        </p:spPr>
        <p:txBody>
          <a:bodyPr wrap="square" rtlCol="0">
            <a:spAutoFit/>
          </a:bodyPr>
          <a:lstStyle/>
          <a:p>
            <a:r>
              <a:rPr lang="en-US" altLang="ja-JP" sz="2000" dirty="0"/>
              <a:t>Pd</a:t>
            </a:r>
            <a:r>
              <a:rPr kumimoji="1" lang="en-US" altLang="ja-JP" sz="2000" dirty="0"/>
              <a:t>-Si</a:t>
            </a:r>
            <a:endParaRPr kumimoji="1" lang="ja-JP" altLang="en-US" sz="2000" dirty="0"/>
          </a:p>
        </p:txBody>
      </p:sp>
      <p:graphicFrame>
        <p:nvGraphicFramePr>
          <p:cNvPr id="9" name="グラフ 8">
            <a:extLst>
              <a:ext uri="{FF2B5EF4-FFF2-40B4-BE49-F238E27FC236}">
                <a16:creationId xmlns:a16="http://schemas.microsoft.com/office/drawing/2014/main" id="{87E1EA9D-E7BD-B1D5-5432-87966214F26D}"/>
              </a:ext>
            </a:extLst>
          </p:cNvPr>
          <p:cNvGraphicFramePr>
            <a:graphicFrameLocks/>
          </p:cNvGraphicFramePr>
          <p:nvPr>
            <p:extLst>
              <p:ext uri="{D42A27DB-BD31-4B8C-83A1-F6EECF244321}">
                <p14:modId xmlns:p14="http://schemas.microsoft.com/office/powerpoint/2010/main" val="3645834503"/>
              </p:ext>
            </p:extLst>
          </p:nvPr>
        </p:nvGraphicFramePr>
        <p:xfrm>
          <a:off x="909222" y="854005"/>
          <a:ext cx="4505926" cy="3020291"/>
        </p:xfrm>
        <a:graphic>
          <a:graphicData uri="http://schemas.openxmlformats.org/drawingml/2006/chart">
            <c:chart xmlns:c="http://schemas.openxmlformats.org/drawingml/2006/chart" xmlns:r="http://schemas.openxmlformats.org/officeDocument/2006/relationships" r:id="rId6"/>
          </a:graphicData>
        </a:graphic>
      </p:graphicFrame>
      <p:sp>
        <p:nvSpPr>
          <p:cNvPr id="11" name="テキスト ボックス 10">
            <a:extLst>
              <a:ext uri="{FF2B5EF4-FFF2-40B4-BE49-F238E27FC236}">
                <a16:creationId xmlns:a16="http://schemas.microsoft.com/office/drawing/2014/main" id="{5D556B65-BA5D-D1BA-B823-36867B67AD73}"/>
              </a:ext>
            </a:extLst>
          </p:cNvPr>
          <p:cNvSpPr txBox="1"/>
          <p:nvPr/>
        </p:nvSpPr>
        <p:spPr>
          <a:xfrm>
            <a:off x="1545423" y="1002300"/>
            <a:ext cx="1926630" cy="400110"/>
          </a:xfrm>
          <a:prstGeom prst="rect">
            <a:avLst/>
          </a:prstGeom>
          <a:noFill/>
        </p:spPr>
        <p:txBody>
          <a:bodyPr wrap="square" rtlCol="0">
            <a:spAutoFit/>
          </a:bodyPr>
          <a:lstStyle/>
          <a:p>
            <a:r>
              <a:rPr kumimoji="1" lang="en-US" altLang="ja-JP" sz="2000" dirty="0"/>
              <a:t>Pd-Pd</a:t>
            </a:r>
            <a:endParaRPr kumimoji="1" lang="ja-JP" altLang="en-US" sz="2000" dirty="0"/>
          </a:p>
        </p:txBody>
      </p:sp>
    </p:spTree>
    <p:extLst>
      <p:ext uri="{BB962C8B-B14F-4D97-AF65-F5344CB8AC3E}">
        <p14:creationId xmlns:p14="http://schemas.microsoft.com/office/powerpoint/2010/main" val="3794524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0EFBA-04CF-9850-A4C7-785744F0F9AA}"/>
            </a:ext>
          </a:extLst>
        </p:cNvPr>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9AC34E96-7547-EA44-C66B-C87779A00576}"/>
              </a:ext>
            </a:extLst>
          </p:cNvPr>
          <p:cNvSpPr txBox="1"/>
          <p:nvPr/>
        </p:nvSpPr>
        <p:spPr>
          <a:xfrm>
            <a:off x="199292" y="146119"/>
            <a:ext cx="2309446" cy="707886"/>
          </a:xfrm>
          <a:prstGeom prst="rect">
            <a:avLst/>
          </a:prstGeom>
          <a:solidFill>
            <a:schemeClr val="bg1">
              <a:lumMod val="85000"/>
            </a:schemeClr>
          </a:solidFill>
        </p:spPr>
        <p:txBody>
          <a:bodyPr wrap="square" rtlCol="0">
            <a:spAutoFit/>
          </a:bodyPr>
          <a:lstStyle/>
          <a:p>
            <a:pPr algn="ctr"/>
            <a:r>
              <a:rPr kumimoji="1" lang="ja-JP" altLang="en-US" sz="4000" b="1" dirty="0"/>
              <a:t>計算結果</a:t>
            </a:r>
          </a:p>
        </p:txBody>
      </p:sp>
      <p:sp>
        <p:nvSpPr>
          <p:cNvPr id="12" name="テキスト ボックス 11">
            <a:extLst>
              <a:ext uri="{FF2B5EF4-FFF2-40B4-BE49-F238E27FC236}">
                <a16:creationId xmlns:a16="http://schemas.microsoft.com/office/drawing/2014/main" id="{C83FACE2-7DD3-09EA-BBCF-4742B98B79DC}"/>
              </a:ext>
            </a:extLst>
          </p:cNvPr>
          <p:cNvSpPr txBox="1"/>
          <p:nvPr/>
        </p:nvSpPr>
        <p:spPr>
          <a:xfrm>
            <a:off x="8431032" y="1092765"/>
            <a:ext cx="3139938" cy="2246769"/>
          </a:xfrm>
          <a:prstGeom prst="rect">
            <a:avLst/>
          </a:prstGeom>
          <a:solidFill>
            <a:schemeClr val="bg1">
              <a:lumMod val="85000"/>
            </a:schemeClr>
          </a:solidFill>
        </p:spPr>
        <p:txBody>
          <a:bodyPr wrap="square" rtlCol="0">
            <a:spAutoFit/>
          </a:bodyPr>
          <a:lstStyle/>
          <a:p>
            <a:r>
              <a:rPr kumimoji="1" lang="ja-JP" altLang="en-US" sz="2000" dirty="0"/>
              <a:t>・配位数</a:t>
            </a:r>
            <a:r>
              <a:rPr kumimoji="1" lang="en-US" altLang="ja-JP" sz="2000" dirty="0"/>
              <a:t>12</a:t>
            </a:r>
            <a:r>
              <a:rPr kumimoji="1" lang="ja-JP" altLang="en-US" sz="2000" dirty="0"/>
              <a:t>の</a:t>
            </a:r>
            <a:r>
              <a:rPr kumimoji="1" lang="en-US" altLang="ja-JP" sz="2000" dirty="0"/>
              <a:t>Pd</a:t>
            </a:r>
            <a:r>
              <a:rPr kumimoji="1" lang="ja-JP" altLang="en-US" sz="2000" dirty="0"/>
              <a:t>中心クラスターは増加傾向</a:t>
            </a:r>
            <a:endParaRPr kumimoji="1" lang="en-US" altLang="ja-JP" sz="2000" dirty="0"/>
          </a:p>
          <a:p>
            <a:endParaRPr kumimoji="1" lang="en-US" altLang="ja-JP" sz="2000" dirty="0"/>
          </a:p>
          <a:p>
            <a:r>
              <a:rPr kumimoji="1" lang="ja-JP" altLang="en-US" sz="2000" dirty="0"/>
              <a:t>・</a:t>
            </a:r>
            <a:r>
              <a:rPr kumimoji="1" lang="en-US" altLang="ja-JP" sz="2000" dirty="0"/>
              <a:t>Pd</a:t>
            </a:r>
            <a:r>
              <a:rPr kumimoji="1" lang="ja-JP" altLang="en-US" sz="2000" dirty="0"/>
              <a:t>中心クラスターでは</a:t>
            </a:r>
            <a:r>
              <a:rPr kumimoji="1" lang="en-US" altLang="ja-JP" sz="2000" dirty="0"/>
              <a:t>0.1</a:t>
            </a:r>
            <a:r>
              <a:rPr kumimoji="1" lang="ja-JP" altLang="en-US" sz="2000" dirty="0"/>
              <a:t>に満たない割合のため、代表的といえるものはない</a:t>
            </a:r>
            <a:endParaRPr kumimoji="1" lang="en-US" altLang="ja-JP" sz="2000" dirty="0"/>
          </a:p>
        </p:txBody>
      </p:sp>
      <p:sp>
        <p:nvSpPr>
          <p:cNvPr id="13" name="テキスト ボックス 12">
            <a:extLst>
              <a:ext uri="{FF2B5EF4-FFF2-40B4-BE49-F238E27FC236}">
                <a16:creationId xmlns:a16="http://schemas.microsoft.com/office/drawing/2014/main" id="{0F9331ED-E370-382B-D2DE-82DA199CC111}"/>
              </a:ext>
            </a:extLst>
          </p:cNvPr>
          <p:cNvSpPr txBox="1"/>
          <p:nvPr/>
        </p:nvSpPr>
        <p:spPr>
          <a:xfrm>
            <a:off x="8443732" y="4583222"/>
            <a:ext cx="3139937" cy="1015663"/>
          </a:xfrm>
          <a:prstGeom prst="rect">
            <a:avLst/>
          </a:prstGeom>
          <a:solidFill>
            <a:schemeClr val="bg1">
              <a:lumMod val="85000"/>
            </a:schemeClr>
          </a:solidFill>
        </p:spPr>
        <p:txBody>
          <a:bodyPr wrap="square" rtlCol="0">
            <a:spAutoFit/>
          </a:bodyPr>
          <a:lstStyle/>
          <a:p>
            <a:r>
              <a:rPr lang="ja-JP" altLang="en-US" sz="2000" dirty="0"/>
              <a:t>・</a:t>
            </a:r>
            <a:r>
              <a:rPr lang="en-US" altLang="ja-JP" sz="2000" dirty="0"/>
              <a:t>Si</a:t>
            </a:r>
            <a:r>
              <a:rPr lang="ja-JP" altLang="en-US" sz="2000" dirty="0"/>
              <a:t>中心は</a:t>
            </a:r>
            <a:r>
              <a:rPr lang="en-US" altLang="ja-JP" sz="2000" dirty="0"/>
              <a:t>&lt;0 3 6 0&gt;</a:t>
            </a:r>
            <a:r>
              <a:rPr lang="ja-JP" altLang="en-US" sz="2000" dirty="0"/>
              <a:t>が過半数程度を占める支配的な構造である</a:t>
            </a:r>
            <a:endParaRPr kumimoji="1" lang="ja-JP" altLang="en-US" sz="2000" dirty="0"/>
          </a:p>
        </p:txBody>
      </p:sp>
      <p:graphicFrame>
        <p:nvGraphicFramePr>
          <p:cNvPr id="2" name="グラフ 1">
            <a:extLst>
              <a:ext uri="{FF2B5EF4-FFF2-40B4-BE49-F238E27FC236}">
                <a16:creationId xmlns:a16="http://schemas.microsoft.com/office/drawing/2014/main" id="{7064A952-817F-1D97-6878-78F2A52FE7DF}"/>
              </a:ext>
            </a:extLst>
          </p:cNvPr>
          <p:cNvGraphicFramePr>
            <a:graphicFrameLocks/>
          </p:cNvGraphicFramePr>
          <p:nvPr>
            <p:extLst>
              <p:ext uri="{D42A27DB-BD31-4B8C-83A1-F6EECF244321}">
                <p14:modId xmlns:p14="http://schemas.microsoft.com/office/powerpoint/2010/main" val="1168061376"/>
              </p:ext>
            </p:extLst>
          </p:nvPr>
        </p:nvGraphicFramePr>
        <p:xfrm>
          <a:off x="757370" y="912502"/>
          <a:ext cx="7303417" cy="297073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グラフ 2">
            <a:extLst>
              <a:ext uri="{FF2B5EF4-FFF2-40B4-BE49-F238E27FC236}">
                <a16:creationId xmlns:a16="http://schemas.microsoft.com/office/drawing/2014/main" id="{10A76D7D-A96D-1B69-AB4D-B03F491985AA}"/>
              </a:ext>
            </a:extLst>
          </p:cNvPr>
          <p:cNvGraphicFramePr>
            <a:graphicFrameLocks/>
          </p:cNvGraphicFramePr>
          <p:nvPr>
            <p:extLst>
              <p:ext uri="{D42A27DB-BD31-4B8C-83A1-F6EECF244321}">
                <p14:modId xmlns:p14="http://schemas.microsoft.com/office/powerpoint/2010/main" val="2186889083"/>
              </p:ext>
            </p:extLst>
          </p:nvPr>
        </p:nvGraphicFramePr>
        <p:xfrm>
          <a:off x="757370" y="3887267"/>
          <a:ext cx="7303417" cy="2970733"/>
        </p:xfrm>
        <a:graphic>
          <a:graphicData uri="http://schemas.openxmlformats.org/drawingml/2006/chart">
            <c:chart xmlns:c="http://schemas.openxmlformats.org/drawingml/2006/chart" xmlns:r="http://schemas.openxmlformats.org/officeDocument/2006/relationships" r:id="rId4"/>
          </a:graphicData>
        </a:graphic>
      </p:graphicFrame>
      <p:sp>
        <p:nvSpPr>
          <p:cNvPr id="4" name="テキスト ボックス 3">
            <a:extLst>
              <a:ext uri="{FF2B5EF4-FFF2-40B4-BE49-F238E27FC236}">
                <a16:creationId xmlns:a16="http://schemas.microsoft.com/office/drawing/2014/main" id="{446D1AF3-7CB7-067E-E8D8-6132A0BFEB9E}"/>
              </a:ext>
            </a:extLst>
          </p:cNvPr>
          <p:cNvSpPr txBox="1"/>
          <p:nvPr/>
        </p:nvSpPr>
        <p:spPr>
          <a:xfrm>
            <a:off x="6754297" y="4183112"/>
            <a:ext cx="1437204" cy="400110"/>
          </a:xfrm>
          <a:prstGeom prst="rect">
            <a:avLst/>
          </a:prstGeom>
          <a:noFill/>
        </p:spPr>
        <p:txBody>
          <a:bodyPr wrap="square" rtlCol="0">
            <a:spAutoFit/>
          </a:bodyPr>
          <a:lstStyle/>
          <a:p>
            <a:r>
              <a:rPr kumimoji="1" lang="en-US" altLang="ja-JP" sz="2000" b="0" dirty="0"/>
              <a:t>Si</a:t>
            </a:r>
            <a:r>
              <a:rPr kumimoji="1" lang="ja-JP" altLang="en-US" sz="2000" b="0" dirty="0"/>
              <a:t>中心</a:t>
            </a:r>
            <a:endParaRPr kumimoji="1" lang="ja-JP" altLang="en-US" sz="2000" dirty="0"/>
          </a:p>
        </p:txBody>
      </p:sp>
      <p:sp>
        <p:nvSpPr>
          <p:cNvPr id="5" name="テキスト ボックス 4">
            <a:extLst>
              <a:ext uri="{FF2B5EF4-FFF2-40B4-BE49-F238E27FC236}">
                <a16:creationId xmlns:a16="http://schemas.microsoft.com/office/drawing/2014/main" id="{7E264D7B-3789-9C2E-EBE4-AFE705D2B2FF}"/>
              </a:ext>
            </a:extLst>
          </p:cNvPr>
          <p:cNvSpPr txBox="1"/>
          <p:nvPr/>
        </p:nvSpPr>
        <p:spPr>
          <a:xfrm>
            <a:off x="6647560" y="1147304"/>
            <a:ext cx="1658241" cy="400110"/>
          </a:xfrm>
          <a:prstGeom prst="rect">
            <a:avLst/>
          </a:prstGeom>
          <a:noFill/>
        </p:spPr>
        <p:txBody>
          <a:bodyPr wrap="square" rtlCol="0">
            <a:spAutoFit/>
          </a:bodyPr>
          <a:lstStyle/>
          <a:p>
            <a:r>
              <a:rPr lang="en-US" altLang="ja-JP" sz="2000" dirty="0"/>
              <a:t>Pd</a:t>
            </a:r>
            <a:r>
              <a:rPr lang="ja-JP" altLang="en-US" sz="2000" dirty="0"/>
              <a:t>中心</a:t>
            </a:r>
            <a:endParaRPr kumimoji="1" lang="ja-JP" altLang="en-US" sz="2000" dirty="0"/>
          </a:p>
        </p:txBody>
      </p:sp>
      <p:cxnSp>
        <p:nvCxnSpPr>
          <p:cNvPr id="8" name="直線コネクタ 7">
            <a:extLst>
              <a:ext uri="{FF2B5EF4-FFF2-40B4-BE49-F238E27FC236}">
                <a16:creationId xmlns:a16="http://schemas.microsoft.com/office/drawing/2014/main" id="{859CFFCA-2265-A806-C790-E140174F4DD5}"/>
              </a:ext>
            </a:extLst>
          </p:cNvPr>
          <p:cNvCxnSpPr/>
          <p:nvPr/>
        </p:nvCxnSpPr>
        <p:spPr>
          <a:xfrm flipV="1">
            <a:off x="3594100" y="1092765"/>
            <a:ext cx="0" cy="2246769"/>
          </a:xfrm>
          <a:prstGeom prst="line">
            <a:avLst/>
          </a:prstGeom>
          <a:ln>
            <a:solidFill>
              <a:srgbClr val="FFC000"/>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0DA2D8C8-3DC1-6C9C-066E-BFB0DFF5180F}"/>
                  </a:ext>
                </a:extLst>
              </p:cNvPr>
              <p:cNvSpPr txBox="1"/>
              <p:nvPr/>
            </p:nvSpPr>
            <p:spPr>
              <a:xfrm>
                <a:off x="2736751" y="461962"/>
                <a:ext cx="6902274" cy="461665"/>
              </a:xfrm>
              <a:prstGeom prst="rect">
                <a:avLst/>
              </a:prstGeom>
              <a:noFill/>
            </p:spPr>
            <p:txBody>
              <a:bodyPr wrap="none" rtlCol="0">
                <a:spAutoFit/>
              </a:bodyPr>
              <a:lstStyle/>
              <a:p>
                <a:r>
                  <a:rPr kumimoji="1" lang="en-US" altLang="ja-JP" sz="2400" dirty="0"/>
                  <a:t>Voronoi</a:t>
                </a:r>
                <a:r>
                  <a:rPr kumimoji="1" lang="ja-JP" altLang="en-US" sz="2400" dirty="0"/>
                  <a:t>多面体解析（冷却速度：</a:t>
                </a:r>
                <a:r>
                  <a:rPr kumimoji="1" lang="en-US" altLang="ja-JP" sz="2400" b="0" dirty="0">
                    <a:ea typeface="Cambria Math" panose="02040503050406030204" pitchFamily="18" charset="0"/>
                  </a:rPr>
                  <a:t> </a:t>
                </a:r>
                <a14:m>
                  <m:oMath xmlns:m="http://schemas.openxmlformats.org/officeDocument/2006/math">
                    <m:r>
                      <a:rPr kumimoji="1" lang="en-US" altLang="ja-JP" sz="2400" b="0" i="0" smtClean="0">
                        <a:latin typeface="Cambria Math" panose="02040503050406030204" pitchFamily="18" charset="0"/>
                        <a:ea typeface="Cambria Math" panose="02040503050406030204" pitchFamily="18" charset="0"/>
                      </a:rPr>
                      <m:t>1.0</m:t>
                    </m:r>
                    <m:r>
                      <a:rPr kumimoji="1" lang="en-US" altLang="ja-JP" sz="2400" b="0" i="1" smtClean="0">
                        <a:latin typeface="Cambria Math" panose="02040503050406030204" pitchFamily="18" charset="0"/>
                        <a:ea typeface="Cambria Math" panose="02040503050406030204" pitchFamily="18" charset="0"/>
                      </a:rPr>
                      <m:t>×</m:t>
                    </m:r>
                    <m:sSup>
                      <m:sSupPr>
                        <m:ctrlPr>
                          <a:rPr kumimoji="1" lang="en-US" altLang="ja-JP" sz="2400" b="0" i="1" smtClean="0">
                            <a:latin typeface="Cambria Math" panose="02040503050406030204" pitchFamily="18" charset="0"/>
                            <a:ea typeface="Cambria Math" panose="02040503050406030204" pitchFamily="18" charset="0"/>
                          </a:rPr>
                        </m:ctrlPr>
                      </m:sSupPr>
                      <m:e>
                        <m:r>
                          <a:rPr kumimoji="1" lang="en-US" altLang="ja-JP" sz="2400" b="0" i="1" smtClean="0">
                            <a:latin typeface="Cambria Math" panose="02040503050406030204" pitchFamily="18" charset="0"/>
                            <a:ea typeface="Cambria Math" panose="02040503050406030204" pitchFamily="18" charset="0"/>
                          </a:rPr>
                          <m:t>10</m:t>
                        </m:r>
                      </m:e>
                      <m:sup>
                        <m:r>
                          <a:rPr kumimoji="1" lang="en-US" altLang="ja-JP" sz="2400" b="0" i="1" smtClean="0">
                            <a:latin typeface="Cambria Math" panose="02040503050406030204" pitchFamily="18" charset="0"/>
                            <a:ea typeface="Cambria Math" panose="02040503050406030204" pitchFamily="18" charset="0"/>
                          </a:rPr>
                          <m:t>12</m:t>
                        </m:r>
                      </m:sup>
                    </m:sSup>
                    <m:r>
                      <a:rPr kumimoji="1" lang="en-US" altLang="ja-JP" sz="2400" b="0" i="1" smtClean="0">
                        <a:latin typeface="Cambria Math" panose="02040503050406030204" pitchFamily="18" charset="0"/>
                      </a:rPr>
                      <m:t>𝐾</m:t>
                    </m:r>
                  </m:oMath>
                </a14:m>
                <a:r>
                  <a:rPr kumimoji="1" lang="en-US" altLang="ja-JP" sz="2400" dirty="0"/>
                  <a:t>/s </a:t>
                </a:r>
                <a:r>
                  <a:rPr kumimoji="1" lang="ja-JP" altLang="en-US" sz="2400" dirty="0"/>
                  <a:t>）</a:t>
                </a:r>
              </a:p>
            </p:txBody>
          </p:sp>
        </mc:Choice>
        <mc:Fallback xmlns="">
          <p:sp>
            <p:nvSpPr>
              <p:cNvPr id="9" name="テキスト ボックス 8">
                <a:extLst>
                  <a:ext uri="{FF2B5EF4-FFF2-40B4-BE49-F238E27FC236}">
                    <a16:creationId xmlns:a16="http://schemas.microsoft.com/office/drawing/2014/main" id="{0DA2D8C8-3DC1-6C9C-066E-BFB0DFF5180F}"/>
                  </a:ext>
                </a:extLst>
              </p:cNvPr>
              <p:cNvSpPr txBox="1">
                <a:spLocks noRot="1" noChangeAspect="1" noMove="1" noResize="1" noEditPoints="1" noAdjustHandles="1" noChangeArrowheads="1" noChangeShapeType="1" noTextEdit="1"/>
              </p:cNvSpPr>
              <p:nvPr/>
            </p:nvSpPr>
            <p:spPr>
              <a:xfrm>
                <a:off x="2736751" y="461962"/>
                <a:ext cx="6902274" cy="461665"/>
              </a:xfrm>
              <a:prstGeom prst="rect">
                <a:avLst/>
              </a:prstGeom>
              <a:blipFill>
                <a:blip r:embed="rId5"/>
                <a:stretch>
                  <a:fillRect l="-1471" t="-10811" r="-551" b="-29730"/>
                </a:stretch>
              </a:blipFill>
            </p:spPr>
            <p:txBody>
              <a:bodyPr/>
              <a:lstStyle/>
              <a:p>
                <a:r>
                  <a:rPr lang="ja-JP" altLang="en-US">
                    <a:noFill/>
                  </a:rPr>
                  <a:t> </a:t>
                </a:r>
              </a:p>
            </p:txBody>
          </p:sp>
        </mc:Fallback>
      </mc:AlternateContent>
      <p:pic>
        <p:nvPicPr>
          <p:cNvPr id="10" name="図 9">
            <a:extLst>
              <a:ext uri="{FF2B5EF4-FFF2-40B4-BE49-F238E27FC236}">
                <a16:creationId xmlns:a16="http://schemas.microsoft.com/office/drawing/2014/main" id="{B5B03461-5E94-CC53-2453-5E3975341021}"/>
              </a:ext>
            </a:extLst>
          </p:cNvPr>
          <p:cNvPicPr>
            <a:picLocks noChangeAspect="1"/>
          </p:cNvPicPr>
          <p:nvPr/>
        </p:nvPicPr>
        <p:blipFill>
          <a:blip r:embed="rId6"/>
          <a:stretch>
            <a:fillRect/>
          </a:stretch>
        </p:blipFill>
        <p:spPr>
          <a:xfrm>
            <a:off x="4629873" y="1508959"/>
            <a:ext cx="1284002" cy="1243054"/>
          </a:xfrm>
          <a:prstGeom prst="rect">
            <a:avLst/>
          </a:prstGeom>
        </p:spPr>
      </p:pic>
      <p:pic>
        <p:nvPicPr>
          <p:cNvPr id="11" name="図 10">
            <a:extLst>
              <a:ext uri="{FF2B5EF4-FFF2-40B4-BE49-F238E27FC236}">
                <a16:creationId xmlns:a16="http://schemas.microsoft.com/office/drawing/2014/main" id="{208098A5-B1A9-0E76-AA1F-6E61C96954D7}"/>
              </a:ext>
            </a:extLst>
          </p:cNvPr>
          <p:cNvPicPr>
            <a:picLocks noChangeAspect="1"/>
          </p:cNvPicPr>
          <p:nvPr/>
        </p:nvPicPr>
        <p:blipFill>
          <a:blip r:embed="rId7"/>
          <a:stretch>
            <a:fillRect/>
          </a:stretch>
        </p:blipFill>
        <p:spPr>
          <a:xfrm>
            <a:off x="4629873" y="4503016"/>
            <a:ext cx="1370432" cy="1014519"/>
          </a:xfrm>
          <a:prstGeom prst="rect">
            <a:avLst/>
          </a:prstGeom>
        </p:spPr>
      </p:pic>
      <p:sp>
        <p:nvSpPr>
          <p:cNvPr id="14" name="テキスト ボックス 13">
            <a:extLst>
              <a:ext uri="{FF2B5EF4-FFF2-40B4-BE49-F238E27FC236}">
                <a16:creationId xmlns:a16="http://schemas.microsoft.com/office/drawing/2014/main" id="{BDB621D0-DC8C-C370-2BF9-41ACFA1866C8}"/>
              </a:ext>
            </a:extLst>
          </p:cNvPr>
          <p:cNvSpPr txBox="1"/>
          <p:nvPr/>
        </p:nvSpPr>
        <p:spPr>
          <a:xfrm>
            <a:off x="3807021" y="1110852"/>
            <a:ext cx="2777924" cy="338554"/>
          </a:xfrm>
          <a:prstGeom prst="rect">
            <a:avLst/>
          </a:prstGeom>
          <a:noFill/>
          <a:ln>
            <a:solidFill>
              <a:schemeClr val="accent1">
                <a:shade val="15000"/>
              </a:schemeClr>
            </a:solidFill>
          </a:ln>
        </p:spPr>
        <p:txBody>
          <a:bodyPr wrap="square" rtlCol="0">
            <a:spAutoFit/>
          </a:bodyPr>
          <a:lstStyle/>
          <a:p>
            <a:r>
              <a:rPr kumimoji="1" lang="en-US" altLang="ja-JP" sz="1600" dirty="0"/>
              <a:t>&lt;0 2 8 1&gt;</a:t>
            </a:r>
            <a:r>
              <a:rPr kumimoji="1" lang="ja-JP" altLang="en-US" sz="1600"/>
              <a:t>のクラスター構造</a:t>
            </a:r>
          </a:p>
        </p:txBody>
      </p:sp>
      <p:sp>
        <p:nvSpPr>
          <p:cNvPr id="15" name="テキスト ボックス 14">
            <a:extLst>
              <a:ext uri="{FF2B5EF4-FFF2-40B4-BE49-F238E27FC236}">
                <a16:creationId xmlns:a16="http://schemas.microsoft.com/office/drawing/2014/main" id="{AAD77229-DC6F-44F2-8023-E7EA7292FCB7}"/>
              </a:ext>
            </a:extLst>
          </p:cNvPr>
          <p:cNvSpPr txBox="1"/>
          <p:nvPr/>
        </p:nvSpPr>
        <p:spPr>
          <a:xfrm>
            <a:off x="3845659" y="4096887"/>
            <a:ext cx="2777924" cy="338554"/>
          </a:xfrm>
          <a:prstGeom prst="rect">
            <a:avLst/>
          </a:prstGeom>
          <a:noFill/>
          <a:ln>
            <a:solidFill>
              <a:schemeClr val="accent1">
                <a:shade val="15000"/>
              </a:schemeClr>
            </a:solidFill>
          </a:ln>
        </p:spPr>
        <p:txBody>
          <a:bodyPr wrap="square" rtlCol="0">
            <a:spAutoFit/>
          </a:bodyPr>
          <a:lstStyle/>
          <a:p>
            <a:r>
              <a:rPr kumimoji="1" lang="en-US" altLang="ja-JP" sz="1600" dirty="0"/>
              <a:t>&lt;0 3 6 0&gt;</a:t>
            </a:r>
            <a:r>
              <a:rPr kumimoji="1" lang="ja-JP" altLang="en-US" sz="1600"/>
              <a:t>のクラスター構造</a:t>
            </a:r>
          </a:p>
        </p:txBody>
      </p:sp>
      <p:sp>
        <p:nvSpPr>
          <p:cNvPr id="16" name="テキスト ボックス 15">
            <a:extLst>
              <a:ext uri="{FF2B5EF4-FFF2-40B4-BE49-F238E27FC236}">
                <a16:creationId xmlns:a16="http://schemas.microsoft.com/office/drawing/2014/main" id="{2BB9E31C-1994-295B-D35D-5EF828626718}"/>
              </a:ext>
            </a:extLst>
          </p:cNvPr>
          <p:cNvSpPr txBox="1"/>
          <p:nvPr/>
        </p:nvSpPr>
        <p:spPr>
          <a:xfrm>
            <a:off x="4295962" y="2761123"/>
            <a:ext cx="2134869" cy="369332"/>
          </a:xfrm>
          <a:prstGeom prst="rect">
            <a:avLst/>
          </a:prstGeom>
          <a:noFill/>
        </p:spPr>
        <p:txBody>
          <a:bodyPr wrap="square" rtlCol="0">
            <a:spAutoFit/>
          </a:bodyPr>
          <a:lstStyle/>
          <a:p>
            <a:pPr algn="ctr"/>
            <a:r>
              <a:rPr kumimoji="1" lang="en-US" altLang="ja-JP" sz="900" dirty="0"/>
              <a:t>Ref)Y. Q. Cheng et al, Progress in Materials Science 56 (2011) 379-473</a:t>
            </a:r>
            <a:endParaRPr kumimoji="1" lang="ja-JP" altLang="en-US" sz="900"/>
          </a:p>
        </p:txBody>
      </p:sp>
      <p:sp>
        <p:nvSpPr>
          <p:cNvPr id="17" name="テキスト ボックス 16">
            <a:extLst>
              <a:ext uri="{FF2B5EF4-FFF2-40B4-BE49-F238E27FC236}">
                <a16:creationId xmlns:a16="http://schemas.microsoft.com/office/drawing/2014/main" id="{3DB5EE43-43A3-AEED-AD8B-32EF2D8E3128}"/>
              </a:ext>
            </a:extLst>
          </p:cNvPr>
          <p:cNvSpPr txBox="1"/>
          <p:nvPr/>
        </p:nvSpPr>
        <p:spPr>
          <a:xfrm>
            <a:off x="4303678" y="5562482"/>
            <a:ext cx="2134869" cy="369332"/>
          </a:xfrm>
          <a:prstGeom prst="rect">
            <a:avLst/>
          </a:prstGeom>
          <a:noFill/>
        </p:spPr>
        <p:txBody>
          <a:bodyPr wrap="square" rtlCol="0">
            <a:spAutoFit/>
          </a:bodyPr>
          <a:lstStyle/>
          <a:p>
            <a:pPr algn="ctr"/>
            <a:r>
              <a:rPr kumimoji="1" lang="en-US" altLang="ja-JP" sz="900" dirty="0"/>
              <a:t>Ref)Y. Q. Cheng et al, Progress in Materials Science 56 (2011) 379-473</a:t>
            </a:r>
            <a:endParaRPr kumimoji="1" lang="ja-JP" altLang="en-US" sz="900"/>
          </a:p>
        </p:txBody>
      </p:sp>
    </p:spTree>
    <p:extLst>
      <p:ext uri="{BB962C8B-B14F-4D97-AF65-F5344CB8AC3E}">
        <p14:creationId xmlns:p14="http://schemas.microsoft.com/office/powerpoint/2010/main" val="887386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143B98CD-399D-8F7B-F75E-6030ADD86F6C}"/>
              </a:ext>
            </a:extLst>
          </p:cNvPr>
          <p:cNvSpPr txBox="1"/>
          <p:nvPr/>
        </p:nvSpPr>
        <p:spPr>
          <a:xfrm>
            <a:off x="199292" y="146119"/>
            <a:ext cx="2309446" cy="707886"/>
          </a:xfrm>
          <a:prstGeom prst="rect">
            <a:avLst/>
          </a:prstGeom>
          <a:solidFill>
            <a:schemeClr val="bg1">
              <a:lumMod val="85000"/>
            </a:schemeClr>
          </a:solidFill>
        </p:spPr>
        <p:txBody>
          <a:bodyPr wrap="square" rtlCol="0">
            <a:spAutoFit/>
          </a:bodyPr>
          <a:lstStyle/>
          <a:p>
            <a:pPr algn="ctr"/>
            <a:r>
              <a:rPr kumimoji="1" lang="ja-JP" altLang="en-US" sz="4000" b="1" dirty="0"/>
              <a:t>計算結果</a:t>
            </a:r>
          </a:p>
        </p:txBody>
      </p:sp>
      <p:sp>
        <p:nvSpPr>
          <p:cNvPr id="17" name="テキスト ボックス 16">
            <a:extLst>
              <a:ext uri="{FF2B5EF4-FFF2-40B4-BE49-F238E27FC236}">
                <a16:creationId xmlns:a16="http://schemas.microsoft.com/office/drawing/2014/main" id="{B3E9E0AC-5E77-7868-5693-13DDC829F005}"/>
              </a:ext>
            </a:extLst>
          </p:cNvPr>
          <p:cNvSpPr txBox="1"/>
          <p:nvPr/>
        </p:nvSpPr>
        <p:spPr>
          <a:xfrm>
            <a:off x="9560522" y="3097871"/>
            <a:ext cx="2452562" cy="3477875"/>
          </a:xfrm>
          <a:prstGeom prst="rect">
            <a:avLst/>
          </a:prstGeom>
          <a:solidFill>
            <a:schemeClr val="bg1">
              <a:lumMod val="85000"/>
            </a:schemeClr>
          </a:solidFill>
        </p:spPr>
        <p:txBody>
          <a:bodyPr wrap="square" rtlCol="0">
            <a:spAutoFit/>
          </a:bodyPr>
          <a:lstStyle/>
          <a:p>
            <a:r>
              <a:rPr kumimoji="1" lang="ja-JP" altLang="en-US" sz="2000" dirty="0"/>
              <a:t>・</a:t>
            </a:r>
            <a:r>
              <a:rPr kumimoji="1" lang="en-US" altLang="ja-JP" sz="2000" dirty="0"/>
              <a:t>Si</a:t>
            </a:r>
            <a:r>
              <a:rPr kumimoji="1" lang="ja-JP" altLang="en-US" sz="2000" dirty="0"/>
              <a:t>を中心とするプリズム構造が、</a:t>
            </a:r>
            <a:r>
              <a:rPr kumimoji="1" lang="en-US" altLang="ja-JP" sz="2000" dirty="0"/>
              <a:t>4.0</a:t>
            </a:r>
            <a:r>
              <a:rPr lang="en-US" altLang="ja-JP" sz="2000" b="0" i="0" u="none" strike="noStrike" kern="1200" baseline="0" dirty="0">
                <a:solidFill>
                  <a:sysClr val="windowText" lastClr="000000"/>
                </a:solidFill>
              </a:rPr>
              <a:t>Å</a:t>
            </a:r>
            <a:r>
              <a:rPr lang="ja-JP" altLang="en-US" sz="2000" b="0" i="0" u="none" strike="noStrike" kern="1200" baseline="0" dirty="0">
                <a:solidFill>
                  <a:sysClr val="windowText" lastClr="000000"/>
                </a:solidFill>
              </a:rPr>
              <a:t>付近では</a:t>
            </a:r>
            <a:r>
              <a:rPr kumimoji="1" lang="ja-JP" altLang="en-US" sz="2000" dirty="0"/>
              <a:t>面共有、</a:t>
            </a:r>
            <a:r>
              <a:rPr kumimoji="1" lang="en-US" altLang="ja-JP" sz="2000" dirty="0"/>
              <a:t>4.6</a:t>
            </a:r>
            <a:r>
              <a:rPr lang="en-US" altLang="ja-JP" sz="2000" b="0" i="0" u="none" strike="noStrike" kern="1200" baseline="0" dirty="0">
                <a:solidFill>
                  <a:sysClr val="windowText" lastClr="000000"/>
                </a:solidFill>
              </a:rPr>
              <a:t>Å</a:t>
            </a:r>
            <a:r>
              <a:rPr lang="ja-JP" altLang="en-US" sz="2000" b="0" i="0" u="none" strike="noStrike" kern="1200" baseline="0" dirty="0">
                <a:solidFill>
                  <a:sysClr val="windowText" lastClr="000000"/>
                </a:solidFill>
              </a:rPr>
              <a:t>付近では点共有で結合している。</a:t>
            </a:r>
            <a:endParaRPr lang="en-US" altLang="ja-JP" sz="2000" b="0" i="0" u="none" strike="noStrike" kern="1200" baseline="0" dirty="0">
              <a:solidFill>
                <a:sysClr val="windowText" lastClr="000000"/>
              </a:solidFill>
            </a:endParaRPr>
          </a:p>
          <a:p>
            <a:endParaRPr lang="en-US" altLang="ja-JP" sz="2000" dirty="0">
              <a:solidFill>
                <a:sysClr val="windowText" lastClr="000000"/>
              </a:solidFill>
            </a:endParaRPr>
          </a:p>
          <a:p>
            <a:r>
              <a:rPr lang="ja-JP" altLang="en-US" sz="2000" b="0" i="0" u="none" strike="noStrike" kern="1200" baseline="0" dirty="0">
                <a:solidFill>
                  <a:sysClr val="windowText" lastClr="000000"/>
                </a:solidFill>
              </a:rPr>
              <a:t>・冷却にともない、このような２つの特徴的な連結が形成される。</a:t>
            </a:r>
            <a:endParaRPr lang="en-US" altLang="ja-JP" sz="2000" b="0" i="0" u="none" strike="noStrike" kern="1200" baseline="0" dirty="0">
              <a:solidFill>
                <a:sysClr val="windowText" lastClr="000000"/>
              </a:solidFill>
            </a:endParaRPr>
          </a:p>
        </p:txBody>
      </p:sp>
      <p:pic>
        <p:nvPicPr>
          <p:cNvPr id="4" name="図 3">
            <a:extLst>
              <a:ext uri="{FF2B5EF4-FFF2-40B4-BE49-F238E27FC236}">
                <a16:creationId xmlns:a16="http://schemas.microsoft.com/office/drawing/2014/main" id="{5AD83A82-4394-E5CF-22C6-7D11B3E10755}"/>
              </a:ext>
            </a:extLst>
          </p:cNvPr>
          <p:cNvPicPr>
            <a:picLocks noChangeAspect="1"/>
          </p:cNvPicPr>
          <p:nvPr/>
        </p:nvPicPr>
        <p:blipFill>
          <a:blip r:embed="rId2"/>
          <a:stretch>
            <a:fillRect/>
          </a:stretch>
        </p:blipFill>
        <p:spPr>
          <a:xfrm>
            <a:off x="388789" y="884136"/>
            <a:ext cx="8989821" cy="5885234"/>
          </a:xfrm>
          <a:prstGeom prst="rect">
            <a:avLst/>
          </a:prstGeom>
          <a:ln>
            <a:solidFill>
              <a:schemeClr val="tx1"/>
            </a:solidFill>
          </a:ln>
        </p:spPr>
      </p:pic>
      <p:cxnSp>
        <p:nvCxnSpPr>
          <p:cNvPr id="18" name="直線矢印コネクタ 17">
            <a:extLst>
              <a:ext uri="{FF2B5EF4-FFF2-40B4-BE49-F238E27FC236}">
                <a16:creationId xmlns:a16="http://schemas.microsoft.com/office/drawing/2014/main" id="{5ADA7ECC-9F6D-BF05-837F-498AF86B8DFD}"/>
              </a:ext>
            </a:extLst>
          </p:cNvPr>
          <p:cNvCxnSpPr/>
          <p:nvPr/>
        </p:nvCxnSpPr>
        <p:spPr>
          <a:xfrm>
            <a:off x="3968885" y="1681804"/>
            <a:ext cx="1857983" cy="466928"/>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571BCBAF-527A-DAE5-A59F-E904F9912987}"/>
              </a:ext>
            </a:extLst>
          </p:cNvPr>
          <p:cNvCxnSpPr>
            <a:cxnSpLocks/>
          </p:cNvCxnSpPr>
          <p:nvPr/>
        </p:nvCxnSpPr>
        <p:spPr>
          <a:xfrm flipV="1">
            <a:off x="4542817" y="3967804"/>
            <a:ext cx="1001949" cy="1702341"/>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86735C92-0C7B-6FCA-E842-ADFC18C67054}"/>
              </a:ext>
            </a:extLst>
          </p:cNvPr>
          <p:cNvCxnSpPr>
            <a:cxnSpLocks/>
          </p:cNvCxnSpPr>
          <p:nvPr/>
        </p:nvCxnSpPr>
        <p:spPr>
          <a:xfrm flipV="1">
            <a:off x="7175770" y="2897762"/>
            <a:ext cx="343711" cy="1679643"/>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E790BFC0-A3A4-2AD6-20CB-1E2C645E30D2}"/>
              </a:ext>
            </a:extLst>
          </p:cNvPr>
          <p:cNvSpPr txBox="1"/>
          <p:nvPr/>
        </p:nvSpPr>
        <p:spPr>
          <a:xfrm>
            <a:off x="7294182" y="3552917"/>
            <a:ext cx="732893" cy="307777"/>
          </a:xfrm>
          <a:prstGeom prst="rect">
            <a:avLst/>
          </a:prstGeom>
          <a:noFill/>
        </p:spPr>
        <p:txBody>
          <a:bodyPr wrap="none" rtlCol="0">
            <a:spAutoFit/>
          </a:bodyPr>
          <a:lstStyle/>
          <a:p>
            <a:r>
              <a:rPr kumimoji="1" lang="en-US" altLang="ja-JP" sz="1400" dirty="0"/>
              <a:t>4.004</a:t>
            </a:r>
            <a:r>
              <a:rPr kumimoji="1" lang="en-US" altLang="ja-JP" sz="1400" dirty="0">
                <a:latin typeface="Calibri" panose="020F0502020204030204" pitchFamily="34" charset="0"/>
                <a:cs typeface="Calibri" panose="020F0502020204030204" pitchFamily="34" charset="0"/>
              </a:rPr>
              <a:t>Å</a:t>
            </a:r>
            <a:endParaRPr kumimoji="1" lang="ja-JP" altLang="en-US" sz="1400" dirty="0"/>
          </a:p>
        </p:txBody>
      </p:sp>
      <p:sp>
        <p:nvSpPr>
          <p:cNvPr id="22" name="テキスト ボックス 21">
            <a:extLst>
              <a:ext uri="{FF2B5EF4-FFF2-40B4-BE49-F238E27FC236}">
                <a16:creationId xmlns:a16="http://schemas.microsoft.com/office/drawing/2014/main" id="{9051D19C-213E-9F38-1B3E-BF0BD53093E0}"/>
              </a:ext>
            </a:extLst>
          </p:cNvPr>
          <p:cNvSpPr txBox="1"/>
          <p:nvPr/>
        </p:nvSpPr>
        <p:spPr>
          <a:xfrm>
            <a:off x="4583527" y="1915268"/>
            <a:ext cx="732893" cy="307777"/>
          </a:xfrm>
          <a:prstGeom prst="rect">
            <a:avLst/>
          </a:prstGeom>
          <a:noFill/>
        </p:spPr>
        <p:txBody>
          <a:bodyPr wrap="none" rtlCol="0">
            <a:spAutoFit/>
          </a:bodyPr>
          <a:lstStyle/>
          <a:p>
            <a:r>
              <a:rPr kumimoji="1" lang="en-US" altLang="ja-JP" sz="1400" dirty="0"/>
              <a:t>4.816</a:t>
            </a:r>
            <a:r>
              <a:rPr kumimoji="1" lang="en-US" altLang="ja-JP" sz="1400" dirty="0">
                <a:latin typeface="Calibri" panose="020F0502020204030204" pitchFamily="34" charset="0"/>
                <a:cs typeface="Calibri" panose="020F0502020204030204" pitchFamily="34" charset="0"/>
              </a:rPr>
              <a:t>Å</a:t>
            </a:r>
            <a:endParaRPr kumimoji="1" lang="ja-JP" altLang="en-US" sz="1400" dirty="0"/>
          </a:p>
        </p:txBody>
      </p:sp>
      <p:sp>
        <p:nvSpPr>
          <p:cNvPr id="23" name="テキスト ボックス 22">
            <a:extLst>
              <a:ext uri="{FF2B5EF4-FFF2-40B4-BE49-F238E27FC236}">
                <a16:creationId xmlns:a16="http://schemas.microsoft.com/office/drawing/2014/main" id="{2FF23662-ED0C-DC1E-B15B-92F95CFCEF9D}"/>
              </a:ext>
            </a:extLst>
          </p:cNvPr>
          <p:cNvSpPr txBox="1"/>
          <p:nvPr/>
        </p:nvSpPr>
        <p:spPr>
          <a:xfrm>
            <a:off x="4517252" y="4423516"/>
            <a:ext cx="732893" cy="307777"/>
          </a:xfrm>
          <a:prstGeom prst="rect">
            <a:avLst/>
          </a:prstGeom>
          <a:noFill/>
        </p:spPr>
        <p:txBody>
          <a:bodyPr wrap="none" rtlCol="0">
            <a:spAutoFit/>
          </a:bodyPr>
          <a:lstStyle/>
          <a:p>
            <a:r>
              <a:rPr kumimoji="1" lang="en-US" altLang="ja-JP" sz="1400" dirty="0"/>
              <a:t>4.662</a:t>
            </a:r>
            <a:r>
              <a:rPr kumimoji="1" lang="en-US" altLang="ja-JP" sz="1400" dirty="0">
                <a:latin typeface="Calibri" panose="020F0502020204030204" pitchFamily="34" charset="0"/>
                <a:cs typeface="Calibri" panose="020F0502020204030204" pitchFamily="34" charset="0"/>
              </a:rPr>
              <a:t>Å</a:t>
            </a:r>
            <a:endParaRPr kumimoji="1" lang="ja-JP" altLang="en-US" sz="1400" dirty="0"/>
          </a:p>
        </p:txBody>
      </p:sp>
      <p:sp>
        <p:nvSpPr>
          <p:cNvPr id="24" name="テキスト ボックス 23">
            <a:extLst>
              <a:ext uri="{FF2B5EF4-FFF2-40B4-BE49-F238E27FC236}">
                <a16:creationId xmlns:a16="http://schemas.microsoft.com/office/drawing/2014/main" id="{A79BEFB9-F897-6D7A-7619-33496EE2530A}"/>
              </a:ext>
            </a:extLst>
          </p:cNvPr>
          <p:cNvSpPr txBox="1"/>
          <p:nvPr/>
        </p:nvSpPr>
        <p:spPr>
          <a:xfrm>
            <a:off x="1661986" y="2069156"/>
            <a:ext cx="745717" cy="307777"/>
          </a:xfrm>
          <a:prstGeom prst="rect">
            <a:avLst/>
          </a:prstGeom>
          <a:noFill/>
        </p:spPr>
        <p:txBody>
          <a:bodyPr wrap="none" rtlCol="0">
            <a:spAutoFit/>
          </a:bodyPr>
          <a:lstStyle/>
          <a:p>
            <a:r>
              <a:rPr kumimoji="1" lang="en-US" altLang="ja-JP" sz="1400" dirty="0"/>
              <a:t>3.609</a:t>
            </a:r>
            <a:r>
              <a:rPr kumimoji="1" lang="en-US" altLang="ja-JP" sz="1400" dirty="0">
                <a:latin typeface="Calibri" panose="020F0502020204030204" pitchFamily="34" charset="0"/>
                <a:cs typeface="Calibri" panose="020F0502020204030204" pitchFamily="34" charset="0"/>
              </a:rPr>
              <a:t>Å</a:t>
            </a:r>
            <a:endParaRPr kumimoji="1" lang="ja-JP" altLang="en-US" sz="1400" dirty="0"/>
          </a:p>
        </p:txBody>
      </p:sp>
      <p:cxnSp>
        <p:nvCxnSpPr>
          <p:cNvPr id="25" name="直線矢印コネクタ 24">
            <a:extLst>
              <a:ext uri="{FF2B5EF4-FFF2-40B4-BE49-F238E27FC236}">
                <a16:creationId xmlns:a16="http://schemas.microsoft.com/office/drawing/2014/main" id="{073D5B7E-10B2-C021-DA6B-77DA1CA24147}"/>
              </a:ext>
            </a:extLst>
          </p:cNvPr>
          <p:cNvCxnSpPr>
            <a:cxnSpLocks/>
          </p:cNvCxnSpPr>
          <p:nvPr/>
        </p:nvCxnSpPr>
        <p:spPr>
          <a:xfrm>
            <a:off x="1682885" y="1555345"/>
            <a:ext cx="1060315" cy="982493"/>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26" name="図 25">
            <a:extLst>
              <a:ext uri="{FF2B5EF4-FFF2-40B4-BE49-F238E27FC236}">
                <a16:creationId xmlns:a16="http://schemas.microsoft.com/office/drawing/2014/main" id="{31B06AEC-E0B9-4D72-A868-D37AAF5CA7B4}"/>
              </a:ext>
            </a:extLst>
          </p:cNvPr>
          <p:cNvPicPr>
            <a:picLocks noChangeAspect="1"/>
          </p:cNvPicPr>
          <p:nvPr/>
        </p:nvPicPr>
        <p:blipFill>
          <a:blip r:embed="rId3"/>
          <a:stretch>
            <a:fillRect/>
          </a:stretch>
        </p:blipFill>
        <p:spPr>
          <a:xfrm>
            <a:off x="7803055" y="335932"/>
            <a:ext cx="4162979" cy="2201906"/>
          </a:xfrm>
          <a:prstGeom prst="rect">
            <a:avLst/>
          </a:prstGeom>
          <a:ln>
            <a:solidFill>
              <a:schemeClr val="tx1"/>
            </a:solidFill>
          </a:ln>
        </p:spPr>
      </p:pic>
      <p:sp>
        <p:nvSpPr>
          <p:cNvPr id="27" name="テキスト ボックス 26">
            <a:extLst>
              <a:ext uri="{FF2B5EF4-FFF2-40B4-BE49-F238E27FC236}">
                <a16:creationId xmlns:a16="http://schemas.microsoft.com/office/drawing/2014/main" id="{8C8F2C6A-180E-F668-4C13-EBCFF3C34B09}"/>
              </a:ext>
            </a:extLst>
          </p:cNvPr>
          <p:cNvSpPr txBox="1"/>
          <p:nvPr/>
        </p:nvSpPr>
        <p:spPr>
          <a:xfrm>
            <a:off x="2795226" y="4507954"/>
            <a:ext cx="732893" cy="307777"/>
          </a:xfrm>
          <a:prstGeom prst="rect">
            <a:avLst/>
          </a:prstGeom>
          <a:noFill/>
        </p:spPr>
        <p:txBody>
          <a:bodyPr wrap="none" rtlCol="0">
            <a:spAutoFit/>
          </a:bodyPr>
          <a:lstStyle/>
          <a:p>
            <a:r>
              <a:rPr kumimoji="1" lang="en-US" altLang="ja-JP" sz="1400" dirty="0"/>
              <a:t>3.818</a:t>
            </a:r>
            <a:r>
              <a:rPr kumimoji="1" lang="en-US" altLang="ja-JP" sz="1400" dirty="0">
                <a:latin typeface="Calibri" panose="020F0502020204030204" pitchFamily="34" charset="0"/>
                <a:cs typeface="Calibri" panose="020F0502020204030204" pitchFamily="34" charset="0"/>
              </a:rPr>
              <a:t>Å</a:t>
            </a:r>
            <a:endParaRPr kumimoji="1" lang="ja-JP" altLang="en-US" sz="1400" dirty="0"/>
          </a:p>
        </p:txBody>
      </p:sp>
      <p:cxnSp>
        <p:nvCxnSpPr>
          <p:cNvPr id="28" name="直線矢印コネクタ 27">
            <a:extLst>
              <a:ext uri="{FF2B5EF4-FFF2-40B4-BE49-F238E27FC236}">
                <a16:creationId xmlns:a16="http://schemas.microsoft.com/office/drawing/2014/main" id="{1E3C64EE-AA00-1CBD-E681-2F896468CF26}"/>
              </a:ext>
            </a:extLst>
          </p:cNvPr>
          <p:cNvCxnSpPr>
            <a:cxnSpLocks/>
          </p:cNvCxnSpPr>
          <p:nvPr/>
        </p:nvCxnSpPr>
        <p:spPr>
          <a:xfrm flipV="1">
            <a:off x="2759412" y="4288817"/>
            <a:ext cx="1073286" cy="1095984"/>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15AA296E-8407-DF75-A41C-77575B20FD00}"/>
                  </a:ext>
                </a:extLst>
              </p:cNvPr>
              <p:cNvSpPr txBox="1"/>
              <p:nvPr/>
            </p:nvSpPr>
            <p:spPr>
              <a:xfrm>
                <a:off x="2640303" y="420934"/>
                <a:ext cx="4394536" cy="369332"/>
              </a:xfrm>
              <a:prstGeom prst="rect">
                <a:avLst/>
              </a:prstGeom>
              <a:noFill/>
            </p:spPr>
            <p:txBody>
              <a:bodyPr wrap="none" rtlCol="0">
                <a:spAutoFit/>
              </a:bodyPr>
              <a:lstStyle/>
              <a:p>
                <a:r>
                  <a:rPr kumimoji="1" lang="ja-JP" altLang="en-US" dirty="0"/>
                  <a:t>冷却速度：</a:t>
                </a:r>
                <a:r>
                  <a:rPr kumimoji="1" lang="en-US" altLang="ja-JP" b="0" dirty="0">
                    <a:ea typeface="Cambria Math" panose="02040503050406030204" pitchFamily="18" charset="0"/>
                  </a:rPr>
                  <a:t> </a:t>
                </a:r>
                <a14:m>
                  <m:oMath xmlns:m="http://schemas.openxmlformats.org/officeDocument/2006/math">
                    <m:r>
                      <a:rPr kumimoji="1" lang="en-US" altLang="ja-JP" b="0" i="0" smtClean="0">
                        <a:latin typeface="Cambria Math" panose="02040503050406030204" pitchFamily="18" charset="0"/>
                        <a:ea typeface="Cambria Math" panose="02040503050406030204" pitchFamily="18" charset="0"/>
                      </a:rPr>
                      <m:t>1.0</m:t>
                    </m:r>
                    <m:r>
                      <a:rPr kumimoji="1" lang="en-US" altLang="ja-JP" b="0" i="1" smtClean="0">
                        <a:latin typeface="Cambria Math" panose="02040503050406030204" pitchFamily="18" charset="0"/>
                        <a:ea typeface="Cambria Math" panose="02040503050406030204" pitchFamily="18" charset="0"/>
                      </a:rPr>
                      <m:t>×</m:t>
                    </m:r>
                    <m:sSup>
                      <m:sSupPr>
                        <m:ctrlPr>
                          <a:rPr kumimoji="1" lang="en-US" altLang="ja-JP" b="0" i="1" smtClean="0">
                            <a:latin typeface="Cambria Math" panose="02040503050406030204" pitchFamily="18" charset="0"/>
                            <a:ea typeface="Cambria Math" panose="02040503050406030204" pitchFamily="18" charset="0"/>
                          </a:rPr>
                        </m:ctrlPr>
                      </m:sSupPr>
                      <m:e>
                        <m:r>
                          <a:rPr kumimoji="1" lang="en-US" altLang="ja-JP" b="0" i="1" smtClean="0">
                            <a:latin typeface="Cambria Math" panose="02040503050406030204" pitchFamily="18" charset="0"/>
                            <a:ea typeface="Cambria Math" panose="02040503050406030204" pitchFamily="18" charset="0"/>
                          </a:rPr>
                          <m:t>10</m:t>
                        </m:r>
                      </m:e>
                      <m:sup>
                        <m:r>
                          <a:rPr kumimoji="1" lang="en-US" altLang="ja-JP" b="0" i="1" smtClean="0">
                            <a:latin typeface="Cambria Math" panose="02040503050406030204" pitchFamily="18" charset="0"/>
                            <a:ea typeface="Cambria Math" panose="02040503050406030204" pitchFamily="18" charset="0"/>
                          </a:rPr>
                          <m:t>12</m:t>
                        </m:r>
                      </m:sup>
                    </m:sSup>
                    <m:r>
                      <a:rPr kumimoji="1" lang="en-US" altLang="ja-JP" b="0" i="1" smtClean="0">
                        <a:latin typeface="Cambria Math" panose="02040503050406030204" pitchFamily="18" charset="0"/>
                      </a:rPr>
                      <m:t>𝐾</m:t>
                    </m:r>
                  </m:oMath>
                </a14:m>
                <a:r>
                  <a:rPr kumimoji="1" lang="en-US" altLang="ja-JP" dirty="0"/>
                  <a:t>/s </a:t>
                </a:r>
                <a:r>
                  <a:rPr kumimoji="1" lang="ja-JP" altLang="en-US"/>
                  <a:t>、</a:t>
                </a:r>
                <a:r>
                  <a:rPr kumimoji="1" lang="en-US" altLang="ja-JP" dirty="0"/>
                  <a:t> </a:t>
                </a:r>
                <a:r>
                  <a:rPr lang="ja-JP" altLang="en-US"/>
                  <a:t>温度：</a:t>
                </a:r>
                <a:r>
                  <a:rPr lang="en-US" altLang="ja-JP" dirty="0"/>
                  <a:t> </a:t>
                </a:r>
                <a:r>
                  <a:rPr kumimoji="1" lang="en-US" altLang="ja-JP" dirty="0"/>
                  <a:t>300K</a:t>
                </a:r>
                <a:endParaRPr kumimoji="1" lang="ja-JP" altLang="en-US" dirty="0"/>
              </a:p>
            </p:txBody>
          </p:sp>
        </mc:Choice>
        <mc:Fallback xmlns="">
          <p:sp>
            <p:nvSpPr>
              <p:cNvPr id="29" name="テキスト ボックス 28">
                <a:extLst>
                  <a:ext uri="{FF2B5EF4-FFF2-40B4-BE49-F238E27FC236}">
                    <a16:creationId xmlns:a16="http://schemas.microsoft.com/office/drawing/2014/main" id="{15AA296E-8407-DF75-A41C-77575B20FD00}"/>
                  </a:ext>
                </a:extLst>
              </p:cNvPr>
              <p:cNvSpPr txBox="1">
                <a:spLocks noRot="1" noChangeAspect="1" noMove="1" noResize="1" noEditPoints="1" noAdjustHandles="1" noChangeArrowheads="1" noChangeShapeType="1" noTextEdit="1"/>
              </p:cNvSpPr>
              <p:nvPr/>
            </p:nvSpPr>
            <p:spPr>
              <a:xfrm>
                <a:off x="2640303" y="420934"/>
                <a:ext cx="4394536" cy="369332"/>
              </a:xfrm>
              <a:prstGeom prst="rect">
                <a:avLst/>
              </a:prstGeom>
              <a:blipFill>
                <a:blip r:embed="rId4"/>
                <a:stretch>
                  <a:fillRect l="-865" t="-6667" r="-288" b="-26667"/>
                </a:stretch>
              </a:blipFill>
            </p:spPr>
            <p:txBody>
              <a:bodyPr/>
              <a:lstStyle/>
              <a:p>
                <a:r>
                  <a:rPr lang="ja-JP" altLang="en-US">
                    <a:noFill/>
                  </a:rPr>
                  <a:t> </a:t>
                </a:r>
              </a:p>
            </p:txBody>
          </p:sp>
        </mc:Fallback>
      </mc:AlternateContent>
      <p:cxnSp>
        <p:nvCxnSpPr>
          <p:cNvPr id="31" name="直線矢印コネクタ 30">
            <a:extLst>
              <a:ext uri="{FF2B5EF4-FFF2-40B4-BE49-F238E27FC236}">
                <a16:creationId xmlns:a16="http://schemas.microsoft.com/office/drawing/2014/main" id="{D27574BB-EC9B-78EF-4D84-F19148FEC3F5}"/>
              </a:ext>
            </a:extLst>
          </p:cNvPr>
          <p:cNvCxnSpPr/>
          <p:nvPr/>
        </p:nvCxnSpPr>
        <p:spPr>
          <a:xfrm>
            <a:off x="9702800" y="146119"/>
            <a:ext cx="0" cy="2748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直線矢印コネクタ 31">
            <a:extLst>
              <a:ext uri="{FF2B5EF4-FFF2-40B4-BE49-F238E27FC236}">
                <a16:creationId xmlns:a16="http://schemas.microsoft.com/office/drawing/2014/main" id="{DA3928A1-25FA-707F-F96F-EAC2573B3010}"/>
              </a:ext>
            </a:extLst>
          </p:cNvPr>
          <p:cNvCxnSpPr/>
          <p:nvPr/>
        </p:nvCxnSpPr>
        <p:spPr>
          <a:xfrm>
            <a:off x="9956800" y="349319"/>
            <a:ext cx="0" cy="2748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6089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6B90E047-5D39-ED7C-4194-B0081AE7C34A}"/>
              </a:ext>
            </a:extLst>
          </p:cNvPr>
          <p:cNvPicPr>
            <a:picLocks noChangeAspect="1"/>
          </p:cNvPicPr>
          <p:nvPr/>
        </p:nvPicPr>
        <p:blipFill>
          <a:blip r:embed="rId2"/>
          <a:stretch>
            <a:fillRect/>
          </a:stretch>
        </p:blipFill>
        <p:spPr>
          <a:xfrm>
            <a:off x="914400" y="1221146"/>
            <a:ext cx="9865277" cy="5042995"/>
          </a:xfrm>
          <a:prstGeom prst="rect">
            <a:avLst/>
          </a:prstGeom>
        </p:spPr>
      </p:pic>
      <p:sp>
        <p:nvSpPr>
          <p:cNvPr id="3" name="テキスト ボックス 2">
            <a:extLst>
              <a:ext uri="{FF2B5EF4-FFF2-40B4-BE49-F238E27FC236}">
                <a16:creationId xmlns:a16="http://schemas.microsoft.com/office/drawing/2014/main" id="{7CF7775E-A8D2-31CF-58C3-ABC0942C5FD8}"/>
              </a:ext>
            </a:extLst>
          </p:cNvPr>
          <p:cNvSpPr txBox="1"/>
          <p:nvPr/>
        </p:nvSpPr>
        <p:spPr>
          <a:xfrm>
            <a:off x="3055298" y="1531535"/>
            <a:ext cx="7419019" cy="400110"/>
          </a:xfrm>
          <a:prstGeom prst="rect">
            <a:avLst/>
          </a:prstGeom>
          <a:noFill/>
        </p:spPr>
        <p:txBody>
          <a:bodyPr wrap="none" rtlCol="0">
            <a:spAutoFit/>
          </a:bodyPr>
          <a:lstStyle/>
          <a:p>
            <a:r>
              <a:rPr lang="en-US" altLang="ja-JP" sz="2000" dirty="0"/>
              <a:t>1230</a:t>
            </a:r>
            <a:r>
              <a:rPr kumimoji="1" lang="en-US" altLang="ja-JP" sz="2000" dirty="0"/>
              <a:t>K</a:t>
            </a:r>
            <a:r>
              <a:rPr lang="ja-JP" altLang="en-US" sz="2000" dirty="0"/>
              <a:t>→</a:t>
            </a:r>
            <a:r>
              <a:rPr kumimoji="1" lang="en-US" altLang="ja-JP" sz="2000" dirty="0"/>
              <a:t>425K</a:t>
            </a:r>
            <a:r>
              <a:rPr kumimoji="1" lang="ja-JP" altLang="en-US" sz="2000" dirty="0"/>
              <a:t>への冷却過程における</a:t>
            </a:r>
            <a:r>
              <a:rPr kumimoji="1" lang="en-US" altLang="ja-JP" sz="2000" dirty="0"/>
              <a:t>Si</a:t>
            </a:r>
            <a:r>
              <a:rPr kumimoji="1" lang="ja-JP" altLang="en-US" sz="2000" dirty="0"/>
              <a:t>（同一</a:t>
            </a:r>
            <a:r>
              <a:rPr kumimoji="1" lang="en-US" altLang="ja-JP" sz="2000" dirty="0"/>
              <a:t>ID</a:t>
            </a:r>
            <a:r>
              <a:rPr kumimoji="1" lang="ja-JP" altLang="en-US" sz="2000" dirty="0"/>
              <a:t>）の変位量分布</a:t>
            </a:r>
          </a:p>
        </p:txBody>
      </p:sp>
      <p:sp>
        <p:nvSpPr>
          <p:cNvPr id="4" name="テキスト ボックス 3">
            <a:extLst>
              <a:ext uri="{FF2B5EF4-FFF2-40B4-BE49-F238E27FC236}">
                <a16:creationId xmlns:a16="http://schemas.microsoft.com/office/drawing/2014/main" id="{96353711-B1A0-6EB0-38F6-D6EF030275AB}"/>
              </a:ext>
            </a:extLst>
          </p:cNvPr>
          <p:cNvSpPr txBox="1"/>
          <p:nvPr/>
        </p:nvSpPr>
        <p:spPr>
          <a:xfrm>
            <a:off x="1038413" y="6293971"/>
            <a:ext cx="9959778" cy="400110"/>
          </a:xfrm>
          <a:prstGeom prst="rect">
            <a:avLst/>
          </a:prstGeom>
          <a:solidFill>
            <a:schemeClr val="bg1">
              <a:lumMod val="85000"/>
            </a:schemeClr>
          </a:solidFill>
        </p:spPr>
        <p:txBody>
          <a:bodyPr wrap="none" rtlCol="0">
            <a:spAutoFit/>
          </a:bodyPr>
          <a:lstStyle/>
          <a:p>
            <a:r>
              <a:rPr kumimoji="1" lang="ja-JP" altLang="en-US" sz="2000" dirty="0"/>
              <a:t>５</a:t>
            </a:r>
            <a:r>
              <a:rPr kumimoji="1" lang="en-US" altLang="ja-JP" sz="2000" dirty="0"/>
              <a:t>Å</a:t>
            </a:r>
            <a:r>
              <a:rPr kumimoji="1" lang="ja-JP" altLang="en-US" sz="2000" dirty="0"/>
              <a:t>程度の短距離の変位と</a:t>
            </a:r>
            <a:r>
              <a:rPr kumimoji="1" lang="en-US" altLang="ja-JP" sz="2000" dirty="0"/>
              <a:t>35Å</a:t>
            </a:r>
            <a:r>
              <a:rPr kumimoji="1" lang="ja-JP" altLang="en-US" sz="2000" dirty="0"/>
              <a:t>程度の長距離の変位に分けられ、不均一な動的挙動。</a:t>
            </a:r>
          </a:p>
        </p:txBody>
      </p:sp>
      <p:sp>
        <p:nvSpPr>
          <p:cNvPr id="5" name="テキスト ボックス 4">
            <a:extLst>
              <a:ext uri="{FF2B5EF4-FFF2-40B4-BE49-F238E27FC236}">
                <a16:creationId xmlns:a16="http://schemas.microsoft.com/office/drawing/2014/main" id="{50BE06AD-C992-A6F7-BFD1-32F5E01B4805}"/>
              </a:ext>
            </a:extLst>
          </p:cNvPr>
          <p:cNvSpPr txBox="1"/>
          <p:nvPr/>
        </p:nvSpPr>
        <p:spPr>
          <a:xfrm>
            <a:off x="199292" y="146119"/>
            <a:ext cx="2309446" cy="707886"/>
          </a:xfrm>
          <a:prstGeom prst="rect">
            <a:avLst/>
          </a:prstGeom>
          <a:solidFill>
            <a:schemeClr val="bg1">
              <a:lumMod val="85000"/>
            </a:schemeClr>
          </a:solidFill>
        </p:spPr>
        <p:txBody>
          <a:bodyPr wrap="square" rtlCol="0">
            <a:spAutoFit/>
          </a:bodyPr>
          <a:lstStyle/>
          <a:p>
            <a:pPr algn="ctr"/>
            <a:r>
              <a:rPr kumimoji="1" lang="ja-JP" altLang="en-US" sz="4000" b="1" dirty="0"/>
              <a:t>計算結果</a:t>
            </a:r>
          </a:p>
        </p:txBody>
      </p:sp>
      <p:sp>
        <p:nvSpPr>
          <p:cNvPr id="6" name="テキスト ボックス 5">
            <a:extLst>
              <a:ext uri="{FF2B5EF4-FFF2-40B4-BE49-F238E27FC236}">
                <a16:creationId xmlns:a16="http://schemas.microsoft.com/office/drawing/2014/main" id="{A6BF81E9-6B77-14BB-1CFA-9130128E20AE}"/>
              </a:ext>
            </a:extLst>
          </p:cNvPr>
          <p:cNvSpPr txBox="1"/>
          <p:nvPr/>
        </p:nvSpPr>
        <p:spPr>
          <a:xfrm>
            <a:off x="2565400" y="623172"/>
            <a:ext cx="7845417" cy="461665"/>
          </a:xfrm>
          <a:prstGeom prst="rect">
            <a:avLst/>
          </a:prstGeom>
          <a:noFill/>
        </p:spPr>
        <p:txBody>
          <a:bodyPr wrap="none" rtlCol="0">
            <a:spAutoFit/>
          </a:bodyPr>
          <a:lstStyle/>
          <a:p>
            <a:r>
              <a:rPr kumimoji="1" lang="ja-JP" altLang="en-US" sz="2400" dirty="0"/>
              <a:t>ガラス転移をまたいだ構造変化における</a:t>
            </a:r>
            <a:r>
              <a:rPr kumimoji="1" lang="en-US" altLang="ja-JP" sz="2400" dirty="0"/>
              <a:t>Si</a:t>
            </a:r>
            <a:r>
              <a:rPr kumimoji="1" lang="ja-JP" altLang="en-US" sz="2400" dirty="0"/>
              <a:t>原子の変位量</a:t>
            </a:r>
          </a:p>
        </p:txBody>
      </p:sp>
    </p:spTree>
    <p:extLst>
      <p:ext uri="{BB962C8B-B14F-4D97-AF65-F5344CB8AC3E}">
        <p14:creationId xmlns:p14="http://schemas.microsoft.com/office/powerpoint/2010/main" val="2076638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C8F785C0-5E44-6746-ED13-300761C550EF}"/>
              </a:ext>
            </a:extLst>
          </p:cNvPr>
          <p:cNvSpPr txBox="1"/>
          <p:nvPr/>
        </p:nvSpPr>
        <p:spPr>
          <a:xfrm>
            <a:off x="1436981" y="958693"/>
            <a:ext cx="4238592" cy="523220"/>
          </a:xfrm>
          <a:prstGeom prst="rect">
            <a:avLst/>
          </a:prstGeom>
          <a:solidFill>
            <a:schemeClr val="tx2">
              <a:lumMod val="75000"/>
              <a:lumOff val="25000"/>
            </a:schemeClr>
          </a:solidFill>
        </p:spPr>
        <p:txBody>
          <a:bodyPr wrap="square" rtlCol="0">
            <a:spAutoFit/>
          </a:bodyPr>
          <a:lstStyle/>
          <a:p>
            <a:r>
              <a:rPr kumimoji="1" lang="ja-JP" altLang="en-US" sz="2800" b="1" dirty="0">
                <a:solidFill>
                  <a:schemeClr val="bg1"/>
                </a:solidFill>
              </a:rPr>
              <a:t>本研究で得られた結果</a:t>
            </a:r>
          </a:p>
        </p:txBody>
      </p:sp>
      <p:sp>
        <p:nvSpPr>
          <p:cNvPr id="11" name="テキスト ボックス 10">
            <a:extLst>
              <a:ext uri="{FF2B5EF4-FFF2-40B4-BE49-F238E27FC236}">
                <a16:creationId xmlns:a16="http://schemas.microsoft.com/office/drawing/2014/main" id="{C553B006-B26E-60A8-B456-BBB03CAA0F14}"/>
              </a:ext>
            </a:extLst>
          </p:cNvPr>
          <p:cNvSpPr txBox="1"/>
          <p:nvPr/>
        </p:nvSpPr>
        <p:spPr>
          <a:xfrm>
            <a:off x="396240" y="151805"/>
            <a:ext cx="1645920" cy="707886"/>
          </a:xfrm>
          <a:prstGeom prst="rect">
            <a:avLst/>
          </a:prstGeom>
          <a:solidFill>
            <a:schemeClr val="bg1">
              <a:lumMod val="85000"/>
            </a:schemeClr>
          </a:solidFill>
        </p:spPr>
        <p:txBody>
          <a:bodyPr wrap="square" rtlCol="0">
            <a:spAutoFit/>
          </a:bodyPr>
          <a:lstStyle/>
          <a:p>
            <a:r>
              <a:rPr kumimoji="1" lang="ja-JP" altLang="en-US" sz="4000" b="1" dirty="0"/>
              <a:t>結言</a:t>
            </a:r>
          </a:p>
        </p:txBody>
      </p:sp>
      <p:sp>
        <p:nvSpPr>
          <p:cNvPr id="3" name="テキスト ボックス 2">
            <a:extLst>
              <a:ext uri="{FF2B5EF4-FFF2-40B4-BE49-F238E27FC236}">
                <a16:creationId xmlns:a16="http://schemas.microsoft.com/office/drawing/2014/main" id="{EDD831F9-DB16-2E0D-B966-BE608C21BBFD}"/>
              </a:ext>
            </a:extLst>
          </p:cNvPr>
          <p:cNvSpPr txBox="1"/>
          <p:nvPr/>
        </p:nvSpPr>
        <p:spPr>
          <a:xfrm>
            <a:off x="1436980" y="1481913"/>
            <a:ext cx="9318039" cy="5262979"/>
          </a:xfrm>
          <a:prstGeom prst="rect">
            <a:avLst/>
          </a:prstGeom>
          <a:solidFill>
            <a:schemeClr val="tx2">
              <a:lumMod val="10000"/>
              <a:lumOff val="90000"/>
            </a:schemeClr>
          </a:solidFill>
        </p:spPr>
        <p:txBody>
          <a:bodyPr wrap="square" rtlCol="0">
            <a:spAutoFit/>
          </a:bodyPr>
          <a:lstStyle/>
          <a:p>
            <a:r>
              <a:rPr kumimoji="1" lang="ja-JP" altLang="en-US" sz="2400" dirty="0"/>
              <a:t>・</a:t>
            </a:r>
            <a:r>
              <a:rPr lang="en-US" altLang="ja-JP" sz="2400" dirty="0"/>
              <a:t>MD</a:t>
            </a:r>
            <a:r>
              <a:rPr lang="ja-JP" altLang="en-US" sz="2400" dirty="0"/>
              <a:t>シミュレーションを行い、</a:t>
            </a:r>
            <a:r>
              <a:rPr lang="en-US" altLang="ja-JP" sz="2400" dirty="0"/>
              <a:t> Pd-Si</a:t>
            </a:r>
            <a:r>
              <a:rPr lang="ja-JP" altLang="en-US" sz="2400" dirty="0"/>
              <a:t>系金属ガラスの温度変化による局所構造の変化について調べた</a:t>
            </a:r>
            <a:endParaRPr lang="en-US" altLang="ja-JP" sz="2400" dirty="0"/>
          </a:p>
          <a:p>
            <a:endParaRPr kumimoji="1" lang="en-US" altLang="ja-JP" sz="2400" dirty="0"/>
          </a:p>
          <a:p>
            <a:r>
              <a:rPr kumimoji="1" lang="ja-JP" altLang="en-US" sz="2400" dirty="0"/>
              <a:t>・</a:t>
            </a:r>
            <a:r>
              <a:rPr kumimoji="1" lang="en-US" altLang="ja-JP" sz="2400" dirty="0"/>
              <a:t>Pd-Pd, Pd-Si</a:t>
            </a:r>
            <a:r>
              <a:rPr kumimoji="1" lang="ja-JP" altLang="en-US" sz="2400" dirty="0"/>
              <a:t>相関とは異なり、</a:t>
            </a:r>
            <a:r>
              <a:rPr kumimoji="1" lang="en-US" altLang="ja-JP" sz="2400" dirty="0"/>
              <a:t>Si-Si</a:t>
            </a:r>
            <a:r>
              <a:rPr lang="ja-JP" altLang="en-US" sz="2400" dirty="0"/>
              <a:t>相関では</a:t>
            </a:r>
            <a:r>
              <a:rPr kumimoji="1" lang="ja-JP" altLang="en-US" sz="2400" dirty="0"/>
              <a:t>第</a:t>
            </a:r>
            <a:r>
              <a:rPr kumimoji="1" lang="en-US" altLang="ja-JP" sz="2400" dirty="0"/>
              <a:t>2</a:t>
            </a:r>
            <a:r>
              <a:rPr kumimoji="1" lang="ja-JP" altLang="en-US" sz="2400" dirty="0"/>
              <a:t>ピークに相当する主ピークのみが見られた。</a:t>
            </a:r>
            <a:r>
              <a:rPr lang="ja-JP" altLang="en-US" sz="2400" dirty="0"/>
              <a:t>また、</a:t>
            </a:r>
            <a:r>
              <a:rPr kumimoji="1" lang="en-US" altLang="ja-JP" sz="2400" dirty="0"/>
              <a:t>Si-Si</a:t>
            </a:r>
            <a:r>
              <a:rPr kumimoji="1" lang="ja-JP" altLang="en-US" sz="2400" dirty="0"/>
              <a:t>の主ピークと</a:t>
            </a:r>
            <a:r>
              <a:rPr kumimoji="1" lang="en-US" altLang="ja-JP" sz="2400"/>
              <a:t>Pd-Pd,</a:t>
            </a:r>
            <a:r>
              <a:rPr lang="en-US" altLang="ja-JP" sz="2400"/>
              <a:t> </a:t>
            </a:r>
            <a:r>
              <a:rPr kumimoji="1" lang="en-US" altLang="ja-JP" sz="2400"/>
              <a:t>Pd-Si</a:t>
            </a:r>
            <a:r>
              <a:rPr kumimoji="1" lang="ja-JP" altLang="en-US" sz="2400" dirty="0"/>
              <a:t>の第</a:t>
            </a:r>
            <a:r>
              <a:rPr kumimoji="1" lang="en-US" altLang="ja-JP" sz="2400" dirty="0"/>
              <a:t>2</a:t>
            </a:r>
            <a:r>
              <a:rPr kumimoji="1" lang="ja-JP" altLang="en-US" sz="2400" dirty="0"/>
              <a:t>ピークは冷却過程</a:t>
            </a:r>
            <a:r>
              <a:rPr lang="ja-JP" altLang="en-US" sz="2400" dirty="0"/>
              <a:t>において</a:t>
            </a:r>
            <a:r>
              <a:rPr kumimoji="1" lang="ja-JP" altLang="en-US" sz="2400" dirty="0"/>
              <a:t>分裂する様子が見られ</a:t>
            </a:r>
            <a:r>
              <a:rPr lang="ja-JP" altLang="en-US" sz="2400" dirty="0"/>
              <a:t>た</a:t>
            </a:r>
            <a:endParaRPr lang="en-US" altLang="ja-JP" sz="2400" dirty="0"/>
          </a:p>
          <a:p>
            <a:endParaRPr kumimoji="1" lang="en-US" altLang="ja-JP" sz="2400" dirty="0"/>
          </a:p>
          <a:p>
            <a:r>
              <a:rPr kumimoji="1" lang="ja-JP" altLang="en-US" sz="2400" dirty="0"/>
              <a:t>・温度毎における</a:t>
            </a:r>
            <a:r>
              <a:rPr kumimoji="1" lang="en-US" altLang="ja-JP" sz="2400" dirty="0"/>
              <a:t>Voronoi</a:t>
            </a:r>
            <a:r>
              <a:rPr kumimoji="1" lang="ja-JP" altLang="en-US" sz="2400" dirty="0"/>
              <a:t>指数の割合を調べ、</a:t>
            </a:r>
            <a:r>
              <a:rPr kumimoji="1" lang="en-US" altLang="ja-JP" sz="2400" dirty="0"/>
              <a:t>Si</a:t>
            </a:r>
            <a:r>
              <a:rPr kumimoji="1" lang="ja-JP" altLang="en-US" sz="2400" dirty="0"/>
              <a:t>中心では</a:t>
            </a:r>
            <a:r>
              <a:rPr kumimoji="1" lang="en-US" altLang="ja-JP" sz="2400" dirty="0"/>
              <a:t>&lt;0 3 6 0&gt;</a:t>
            </a:r>
            <a:r>
              <a:rPr kumimoji="1" lang="ja-JP" altLang="en-US" sz="2400" dirty="0"/>
              <a:t>のプリズム構造が支配的な構造を持っていること</a:t>
            </a:r>
            <a:r>
              <a:rPr lang="ja-JP" altLang="en-US" sz="2400" dirty="0"/>
              <a:t>がわかった。</a:t>
            </a:r>
            <a:endParaRPr kumimoji="1" lang="en-US" altLang="ja-JP" sz="2400" dirty="0"/>
          </a:p>
          <a:p>
            <a:endParaRPr lang="en-US" altLang="ja-JP" sz="2400" dirty="0"/>
          </a:p>
          <a:p>
            <a:r>
              <a:rPr lang="ja-JP" altLang="en-US" sz="2400" dirty="0"/>
              <a:t>・</a:t>
            </a:r>
            <a:r>
              <a:rPr kumimoji="1" lang="ja-JP" altLang="en-US" sz="2400" dirty="0"/>
              <a:t>プリズム構造</a:t>
            </a:r>
            <a:r>
              <a:rPr kumimoji="1" lang="en-US" altLang="ja-JP" sz="2400" dirty="0"/>
              <a:t>(</a:t>
            </a:r>
            <a:r>
              <a:rPr lang="en-US" altLang="ja-JP" sz="2400" dirty="0"/>
              <a:t>Si</a:t>
            </a:r>
            <a:r>
              <a:rPr lang="ja-JP" altLang="en-US" sz="2400" dirty="0"/>
              <a:t>中心</a:t>
            </a:r>
            <a:r>
              <a:rPr kumimoji="1" lang="en-US" altLang="ja-JP" sz="2400" dirty="0"/>
              <a:t>)</a:t>
            </a:r>
            <a:r>
              <a:rPr lang="ja-JP" altLang="en-US" sz="2400" dirty="0"/>
              <a:t>は冷却に伴い、</a:t>
            </a:r>
            <a:r>
              <a:rPr lang="en-US" altLang="ja-JP" sz="2400" dirty="0"/>
              <a:t>2</a:t>
            </a:r>
            <a:r>
              <a:rPr lang="ja-JP" altLang="en-US" sz="2400" dirty="0"/>
              <a:t>種類の連結の仕方（面共有および点共有）に分かれ、これが</a:t>
            </a:r>
            <a:r>
              <a:rPr lang="en-US" altLang="ja-JP" sz="2400" dirty="0"/>
              <a:t>2</a:t>
            </a:r>
            <a:r>
              <a:rPr lang="ja-JP" altLang="en-US" sz="2400" dirty="0"/>
              <a:t>体分布関数の分裂と関係する。</a:t>
            </a:r>
            <a:endParaRPr lang="en-US" altLang="ja-JP" sz="2400" dirty="0"/>
          </a:p>
          <a:p>
            <a:endParaRPr lang="en-US" altLang="ja-JP" sz="2400" dirty="0"/>
          </a:p>
          <a:p>
            <a:r>
              <a:rPr lang="ja-JP" altLang="en-US" sz="2400" dirty="0"/>
              <a:t>・</a:t>
            </a:r>
            <a:r>
              <a:rPr lang="en-US" altLang="ja-JP" sz="2400" dirty="0"/>
              <a:t>Si</a:t>
            </a:r>
            <a:r>
              <a:rPr lang="ja-JP" altLang="en-US" sz="2400" dirty="0"/>
              <a:t>原子はガラス転移をまたいで不均一な動的挙動を示す。</a:t>
            </a:r>
            <a:endParaRPr lang="en-US" altLang="ja-JP" sz="2400" dirty="0"/>
          </a:p>
        </p:txBody>
      </p:sp>
    </p:spTree>
    <p:extLst>
      <p:ext uri="{BB962C8B-B14F-4D97-AF65-F5344CB8AC3E}">
        <p14:creationId xmlns:p14="http://schemas.microsoft.com/office/powerpoint/2010/main" val="279502478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15875</TotalTime>
  <Words>1241</Words>
  <Application>Microsoft Office PowerPoint</Application>
  <PresentationFormat>ワイド画面</PresentationFormat>
  <Paragraphs>133</Paragraphs>
  <Slides>11</Slides>
  <Notes>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11</vt:i4>
      </vt:variant>
    </vt:vector>
  </HeadingPairs>
  <TitlesOfParts>
    <vt:vector size="17" baseType="lpstr">
      <vt:lpstr>游ゴシック</vt:lpstr>
      <vt:lpstr>游ゴシック Light</vt:lpstr>
      <vt:lpstr>Arial</vt:lpstr>
      <vt:lpstr>Calibri</vt:lpstr>
      <vt:lpstr>Cambria Math</vt:lpstr>
      <vt:lpstr>Office テーマ</vt:lpstr>
      <vt:lpstr>Pd_80 Si_20金属ガラスにおける 局所構造と動的挙動</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Pd-Si系金属ガラスの クラスターダイナミクス</dc:title>
  <dc:creator>亮佑 長</dc:creator>
  <cp:lastModifiedBy>亮太 渡部</cp:lastModifiedBy>
  <cp:revision>162</cp:revision>
  <dcterms:created xsi:type="dcterms:W3CDTF">2024-07-11T11:50:38Z</dcterms:created>
  <dcterms:modified xsi:type="dcterms:W3CDTF">2025-02-07T00:23:04Z</dcterms:modified>
</cp:coreProperties>
</file>