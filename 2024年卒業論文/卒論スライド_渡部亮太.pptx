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theme/themeOverride1.xml" ContentType="application/vnd.openxmlformats-officedocument.themeOverr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1.xml" ContentType="application/vnd.openxmlformats-officedocument.presentationml.notesSlid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theme/themeOverride2.xml" ContentType="application/vnd.openxmlformats-officedocument.themeOverrid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theme/themeOverride3.xml" ContentType="application/vnd.openxmlformats-officedocument.themeOverrid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theme/themeOverride4.xml" ContentType="application/vnd.openxmlformats-officedocument.themeOverrid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theme/themeOverride5.xml" ContentType="application/vnd.openxmlformats-officedocument.themeOverride+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ppt/theme/themeOverride6.xml" ContentType="application/vnd.openxmlformats-officedocument.themeOverride+xml"/>
  <Override PartName="/ppt/charts/chart8.xml" ContentType="application/vnd.openxmlformats-officedocument.drawingml.chart+xml"/>
  <Override PartName="/ppt/charts/style8.xml" ContentType="application/vnd.ms-office.chartstyle+xml"/>
  <Override PartName="/ppt/charts/colors8.xml" ContentType="application/vnd.ms-office.chartcolorstyle+xml"/>
  <Override PartName="/ppt/theme/themeOverride7.xml" ContentType="application/vnd.openxmlformats-officedocument.themeOverride+xml"/>
  <Override PartName="/ppt/charts/chart9.xml" ContentType="application/vnd.openxmlformats-officedocument.drawingml.chart+xml"/>
  <Override PartName="/ppt/charts/style9.xml" ContentType="application/vnd.ms-office.chartstyle+xml"/>
  <Override PartName="/ppt/charts/colors9.xml" ContentType="application/vnd.ms-office.chartcolorstyle+xml"/>
  <Override PartName="/ppt/theme/themeOverride8.xml" ContentType="application/vnd.openxmlformats-officedocument.themeOverride+xml"/>
  <Override PartName="/ppt/charts/chart10.xml" ContentType="application/vnd.openxmlformats-officedocument.drawingml.chart+xml"/>
  <Override PartName="/ppt/charts/style10.xml" ContentType="application/vnd.ms-office.chartstyle+xml"/>
  <Override PartName="/ppt/charts/colors10.xml" ContentType="application/vnd.ms-office.chartcolorstyle+xml"/>
  <Override PartName="/ppt/theme/themeOverride9.xml" ContentType="application/vnd.openxmlformats-officedocument.themeOverride+xml"/>
  <Override PartName="/ppt/charts/chart11.xml" ContentType="application/vnd.openxmlformats-officedocument.drawingml.chart+xml"/>
  <Override PartName="/ppt/charts/style11.xml" ContentType="application/vnd.ms-office.chartstyle+xml"/>
  <Override PartName="/ppt/charts/colors11.xml" ContentType="application/vnd.ms-office.chartcolorstyle+xml"/>
  <Override PartName="/ppt/theme/themeOverride10.xml" ContentType="application/vnd.openxmlformats-officedocument.themeOverride+xml"/>
  <Override PartName="/ppt/notesSlides/notesSlide2.xml" ContentType="application/vnd.openxmlformats-officedocument.presentationml.notesSlide+xml"/>
  <Override PartName="/ppt/charts/chart12.xml" ContentType="application/vnd.openxmlformats-officedocument.drawingml.chart+xml"/>
  <Override PartName="/ppt/charts/style12.xml" ContentType="application/vnd.ms-office.chartstyle+xml"/>
  <Override PartName="/ppt/charts/colors12.xml" ContentType="application/vnd.ms-office.chartcolorstyle+xml"/>
  <Override PartName="/ppt/theme/themeOverride11.xml" ContentType="application/vnd.openxmlformats-officedocument.themeOverride+xml"/>
  <Override PartName="/ppt/charts/chart13.xml" ContentType="application/vnd.openxmlformats-officedocument.drawingml.chart+xml"/>
  <Override PartName="/ppt/charts/style13.xml" ContentType="application/vnd.ms-office.chartstyle+xml"/>
  <Override PartName="/ppt/charts/colors13.xml" ContentType="application/vnd.ms-office.chartcolorstyle+xml"/>
  <Override PartName="/ppt/theme/themeOverride12.xml" ContentType="application/vnd.openxmlformats-officedocument.themeOverride+xml"/>
  <Override PartName="/ppt/charts/chart14.xml" ContentType="application/vnd.openxmlformats-officedocument.drawingml.chart+xml"/>
  <Override PartName="/ppt/charts/style14.xml" ContentType="application/vnd.ms-office.chartstyle+xml"/>
  <Override PartName="/ppt/charts/colors14.xml" ContentType="application/vnd.ms-office.chartcolorstyle+xml"/>
  <Override PartName="/ppt/theme/themeOverride13.xml" ContentType="application/vnd.openxmlformats-officedocument.themeOverride+xml"/>
  <Override PartName="/ppt/charts/chart15.xml" ContentType="application/vnd.openxmlformats-officedocument.drawingml.chart+xml"/>
  <Override PartName="/ppt/charts/style15.xml" ContentType="application/vnd.ms-office.chartstyle+xml"/>
  <Override PartName="/ppt/charts/colors15.xml" ContentType="application/vnd.ms-office.chartcolorstyle+xml"/>
  <Override PartName="/ppt/theme/themeOverride14.xml" ContentType="application/vnd.openxmlformats-officedocument.themeOverride+xml"/>
  <Override PartName="/ppt/notesSlides/notesSlide3.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
  </p:notesMasterIdLst>
  <p:handoutMasterIdLst>
    <p:handoutMasterId r:id="rId14"/>
  </p:handoutMasterIdLst>
  <p:sldIdLst>
    <p:sldId id="257" r:id="rId2"/>
    <p:sldId id="270" r:id="rId3"/>
    <p:sldId id="258" r:id="rId4"/>
    <p:sldId id="259" r:id="rId5"/>
    <p:sldId id="268" r:id="rId6"/>
    <p:sldId id="260" r:id="rId7"/>
    <p:sldId id="262" r:id="rId8"/>
    <p:sldId id="264" r:id="rId9"/>
    <p:sldId id="263" r:id="rId10"/>
    <p:sldId id="269" r:id="rId11"/>
    <p:sldId id="261" r:id="rId12"/>
  </p:sldIdLst>
  <p:sldSz cx="12192000" cy="6858000"/>
  <p:notesSz cx="9144000" cy="6858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AE3F3"/>
    <a:srgbClr val="D9E3F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000" autoAdjust="0"/>
    <p:restoredTop sz="94660"/>
  </p:normalViewPr>
  <p:slideViewPr>
    <p:cSldViewPr snapToGrid="0">
      <p:cViewPr varScale="1">
        <p:scale>
          <a:sx n="92" d="100"/>
          <a:sy n="92" d="100"/>
        </p:scale>
        <p:origin x="102" y="180"/>
      </p:cViewPr>
      <p:guideLst/>
    </p:cSldViewPr>
  </p:slideViewPr>
  <p:notesTextViewPr>
    <p:cViewPr>
      <p:scale>
        <a:sx n="1" d="1"/>
        <a:sy n="1" d="1"/>
      </p:scale>
      <p:origin x="0" y="0"/>
    </p:cViewPr>
  </p:notesTextViewPr>
  <p:notesViewPr>
    <p:cSldViewPr snapToGrid="0">
      <p:cViewPr varScale="1">
        <p:scale>
          <a:sx n="77" d="100"/>
          <a:sy n="77" d="100"/>
        </p:scale>
        <p:origin x="2916" y="10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handoutMaster" Target="handoutMasters/handout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亮太 渡部" userId="a387f52a187a56f0" providerId="LiveId" clId="{E2CAFD3D-DD0A-4228-9E3A-FCDDC8867111}"/>
    <pc:docChg chg="undo custSel modSld">
      <pc:chgData name="亮太 渡部" userId="a387f52a187a56f0" providerId="LiveId" clId="{E2CAFD3D-DD0A-4228-9E3A-FCDDC8867111}" dt="2025-02-06T06:52:51.831" v="136" actId="20577"/>
      <pc:docMkLst>
        <pc:docMk/>
      </pc:docMkLst>
      <pc:sldChg chg="delSp modSp mod">
        <pc:chgData name="亮太 渡部" userId="a387f52a187a56f0" providerId="LiveId" clId="{E2CAFD3D-DD0A-4228-9E3A-FCDDC8867111}" dt="2025-02-06T06:52:51.831" v="136" actId="20577"/>
        <pc:sldMkLst>
          <pc:docMk/>
          <pc:sldMk cId="3503687148" sldId="261"/>
        </pc:sldMkLst>
        <pc:spChg chg="mod">
          <ac:chgData name="亮太 渡部" userId="a387f52a187a56f0" providerId="LiveId" clId="{E2CAFD3D-DD0A-4228-9E3A-FCDDC8867111}" dt="2025-02-06T06:52:51.831" v="136" actId="20577"/>
          <ac:spMkLst>
            <pc:docMk/>
            <pc:sldMk cId="3503687148" sldId="261"/>
            <ac:spMk id="3" creationId="{E4D28902-E304-FB33-ED07-38568BBA0CA1}"/>
          </ac:spMkLst>
        </pc:spChg>
        <pc:spChg chg="del">
          <ac:chgData name="亮太 渡部" userId="a387f52a187a56f0" providerId="LiveId" clId="{E2CAFD3D-DD0A-4228-9E3A-FCDDC8867111}" dt="2025-02-06T06:47:58.100" v="76" actId="478"/>
          <ac:spMkLst>
            <pc:docMk/>
            <pc:sldMk cId="3503687148" sldId="261"/>
            <ac:spMk id="5" creationId="{13D7AE69-AACB-66AC-C7A8-28223FF2844A}"/>
          </ac:spMkLst>
        </pc:spChg>
      </pc:sldChg>
    </pc:docChg>
  </pc:docChgLst>
  <pc:docChgLst>
    <pc:chgData name="亮太 渡部" userId="a387f52a187a56f0" providerId="LiveId" clId="{42486191-D384-4D0B-986B-7016B30FE022}"/>
    <pc:docChg chg="modSld">
      <pc:chgData name="亮太 渡部" userId="a387f52a187a56f0" providerId="LiveId" clId="{42486191-D384-4D0B-986B-7016B30FE022}" dt="2025-02-05T08:13:52.196" v="58" actId="1076"/>
      <pc:docMkLst>
        <pc:docMk/>
      </pc:docMkLst>
      <pc:sldChg chg="modSp mod">
        <pc:chgData name="亮太 渡部" userId="a387f52a187a56f0" providerId="LiveId" clId="{42486191-D384-4D0B-986B-7016B30FE022}" dt="2025-02-05T08:11:58.464" v="55" actId="20577"/>
        <pc:sldMkLst>
          <pc:docMk/>
          <pc:sldMk cId="3140385949" sldId="263"/>
        </pc:sldMkLst>
        <pc:spChg chg="mod">
          <ac:chgData name="亮太 渡部" userId="a387f52a187a56f0" providerId="LiveId" clId="{42486191-D384-4D0B-986B-7016B30FE022}" dt="2025-02-05T08:11:52.472" v="45" actId="20577"/>
          <ac:spMkLst>
            <pc:docMk/>
            <pc:sldMk cId="3140385949" sldId="263"/>
            <ac:spMk id="14" creationId="{E07D6361-4A5E-5E4A-274A-173CD4D9FE2A}"/>
          </ac:spMkLst>
        </pc:spChg>
        <pc:spChg chg="mod">
          <ac:chgData name="亮太 渡部" userId="a387f52a187a56f0" providerId="LiveId" clId="{42486191-D384-4D0B-986B-7016B30FE022}" dt="2025-02-05T08:11:58.464" v="55" actId="20577"/>
          <ac:spMkLst>
            <pc:docMk/>
            <pc:sldMk cId="3140385949" sldId="263"/>
            <ac:spMk id="15" creationId="{817ABB6F-9EE0-E89F-5185-AD8843B51265}"/>
          </ac:spMkLst>
        </pc:spChg>
      </pc:sldChg>
      <pc:sldChg chg="addSp modSp mod">
        <pc:chgData name="亮太 渡部" userId="a387f52a187a56f0" providerId="LiveId" clId="{42486191-D384-4D0B-986B-7016B30FE022}" dt="2025-02-05T08:13:52.196" v="58" actId="1076"/>
        <pc:sldMkLst>
          <pc:docMk/>
          <pc:sldMk cId="132901604" sldId="269"/>
        </pc:sldMkLst>
        <pc:spChg chg="add mod">
          <ac:chgData name="亮太 渡部" userId="a387f52a187a56f0" providerId="LiveId" clId="{42486191-D384-4D0B-986B-7016B30FE022}" dt="2025-02-05T08:13:52.196" v="58" actId="1076"/>
          <ac:spMkLst>
            <pc:docMk/>
            <pc:sldMk cId="132901604" sldId="269"/>
            <ac:spMk id="20" creationId="{D7E5AEA0-B11E-7D2A-118F-30FA7381C59B}"/>
          </ac:spMkLst>
        </pc:spChg>
        <pc:graphicFrameChg chg="mod">
          <ac:chgData name="亮太 渡部" userId="a387f52a187a56f0" providerId="LiveId" clId="{42486191-D384-4D0B-986B-7016B30FE022}" dt="2025-02-05T08:00:09.551" v="0"/>
          <ac:graphicFrameMkLst>
            <pc:docMk/>
            <pc:sldMk cId="132901604" sldId="269"/>
            <ac:graphicFrameMk id="6" creationId="{3079FE6A-7FF2-BF84-040B-E8E518A683A5}"/>
          </ac:graphicFrameMkLst>
        </pc:graphicFrameChg>
      </pc:sldChg>
    </pc:docChg>
  </pc:docChgLst>
  <pc:docChgLst>
    <pc:chgData name="亮太 渡部" userId="a387f52a187a56f0" providerId="LiveId" clId="{CFD82797-6DC8-4643-996F-8A54A0E68D0F}"/>
    <pc:docChg chg="undo custSel modSld modNotesMaster modHandout">
      <pc:chgData name="亮太 渡部" userId="a387f52a187a56f0" providerId="LiveId" clId="{CFD82797-6DC8-4643-996F-8A54A0E68D0F}" dt="2025-02-06T15:17:50.882" v="98"/>
      <pc:docMkLst>
        <pc:docMk/>
      </pc:docMkLst>
      <pc:sldChg chg="modSp mod">
        <pc:chgData name="亮太 渡部" userId="a387f52a187a56f0" providerId="LiveId" clId="{CFD82797-6DC8-4643-996F-8A54A0E68D0F}" dt="2025-02-06T15:13:36.447" v="95" actId="20577"/>
        <pc:sldMkLst>
          <pc:docMk/>
          <pc:sldMk cId="2277801172" sldId="258"/>
        </pc:sldMkLst>
        <pc:spChg chg="mod">
          <ac:chgData name="亮太 渡部" userId="a387f52a187a56f0" providerId="LiveId" clId="{CFD82797-6DC8-4643-996F-8A54A0E68D0F}" dt="2025-02-06T15:13:36.447" v="95" actId="20577"/>
          <ac:spMkLst>
            <pc:docMk/>
            <pc:sldMk cId="2277801172" sldId="258"/>
            <ac:spMk id="5" creationId="{006FE49B-CDF5-9D08-CABD-D9988554D3C5}"/>
          </ac:spMkLst>
        </pc:spChg>
      </pc:sldChg>
      <pc:sldChg chg="modSp mod">
        <pc:chgData name="亮太 渡部" userId="a387f52a187a56f0" providerId="LiveId" clId="{CFD82797-6DC8-4643-996F-8A54A0E68D0F}" dt="2025-02-06T14:46:26.733" v="31" actId="20577"/>
        <pc:sldMkLst>
          <pc:docMk/>
          <pc:sldMk cId="3184362877" sldId="260"/>
        </pc:sldMkLst>
        <pc:spChg chg="mod">
          <ac:chgData name="亮太 渡部" userId="a387f52a187a56f0" providerId="LiveId" clId="{CFD82797-6DC8-4643-996F-8A54A0E68D0F}" dt="2025-02-06T14:46:26.733" v="31" actId="20577"/>
          <ac:spMkLst>
            <pc:docMk/>
            <pc:sldMk cId="3184362877" sldId="260"/>
            <ac:spMk id="12" creationId="{3155F9C4-BBB9-8F41-D78B-845A4BAED772}"/>
          </ac:spMkLst>
        </pc:spChg>
      </pc:sldChg>
      <pc:sldChg chg="modSp">
        <pc:chgData name="亮太 渡部" userId="a387f52a187a56f0" providerId="LiveId" clId="{CFD82797-6DC8-4643-996F-8A54A0E68D0F}" dt="2025-02-06T14:46:57.351" v="32" actId="2711"/>
        <pc:sldMkLst>
          <pc:docMk/>
          <pc:sldMk cId="3503687148" sldId="261"/>
        </pc:sldMkLst>
        <pc:spChg chg="mod">
          <ac:chgData name="亮太 渡部" userId="a387f52a187a56f0" providerId="LiveId" clId="{CFD82797-6DC8-4643-996F-8A54A0E68D0F}" dt="2025-02-06T14:46:57.351" v="32" actId="2711"/>
          <ac:spMkLst>
            <pc:docMk/>
            <pc:sldMk cId="3503687148" sldId="261"/>
            <ac:spMk id="3" creationId="{E4D28902-E304-FB33-ED07-38568BBA0CA1}"/>
          </ac:spMkLst>
        </pc:spChg>
      </pc:sldChg>
      <pc:sldChg chg="modSp mod">
        <pc:chgData name="亮太 渡部" userId="a387f52a187a56f0" providerId="LiveId" clId="{CFD82797-6DC8-4643-996F-8A54A0E68D0F}" dt="2025-02-06T14:40:07.080" v="14" actId="20577"/>
        <pc:sldMkLst>
          <pc:docMk/>
          <pc:sldMk cId="3671435759" sldId="268"/>
        </pc:sldMkLst>
        <pc:spChg chg="mod">
          <ac:chgData name="亮太 渡部" userId="a387f52a187a56f0" providerId="LiveId" clId="{CFD82797-6DC8-4643-996F-8A54A0E68D0F}" dt="2025-02-06T14:40:03.294" v="6" actId="20577"/>
          <ac:spMkLst>
            <pc:docMk/>
            <pc:sldMk cId="3671435759" sldId="268"/>
            <ac:spMk id="25" creationId="{A99CC7DE-A5FF-2406-161D-EC2C0AF18B89}"/>
          </ac:spMkLst>
        </pc:spChg>
        <pc:spChg chg="mod">
          <ac:chgData name="亮太 渡部" userId="a387f52a187a56f0" providerId="LiveId" clId="{CFD82797-6DC8-4643-996F-8A54A0E68D0F}" dt="2025-02-06T14:40:07.080" v="14" actId="20577"/>
          <ac:spMkLst>
            <pc:docMk/>
            <pc:sldMk cId="3671435759" sldId="268"/>
            <ac:spMk id="27" creationId="{C69C883C-9F3E-643E-33EE-6B174A814A19}"/>
          </ac:spMkLst>
        </pc:spChg>
      </pc:sldChg>
      <pc:sldChg chg="modSp mod">
        <pc:chgData name="亮太 渡部" userId="a387f52a187a56f0" providerId="LiveId" clId="{CFD82797-6DC8-4643-996F-8A54A0E68D0F}" dt="2025-02-06T14:41:26.432" v="16" actId="1076"/>
        <pc:sldMkLst>
          <pc:docMk/>
          <pc:sldMk cId="132901604" sldId="269"/>
        </pc:sldMkLst>
        <pc:spChg chg="mod">
          <ac:chgData name="亮太 渡部" userId="a387f52a187a56f0" providerId="LiveId" clId="{CFD82797-6DC8-4643-996F-8A54A0E68D0F}" dt="2025-02-06T14:39:53.930" v="5"/>
          <ac:spMkLst>
            <pc:docMk/>
            <pc:sldMk cId="132901604" sldId="269"/>
            <ac:spMk id="2" creationId="{97B4138A-3CE2-067B-B82E-F8FD773FBC4E}"/>
          </ac:spMkLst>
        </pc:spChg>
        <pc:spChg chg="mod">
          <ac:chgData name="亮太 渡部" userId="a387f52a187a56f0" providerId="LiveId" clId="{CFD82797-6DC8-4643-996F-8A54A0E68D0F}" dt="2025-02-06T14:41:26.432" v="16" actId="1076"/>
          <ac:spMkLst>
            <pc:docMk/>
            <pc:sldMk cId="132901604" sldId="269"/>
            <ac:spMk id="15" creationId="{C02559B0-CBD1-FFAD-38BA-E26C11C34AB7}"/>
          </ac:spMkLst>
        </pc:spChg>
        <pc:graphicFrameChg chg="mod">
          <ac:chgData name="亮太 渡部" userId="a387f52a187a56f0" providerId="LiveId" clId="{CFD82797-6DC8-4643-996F-8A54A0E68D0F}" dt="2025-02-06T14:39:33.662" v="3" actId="1076"/>
          <ac:graphicFrameMkLst>
            <pc:docMk/>
            <pc:sldMk cId="132901604" sldId="269"/>
            <ac:graphicFrameMk id="5" creationId="{0022D3AC-9628-9752-F6C8-46F24BEA5CE9}"/>
          </ac:graphicFrameMkLst>
        </pc:graphicFrameChg>
      </pc:sldChg>
    </pc:docChg>
  </pc:docChgLst>
  <pc:docChgLst>
    <pc:chgData name="亮太 渡部" userId="a387f52a187a56f0" providerId="LiveId" clId="{F096B1BC-DE34-4103-839D-F50289402F2F}"/>
    <pc:docChg chg="modSld">
      <pc:chgData name="亮太 渡部" userId="a387f52a187a56f0" providerId="LiveId" clId="{F096B1BC-DE34-4103-839D-F50289402F2F}" dt="2025-02-06T06:57:19.297" v="0" actId="255"/>
      <pc:docMkLst>
        <pc:docMk/>
      </pc:docMkLst>
      <pc:sldChg chg="modSp mod">
        <pc:chgData name="亮太 渡部" userId="a387f52a187a56f0" providerId="LiveId" clId="{F096B1BC-DE34-4103-839D-F50289402F2F}" dt="2025-02-06T06:57:19.297" v="0" actId="255"/>
        <pc:sldMkLst>
          <pc:docMk/>
          <pc:sldMk cId="3503687148" sldId="261"/>
        </pc:sldMkLst>
        <pc:spChg chg="mod">
          <ac:chgData name="亮太 渡部" userId="a387f52a187a56f0" providerId="LiveId" clId="{F096B1BC-DE34-4103-839D-F50289402F2F}" dt="2025-02-06T06:57:19.297" v="0" actId="255"/>
          <ac:spMkLst>
            <pc:docMk/>
            <pc:sldMk cId="3503687148" sldId="261"/>
            <ac:spMk id="3" creationId="{E4D28902-E304-FB33-ED07-38568BBA0CA1}"/>
          </ac:spMkLst>
        </pc:spChg>
      </pc:sldChg>
    </pc:docChg>
  </pc:docChgLst>
  <pc:docChgLst>
    <pc:chgData name="亮太 渡部" userId="a387f52a187a56f0" providerId="LiveId" clId="{33C1F0C7-BBA2-4BC4-864E-5F6C27BB7AFB}"/>
    <pc:docChg chg="custSel addSld modSld">
      <pc:chgData name="亮太 渡部" userId="a387f52a187a56f0" providerId="LiveId" clId="{33C1F0C7-BBA2-4BC4-864E-5F6C27BB7AFB}" dt="2025-02-05T14:24:45.563" v="298" actId="20577"/>
      <pc:docMkLst>
        <pc:docMk/>
      </pc:docMkLst>
      <pc:sldChg chg="modSp new mod">
        <pc:chgData name="亮太 渡部" userId="a387f52a187a56f0" providerId="LiveId" clId="{33C1F0C7-BBA2-4BC4-864E-5F6C27BB7AFB}" dt="2025-02-05T14:24:45.563" v="298" actId="20577"/>
        <pc:sldMkLst>
          <pc:docMk/>
          <pc:sldMk cId="3256675142" sldId="270"/>
        </pc:sldMkLst>
        <pc:spChg chg="mod">
          <ac:chgData name="亮太 渡部" userId="a387f52a187a56f0" providerId="LiveId" clId="{33C1F0C7-BBA2-4BC4-864E-5F6C27BB7AFB}" dt="2025-02-05T14:14:00.914" v="13" actId="14100"/>
          <ac:spMkLst>
            <pc:docMk/>
            <pc:sldMk cId="3256675142" sldId="270"/>
            <ac:spMk id="2" creationId="{7852B114-3ED8-8A54-0767-5AC1BB25B9A1}"/>
          </ac:spMkLst>
        </pc:spChg>
        <pc:spChg chg="mod">
          <ac:chgData name="亮太 渡部" userId="a387f52a187a56f0" providerId="LiveId" clId="{33C1F0C7-BBA2-4BC4-864E-5F6C27BB7AFB}" dt="2025-02-05T14:24:45.563" v="298" actId="20577"/>
          <ac:spMkLst>
            <pc:docMk/>
            <pc:sldMk cId="3256675142" sldId="270"/>
            <ac:spMk id="3" creationId="{EB179E11-48E1-1D4C-C6C8-269FFFF2D816}"/>
          </ac:spMkLst>
        </pc:spChg>
      </pc:sldChg>
    </pc:docChg>
  </pc:docChgLst>
</pc:chgInfo>
</file>

<file path=ppt/charts/_rels/chart1.xml.rels><?xml version="1.0" encoding="UTF-8" standalone="yes"?>
<Relationships xmlns="http://schemas.openxmlformats.org/package/2006/relationships"><Relationship Id="rId3" Type="http://schemas.openxmlformats.org/officeDocument/2006/relationships/themeOverride" Target="../theme/themeOverride1.xml"/><Relationship Id="rId2" Type="http://schemas.microsoft.com/office/2011/relationships/chartColorStyle" Target="colors1.xml"/><Relationship Id="rId1" Type="http://schemas.microsoft.com/office/2011/relationships/chartStyle" Target="style1.xml"/><Relationship Id="rId4"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themeOverride" Target="../theme/themeOverride2.xml"/><Relationship Id="rId2" Type="http://schemas.microsoft.com/office/2011/relationships/chartColorStyle" Target="colors3.xml"/><Relationship Id="rId1" Type="http://schemas.microsoft.com/office/2011/relationships/chartStyle" Target="style3.xml"/><Relationship Id="rId4" Type="http://schemas.openxmlformats.org/officeDocument/2006/relationships/oleObject" Target="https://d.docs.live.net/a387f52a187a56f0/&#21330;&#26989;&#35542;&#25991;/Voronoi/&#12456;&#12463;&#12475;&#12523;input%20_std_Ti.xlsx" TargetMode="External"/></Relationships>
</file>

<file path=ppt/charts/_rels/chart4.xml.rels><?xml version="1.0" encoding="UTF-8" standalone="yes"?>
<Relationships xmlns="http://schemas.openxmlformats.org/package/2006/relationships"><Relationship Id="rId3" Type="http://schemas.openxmlformats.org/officeDocument/2006/relationships/themeOverride" Target="../theme/themeOverride3.xml"/><Relationship Id="rId2" Type="http://schemas.microsoft.com/office/2011/relationships/chartColorStyle" Target="colors4.xml"/><Relationship Id="rId1" Type="http://schemas.microsoft.com/office/2011/relationships/chartStyle" Target="style4.xml"/><Relationship Id="rId4" Type="http://schemas.openxmlformats.org/officeDocument/2006/relationships/oleObject" Target="https://d.docs.live.net/a387f52a187a56f0/&#21330;&#26989;&#35542;&#25991;/Voronoi/&#12456;&#12463;&#12475;&#12523;input%20_std_Be.xlsx" TargetMode="External"/></Relationships>
</file>

<file path=ppt/charts/_rels/chart5.xml.rels><?xml version="1.0" encoding="UTF-8" standalone="yes"?>
<Relationships xmlns="http://schemas.openxmlformats.org/package/2006/relationships"><Relationship Id="rId3" Type="http://schemas.openxmlformats.org/officeDocument/2006/relationships/themeOverride" Target="../theme/themeOverride4.xml"/><Relationship Id="rId2" Type="http://schemas.microsoft.com/office/2011/relationships/chartColorStyle" Target="colors5.xml"/><Relationship Id="rId1" Type="http://schemas.microsoft.com/office/2011/relationships/chartStyle" Target="style5.xml"/><Relationship Id="rId4" Type="http://schemas.openxmlformats.org/officeDocument/2006/relationships/oleObject" Target="file:///C:\Users\iryot\OneDrive\&#21330;&#26989;&#35542;&#25991;\Voronoi\input%20_std_Zr.txt" TargetMode="External"/></Relationships>
</file>

<file path=ppt/charts/_rels/chart6.xml.rels><?xml version="1.0" encoding="UTF-8" standalone="yes"?>
<Relationships xmlns="http://schemas.openxmlformats.org/package/2006/relationships"><Relationship Id="rId3" Type="http://schemas.openxmlformats.org/officeDocument/2006/relationships/themeOverride" Target="../theme/themeOverride5.xml"/><Relationship Id="rId2" Type="http://schemas.microsoft.com/office/2011/relationships/chartColorStyle" Target="colors6.xml"/><Relationship Id="rId1" Type="http://schemas.microsoft.com/office/2011/relationships/chartStyle" Target="style6.xml"/><Relationship Id="rId4" Type="http://schemas.openxmlformats.org/officeDocument/2006/relationships/package" Target="../embeddings/Microsoft_Excel_Worksheet2.xlsx"/></Relationships>
</file>

<file path=ppt/charts/_rels/chart7.xml.rels><?xml version="1.0" encoding="UTF-8" standalone="yes"?>
<Relationships xmlns="http://schemas.openxmlformats.org/package/2006/relationships"><Relationship Id="rId3" Type="http://schemas.openxmlformats.org/officeDocument/2006/relationships/themeOverride" Target="../theme/themeOverride6.xml"/><Relationship Id="rId2" Type="http://schemas.microsoft.com/office/2011/relationships/chartColorStyle" Target="colors7.xml"/><Relationship Id="rId1" Type="http://schemas.microsoft.com/office/2011/relationships/chartStyle" Target="style7.xml"/><Relationship Id="rId4" Type="http://schemas.openxmlformats.org/officeDocument/2006/relationships/package" Target="../embeddings/Microsoft_Excel_Worksheet3.xlsx"/></Relationships>
</file>

<file path=ppt/charts/_rels/chart8.xml.rels><?xml version="1.0" encoding="UTF-8" standalone="yes"?>
<Relationships xmlns="http://schemas.openxmlformats.org/package/2006/relationships"><Relationship Id="rId3" Type="http://schemas.openxmlformats.org/officeDocument/2006/relationships/themeOverride" Target="../theme/themeOverride7.xml"/><Relationship Id="rId2" Type="http://schemas.microsoft.com/office/2011/relationships/chartColorStyle" Target="colors8.xml"/><Relationship Id="rId1" Type="http://schemas.microsoft.com/office/2011/relationships/chartStyle" Target="style8.xml"/><Relationship Id="rId4" Type="http://schemas.openxmlformats.org/officeDocument/2006/relationships/package" Target="../embeddings/Microsoft_Excel_Worksheet4.xlsx"/></Relationships>
</file>

<file path=ppt/charts/_rels/chart9.xml.rels><?xml version="1.0" encoding="UTF-8" standalone="yes"?>
<Relationships xmlns="http://schemas.openxmlformats.org/package/2006/relationships"><Relationship Id="rId3" Type="http://schemas.openxmlformats.org/officeDocument/2006/relationships/themeOverride" Target="../theme/themeOverride8.xml"/><Relationship Id="rId2" Type="http://schemas.microsoft.com/office/2011/relationships/chartColorStyle" Target="colors9.xml"/><Relationship Id="rId1" Type="http://schemas.microsoft.com/office/2011/relationships/chartStyle" Target="style9.xml"/><Relationship Id="rId4" Type="http://schemas.openxmlformats.org/officeDocument/2006/relationships/package" Target="../embeddings/Microsoft_Excel_Worksheet5.xlsx"/></Relationships>
</file>

<file path=ppt/charts/_rels/chart10.xml.rels><?xml version="1.0" encoding="UTF-8" standalone="yes"?>
<Relationships xmlns="http://schemas.openxmlformats.org/package/2006/relationships"><Relationship Id="rId3" Type="http://schemas.openxmlformats.org/officeDocument/2006/relationships/themeOverride" Target="../theme/themeOverride9.xml"/><Relationship Id="rId2" Type="http://schemas.microsoft.com/office/2011/relationships/chartColorStyle" Target="colors10.xml"/><Relationship Id="rId1" Type="http://schemas.microsoft.com/office/2011/relationships/chartStyle" Target="style10.xml"/><Relationship Id="rId4" Type="http://schemas.openxmlformats.org/officeDocument/2006/relationships/package" Target="../embeddings/Microsoft_Excel_Worksheet6.xlsx"/></Relationships>
</file>

<file path=ppt/charts/_rels/chart11.xml.rels><?xml version="1.0" encoding="UTF-8" standalone="yes"?>
<Relationships xmlns="http://schemas.openxmlformats.org/package/2006/relationships"><Relationship Id="rId3" Type="http://schemas.openxmlformats.org/officeDocument/2006/relationships/themeOverride" Target="../theme/themeOverride10.xml"/><Relationship Id="rId2" Type="http://schemas.microsoft.com/office/2011/relationships/chartColorStyle" Target="colors11.xml"/><Relationship Id="rId1" Type="http://schemas.microsoft.com/office/2011/relationships/chartStyle" Target="style11.xml"/><Relationship Id="rId4" Type="http://schemas.openxmlformats.org/officeDocument/2006/relationships/package" Target="../embeddings/Microsoft_Excel_Worksheet7.xlsx"/></Relationships>
</file>

<file path=ppt/charts/_rels/chart12.xml.rels><?xml version="1.0" encoding="UTF-8" standalone="yes"?>
<Relationships xmlns="http://schemas.openxmlformats.org/package/2006/relationships"><Relationship Id="rId3" Type="http://schemas.openxmlformats.org/officeDocument/2006/relationships/themeOverride" Target="../theme/themeOverride11.xml"/><Relationship Id="rId2" Type="http://schemas.microsoft.com/office/2011/relationships/chartColorStyle" Target="colors12.xml"/><Relationship Id="rId1" Type="http://schemas.microsoft.com/office/2011/relationships/chartStyle" Target="style12.xml"/><Relationship Id="rId4" Type="http://schemas.openxmlformats.org/officeDocument/2006/relationships/package" Target="../embeddings/Microsoft_Excel_Worksheet8.xlsx"/></Relationships>
</file>

<file path=ppt/charts/_rels/chart13.xml.rels><?xml version="1.0" encoding="UTF-8" standalone="yes"?>
<Relationships xmlns="http://schemas.openxmlformats.org/package/2006/relationships"><Relationship Id="rId3" Type="http://schemas.openxmlformats.org/officeDocument/2006/relationships/themeOverride" Target="../theme/themeOverride12.xml"/><Relationship Id="rId2" Type="http://schemas.microsoft.com/office/2011/relationships/chartColorStyle" Target="colors13.xml"/><Relationship Id="rId1" Type="http://schemas.microsoft.com/office/2011/relationships/chartStyle" Target="style13.xml"/><Relationship Id="rId4" Type="http://schemas.openxmlformats.org/officeDocument/2006/relationships/package" Target="../embeddings/Microsoft_Excel_Worksheet9.xlsx"/></Relationships>
</file>

<file path=ppt/charts/_rels/chart14.xml.rels><?xml version="1.0" encoding="UTF-8" standalone="yes"?>
<Relationships xmlns="http://schemas.openxmlformats.org/package/2006/relationships"><Relationship Id="rId3" Type="http://schemas.openxmlformats.org/officeDocument/2006/relationships/themeOverride" Target="../theme/themeOverride13.xml"/><Relationship Id="rId2" Type="http://schemas.microsoft.com/office/2011/relationships/chartColorStyle" Target="colors14.xml"/><Relationship Id="rId1" Type="http://schemas.microsoft.com/office/2011/relationships/chartStyle" Target="style14.xml"/><Relationship Id="rId4" Type="http://schemas.openxmlformats.org/officeDocument/2006/relationships/package" Target="../embeddings/Microsoft_Excel_Worksheet10.xlsx"/></Relationships>
</file>

<file path=ppt/charts/_rels/chart15.xml.rels><?xml version="1.0" encoding="UTF-8" standalone="yes"?>
<Relationships xmlns="http://schemas.openxmlformats.org/package/2006/relationships"><Relationship Id="rId3" Type="http://schemas.openxmlformats.org/officeDocument/2006/relationships/themeOverride" Target="../theme/themeOverride14.xml"/><Relationship Id="rId2" Type="http://schemas.microsoft.com/office/2011/relationships/chartColorStyle" Target="colors15.xml"/><Relationship Id="rId1" Type="http://schemas.microsoft.com/office/2011/relationships/chartStyle" Target="style15.xml"/><Relationship Id="rId4" Type="http://schemas.openxmlformats.org/officeDocument/2006/relationships/oleObject" Target="file:///C:\Users\iryot\OneDrive\&#21330;&#26989;&#35542;&#25991;\ZrTiCuBe\3&#35330;&#27491;&#29256;(&#26368;&#32066;)\Voronoi\input_std_Be.txt" TargetMode="Externa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scatterChart>
        <c:scatterStyle val="smoothMarker"/>
        <c:varyColors val="0"/>
        <c:ser>
          <c:idx val="0"/>
          <c:order val="0"/>
          <c:tx>
            <c:v>計算結果</c:v>
          </c:tx>
          <c:spPr>
            <a:ln w="19050" cap="rnd">
              <a:solidFill>
                <a:schemeClr val="accent1"/>
              </a:solidFill>
              <a:round/>
            </a:ln>
            <a:effectLst/>
          </c:spPr>
          <c:marker>
            <c:symbol val="none"/>
          </c:marker>
          <c:xVal>
            <c:numRef>
              <c:f>一般化構造因子!$A$1:$A$381</c:f>
              <c:numCache>
                <c:formatCode>General</c:formatCode>
                <c:ptCount val="381"/>
                <c:pt idx="0">
                  <c:v>1.4357740000000001</c:v>
                </c:pt>
                <c:pt idx="1">
                  <c:v>1.5075210000000001</c:v>
                </c:pt>
                <c:pt idx="2">
                  <c:v>1.5792630000000001</c:v>
                </c:pt>
                <c:pt idx="3">
                  <c:v>1.650998</c:v>
                </c:pt>
                <c:pt idx="4">
                  <c:v>1.722726</c:v>
                </c:pt>
                <c:pt idx="5">
                  <c:v>1.794448</c:v>
                </c:pt>
                <c:pt idx="6">
                  <c:v>1.8661620000000001</c:v>
                </c:pt>
                <c:pt idx="7">
                  <c:v>1.9378690000000001</c:v>
                </c:pt>
                <c:pt idx="8">
                  <c:v>2.0095689999999999</c:v>
                </c:pt>
                <c:pt idx="9">
                  <c:v>2.0812599999999999</c:v>
                </c:pt>
                <c:pt idx="10">
                  <c:v>2.1529430000000001</c:v>
                </c:pt>
                <c:pt idx="11">
                  <c:v>2.2246169999999998</c:v>
                </c:pt>
                <c:pt idx="12">
                  <c:v>2.2962820000000002</c:v>
                </c:pt>
                <c:pt idx="13">
                  <c:v>2.3679389999999998</c:v>
                </c:pt>
                <c:pt idx="14">
                  <c:v>2.4395850000000001</c:v>
                </c:pt>
                <c:pt idx="15">
                  <c:v>2.5112220000000001</c:v>
                </c:pt>
                <c:pt idx="16">
                  <c:v>2.582849</c:v>
                </c:pt>
                <c:pt idx="17">
                  <c:v>2.6544660000000002</c:v>
                </c:pt>
                <c:pt idx="18">
                  <c:v>2.7260719999999998</c:v>
                </c:pt>
                <c:pt idx="19">
                  <c:v>2.7976670000000001</c:v>
                </c:pt>
                <c:pt idx="20">
                  <c:v>2.8692510000000002</c:v>
                </c:pt>
                <c:pt idx="21">
                  <c:v>2.940823</c:v>
                </c:pt>
                <c:pt idx="22">
                  <c:v>3.0123829999999998</c:v>
                </c:pt>
                <c:pt idx="23">
                  <c:v>3.0839319999999999</c:v>
                </c:pt>
                <c:pt idx="24">
                  <c:v>3.1554679999999999</c:v>
                </c:pt>
                <c:pt idx="25">
                  <c:v>3.2269920000000001</c:v>
                </c:pt>
                <c:pt idx="26">
                  <c:v>3.2985030000000002</c:v>
                </c:pt>
                <c:pt idx="27">
                  <c:v>3.37</c:v>
                </c:pt>
                <c:pt idx="28">
                  <c:v>3.441484</c:v>
                </c:pt>
                <c:pt idx="29">
                  <c:v>3.5129540000000001</c:v>
                </c:pt>
                <c:pt idx="30">
                  <c:v>3.5844109999999998</c:v>
                </c:pt>
                <c:pt idx="31">
                  <c:v>3.655853</c:v>
                </c:pt>
                <c:pt idx="32">
                  <c:v>3.7272799999999999</c:v>
                </c:pt>
                <c:pt idx="33">
                  <c:v>3.798692</c:v>
                </c:pt>
                <c:pt idx="34">
                  <c:v>3.8700890000000001</c:v>
                </c:pt>
                <c:pt idx="35">
                  <c:v>3.9414709999999999</c:v>
                </c:pt>
                <c:pt idx="36">
                  <c:v>4.0128370000000002</c:v>
                </c:pt>
                <c:pt idx="37">
                  <c:v>4.084187</c:v>
                </c:pt>
                <c:pt idx="38">
                  <c:v>4.1555200000000001</c:v>
                </c:pt>
                <c:pt idx="39">
                  <c:v>4.2268369999999997</c:v>
                </c:pt>
                <c:pt idx="40">
                  <c:v>4.2981369999999997</c:v>
                </c:pt>
                <c:pt idx="41">
                  <c:v>4.3694199999999999</c:v>
                </c:pt>
                <c:pt idx="42">
                  <c:v>4.4406850000000002</c:v>
                </c:pt>
                <c:pt idx="43">
                  <c:v>4.511933</c:v>
                </c:pt>
                <c:pt idx="44">
                  <c:v>4.5831619999999997</c:v>
                </c:pt>
                <c:pt idx="45">
                  <c:v>4.6543729999999996</c:v>
                </c:pt>
                <c:pt idx="46">
                  <c:v>4.7255659999999997</c:v>
                </c:pt>
                <c:pt idx="47">
                  <c:v>4.7967399999999998</c:v>
                </c:pt>
                <c:pt idx="48">
                  <c:v>4.8678939999999997</c:v>
                </c:pt>
                <c:pt idx="49">
                  <c:v>4.9390289999999997</c:v>
                </c:pt>
                <c:pt idx="50">
                  <c:v>5.0101440000000004</c:v>
                </c:pt>
                <c:pt idx="51">
                  <c:v>5.0812400000000002</c:v>
                </c:pt>
                <c:pt idx="52">
                  <c:v>5.1523139999999996</c:v>
                </c:pt>
                <c:pt idx="53">
                  <c:v>5.2233689999999999</c:v>
                </c:pt>
                <c:pt idx="54">
                  <c:v>5.2944019999999998</c:v>
                </c:pt>
                <c:pt idx="55">
                  <c:v>5.3654140000000003</c:v>
                </c:pt>
                <c:pt idx="56">
                  <c:v>5.4364049999999997</c:v>
                </c:pt>
                <c:pt idx="57">
                  <c:v>5.5073740000000004</c:v>
                </c:pt>
                <c:pt idx="58">
                  <c:v>5.5783209999999999</c:v>
                </c:pt>
                <c:pt idx="59">
                  <c:v>5.6492449999999996</c:v>
                </c:pt>
                <c:pt idx="60">
                  <c:v>5.720148</c:v>
                </c:pt>
                <c:pt idx="61">
                  <c:v>5.7910269999999997</c:v>
                </c:pt>
                <c:pt idx="62">
                  <c:v>5.8618829999999997</c:v>
                </c:pt>
                <c:pt idx="63">
                  <c:v>5.932715</c:v>
                </c:pt>
                <c:pt idx="64">
                  <c:v>6.0035239999999996</c:v>
                </c:pt>
                <c:pt idx="65">
                  <c:v>6.0743090000000004</c:v>
                </c:pt>
                <c:pt idx="66">
                  <c:v>6.1450699999999996</c:v>
                </c:pt>
                <c:pt idx="67">
                  <c:v>6.2158059999999997</c:v>
                </c:pt>
                <c:pt idx="68">
                  <c:v>6.2865159999999998</c:v>
                </c:pt>
                <c:pt idx="69">
                  <c:v>6.357202</c:v>
                </c:pt>
                <c:pt idx="70">
                  <c:v>6.4278630000000003</c:v>
                </c:pt>
                <c:pt idx="71">
                  <c:v>6.4984970000000004</c:v>
                </c:pt>
                <c:pt idx="72">
                  <c:v>6.5691059999999997</c:v>
                </c:pt>
                <c:pt idx="73">
                  <c:v>6.6396889999999997</c:v>
                </c:pt>
                <c:pt idx="74">
                  <c:v>6.7102449999999996</c:v>
                </c:pt>
                <c:pt idx="75">
                  <c:v>6.7807740000000001</c:v>
                </c:pt>
                <c:pt idx="76">
                  <c:v>6.8512760000000004</c:v>
                </c:pt>
                <c:pt idx="77">
                  <c:v>6.9217510000000004</c:v>
                </c:pt>
                <c:pt idx="78">
                  <c:v>6.9921980000000001</c:v>
                </c:pt>
                <c:pt idx="79">
                  <c:v>7.0626160000000002</c:v>
                </c:pt>
                <c:pt idx="80">
                  <c:v>7.1330070000000001</c:v>
                </c:pt>
                <c:pt idx="81">
                  <c:v>7.2033690000000004</c:v>
                </c:pt>
                <c:pt idx="82">
                  <c:v>7.2737030000000003</c:v>
                </c:pt>
                <c:pt idx="83">
                  <c:v>7.3440070000000004</c:v>
                </c:pt>
                <c:pt idx="84">
                  <c:v>7.4142809999999999</c:v>
                </c:pt>
                <c:pt idx="85">
                  <c:v>7.4845269999999999</c:v>
                </c:pt>
                <c:pt idx="86">
                  <c:v>7.5547420000000001</c:v>
                </c:pt>
                <c:pt idx="87">
                  <c:v>7.6249269999999996</c:v>
                </c:pt>
                <c:pt idx="88">
                  <c:v>7.6950820000000002</c:v>
                </c:pt>
                <c:pt idx="89">
                  <c:v>7.7652049999999999</c:v>
                </c:pt>
                <c:pt idx="90">
                  <c:v>7.8352979999999999</c:v>
                </c:pt>
                <c:pt idx="91">
                  <c:v>7.9053589999999998</c:v>
                </c:pt>
                <c:pt idx="92">
                  <c:v>7.9753889999999998</c:v>
                </c:pt>
                <c:pt idx="93">
                  <c:v>8.0453869999999998</c:v>
                </c:pt>
                <c:pt idx="94">
                  <c:v>8.1153530000000007</c:v>
                </c:pt>
                <c:pt idx="95">
                  <c:v>8.1852859999999996</c:v>
                </c:pt>
                <c:pt idx="96">
                  <c:v>8.2551860000000001</c:v>
                </c:pt>
                <c:pt idx="97">
                  <c:v>8.3250539999999997</c:v>
                </c:pt>
                <c:pt idx="98">
                  <c:v>8.3948879999999999</c:v>
                </c:pt>
                <c:pt idx="99">
                  <c:v>8.4646880000000007</c:v>
                </c:pt>
                <c:pt idx="100">
                  <c:v>8.5344549999999995</c:v>
                </c:pt>
                <c:pt idx="101">
                  <c:v>8.6041880000000006</c:v>
                </c:pt>
                <c:pt idx="102">
                  <c:v>8.6738859999999995</c:v>
                </c:pt>
                <c:pt idx="103">
                  <c:v>8.7435489999999998</c:v>
                </c:pt>
                <c:pt idx="104">
                  <c:v>8.8131780000000006</c:v>
                </c:pt>
                <c:pt idx="105">
                  <c:v>8.882771</c:v>
                </c:pt>
                <c:pt idx="106">
                  <c:v>8.9523290000000006</c:v>
                </c:pt>
                <c:pt idx="107">
                  <c:v>9.0218509999999998</c:v>
                </c:pt>
                <c:pt idx="108">
                  <c:v>9.0913360000000001</c:v>
                </c:pt>
                <c:pt idx="109">
                  <c:v>9.1607859999999999</c:v>
                </c:pt>
                <c:pt idx="110">
                  <c:v>9.2301990000000007</c:v>
                </c:pt>
                <c:pt idx="111">
                  <c:v>9.2995750000000008</c:v>
                </c:pt>
                <c:pt idx="112">
                  <c:v>9.3689129999999992</c:v>
                </c:pt>
                <c:pt idx="113">
                  <c:v>9.4382140000000003</c:v>
                </c:pt>
                <c:pt idx="114">
                  <c:v>9.5074780000000008</c:v>
                </c:pt>
                <c:pt idx="115">
                  <c:v>9.5767030000000002</c:v>
                </c:pt>
                <c:pt idx="116">
                  <c:v>9.6458899999999996</c:v>
                </c:pt>
                <c:pt idx="117">
                  <c:v>9.7150379999999998</c:v>
                </c:pt>
                <c:pt idx="118">
                  <c:v>9.7841480000000001</c:v>
                </c:pt>
                <c:pt idx="119">
                  <c:v>9.8532189999999993</c:v>
                </c:pt>
                <c:pt idx="120">
                  <c:v>9.92225</c:v>
                </c:pt>
                <c:pt idx="121">
                  <c:v>9.9912410000000005</c:v>
                </c:pt>
                <c:pt idx="122">
                  <c:v>10.06019</c:v>
                </c:pt>
                <c:pt idx="123">
                  <c:v>10.129099999999999</c:v>
                </c:pt>
                <c:pt idx="124">
                  <c:v>10.197979999999999</c:v>
                </c:pt>
                <c:pt idx="125">
                  <c:v>10.2668</c:v>
                </c:pt>
                <c:pt idx="126">
                  <c:v>10.33559</c:v>
                </c:pt>
                <c:pt idx="127">
                  <c:v>10.404339999999999</c:v>
                </c:pt>
                <c:pt idx="128">
                  <c:v>10.473050000000001</c:v>
                </c:pt>
                <c:pt idx="129">
                  <c:v>10.54171</c:v>
                </c:pt>
                <c:pt idx="130">
                  <c:v>10.610329999999999</c:v>
                </c:pt>
                <c:pt idx="131">
                  <c:v>10.67891</c:v>
                </c:pt>
                <c:pt idx="132">
                  <c:v>10.747450000000001</c:v>
                </c:pt>
                <c:pt idx="133">
                  <c:v>10.815939999999999</c:v>
                </c:pt>
                <c:pt idx="134">
                  <c:v>10.88439</c:v>
                </c:pt>
                <c:pt idx="135">
                  <c:v>10.9528</c:v>
                </c:pt>
                <c:pt idx="136">
                  <c:v>11.02116</c:v>
                </c:pt>
                <c:pt idx="137">
                  <c:v>11.08948</c:v>
                </c:pt>
                <c:pt idx="138">
                  <c:v>11.15776</c:v>
                </c:pt>
                <c:pt idx="139">
                  <c:v>11.225989999999999</c:v>
                </c:pt>
                <c:pt idx="140">
                  <c:v>11.294169999999999</c:v>
                </c:pt>
                <c:pt idx="141">
                  <c:v>11.362310000000001</c:v>
                </c:pt>
                <c:pt idx="142">
                  <c:v>11.43041</c:v>
                </c:pt>
                <c:pt idx="143">
                  <c:v>11.49845</c:v>
                </c:pt>
                <c:pt idx="144">
                  <c:v>11.566459999999999</c:v>
                </c:pt>
                <c:pt idx="145">
                  <c:v>11.634410000000001</c:v>
                </c:pt>
                <c:pt idx="146">
                  <c:v>11.70232</c:v>
                </c:pt>
                <c:pt idx="147">
                  <c:v>11.770189999999999</c:v>
                </c:pt>
                <c:pt idx="148">
                  <c:v>11.837999999999999</c:v>
                </c:pt>
                <c:pt idx="149">
                  <c:v>11.90577</c:v>
                </c:pt>
                <c:pt idx="150">
                  <c:v>11.97349</c:v>
                </c:pt>
                <c:pt idx="151">
                  <c:v>12.041169999999999</c:v>
                </c:pt>
                <c:pt idx="152">
                  <c:v>12.108790000000001</c:v>
                </c:pt>
                <c:pt idx="153">
                  <c:v>12.17637</c:v>
                </c:pt>
                <c:pt idx="154">
                  <c:v>12.2439</c:v>
                </c:pt>
                <c:pt idx="155">
                  <c:v>12.31137</c:v>
                </c:pt>
                <c:pt idx="156">
                  <c:v>12.3788</c:v>
                </c:pt>
                <c:pt idx="157">
                  <c:v>12.44618</c:v>
                </c:pt>
                <c:pt idx="158">
                  <c:v>12.51351</c:v>
                </c:pt>
                <c:pt idx="159">
                  <c:v>12.58079</c:v>
                </c:pt>
                <c:pt idx="160">
                  <c:v>12.648020000000001</c:v>
                </c:pt>
                <c:pt idx="161">
                  <c:v>12.715199999999999</c:v>
                </c:pt>
                <c:pt idx="162">
                  <c:v>12.78233</c:v>
                </c:pt>
                <c:pt idx="163">
                  <c:v>12.849410000000001</c:v>
                </c:pt>
                <c:pt idx="164">
                  <c:v>12.91644</c:v>
                </c:pt>
                <c:pt idx="165">
                  <c:v>12.983409999999999</c:v>
                </c:pt>
                <c:pt idx="166">
                  <c:v>13.050330000000001</c:v>
                </c:pt>
                <c:pt idx="167">
                  <c:v>13.1172</c:v>
                </c:pt>
                <c:pt idx="168">
                  <c:v>13.18402</c:v>
                </c:pt>
                <c:pt idx="169">
                  <c:v>13.25079</c:v>
                </c:pt>
                <c:pt idx="170">
                  <c:v>13.317500000000001</c:v>
                </c:pt>
                <c:pt idx="171">
                  <c:v>13.38416</c:v>
                </c:pt>
                <c:pt idx="172">
                  <c:v>13.450760000000001</c:v>
                </c:pt>
                <c:pt idx="173">
                  <c:v>13.51731</c:v>
                </c:pt>
                <c:pt idx="174">
                  <c:v>13.58381</c:v>
                </c:pt>
                <c:pt idx="175">
                  <c:v>13.65025</c:v>
                </c:pt>
                <c:pt idx="176">
                  <c:v>13.71664</c:v>
                </c:pt>
                <c:pt idx="177">
                  <c:v>13.78298</c:v>
                </c:pt>
                <c:pt idx="178">
                  <c:v>13.84925</c:v>
                </c:pt>
                <c:pt idx="179">
                  <c:v>13.915480000000001</c:v>
                </c:pt>
                <c:pt idx="180">
                  <c:v>13.981640000000001</c:v>
                </c:pt>
                <c:pt idx="181">
                  <c:v>14.04776</c:v>
                </c:pt>
                <c:pt idx="182">
                  <c:v>14.113810000000001</c:v>
                </c:pt>
                <c:pt idx="183">
                  <c:v>14.17981</c:v>
                </c:pt>
                <c:pt idx="184">
                  <c:v>14.245749999999999</c:v>
                </c:pt>
                <c:pt idx="185">
                  <c:v>14.311640000000001</c:v>
                </c:pt>
                <c:pt idx="186">
                  <c:v>14.377459999999999</c:v>
                </c:pt>
                <c:pt idx="187">
                  <c:v>14.44323</c:v>
                </c:pt>
                <c:pt idx="188">
                  <c:v>14.50895</c:v>
                </c:pt>
                <c:pt idx="189">
                  <c:v>14.5746</c:v>
                </c:pt>
                <c:pt idx="190">
                  <c:v>14.6402</c:v>
                </c:pt>
                <c:pt idx="191">
                  <c:v>14.705730000000001</c:v>
                </c:pt>
                <c:pt idx="192">
                  <c:v>14.77121</c:v>
                </c:pt>
                <c:pt idx="193">
                  <c:v>14.83663</c:v>
                </c:pt>
                <c:pt idx="194">
                  <c:v>14.90199</c:v>
                </c:pt>
                <c:pt idx="195">
                  <c:v>14.96729</c:v>
                </c:pt>
                <c:pt idx="196">
                  <c:v>15.032539999999999</c:v>
                </c:pt>
                <c:pt idx="197">
                  <c:v>15.097720000000001</c:v>
                </c:pt>
                <c:pt idx="198">
                  <c:v>15.162839999999999</c:v>
                </c:pt>
                <c:pt idx="199">
                  <c:v>15.2279</c:v>
                </c:pt>
                <c:pt idx="200">
                  <c:v>15.29289</c:v>
                </c:pt>
                <c:pt idx="201">
                  <c:v>15.35783</c:v>
                </c:pt>
                <c:pt idx="202">
                  <c:v>15.42271</c:v>
                </c:pt>
                <c:pt idx="203">
                  <c:v>15.48752</c:v>
                </c:pt>
                <c:pt idx="204">
                  <c:v>15.55228</c:v>
                </c:pt>
                <c:pt idx="205">
                  <c:v>15.61697</c:v>
                </c:pt>
                <c:pt idx="206">
                  <c:v>15.68159</c:v>
                </c:pt>
                <c:pt idx="207">
                  <c:v>15.74616</c:v>
                </c:pt>
                <c:pt idx="208">
                  <c:v>15.81066</c:v>
                </c:pt>
                <c:pt idx="209">
                  <c:v>15.8751</c:v>
                </c:pt>
                <c:pt idx="210">
                  <c:v>15.93948</c:v>
                </c:pt>
                <c:pt idx="211">
                  <c:v>16.003789999999999</c:v>
                </c:pt>
                <c:pt idx="212">
                  <c:v>16.06804</c:v>
                </c:pt>
                <c:pt idx="213">
                  <c:v>16.13222</c:v>
                </c:pt>
                <c:pt idx="214">
                  <c:v>16.196339999999999</c:v>
                </c:pt>
                <c:pt idx="215">
                  <c:v>16.260390000000001</c:v>
                </c:pt>
                <c:pt idx="216">
                  <c:v>16.324380000000001</c:v>
                </c:pt>
                <c:pt idx="217">
                  <c:v>16.388300000000001</c:v>
                </c:pt>
                <c:pt idx="218">
                  <c:v>16.452159999999999</c:v>
                </c:pt>
                <c:pt idx="219">
                  <c:v>16.51595</c:v>
                </c:pt>
                <c:pt idx="220">
                  <c:v>16.57968</c:v>
                </c:pt>
                <c:pt idx="221">
                  <c:v>16.643339999999998</c:v>
                </c:pt>
                <c:pt idx="222">
                  <c:v>16.70693</c:v>
                </c:pt>
                <c:pt idx="223">
                  <c:v>16.77046</c:v>
                </c:pt>
                <c:pt idx="224">
                  <c:v>16.833919999999999</c:v>
                </c:pt>
                <c:pt idx="225">
                  <c:v>16.897310000000001</c:v>
                </c:pt>
                <c:pt idx="226">
                  <c:v>16.960640000000001</c:v>
                </c:pt>
                <c:pt idx="227">
                  <c:v>17.023890000000002</c:v>
                </c:pt>
                <c:pt idx="228">
                  <c:v>17.08708</c:v>
                </c:pt>
                <c:pt idx="229">
                  <c:v>17.150200000000002</c:v>
                </c:pt>
                <c:pt idx="230">
                  <c:v>17.213249999999999</c:v>
                </c:pt>
                <c:pt idx="231">
                  <c:v>17.276240000000001</c:v>
                </c:pt>
                <c:pt idx="232">
                  <c:v>17.33915</c:v>
                </c:pt>
                <c:pt idx="233">
                  <c:v>17.401990000000001</c:v>
                </c:pt>
                <c:pt idx="234">
                  <c:v>17.464770000000001</c:v>
                </c:pt>
                <c:pt idx="235">
                  <c:v>17.527480000000001</c:v>
                </c:pt>
                <c:pt idx="236">
                  <c:v>17.590109999999999</c:v>
                </c:pt>
                <c:pt idx="237">
                  <c:v>17.652670000000001</c:v>
                </c:pt>
                <c:pt idx="238">
                  <c:v>17.715170000000001</c:v>
                </c:pt>
                <c:pt idx="239">
                  <c:v>17.77759</c:v>
                </c:pt>
                <c:pt idx="240">
                  <c:v>17.839939999999999</c:v>
                </c:pt>
                <c:pt idx="241">
                  <c:v>17.90222</c:v>
                </c:pt>
                <c:pt idx="242">
                  <c:v>17.96443</c:v>
                </c:pt>
                <c:pt idx="243">
                  <c:v>18.02657</c:v>
                </c:pt>
                <c:pt idx="244">
                  <c:v>18.088629999999998</c:v>
                </c:pt>
                <c:pt idx="245">
                  <c:v>18.15063</c:v>
                </c:pt>
                <c:pt idx="246">
                  <c:v>18.21255</c:v>
                </c:pt>
                <c:pt idx="247">
                  <c:v>18.27439</c:v>
                </c:pt>
                <c:pt idx="248">
                  <c:v>18.336169999999999</c:v>
                </c:pt>
                <c:pt idx="249">
                  <c:v>18.397870000000001</c:v>
                </c:pt>
                <c:pt idx="250">
                  <c:v>18.459499999999998</c:v>
                </c:pt>
                <c:pt idx="251">
                  <c:v>18.521049999999999</c:v>
                </c:pt>
                <c:pt idx="252">
                  <c:v>18.582529999999998</c:v>
                </c:pt>
                <c:pt idx="253">
                  <c:v>18.643930000000001</c:v>
                </c:pt>
                <c:pt idx="254">
                  <c:v>18.705259999999999</c:v>
                </c:pt>
                <c:pt idx="255">
                  <c:v>18.76652</c:v>
                </c:pt>
                <c:pt idx="256">
                  <c:v>18.8277</c:v>
                </c:pt>
                <c:pt idx="257">
                  <c:v>18.8888</c:v>
                </c:pt>
                <c:pt idx="258">
                  <c:v>18.949829999999999</c:v>
                </c:pt>
                <c:pt idx="259">
                  <c:v>19.01079</c:v>
                </c:pt>
                <c:pt idx="260">
                  <c:v>19.071660000000001</c:v>
                </c:pt>
                <c:pt idx="261">
                  <c:v>19.132470000000001</c:v>
                </c:pt>
                <c:pt idx="262">
                  <c:v>19.193190000000001</c:v>
                </c:pt>
                <c:pt idx="263">
                  <c:v>19.25384</c:v>
                </c:pt>
                <c:pt idx="264">
                  <c:v>19.314409999999999</c:v>
                </c:pt>
                <c:pt idx="265">
                  <c:v>19.3749</c:v>
                </c:pt>
                <c:pt idx="266">
                  <c:v>19.435320000000001</c:v>
                </c:pt>
                <c:pt idx="267">
                  <c:v>19.495660000000001</c:v>
                </c:pt>
                <c:pt idx="268">
                  <c:v>19.55592</c:v>
                </c:pt>
                <c:pt idx="269">
                  <c:v>19.616099999999999</c:v>
                </c:pt>
                <c:pt idx="270">
                  <c:v>19.676200000000001</c:v>
                </c:pt>
                <c:pt idx="271">
                  <c:v>19.736229999999999</c:v>
                </c:pt>
                <c:pt idx="272">
                  <c:v>19.79618</c:v>
                </c:pt>
                <c:pt idx="273">
                  <c:v>19.85604</c:v>
                </c:pt>
                <c:pt idx="274">
                  <c:v>19.91583</c:v>
                </c:pt>
                <c:pt idx="275">
                  <c:v>19.975539999999999</c:v>
                </c:pt>
                <c:pt idx="276">
                  <c:v>20.035170000000001</c:v>
                </c:pt>
                <c:pt idx="277">
                  <c:v>20.094719999999999</c:v>
                </c:pt>
                <c:pt idx="278">
                  <c:v>20.15418</c:v>
                </c:pt>
                <c:pt idx="279">
                  <c:v>20.213570000000001</c:v>
                </c:pt>
                <c:pt idx="280">
                  <c:v>20.272880000000001</c:v>
                </c:pt>
                <c:pt idx="281">
                  <c:v>20.332100000000001</c:v>
                </c:pt>
                <c:pt idx="282">
                  <c:v>20.39124</c:v>
                </c:pt>
                <c:pt idx="283">
                  <c:v>20.450310000000002</c:v>
                </c:pt>
                <c:pt idx="284">
                  <c:v>20.50929</c:v>
                </c:pt>
                <c:pt idx="285">
                  <c:v>20.568190000000001</c:v>
                </c:pt>
                <c:pt idx="286">
                  <c:v>20.626999999999999</c:v>
                </c:pt>
                <c:pt idx="287">
                  <c:v>20.68573</c:v>
                </c:pt>
                <c:pt idx="288">
                  <c:v>20.74438</c:v>
                </c:pt>
                <c:pt idx="289">
                  <c:v>20.802949999999999</c:v>
                </c:pt>
                <c:pt idx="290">
                  <c:v>20.861440000000002</c:v>
                </c:pt>
                <c:pt idx="291">
                  <c:v>20.919840000000001</c:v>
                </c:pt>
                <c:pt idx="292">
                  <c:v>20.978159999999999</c:v>
                </c:pt>
                <c:pt idx="293">
                  <c:v>21.036390000000001</c:v>
                </c:pt>
                <c:pt idx="294">
                  <c:v>21.094539999999999</c:v>
                </c:pt>
                <c:pt idx="295">
                  <c:v>21.1526</c:v>
                </c:pt>
                <c:pt idx="296">
                  <c:v>21.21058</c:v>
                </c:pt>
                <c:pt idx="297">
                  <c:v>21.26848</c:v>
                </c:pt>
                <c:pt idx="298">
                  <c:v>21.32629</c:v>
                </c:pt>
                <c:pt idx="299">
                  <c:v>21.38402</c:v>
                </c:pt>
                <c:pt idx="300">
                  <c:v>21.441649999999999</c:v>
                </c:pt>
                <c:pt idx="301">
                  <c:v>21.499210000000001</c:v>
                </c:pt>
                <c:pt idx="302">
                  <c:v>21.55668</c:v>
                </c:pt>
                <c:pt idx="303">
                  <c:v>21.614059999999998</c:v>
                </c:pt>
                <c:pt idx="304">
                  <c:v>21.67135</c:v>
                </c:pt>
                <c:pt idx="305">
                  <c:v>21.728560000000002</c:v>
                </c:pt>
                <c:pt idx="306">
                  <c:v>21.785679999999999</c:v>
                </c:pt>
                <c:pt idx="307">
                  <c:v>21.84272</c:v>
                </c:pt>
                <c:pt idx="308">
                  <c:v>21.89967</c:v>
                </c:pt>
                <c:pt idx="309">
                  <c:v>21.956520000000001</c:v>
                </c:pt>
                <c:pt idx="310">
                  <c:v>22.013300000000001</c:v>
                </c:pt>
                <c:pt idx="311">
                  <c:v>22.069980000000001</c:v>
                </c:pt>
                <c:pt idx="312">
                  <c:v>22.126580000000001</c:v>
                </c:pt>
                <c:pt idx="313">
                  <c:v>22.18308</c:v>
                </c:pt>
                <c:pt idx="314">
                  <c:v>22.2395</c:v>
                </c:pt>
                <c:pt idx="315">
                  <c:v>22.295829999999999</c:v>
                </c:pt>
                <c:pt idx="316">
                  <c:v>22.352070000000001</c:v>
                </c:pt>
                <c:pt idx="317">
                  <c:v>22.40822</c:v>
                </c:pt>
                <c:pt idx="318">
                  <c:v>22.464279999999999</c:v>
                </c:pt>
                <c:pt idx="319">
                  <c:v>22.520250000000001</c:v>
                </c:pt>
                <c:pt idx="320">
                  <c:v>22.576129999999999</c:v>
                </c:pt>
                <c:pt idx="321">
                  <c:v>22.631920000000001</c:v>
                </c:pt>
                <c:pt idx="322">
                  <c:v>22.687619999999999</c:v>
                </c:pt>
                <c:pt idx="323">
                  <c:v>22.743230000000001</c:v>
                </c:pt>
                <c:pt idx="324">
                  <c:v>22.798749999999998</c:v>
                </c:pt>
                <c:pt idx="325">
                  <c:v>22.854179999999999</c:v>
                </c:pt>
                <c:pt idx="326">
                  <c:v>22.909510000000001</c:v>
                </c:pt>
                <c:pt idx="327">
                  <c:v>22.964759999999998</c:v>
                </c:pt>
                <c:pt idx="328">
                  <c:v>23.019909999999999</c:v>
                </c:pt>
                <c:pt idx="329">
                  <c:v>23.07497</c:v>
                </c:pt>
                <c:pt idx="330">
                  <c:v>23.129940000000001</c:v>
                </c:pt>
                <c:pt idx="331">
                  <c:v>23.184809999999999</c:v>
                </c:pt>
                <c:pt idx="332">
                  <c:v>23.239599999999999</c:v>
                </c:pt>
                <c:pt idx="333">
                  <c:v>23.294280000000001</c:v>
                </c:pt>
                <c:pt idx="334">
                  <c:v>23.348880000000001</c:v>
                </c:pt>
                <c:pt idx="335">
                  <c:v>23.403390000000002</c:v>
                </c:pt>
                <c:pt idx="336">
                  <c:v>23.457789999999999</c:v>
                </c:pt>
                <c:pt idx="337">
                  <c:v>23.51211</c:v>
                </c:pt>
                <c:pt idx="338">
                  <c:v>23.566330000000001</c:v>
                </c:pt>
                <c:pt idx="339">
                  <c:v>23.620460000000001</c:v>
                </c:pt>
                <c:pt idx="340">
                  <c:v>23.674489999999999</c:v>
                </c:pt>
                <c:pt idx="341">
                  <c:v>23.728429999999999</c:v>
                </c:pt>
                <c:pt idx="342">
                  <c:v>23.78227</c:v>
                </c:pt>
                <c:pt idx="343">
                  <c:v>23.836020000000001</c:v>
                </c:pt>
                <c:pt idx="344">
                  <c:v>23.889669999999999</c:v>
                </c:pt>
                <c:pt idx="345">
                  <c:v>23.94323</c:v>
                </c:pt>
                <c:pt idx="346">
                  <c:v>23.996690000000001</c:v>
                </c:pt>
                <c:pt idx="347">
                  <c:v>24.050059999999998</c:v>
                </c:pt>
                <c:pt idx="348">
                  <c:v>24.10333</c:v>
                </c:pt>
                <c:pt idx="349">
                  <c:v>24.156500000000001</c:v>
                </c:pt>
                <c:pt idx="350">
                  <c:v>24.209579999999999</c:v>
                </c:pt>
                <c:pt idx="351">
                  <c:v>24.262560000000001</c:v>
                </c:pt>
                <c:pt idx="352">
                  <c:v>24.315439999999999</c:v>
                </c:pt>
                <c:pt idx="353">
                  <c:v>24.368220000000001</c:v>
                </c:pt>
                <c:pt idx="354">
                  <c:v>24.420909999999999</c:v>
                </c:pt>
                <c:pt idx="355">
                  <c:v>24.473500000000001</c:v>
                </c:pt>
                <c:pt idx="356">
                  <c:v>24.52599</c:v>
                </c:pt>
                <c:pt idx="357">
                  <c:v>24.578389999999999</c:v>
                </c:pt>
                <c:pt idx="358">
                  <c:v>24.630680000000002</c:v>
                </c:pt>
                <c:pt idx="359">
                  <c:v>24.682880000000001</c:v>
                </c:pt>
                <c:pt idx="360">
                  <c:v>24.73498</c:v>
                </c:pt>
                <c:pt idx="361">
                  <c:v>24.78698</c:v>
                </c:pt>
                <c:pt idx="362">
                  <c:v>24.83888</c:v>
                </c:pt>
                <c:pt idx="363">
                  <c:v>24.89068</c:v>
                </c:pt>
                <c:pt idx="364">
                  <c:v>24.94238</c:v>
                </c:pt>
                <c:pt idx="365">
                  <c:v>24.993980000000001</c:v>
                </c:pt>
                <c:pt idx="366">
                  <c:v>25.045480000000001</c:v>
                </c:pt>
                <c:pt idx="367">
                  <c:v>25.096879999999999</c:v>
                </c:pt>
                <c:pt idx="368">
                  <c:v>25.14819</c:v>
                </c:pt>
                <c:pt idx="369">
                  <c:v>25.199380000000001</c:v>
                </c:pt>
                <c:pt idx="370">
                  <c:v>25.25048</c:v>
                </c:pt>
                <c:pt idx="371">
                  <c:v>25.301480000000002</c:v>
                </c:pt>
                <c:pt idx="372">
                  <c:v>25.35238</c:v>
                </c:pt>
                <c:pt idx="373">
                  <c:v>25.403179999999999</c:v>
                </c:pt>
                <c:pt idx="374">
                  <c:v>25.453869999999998</c:v>
                </c:pt>
                <c:pt idx="375">
                  <c:v>25.504470000000001</c:v>
                </c:pt>
                <c:pt idx="376">
                  <c:v>25.554950000000002</c:v>
                </c:pt>
                <c:pt idx="377">
                  <c:v>25.605340000000002</c:v>
                </c:pt>
                <c:pt idx="378">
                  <c:v>25.655629999999999</c:v>
                </c:pt>
                <c:pt idx="379">
                  <c:v>25.70581</c:v>
                </c:pt>
                <c:pt idx="380">
                  <c:v>25.755890000000001</c:v>
                </c:pt>
              </c:numCache>
            </c:numRef>
          </c:xVal>
          <c:yVal>
            <c:numRef>
              <c:f>一般化構造因子!$B$1:$B$381</c:f>
              <c:numCache>
                <c:formatCode>General</c:formatCode>
                <c:ptCount val="381"/>
                <c:pt idx="0">
                  <c:v>-1.3085789999999999</c:v>
                </c:pt>
                <c:pt idx="1">
                  <c:v>-1.3112269999999999</c:v>
                </c:pt>
                <c:pt idx="2">
                  <c:v>-1.2460180000000001</c:v>
                </c:pt>
                <c:pt idx="3">
                  <c:v>-1.2185109999999999</c:v>
                </c:pt>
                <c:pt idx="4">
                  <c:v>-1.1857549999999999</c:v>
                </c:pt>
                <c:pt idx="5">
                  <c:v>-1.093361</c:v>
                </c:pt>
                <c:pt idx="6">
                  <c:v>-1.057582</c:v>
                </c:pt>
                <c:pt idx="7" formatCode="0.00E+00">
                  <c:v>-0.97698620000000003</c:v>
                </c:pt>
                <c:pt idx="8" formatCode="0.00E+00">
                  <c:v>-0.81734680000000004</c:v>
                </c:pt>
                <c:pt idx="9" formatCode="0.00E+00">
                  <c:v>-0.74645989999999995</c:v>
                </c:pt>
                <c:pt idx="10" formatCode="0.00E+00">
                  <c:v>-0.60716859999999995</c:v>
                </c:pt>
                <c:pt idx="11" formatCode="0.00E+00">
                  <c:v>-0.29399219999999998</c:v>
                </c:pt>
                <c:pt idx="12" formatCode="0.00E+00">
                  <c:v>2.7461880000000001E-3</c:v>
                </c:pt>
                <c:pt idx="13" formatCode="0.00E+00">
                  <c:v>0.35835270000000002</c:v>
                </c:pt>
                <c:pt idx="14" formatCode="0.00E+00">
                  <c:v>0.86421360000000003</c:v>
                </c:pt>
                <c:pt idx="15">
                  <c:v>1.420401</c:v>
                </c:pt>
                <c:pt idx="16">
                  <c:v>2.0538569999999998</c:v>
                </c:pt>
                <c:pt idx="17">
                  <c:v>2.5509810000000002</c:v>
                </c:pt>
                <c:pt idx="18">
                  <c:v>2.5783209999999999</c:v>
                </c:pt>
                <c:pt idx="19">
                  <c:v>2.2583669999999998</c:v>
                </c:pt>
                <c:pt idx="20">
                  <c:v>1.677341</c:v>
                </c:pt>
                <c:pt idx="21" formatCode="0.00E+00">
                  <c:v>0.81881610000000005</c:v>
                </c:pt>
                <c:pt idx="22" formatCode="0.00E+00">
                  <c:v>7.8234170000000006E-2</c:v>
                </c:pt>
                <c:pt idx="23" formatCode="0.00E+00">
                  <c:v>-0.32491740000000002</c:v>
                </c:pt>
                <c:pt idx="24" formatCode="0.00E+00">
                  <c:v>-0.61294870000000001</c:v>
                </c:pt>
                <c:pt idx="25" formatCode="0.00E+00">
                  <c:v>-0.82732950000000005</c:v>
                </c:pt>
                <c:pt idx="26" formatCode="0.00E+00">
                  <c:v>-0.93195059999999996</c:v>
                </c:pt>
                <c:pt idx="27">
                  <c:v>-1.015679</c:v>
                </c:pt>
                <c:pt idx="28">
                  <c:v>-1.055914</c:v>
                </c:pt>
                <c:pt idx="29">
                  <c:v>-1.043612</c:v>
                </c:pt>
                <c:pt idx="30">
                  <c:v>-1.0273650000000001</c:v>
                </c:pt>
                <c:pt idx="31" formatCode="0.00E+00">
                  <c:v>-0.96380840000000001</c:v>
                </c:pt>
                <c:pt idx="32" formatCode="0.00E+00">
                  <c:v>-0.85513419999999996</c:v>
                </c:pt>
                <c:pt idx="33" formatCode="0.00E+00">
                  <c:v>-0.74928269999999997</c:v>
                </c:pt>
                <c:pt idx="34" formatCode="0.00E+00">
                  <c:v>-0.63102990000000003</c:v>
                </c:pt>
                <c:pt idx="35" formatCode="0.00E+00">
                  <c:v>-0.48733029999999999</c:v>
                </c:pt>
                <c:pt idx="36" formatCode="0.00E+00">
                  <c:v>-0.30556290000000003</c:v>
                </c:pt>
                <c:pt idx="37" formatCode="0.00E+00">
                  <c:v>-0.1018681</c:v>
                </c:pt>
                <c:pt idx="38" formatCode="0.00E+00">
                  <c:v>7.3673230000000006E-2</c:v>
                </c:pt>
                <c:pt idx="39" formatCode="0.00E+00">
                  <c:v>0.2588259</c:v>
                </c:pt>
                <c:pt idx="40" formatCode="0.00E+00">
                  <c:v>0.47181240000000002</c:v>
                </c:pt>
                <c:pt idx="41" formatCode="0.00E+00">
                  <c:v>0.62043839999999995</c:v>
                </c:pt>
                <c:pt idx="42" formatCode="0.00E+00">
                  <c:v>0.68966669999999997</c:v>
                </c:pt>
                <c:pt idx="43" formatCode="0.00E+00">
                  <c:v>0.73671109999999995</c:v>
                </c:pt>
                <c:pt idx="44" formatCode="0.00E+00">
                  <c:v>0.74230209999999996</c:v>
                </c:pt>
                <c:pt idx="45" formatCode="0.00E+00">
                  <c:v>0.67003330000000005</c:v>
                </c:pt>
                <c:pt idx="46" formatCode="0.00E+00">
                  <c:v>0.55075470000000004</c:v>
                </c:pt>
                <c:pt idx="47" formatCode="0.00E+00">
                  <c:v>0.43716670000000002</c:v>
                </c:pt>
                <c:pt idx="48" formatCode="0.00E+00">
                  <c:v>0.33033940000000001</c:v>
                </c:pt>
                <c:pt idx="49" formatCode="0.00E+00">
                  <c:v>0.21803729999999999</c:v>
                </c:pt>
                <c:pt idx="50" formatCode="0.00E+00">
                  <c:v>0.1344195</c:v>
                </c:pt>
                <c:pt idx="51" formatCode="0.00E+00">
                  <c:v>6.9647089999999995E-2</c:v>
                </c:pt>
                <c:pt idx="52" formatCode="0.00E+00">
                  <c:v>-1.306943E-2</c:v>
                </c:pt>
                <c:pt idx="53" formatCode="0.00E+00">
                  <c:v>-6.7582729999999994E-2</c:v>
                </c:pt>
                <c:pt idx="54" formatCode="0.00E+00">
                  <c:v>-9.3189859999999999E-2</c:v>
                </c:pt>
                <c:pt idx="55" formatCode="0.00E+00">
                  <c:v>-0.15396960000000001</c:v>
                </c:pt>
                <c:pt idx="56" formatCode="0.00E+00">
                  <c:v>-0.21626280000000001</c:v>
                </c:pt>
                <c:pt idx="57" formatCode="0.00E+00">
                  <c:v>-0.25506089999999998</c:v>
                </c:pt>
                <c:pt idx="58" formatCode="0.00E+00">
                  <c:v>-0.31446400000000002</c:v>
                </c:pt>
                <c:pt idx="59" formatCode="0.00E+00">
                  <c:v>-0.370753</c:v>
                </c:pt>
                <c:pt idx="60" formatCode="0.00E+00">
                  <c:v>-0.40073429999999999</c:v>
                </c:pt>
                <c:pt idx="61" formatCode="0.00E+00">
                  <c:v>-0.42324240000000002</c:v>
                </c:pt>
                <c:pt idx="62" formatCode="0.00E+00">
                  <c:v>-0.42212909999999998</c:v>
                </c:pt>
                <c:pt idx="63" formatCode="0.00E+00">
                  <c:v>-0.40755019999999997</c:v>
                </c:pt>
                <c:pt idx="64" formatCode="0.00E+00">
                  <c:v>-0.38440849999999999</c:v>
                </c:pt>
                <c:pt idx="65" formatCode="0.00E+00">
                  <c:v>-0.31208979999999997</c:v>
                </c:pt>
                <c:pt idx="66" formatCode="0.00E+00">
                  <c:v>-0.21748519999999999</c:v>
                </c:pt>
                <c:pt idx="67" formatCode="0.00E+00">
                  <c:v>-0.1197578</c:v>
                </c:pt>
                <c:pt idx="68" formatCode="0.00E+00">
                  <c:v>1.627642E-2</c:v>
                </c:pt>
                <c:pt idx="69" formatCode="0.00E+00">
                  <c:v>0.1384406</c:v>
                </c:pt>
                <c:pt idx="70" formatCode="0.00E+00">
                  <c:v>0.21837380000000001</c:v>
                </c:pt>
                <c:pt idx="71" formatCode="0.00E+00">
                  <c:v>0.32484610000000003</c:v>
                </c:pt>
                <c:pt idx="72" formatCode="0.00E+00">
                  <c:v>0.4271702</c:v>
                </c:pt>
                <c:pt idx="73" formatCode="0.00E+00">
                  <c:v>0.4564455</c:v>
                </c:pt>
                <c:pt idx="74" formatCode="0.00E+00">
                  <c:v>0.44439109999999998</c:v>
                </c:pt>
                <c:pt idx="75" formatCode="0.00E+00">
                  <c:v>0.41025159999999999</c:v>
                </c:pt>
                <c:pt idx="76" formatCode="0.00E+00">
                  <c:v>0.34744819999999998</c:v>
                </c:pt>
                <c:pt idx="77" formatCode="0.00E+00">
                  <c:v>0.27320220000000001</c:v>
                </c:pt>
                <c:pt idx="78" formatCode="0.00E+00">
                  <c:v>0.18959590000000001</c:v>
                </c:pt>
                <c:pt idx="79" formatCode="0.00E+00">
                  <c:v>0.11617379999999999</c:v>
                </c:pt>
                <c:pt idx="80" formatCode="0.00E+00">
                  <c:v>6.4663499999999999E-2</c:v>
                </c:pt>
                <c:pt idx="81" formatCode="0.00E+00">
                  <c:v>-4.0895799999999998E-3</c:v>
                </c:pt>
                <c:pt idx="82" formatCode="0.00E+00">
                  <c:v>-7.7713950000000004E-2</c:v>
                </c:pt>
                <c:pt idx="83" formatCode="0.00E+00">
                  <c:v>-0.11376500000000001</c:v>
                </c:pt>
                <c:pt idx="84" formatCode="0.00E+00">
                  <c:v>-0.13848460000000001</c:v>
                </c:pt>
                <c:pt idx="85" formatCode="0.00E+00">
                  <c:v>-0.17110810000000001</c:v>
                </c:pt>
                <c:pt idx="86" formatCode="0.00E+00">
                  <c:v>-0.1936321</c:v>
                </c:pt>
                <c:pt idx="87" formatCode="0.00E+00">
                  <c:v>-0.20681069999999999</c:v>
                </c:pt>
                <c:pt idx="88" formatCode="0.00E+00">
                  <c:v>-0.21202689999999999</c:v>
                </c:pt>
                <c:pt idx="89" formatCode="0.00E+00">
                  <c:v>-0.21589259999999999</c:v>
                </c:pt>
                <c:pt idx="90" formatCode="0.00E+00">
                  <c:v>-0.22559969999999999</c:v>
                </c:pt>
                <c:pt idx="91" formatCode="0.00E+00">
                  <c:v>-0.2151486</c:v>
                </c:pt>
                <c:pt idx="92" formatCode="0.00E+00">
                  <c:v>-0.18351590000000001</c:v>
                </c:pt>
                <c:pt idx="93" formatCode="0.00E+00">
                  <c:v>-0.1599139</c:v>
                </c:pt>
                <c:pt idx="94" formatCode="0.00E+00">
                  <c:v>-0.13250110000000001</c:v>
                </c:pt>
                <c:pt idx="95" formatCode="0.00E+00">
                  <c:v>-8.9689260000000007E-2</c:v>
                </c:pt>
                <c:pt idx="96" formatCode="0.00E+00">
                  <c:v>-5.0770030000000001E-2</c:v>
                </c:pt>
                <c:pt idx="97" formatCode="0.00E+00">
                  <c:v>-1.3392670000000001E-2</c:v>
                </c:pt>
                <c:pt idx="98" formatCode="0.00E+00">
                  <c:v>3.079368E-2</c:v>
                </c:pt>
                <c:pt idx="99" formatCode="0.00E+00">
                  <c:v>7.57158E-2</c:v>
                </c:pt>
                <c:pt idx="100" formatCode="0.00E+00">
                  <c:v>0.12338150000000001</c:v>
                </c:pt>
                <c:pt idx="101" formatCode="0.00E+00">
                  <c:v>0.164131</c:v>
                </c:pt>
                <c:pt idx="102" formatCode="0.00E+00">
                  <c:v>0.18240339999999999</c:v>
                </c:pt>
                <c:pt idx="103" formatCode="0.00E+00">
                  <c:v>0.19465360000000001</c:v>
                </c:pt>
                <c:pt idx="104" formatCode="0.00E+00">
                  <c:v>0.2158571</c:v>
                </c:pt>
                <c:pt idx="105" formatCode="0.00E+00">
                  <c:v>0.2242989</c:v>
                </c:pt>
                <c:pt idx="106" formatCode="0.00E+00">
                  <c:v>0.2033143</c:v>
                </c:pt>
                <c:pt idx="107" formatCode="0.00E+00">
                  <c:v>0.16920669999999999</c:v>
                </c:pt>
                <c:pt idx="108" formatCode="0.00E+00">
                  <c:v>0.13462789999999999</c:v>
                </c:pt>
                <c:pt idx="109" formatCode="0.00E+00">
                  <c:v>9.5161999999999997E-2</c:v>
                </c:pt>
                <c:pt idx="110" formatCode="0.00E+00">
                  <c:v>5.9786449999999998E-2</c:v>
                </c:pt>
                <c:pt idx="111" formatCode="0.00E+00">
                  <c:v>3.2707649999999998E-2</c:v>
                </c:pt>
                <c:pt idx="112" formatCode="0.00E+00">
                  <c:v>-7.0431690000000002E-3</c:v>
                </c:pt>
                <c:pt idx="113" formatCode="0.00E+00">
                  <c:v>-5.50567E-2</c:v>
                </c:pt>
                <c:pt idx="114" formatCode="0.00E+00">
                  <c:v>-8.862652E-2</c:v>
                </c:pt>
                <c:pt idx="115" formatCode="0.00E+00">
                  <c:v>-0.1162927</c:v>
                </c:pt>
                <c:pt idx="116" formatCode="0.00E+00">
                  <c:v>-0.13592770000000001</c:v>
                </c:pt>
                <c:pt idx="117" formatCode="0.00E+00">
                  <c:v>-0.1365846</c:v>
                </c:pt>
                <c:pt idx="118" formatCode="0.00E+00">
                  <c:v>-0.14880640000000001</c:v>
                </c:pt>
                <c:pt idx="119" formatCode="0.00E+00">
                  <c:v>-0.17211270000000001</c:v>
                </c:pt>
                <c:pt idx="120" formatCode="0.00E+00">
                  <c:v>-0.16397909999999999</c:v>
                </c:pt>
                <c:pt idx="121" formatCode="0.00E+00">
                  <c:v>-0.14324990000000001</c:v>
                </c:pt>
                <c:pt idx="122" formatCode="0.00E+00">
                  <c:v>-0.13739509999999999</c:v>
                </c:pt>
                <c:pt idx="123" formatCode="0.00E+00">
                  <c:v>-0.1178444</c:v>
                </c:pt>
                <c:pt idx="124" formatCode="0.00E+00">
                  <c:v>-8.7557850000000007E-2</c:v>
                </c:pt>
                <c:pt idx="125" formatCode="0.00E+00">
                  <c:v>-6.9212029999999994E-2</c:v>
                </c:pt>
                <c:pt idx="126" formatCode="0.00E+00">
                  <c:v>-4.1745499999999998E-2</c:v>
                </c:pt>
                <c:pt idx="127" formatCode="0.00E+00">
                  <c:v>2.315106E-4</c:v>
                </c:pt>
                <c:pt idx="128" formatCode="0.00E+00">
                  <c:v>3.8407280000000002E-2</c:v>
                </c:pt>
                <c:pt idx="129" formatCode="0.00E+00">
                  <c:v>7.0289829999999998E-2</c:v>
                </c:pt>
                <c:pt idx="130" formatCode="0.00E+00">
                  <c:v>9.0288220000000002E-2</c:v>
                </c:pt>
                <c:pt idx="131" formatCode="0.00E+00">
                  <c:v>0.11007450000000001</c:v>
                </c:pt>
                <c:pt idx="132" formatCode="0.00E+00">
                  <c:v>0.14333209999999999</c:v>
                </c:pt>
                <c:pt idx="133" formatCode="0.00E+00">
                  <c:v>0.15343470000000001</c:v>
                </c:pt>
                <c:pt idx="134" formatCode="0.00E+00">
                  <c:v>0.13790089999999999</c:v>
                </c:pt>
                <c:pt idx="135" formatCode="0.00E+00">
                  <c:v>0.1439964</c:v>
                </c:pt>
                <c:pt idx="136" formatCode="0.00E+00">
                  <c:v>0.14395469999999999</c:v>
                </c:pt>
                <c:pt idx="137" formatCode="0.00E+00">
                  <c:v>0.10319639999999999</c:v>
                </c:pt>
                <c:pt idx="138" formatCode="0.00E+00">
                  <c:v>7.6525759999999998E-2</c:v>
                </c:pt>
                <c:pt idx="139" formatCode="0.00E+00">
                  <c:v>7.3627700000000004E-2</c:v>
                </c:pt>
                <c:pt idx="140" formatCode="0.00E+00">
                  <c:v>4.2420409999999999E-2</c:v>
                </c:pt>
                <c:pt idx="141" formatCode="0.00E+00">
                  <c:v>2.996037E-3</c:v>
                </c:pt>
                <c:pt idx="142" formatCode="0.00E+00">
                  <c:v>-1.0763150000000001E-2</c:v>
                </c:pt>
                <c:pt idx="143" formatCode="0.00E+00">
                  <c:v>-2.723942E-2</c:v>
                </c:pt>
                <c:pt idx="144" formatCode="0.00E+00">
                  <c:v>-5.5983709999999999E-2</c:v>
                </c:pt>
                <c:pt idx="145" formatCode="0.00E+00">
                  <c:v>-7.620565E-2</c:v>
                </c:pt>
                <c:pt idx="146" formatCode="0.00E+00">
                  <c:v>-8.5935310000000001E-2</c:v>
                </c:pt>
                <c:pt idx="147" formatCode="0.00E+00">
                  <c:v>-8.6938199999999993E-2</c:v>
                </c:pt>
                <c:pt idx="148" formatCode="0.00E+00">
                  <c:v>-8.5642380000000004E-2</c:v>
                </c:pt>
                <c:pt idx="149" formatCode="0.00E+00">
                  <c:v>-9.3403239999999998E-2</c:v>
                </c:pt>
                <c:pt idx="150" formatCode="0.00E+00">
                  <c:v>-9.7630869999999995E-2</c:v>
                </c:pt>
                <c:pt idx="151" formatCode="0.00E+00">
                  <c:v>-8.8611110000000007E-2</c:v>
                </c:pt>
                <c:pt idx="152" formatCode="0.00E+00">
                  <c:v>-8.2272040000000005E-2</c:v>
                </c:pt>
                <c:pt idx="153" formatCode="0.00E+00">
                  <c:v>-8.1482479999999996E-2</c:v>
                </c:pt>
                <c:pt idx="154" formatCode="0.00E+00">
                  <c:v>-7.2948449999999998E-2</c:v>
                </c:pt>
                <c:pt idx="155" formatCode="0.00E+00">
                  <c:v>-5.6857459999999999E-2</c:v>
                </c:pt>
                <c:pt idx="156" formatCode="0.00E+00">
                  <c:v>-4.0546829999999999E-2</c:v>
                </c:pt>
                <c:pt idx="157" formatCode="0.00E+00">
                  <c:v>-2.385874E-2</c:v>
                </c:pt>
                <c:pt idx="158" formatCode="0.00E+00">
                  <c:v>-2.3737810000000002E-3</c:v>
                </c:pt>
                <c:pt idx="159" formatCode="0.00E+00">
                  <c:v>1.9803189999999998E-2</c:v>
                </c:pt>
                <c:pt idx="160" formatCode="0.00E+00">
                  <c:v>3.178334E-2</c:v>
                </c:pt>
                <c:pt idx="161" formatCode="0.00E+00">
                  <c:v>4.2533229999999998E-2</c:v>
                </c:pt>
                <c:pt idx="162" formatCode="0.00E+00">
                  <c:v>6.6917519999999994E-2</c:v>
                </c:pt>
                <c:pt idx="163" formatCode="0.00E+00">
                  <c:v>8.5639290000000007E-2</c:v>
                </c:pt>
                <c:pt idx="164" formatCode="0.00E+00">
                  <c:v>8.37281E-2</c:v>
                </c:pt>
                <c:pt idx="165" formatCode="0.00E+00">
                  <c:v>8.6760989999999996E-2</c:v>
                </c:pt>
                <c:pt idx="166" formatCode="0.00E+00">
                  <c:v>9.9734829999999997E-2</c:v>
                </c:pt>
                <c:pt idx="167" formatCode="0.00E+00">
                  <c:v>9.4724080000000002E-2</c:v>
                </c:pt>
                <c:pt idx="168" formatCode="0.00E+00">
                  <c:v>7.9306329999999994E-2</c:v>
                </c:pt>
                <c:pt idx="169" formatCode="0.00E+00">
                  <c:v>7.771351E-2</c:v>
                </c:pt>
                <c:pt idx="170" formatCode="0.00E+00">
                  <c:v>7.2875869999999995E-2</c:v>
                </c:pt>
                <c:pt idx="171" formatCode="0.00E+00">
                  <c:v>4.7684619999999997E-2</c:v>
                </c:pt>
                <c:pt idx="172" formatCode="0.00E+00">
                  <c:v>2.2907690000000001E-2</c:v>
                </c:pt>
                <c:pt idx="173" formatCode="0.00E+00">
                  <c:v>9.8200240000000001E-3</c:v>
                </c:pt>
                <c:pt idx="174" formatCode="0.00E+00">
                  <c:v>-7.201931E-3</c:v>
                </c:pt>
                <c:pt idx="175" formatCode="0.00E+00">
                  <c:v>-2.89518E-2</c:v>
                </c:pt>
                <c:pt idx="176" formatCode="0.00E+00">
                  <c:v>-4.1307660000000003E-2</c:v>
                </c:pt>
                <c:pt idx="177" formatCode="0.00E+00">
                  <c:v>-4.8937029999999999E-2</c:v>
                </c:pt>
                <c:pt idx="178" formatCode="0.00E+00">
                  <c:v>-6.2038620000000003E-2</c:v>
                </c:pt>
                <c:pt idx="179" formatCode="0.00E+00">
                  <c:v>-7.1727639999999995E-2</c:v>
                </c:pt>
                <c:pt idx="180" formatCode="0.00E+00">
                  <c:v>-7.3882310000000007E-2</c:v>
                </c:pt>
                <c:pt idx="181" formatCode="0.00E+00">
                  <c:v>-7.8834730000000006E-2</c:v>
                </c:pt>
                <c:pt idx="182" formatCode="0.00E+00">
                  <c:v>-8.0231689999999994E-2</c:v>
                </c:pt>
                <c:pt idx="183" formatCode="0.00E+00">
                  <c:v>-6.7529919999999993E-2</c:v>
                </c:pt>
                <c:pt idx="184" formatCode="0.00E+00">
                  <c:v>-5.7066619999999998E-2</c:v>
                </c:pt>
                <c:pt idx="185" formatCode="0.00E+00">
                  <c:v>-5.7504279999999998E-2</c:v>
                </c:pt>
                <c:pt idx="186" formatCode="0.00E+00">
                  <c:v>-5.0421630000000002E-2</c:v>
                </c:pt>
                <c:pt idx="187" formatCode="0.00E+00">
                  <c:v>-3.4679290000000002E-2</c:v>
                </c:pt>
                <c:pt idx="188" formatCode="0.00E+00">
                  <c:v>-2.3659670000000001E-2</c:v>
                </c:pt>
                <c:pt idx="189" formatCode="0.00E+00">
                  <c:v>-9.9355180000000008E-3</c:v>
                </c:pt>
                <c:pt idx="190" formatCode="0.00E+00">
                  <c:v>8.8179590000000002E-3</c:v>
                </c:pt>
                <c:pt idx="191" formatCode="0.00E+00">
                  <c:v>1.7983119999999998E-2</c:v>
                </c:pt>
                <c:pt idx="192" formatCode="0.00E+00">
                  <c:v>2.3134499999999999E-2</c:v>
                </c:pt>
                <c:pt idx="193" formatCode="0.00E+00">
                  <c:v>3.7036630000000001E-2</c:v>
                </c:pt>
                <c:pt idx="194" formatCode="0.00E+00">
                  <c:v>5.0607579999999999E-2</c:v>
                </c:pt>
                <c:pt idx="195" formatCode="0.00E+00">
                  <c:v>5.8607699999999999E-2</c:v>
                </c:pt>
                <c:pt idx="196" formatCode="0.00E+00">
                  <c:v>6.5029900000000002E-2</c:v>
                </c:pt>
                <c:pt idx="197" formatCode="0.00E+00">
                  <c:v>6.249217E-2</c:v>
                </c:pt>
                <c:pt idx="198" formatCode="0.00E+00">
                  <c:v>5.3231870000000001E-2</c:v>
                </c:pt>
                <c:pt idx="199" formatCode="0.00E+00">
                  <c:v>5.2485980000000002E-2</c:v>
                </c:pt>
                <c:pt idx="200" formatCode="0.00E+00">
                  <c:v>5.3817629999999998E-2</c:v>
                </c:pt>
                <c:pt idx="201" formatCode="0.00E+00">
                  <c:v>4.5120130000000001E-2</c:v>
                </c:pt>
                <c:pt idx="202" formatCode="0.00E+00">
                  <c:v>3.742877E-2</c:v>
                </c:pt>
                <c:pt idx="203" formatCode="0.00E+00">
                  <c:v>3.521316E-2</c:v>
                </c:pt>
                <c:pt idx="204" formatCode="0.00E+00">
                  <c:v>2.57252E-2</c:v>
                </c:pt>
                <c:pt idx="205" formatCode="0.00E+00">
                  <c:v>1.1532830000000001E-2</c:v>
                </c:pt>
                <c:pt idx="206" formatCode="0.00E+00">
                  <c:v>3.3022540000000001E-3</c:v>
                </c:pt>
                <c:pt idx="207" formatCode="0.00E+00">
                  <c:v>-4.6323930000000003E-3</c:v>
                </c:pt>
                <c:pt idx="208" formatCode="0.00E+00">
                  <c:v>-1.748628E-2</c:v>
                </c:pt>
                <c:pt idx="209" formatCode="0.00E+00">
                  <c:v>-2.8103989999999999E-2</c:v>
                </c:pt>
                <c:pt idx="210" formatCode="0.00E+00">
                  <c:v>-3.341442E-2</c:v>
                </c:pt>
                <c:pt idx="211" formatCode="0.00E+00">
                  <c:v>-3.7233479999999999E-2</c:v>
                </c:pt>
                <c:pt idx="212" formatCode="0.00E+00">
                  <c:v>-4.1102689999999997E-2</c:v>
                </c:pt>
                <c:pt idx="213" formatCode="0.00E+00">
                  <c:v>-4.4893200000000001E-2</c:v>
                </c:pt>
                <c:pt idx="214" formatCode="0.00E+00">
                  <c:v>-4.8212339999999999E-2</c:v>
                </c:pt>
                <c:pt idx="215" formatCode="0.00E+00">
                  <c:v>-5.0117950000000001E-2</c:v>
                </c:pt>
                <c:pt idx="216" formatCode="0.00E+00">
                  <c:v>-5.0471240000000001E-2</c:v>
                </c:pt>
                <c:pt idx="217" formatCode="0.00E+00">
                  <c:v>-4.8523860000000002E-2</c:v>
                </c:pt>
                <c:pt idx="218" formatCode="0.00E+00">
                  <c:v>-4.3071169999999999E-2</c:v>
                </c:pt>
                <c:pt idx="219" formatCode="0.00E+00">
                  <c:v>-3.462403E-2</c:v>
                </c:pt>
                <c:pt idx="220" formatCode="0.00E+00">
                  <c:v>-2.4711589999999999E-2</c:v>
                </c:pt>
                <c:pt idx="221" formatCode="0.00E+00">
                  <c:v>-1.6383189999999999E-2</c:v>
                </c:pt>
                <c:pt idx="222" formatCode="0.00E+00">
                  <c:v>-1.1503849999999999E-2</c:v>
                </c:pt>
                <c:pt idx="223" formatCode="0.00E+00">
                  <c:v>-4.3280669999999997E-3</c:v>
                </c:pt>
                <c:pt idx="224" formatCode="0.00E+00">
                  <c:v>9.9855640000000006E-3</c:v>
                </c:pt>
                <c:pt idx="225" formatCode="0.00E+00">
                  <c:v>2.326052E-2</c:v>
                </c:pt>
                <c:pt idx="226" formatCode="0.00E+00">
                  <c:v>2.7410799999999999E-2</c:v>
                </c:pt>
                <c:pt idx="227" formatCode="0.00E+00">
                  <c:v>2.8573899999999999E-2</c:v>
                </c:pt>
                <c:pt idx="228" formatCode="0.00E+00">
                  <c:v>3.4120499999999998E-2</c:v>
                </c:pt>
                <c:pt idx="229" formatCode="0.00E+00">
                  <c:v>4.1458429999999998E-2</c:v>
                </c:pt>
                <c:pt idx="230" formatCode="0.00E+00">
                  <c:v>4.5506779999999997E-2</c:v>
                </c:pt>
                <c:pt idx="231" formatCode="0.00E+00">
                  <c:v>4.4205029999999999E-2</c:v>
                </c:pt>
                <c:pt idx="232" formatCode="0.00E+00">
                  <c:v>3.9805970000000003E-2</c:v>
                </c:pt>
                <c:pt idx="233" formatCode="0.00E+00">
                  <c:v>3.7461410000000001E-2</c:v>
                </c:pt>
                <c:pt idx="234" formatCode="0.00E+00">
                  <c:v>3.5284000000000003E-2</c:v>
                </c:pt>
                <c:pt idx="235" formatCode="0.00E+00">
                  <c:v>2.6962280000000002E-2</c:v>
                </c:pt>
                <c:pt idx="236" formatCode="0.00E+00">
                  <c:v>1.7794770000000001E-2</c:v>
                </c:pt>
                <c:pt idx="237" formatCode="0.00E+00">
                  <c:v>1.547332E-2</c:v>
                </c:pt>
                <c:pt idx="238" formatCode="0.00E+00">
                  <c:v>1.1798110000000001E-2</c:v>
                </c:pt>
                <c:pt idx="239" formatCode="0.00E+00">
                  <c:v>5.6738619999999998E-4</c:v>
                </c:pt>
                <c:pt idx="240" formatCode="0.00E+00">
                  <c:v>-6.2547189999999997E-3</c:v>
                </c:pt>
                <c:pt idx="241" formatCode="0.00E+00">
                  <c:v>-3.641189E-3</c:v>
                </c:pt>
                <c:pt idx="242" formatCode="0.00E+00">
                  <c:v>-5.2372759999999999E-3</c:v>
                </c:pt>
                <c:pt idx="243" formatCode="0.00E+00">
                  <c:v>-1.6432929999999998E-2</c:v>
                </c:pt>
                <c:pt idx="244" formatCode="0.00E+00">
                  <c:v>-2.7045980000000001E-2</c:v>
                </c:pt>
                <c:pt idx="245" formatCode="0.00E+00">
                  <c:v>-3.1647670000000003E-2</c:v>
                </c:pt>
                <c:pt idx="246" formatCode="0.00E+00">
                  <c:v>-3.152626E-2</c:v>
                </c:pt>
                <c:pt idx="247" formatCode="0.00E+00">
                  <c:v>-2.6942109999999998E-2</c:v>
                </c:pt>
                <c:pt idx="248" formatCode="0.00E+00">
                  <c:v>-2.274638E-2</c:v>
                </c:pt>
                <c:pt idx="249" formatCode="0.00E+00">
                  <c:v>-2.5103500000000001E-2</c:v>
                </c:pt>
                <c:pt idx="250" formatCode="0.00E+00">
                  <c:v>-2.928242E-2</c:v>
                </c:pt>
                <c:pt idx="251" formatCode="0.00E+00">
                  <c:v>-2.7744350000000001E-2</c:v>
                </c:pt>
                <c:pt idx="252" formatCode="0.00E+00">
                  <c:v>-2.3375739999999999E-2</c:v>
                </c:pt>
                <c:pt idx="253" formatCode="0.00E+00">
                  <c:v>-2.1044480000000001E-2</c:v>
                </c:pt>
                <c:pt idx="254" formatCode="0.00E+00">
                  <c:v>-1.8845899999999999E-2</c:v>
                </c:pt>
                <c:pt idx="255" formatCode="0.00E+00">
                  <c:v>-1.5482849999999999E-2</c:v>
                </c:pt>
                <c:pt idx="256" formatCode="0.00E+00">
                  <c:v>-1.19636E-2</c:v>
                </c:pt>
                <c:pt idx="257" formatCode="0.00E+00">
                  <c:v>-5.2348580000000002E-3</c:v>
                </c:pt>
                <c:pt idx="258" formatCode="0.00E+00">
                  <c:v>5.7849360000000001E-3</c:v>
                </c:pt>
                <c:pt idx="259" formatCode="0.00E+00">
                  <c:v>1.3122770000000001E-2</c:v>
                </c:pt>
                <c:pt idx="260" formatCode="0.00E+00">
                  <c:v>1.221358E-2</c:v>
                </c:pt>
                <c:pt idx="261" formatCode="0.00E+00">
                  <c:v>1.190541E-2</c:v>
                </c:pt>
                <c:pt idx="262" formatCode="0.00E+00">
                  <c:v>1.878355E-2</c:v>
                </c:pt>
                <c:pt idx="263" formatCode="0.00E+00">
                  <c:v>2.4320339999999999E-2</c:v>
                </c:pt>
                <c:pt idx="264" formatCode="0.00E+00">
                  <c:v>2.1593970000000001E-2</c:v>
                </c:pt>
                <c:pt idx="265" formatCode="0.00E+00">
                  <c:v>1.9538960000000001E-2</c:v>
                </c:pt>
                <c:pt idx="266" formatCode="0.00E+00">
                  <c:v>2.5689440000000001E-2</c:v>
                </c:pt>
                <c:pt idx="267" formatCode="0.00E+00">
                  <c:v>3.1435200000000003E-2</c:v>
                </c:pt>
                <c:pt idx="268" formatCode="0.00E+00">
                  <c:v>2.8580620000000001E-2</c:v>
                </c:pt>
                <c:pt idx="269" formatCode="0.00E+00">
                  <c:v>2.2927380000000001E-2</c:v>
                </c:pt>
                <c:pt idx="270" formatCode="0.00E+00">
                  <c:v>2.0361540000000001E-2</c:v>
                </c:pt>
                <c:pt idx="271" formatCode="0.00E+00">
                  <c:v>1.761832E-2</c:v>
                </c:pt>
                <c:pt idx="272" formatCode="0.00E+00">
                  <c:v>1.3013530000000001E-2</c:v>
                </c:pt>
                <c:pt idx="273" formatCode="0.00E+00">
                  <c:v>8.9711019999999999E-3</c:v>
                </c:pt>
                <c:pt idx="274" formatCode="0.00E+00">
                  <c:v>3.8555999999999998E-3</c:v>
                </c:pt>
                <c:pt idx="275" formatCode="0.00E+00">
                  <c:v>-3.7904649999999998E-3</c:v>
                </c:pt>
                <c:pt idx="276" formatCode="0.00E+00">
                  <c:v>-9.0189620000000002E-3</c:v>
                </c:pt>
                <c:pt idx="277" formatCode="0.00E+00">
                  <c:v>-9.5883210000000003E-3</c:v>
                </c:pt>
                <c:pt idx="278" formatCode="0.00E+00">
                  <c:v>-1.0737490000000001E-2</c:v>
                </c:pt>
                <c:pt idx="279" formatCode="0.00E+00">
                  <c:v>-1.4906050000000001E-2</c:v>
                </c:pt>
                <c:pt idx="280" formatCode="0.00E+00">
                  <c:v>-1.8983920000000001E-2</c:v>
                </c:pt>
                <c:pt idx="281" formatCode="0.00E+00">
                  <c:v>-2.1822950000000001E-2</c:v>
                </c:pt>
                <c:pt idx="282" formatCode="0.00E+00">
                  <c:v>-2.296954E-2</c:v>
                </c:pt>
                <c:pt idx="283" formatCode="0.00E+00">
                  <c:v>-1.9543330000000001E-2</c:v>
                </c:pt>
                <c:pt idx="284" formatCode="0.00E+00">
                  <c:v>-1.325161E-2</c:v>
                </c:pt>
                <c:pt idx="285" formatCode="0.00E+00">
                  <c:v>-1.104277E-2</c:v>
                </c:pt>
                <c:pt idx="286" formatCode="0.00E+00">
                  <c:v>-1.4108239999999999E-2</c:v>
                </c:pt>
                <c:pt idx="287" formatCode="0.00E+00">
                  <c:v>-1.7201930000000001E-2</c:v>
                </c:pt>
                <c:pt idx="288" formatCode="0.00E+00">
                  <c:v>-1.8257900000000001E-2</c:v>
                </c:pt>
                <c:pt idx="289" formatCode="0.00E+00">
                  <c:v>-1.770567E-2</c:v>
                </c:pt>
                <c:pt idx="290" formatCode="0.00E+00">
                  <c:v>-1.3376890000000001E-2</c:v>
                </c:pt>
                <c:pt idx="291" formatCode="0.00E+00">
                  <c:v>-5.6547079999999996E-3</c:v>
                </c:pt>
                <c:pt idx="292" formatCode="0.00E+00">
                  <c:v>-1.353913E-4</c:v>
                </c:pt>
                <c:pt idx="293" formatCode="0.00E+00">
                  <c:v>1.0637000000000001E-3</c:v>
                </c:pt>
                <c:pt idx="294" formatCode="0.00E+00">
                  <c:v>2.0832239999999998E-3</c:v>
                </c:pt>
                <c:pt idx="295" formatCode="0.00E+00">
                  <c:v>5.0783629999999998E-3</c:v>
                </c:pt>
                <c:pt idx="296" formatCode="0.00E+00">
                  <c:v>7.6596240000000003E-3</c:v>
                </c:pt>
                <c:pt idx="297" formatCode="0.00E+00">
                  <c:v>8.4819619999999991E-3</c:v>
                </c:pt>
                <c:pt idx="298" formatCode="0.00E+00">
                  <c:v>9.3824149999999999E-3</c:v>
                </c:pt>
                <c:pt idx="299" formatCode="0.00E+00">
                  <c:v>1.3142310000000001E-2</c:v>
                </c:pt>
                <c:pt idx="300" formatCode="0.00E+00">
                  <c:v>2.0147459999999999E-2</c:v>
                </c:pt>
                <c:pt idx="301" formatCode="0.00E+00">
                  <c:v>2.5024190000000002E-2</c:v>
                </c:pt>
                <c:pt idx="302" formatCode="0.00E+00">
                  <c:v>2.1411260000000001E-2</c:v>
                </c:pt>
                <c:pt idx="303" formatCode="0.00E+00">
                  <c:v>1.3356E-2</c:v>
                </c:pt>
                <c:pt idx="304" formatCode="0.00E+00">
                  <c:v>1.1848239999999999E-2</c:v>
                </c:pt>
                <c:pt idx="305" formatCode="0.00E+00">
                  <c:v>1.6464949999999999E-2</c:v>
                </c:pt>
                <c:pt idx="306" formatCode="0.00E+00">
                  <c:v>1.537906E-2</c:v>
                </c:pt>
                <c:pt idx="307" formatCode="0.00E+00">
                  <c:v>7.2723900000000001E-3</c:v>
                </c:pt>
                <c:pt idx="308" formatCode="0.00E+00">
                  <c:v>4.2935200000000003E-3</c:v>
                </c:pt>
                <c:pt idx="309" formatCode="0.00E+00">
                  <c:v>8.8479030000000007E-3</c:v>
                </c:pt>
                <c:pt idx="310" formatCode="0.00E+00">
                  <c:v>8.5698479999999997E-3</c:v>
                </c:pt>
                <c:pt idx="311" formatCode="0.00E+00">
                  <c:v>-3.5966410000000002E-4</c:v>
                </c:pt>
                <c:pt idx="312" formatCode="0.00E+00">
                  <c:v>-6.2617580000000001E-3</c:v>
                </c:pt>
                <c:pt idx="313" formatCode="0.00E+00">
                  <c:v>-4.001307E-3</c:v>
                </c:pt>
                <c:pt idx="314" formatCode="0.00E+00">
                  <c:v>-3.494484E-3</c:v>
                </c:pt>
                <c:pt idx="315" formatCode="0.00E+00">
                  <c:v>-1.011566E-2</c:v>
                </c:pt>
                <c:pt idx="316" formatCode="0.00E+00">
                  <c:v>-1.537061E-2</c:v>
                </c:pt>
                <c:pt idx="317" formatCode="0.00E+00">
                  <c:v>-1.3497779999999999E-2</c:v>
                </c:pt>
                <c:pt idx="318" formatCode="0.00E+00">
                  <c:v>-1.095846E-2</c:v>
                </c:pt>
                <c:pt idx="319" formatCode="0.00E+00">
                  <c:v>-1.313608E-2</c:v>
                </c:pt>
                <c:pt idx="320" formatCode="0.00E+00">
                  <c:v>-1.5642360000000001E-2</c:v>
                </c:pt>
                <c:pt idx="321" formatCode="0.00E+00">
                  <c:v>-1.4540040000000001E-2</c:v>
                </c:pt>
                <c:pt idx="322" formatCode="0.00E+00">
                  <c:v>-1.306996E-2</c:v>
                </c:pt>
                <c:pt idx="323" formatCode="0.00E+00">
                  <c:v>-1.332617E-2</c:v>
                </c:pt>
                <c:pt idx="324" formatCode="0.00E+00">
                  <c:v>-1.197633E-2</c:v>
                </c:pt>
                <c:pt idx="325" formatCode="0.00E+00">
                  <c:v>-8.1009589999999996E-3</c:v>
                </c:pt>
                <c:pt idx="326" formatCode="0.00E+00">
                  <c:v>-5.4063840000000002E-3</c:v>
                </c:pt>
                <c:pt idx="327" formatCode="0.00E+00">
                  <c:v>-4.2020900000000003E-3</c:v>
                </c:pt>
                <c:pt idx="328" formatCode="0.00E+00">
                  <c:v>-1.0529599999999999E-3</c:v>
                </c:pt>
                <c:pt idx="329" formatCode="0.00E+00">
                  <c:v>2.5807790000000001E-3</c:v>
                </c:pt>
                <c:pt idx="330" formatCode="0.00E+00">
                  <c:v>1.9997180000000002E-3</c:v>
                </c:pt>
                <c:pt idx="331" formatCode="0.00E+00">
                  <c:v>-5.3300120000000003E-4</c:v>
                </c:pt>
                <c:pt idx="332" formatCode="0.00E+00">
                  <c:v>1.1828730000000001E-3</c:v>
                </c:pt>
                <c:pt idx="333" formatCode="0.00E+00">
                  <c:v>5.2237000000000004E-3</c:v>
                </c:pt>
                <c:pt idx="334" formatCode="0.00E+00">
                  <c:v>5.2878129999999997E-3</c:v>
                </c:pt>
                <c:pt idx="335" formatCode="0.00E+00">
                  <c:v>4.3140180000000002E-3</c:v>
                </c:pt>
                <c:pt idx="336" formatCode="0.00E+00">
                  <c:v>9.7595459999999992E-3</c:v>
                </c:pt>
                <c:pt idx="337" formatCode="0.00E+00">
                  <c:v>1.7510769999999998E-2</c:v>
                </c:pt>
                <c:pt idx="338" formatCode="0.00E+00">
                  <c:v>1.6519550000000001E-2</c:v>
                </c:pt>
                <c:pt idx="339" formatCode="0.00E+00">
                  <c:v>8.0538529999999997E-3</c:v>
                </c:pt>
                <c:pt idx="340" formatCode="0.00E+00">
                  <c:v>4.2370710000000002E-3</c:v>
                </c:pt>
                <c:pt idx="341" formatCode="0.00E+00">
                  <c:v>8.4350720000000001E-3</c:v>
                </c:pt>
                <c:pt idx="342" formatCode="0.00E+00">
                  <c:v>1.247291E-2</c:v>
                </c:pt>
                <c:pt idx="343" formatCode="0.00E+00">
                  <c:v>1.197584E-2</c:v>
                </c:pt>
                <c:pt idx="344" formatCode="0.00E+00">
                  <c:v>9.7935699999999997E-3</c:v>
                </c:pt>
                <c:pt idx="345" formatCode="0.00E+00">
                  <c:v>6.2467E-3</c:v>
                </c:pt>
                <c:pt idx="346" formatCode="0.00E+00">
                  <c:v>6.7533049999999995E-5</c:v>
                </c:pt>
                <c:pt idx="347" formatCode="0.00E+00">
                  <c:v>-3.7591759999999999E-3</c:v>
                </c:pt>
                <c:pt idx="348" formatCode="0.00E+00">
                  <c:v>-4.941492E-4</c:v>
                </c:pt>
                <c:pt idx="349" formatCode="0.00E+00">
                  <c:v>3.8262109999999999E-3</c:v>
                </c:pt>
                <c:pt idx="350" formatCode="0.00E+00">
                  <c:v>1.1749149999999999E-3</c:v>
                </c:pt>
                <c:pt idx="351" formatCode="0.00E+00">
                  <c:v>-4.3121920000000003E-3</c:v>
                </c:pt>
                <c:pt idx="352" formatCode="0.00E+00">
                  <c:v>-4.0718079999999997E-3</c:v>
                </c:pt>
                <c:pt idx="353" formatCode="0.00E+00">
                  <c:v>-9.4690309999999995E-4</c:v>
                </c:pt>
                <c:pt idx="354" formatCode="0.00E+00">
                  <c:v>-3.1917780000000001E-3</c:v>
                </c:pt>
                <c:pt idx="355" formatCode="0.00E+00">
                  <c:v>-8.393012E-3</c:v>
                </c:pt>
                <c:pt idx="356" formatCode="0.00E+00">
                  <c:v>-8.1543680000000004E-3</c:v>
                </c:pt>
                <c:pt idx="357" formatCode="0.00E+00">
                  <c:v>-4.1899449999999996E-3</c:v>
                </c:pt>
                <c:pt idx="358" formatCode="0.00E+00">
                  <c:v>-4.9918230000000003E-3</c:v>
                </c:pt>
                <c:pt idx="359" formatCode="0.00E+00">
                  <c:v>-9.8831960000000003E-3</c:v>
                </c:pt>
                <c:pt idx="360" formatCode="0.00E+00">
                  <c:v>-1.071956E-2</c:v>
                </c:pt>
                <c:pt idx="361" formatCode="0.00E+00">
                  <c:v>-7.20216E-3</c:v>
                </c:pt>
                <c:pt idx="362" formatCode="0.00E+00">
                  <c:v>-6.7116750000000003E-3</c:v>
                </c:pt>
                <c:pt idx="363" formatCode="0.00E+00">
                  <c:v>-9.8937269999999997E-3</c:v>
                </c:pt>
                <c:pt idx="364" formatCode="0.00E+00">
                  <c:v>-9.5016930000000003E-3</c:v>
                </c:pt>
                <c:pt idx="365" formatCode="0.00E+00">
                  <c:v>-4.11466E-3</c:v>
                </c:pt>
                <c:pt idx="366" formatCode="0.00E+00">
                  <c:v>-1.1090710000000001E-3</c:v>
                </c:pt>
                <c:pt idx="367" formatCode="0.00E+00">
                  <c:v>-3.9968529999999999E-3</c:v>
                </c:pt>
                <c:pt idx="368" formatCode="0.00E+00">
                  <c:v>-6.9567509999999997E-3</c:v>
                </c:pt>
                <c:pt idx="369" formatCode="0.00E+00">
                  <c:v>-4.8396130000000004E-3</c:v>
                </c:pt>
                <c:pt idx="370" formatCode="0.00E+00">
                  <c:v>-2.700682E-4</c:v>
                </c:pt>
                <c:pt idx="371" formatCode="0.00E+00">
                  <c:v>2.4826900000000001E-3</c:v>
                </c:pt>
                <c:pt idx="372" formatCode="0.00E+00">
                  <c:v>3.8871999999999999E-3</c:v>
                </c:pt>
                <c:pt idx="373" formatCode="0.00E+00">
                  <c:v>5.7927910000000003E-3</c:v>
                </c:pt>
                <c:pt idx="374" formatCode="0.00E+00">
                  <c:v>6.9350879999999998E-3</c:v>
                </c:pt>
                <c:pt idx="375" formatCode="0.00E+00">
                  <c:v>5.600715E-3</c:v>
                </c:pt>
                <c:pt idx="376" formatCode="0.00E+00">
                  <c:v>3.4080830000000001E-3</c:v>
                </c:pt>
                <c:pt idx="377" formatCode="0.00E+00">
                  <c:v>3.2315709999999999E-3</c:v>
                </c:pt>
                <c:pt idx="378" formatCode="0.00E+00">
                  <c:v>5.3793749999999996E-3</c:v>
                </c:pt>
                <c:pt idx="379" formatCode="0.00E+00">
                  <c:v>8.0018880000000004E-3</c:v>
                </c:pt>
                <c:pt idx="380" formatCode="0.00E+00">
                  <c:v>9.7105219999999992E-3</c:v>
                </c:pt>
              </c:numCache>
            </c:numRef>
          </c:yVal>
          <c:smooth val="1"/>
          <c:extLst>
            <c:ext xmlns:c16="http://schemas.microsoft.com/office/drawing/2014/chart" uri="{C3380CC4-5D6E-409C-BE32-E72D297353CC}">
              <c16:uniqueId val="{00000000-DBC6-4F78-9BA1-8CCFC6C849EA}"/>
            </c:ext>
          </c:extLst>
        </c:ser>
        <c:ser>
          <c:idx val="1"/>
          <c:order val="1"/>
          <c:tx>
            <c:v>実験値</c:v>
          </c:tx>
          <c:spPr>
            <a:ln w="19050" cap="rnd">
              <a:solidFill>
                <a:schemeClr val="accent2"/>
              </a:solidFill>
              <a:round/>
            </a:ln>
            <a:effectLst/>
          </c:spPr>
          <c:marker>
            <c:symbol val="none"/>
          </c:marker>
          <c:xVal>
            <c:numRef>
              <c:f>一般化構造因子!$E$1:$E$66</c:f>
              <c:numCache>
                <c:formatCode>General</c:formatCode>
                <c:ptCount val="66"/>
                <c:pt idx="0">
                  <c:v>2.2495543672014202</c:v>
                </c:pt>
                <c:pt idx="1">
                  <c:v>2.3743315508021299</c:v>
                </c:pt>
                <c:pt idx="2">
                  <c:v>2.39215686274509</c:v>
                </c:pt>
                <c:pt idx="3">
                  <c:v>2.4991087344028502</c:v>
                </c:pt>
                <c:pt idx="4">
                  <c:v>2.5169340463458099</c:v>
                </c:pt>
                <c:pt idx="5">
                  <c:v>2.5525846702317199</c:v>
                </c:pt>
                <c:pt idx="6">
                  <c:v>2.57040998217468</c:v>
                </c:pt>
                <c:pt idx="7">
                  <c:v>2.6060606060606002</c:v>
                </c:pt>
                <c:pt idx="8">
                  <c:v>2.6238859180035599</c:v>
                </c:pt>
                <c:pt idx="9">
                  <c:v>2.64171122994652</c:v>
                </c:pt>
                <c:pt idx="10">
                  <c:v>2.6595365418894801</c:v>
                </c:pt>
                <c:pt idx="11">
                  <c:v>2.71301247771836</c:v>
                </c:pt>
                <c:pt idx="12">
                  <c:v>2.71301247771836</c:v>
                </c:pt>
                <c:pt idx="13">
                  <c:v>2.71301247771836</c:v>
                </c:pt>
                <c:pt idx="14">
                  <c:v>2.74866310160427</c:v>
                </c:pt>
                <c:pt idx="15">
                  <c:v>2.7843137254901902</c:v>
                </c:pt>
                <c:pt idx="16">
                  <c:v>2.8021390374331498</c:v>
                </c:pt>
                <c:pt idx="17">
                  <c:v>2.92691622103386</c:v>
                </c:pt>
                <c:pt idx="18">
                  <c:v>2.9803921568627398</c:v>
                </c:pt>
                <c:pt idx="19">
                  <c:v>3.0160427807486601</c:v>
                </c:pt>
                <c:pt idx="20">
                  <c:v>3.0695187165775399</c:v>
                </c:pt>
                <c:pt idx="21">
                  <c:v>3.0873440285204898</c:v>
                </c:pt>
                <c:pt idx="22">
                  <c:v>3.19429590017825</c:v>
                </c:pt>
                <c:pt idx="23">
                  <c:v>3.2121212121212102</c:v>
                </c:pt>
                <c:pt idx="24">
                  <c:v>3.2655971479500798</c:v>
                </c:pt>
                <c:pt idx="25">
                  <c:v>3.3547237076648799</c:v>
                </c:pt>
                <c:pt idx="26">
                  <c:v>3.4616755793226299</c:v>
                </c:pt>
                <c:pt idx="27">
                  <c:v>3.6399286987522199</c:v>
                </c:pt>
                <c:pt idx="28">
                  <c:v>3.90730837789661</c:v>
                </c:pt>
                <c:pt idx="29">
                  <c:v>4.1746880570409903</c:v>
                </c:pt>
                <c:pt idx="30">
                  <c:v>4.2816399286987501</c:v>
                </c:pt>
                <c:pt idx="31">
                  <c:v>4.4598930481283396</c:v>
                </c:pt>
                <c:pt idx="32">
                  <c:v>4.5133689839572098</c:v>
                </c:pt>
                <c:pt idx="33">
                  <c:v>4.6203208556149704</c:v>
                </c:pt>
                <c:pt idx="34">
                  <c:v>4.9233511586452696</c:v>
                </c:pt>
                <c:pt idx="35">
                  <c:v>5.1907308377896602</c:v>
                </c:pt>
                <c:pt idx="36">
                  <c:v>5.4402852049910804</c:v>
                </c:pt>
                <c:pt idx="37">
                  <c:v>5.6720142602495498</c:v>
                </c:pt>
                <c:pt idx="38">
                  <c:v>5.9037433155080201</c:v>
                </c:pt>
                <c:pt idx="39">
                  <c:v>6.0998217468805702</c:v>
                </c:pt>
                <c:pt idx="40">
                  <c:v>6.3137254901960702</c:v>
                </c:pt>
                <c:pt idx="41">
                  <c:v>6.5098039215686203</c:v>
                </c:pt>
                <c:pt idx="42">
                  <c:v>6.7593582887700503</c:v>
                </c:pt>
                <c:pt idx="43">
                  <c:v>6.9910873440285197</c:v>
                </c:pt>
                <c:pt idx="44">
                  <c:v>7.1871657754010698</c:v>
                </c:pt>
                <c:pt idx="45">
                  <c:v>7.3654188948306496</c:v>
                </c:pt>
                <c:pt idx="46">
                  <c:v>7.5793226381461603</c:v>
                </c:pt>
                <c:pt idx="47">
                  <c:v>7.8288770053475902</c:v>
                </c:pt>
                <c:pt idx="48">
                  <c:v>8.1140819964349298</c:v>
                </c:pt>
                <c:pt idx="49">
                  <c:v>8.3636363636363598</c:v>
                </c:pt>
                <c:pt idx="50">
                  <c:v>8.5418894830659493</c:v>
                </c:pt>
                <c:pt idx="51">
                  <c:v>8.8092691622103292</c:v>
                </c:pt>
                <c:pt idx="52">
                  <c:v>9.0588235294117592</c:v>
                </c:pt>
                <c:pt idx="53">
                  <c:v>9.3262032085561497</c:v>
                </c:pt>
                <c:pt idx="54">
                  <c:v>9.5401069518716497</c:v>
                </c:pt>
                <c:pt idx="55">
                  <c:v>9.7718360071301191</c:v>
                </c:pt>
                <c:pt idx="56">
                  <c:v>9.9679144385026692</c:v>
                </c:pt>
                <c:pt idx="57">
                  <c:v>10.1461675579322</c:v>
                </c:pt>
                <c:pt idx="58">
                  <c:v>10.3778966131907</c:v>
                </c:pt>
                <c:pt idx="59">
                  <c:v>10.645276292335099</c:v>
                </c:pt>
                <c:pt idx="60">
                  <c:v>10.7522281639928</c:v>
                </c:pt>
                <c:pt idx="61">
                  <c:v>11.0196078431372</c:v>
                </c:pt>
                <c:pt idx="62">
                  <c:v>11.1978609625668</c:v>
                </c:pt>
                <c:pt idx="63">
                  <c:v>11.4295900178253</c:v>
                </c:pt>
                <c:pt idx="64">
                  <c:v>11.6256684491978</c:v>
                </c:pt>
                <c:pt idx="65">
                  <c:v>11.8752228163992</c:v>
                </c:pt>
              </c:numCache>
            </c:numRef>
          </c:xVal>
          <c:yVal>
            <c:numRef>
              <c:f>一般化構造因子!$G$1:$G$66</c:f>
              <c:numCache>
                <c:formatCode>General</c:formatCode>
                <c:ptCount val="66"/>
                <c:pt idx="0">
                  <c:v>-0.61351357317483979</c:v>
                </c:pt>
                <c:pt idx="1">
                  <c:v>-0.5284708310568802</c:v>
                </c:pt>
                <c:pt idx="2">
                  <c:v>-0.41238555653053011</c:v>
                </c:pt>
                <c:pt idx="3">
                  <c:v>-0.28088938924853002</c:v>
                </c:pt>
                <c:pt idx="4">
                  <c:v>-0.16480411472217016</c:v>
                </c:pt>
                <c:pt idx="5">
                  <c:v>-4.8732636876879898E-2</c:v>
                </c:pt>
                <c:pt idx="6">
                  <c:v>5.9612699568989846E-2</c:v>
                </c:pt>
                <c:pt idx="7">
                  <c:v>0.1602043012532901</c:v>
                </c:pt>
                <c:pt idx="8">
                  <c:v>0.31498926618212009</c:v>
                </c:pt>
                <c:pt idx="9">
                  <c:v>0.43881447878897983</c:v>
                </c:pt>
                <c:pt idx="10">
                  <c:v>0.53167993907385025</c:v>
                </c:pt>
                <c:pt idx="11">
                  <c:v>0.66321749639906002</c:v>
                </c:pt>
                <c:pt idx="12">
                  <c:v>0.75609675336500981</c:v>
                </c:pt>
                <c:pt idx="13">
                  <c:v>0.87219582457244016</c:v>
                </c:pt>
                <c:pt idx="14">
                  <c:v>0.97278742625674042</c:v>
                </c:pt>
                <c:pt idx="15">
                  <c:v>1.0888589041020298</c:v>
                </c:pt>
                <c:pt idx="16">
                  <c:v>1.1739844263063999</c:v>
                </c:pt>
                <c:pt idx="17">
                  <c:v>1.08100859257297</c:v>
                </c:pt>
                <c:pt idx="18">
                  <c:v>0.98808794556380963</c:v>
                </c:pt>
                <c:pt idx="19">
                  <c:v>0.87196128099424008</c:v>
                </c:pt>
                <c:pt idx="20">
                  <c:v>0.71712112934111971</c:v>
                </c:pt>
                <c:pt idx="21">
                  <c:v>0.57778844721114009</c:v>
                </c:pt>
                <c:pt idx="22">
                  <c:v>0.43064684359530014</c:v>
                </c:pt>
                <c:pt idx="23">
                  <c:v>0.3145339757068002</c:v>
                </c:pt>
                <c:pt idx="24">
                  <c:v>0.19839351445616016</c:v>
                </c:pt>
                <c:pt idx="25">
                  <c:v>5.1265707521389814E-2</c:v>
                </c:pt>
                <c:pt idx="26">
                  <c:v>-8.0396019933449914E-2</c:v>
                </c:pt>
                <c:pt idx="27">
                  <c:v>-0.21211293411256982</c:v>
                </c:pt>
                <c:pt idx="28">
                  <c:v>-0.30519914129456982</c:v>
                </c:pt>
                <c:pt idx="29">
                  <c:v>-0.2434865868666698</c:v>
                </c:pt>
                <c:pt idx="30">
                  <c:v>-0.15069010998715004</c:v>
                </c:pt>
                <c:pt idx="31">
                  <c:v>-5.0208881751410139E-2</c:v>
                </c:pt>
                <c:pt idx="32">
                  <c:v>1.1669232849340183E-2</c:v>
                </c:pt>
                <c:pt idx="33">
                  <c:v>7.3505957406879929E-2</c:v>
                </c:pt>
                <c:pt idx="34">
                  <c:v>0.1429308565531402</c:v>
                </c:pt>
                <c:pt idx="35">
                  <c:v>0.12724403017609998</c:v>
                </c:pt>
                <c:pt idx="36">
                  <c:v>7.2871310077640139E-2</c:v>
                </c:pt>
                <c:pt idx="37">
                  <c:v>1.077244857977E-2</c:v>
                </c:pt>
                <c:pt idx="38">
                  <c:v>-1.2626722515639788E-2</c:v>
                </c:pt>
                <c:pt idx="39">
                  <c:v>-5.9218114490379836E-2</c:v>
                </c:pt>
                <c:pt idx="40">
                  <c:v>-4.3903798502240132E-2</c:v>
                </c:pt>
                <c:pt idx="41">
                  <c:v>-5.3558715915298372E-3</c:v>
                </c:pt>
                <c:pt idx="42">
                  <c:v>4.8630541436950114E-2</c:v>
                </c:pt>
                <c:pt idx="43">
                  <c:v>7.1670998824520105E-2</c:v>
                </c:pt>
                <c:pt idx="44">
                  <c:v>6.3779297252250178E-2</c:v>
                </c:pt>
                <c:pt idx="45">
                  <c:v>3.2681578119559962E-2</c:v>
                </c:pt>
                <c:pt idx="46">
                  <c:v>3.2516017946719877E-2</c:v>
                </c:pt>
                <c:pt idx="47">
                  <c:v>1.3631120897499294E-3</c:v>
                </c:pt>
                <c:pt idx="48">
                  <c:v>-6.5975728878702178E-3</c:v>
                </c:pt>
                <c:pt idx="49">
                  <c:v>-2.2270602583850163E-2</c:v>
                </c:pt>
                <c:pt idx="50">
                  <c:v>-3.0148507475050046E-2</c:v>
                </c:pt>
                <c:pt idx="51">
                  <c:v>-3.8095395771600149E-2</c:v>
                </c:pt>
                <c:pt idx="52">
                  <c:v>-3.8288549306579878E-2</c:v>
                </c:pt>
                <c:pt idx="53">
                  <c:v>3.1163943201820032E-2</c:v>
                </c:pt>
                <c:pt idx="54">
                  <c:v>6.1958135350959953E-2</c:v>
                </c:pt>
                <c:pt idx="55">
                  <c:v>6.9518716577539941E-2</c:v>
                </c:pt>
                <c:pt idx="56">
                  <c:v>6.1627015005270014E-2</c:v>
                </c:pt>
                <c:pt idx="57">
                  <c:v>1.5049419711589795E-2</c:v>
                </c:pt>
                <c:pt idx="58">
                  <c:v>1.4870062857680111E-2</c:v>
                </c:pt>
                <c:pt idx="59">
                  <c:v>-8.556701599870209E-3</c:v>
                </c:pt>
                <c:pt idx="60">
                  <c:v>-3.1859295927770148E-2</c:v>
                </c:pt>
                <c:pt idx="61">
                  <c:v>-3.9806184224330021E-2</c:v>
                </c:pt>
                <c:pt idx="62">
                  <c:v>-8.9843987130500125E-3</c:v>
                </c:pt>
                <c:pt idx="63">
                  <c:v>2.1795996755019864E-2</c:v>
                </c:pt>
                <c:pt idx="64">
                  <c:v>5.2603985585220059E-2</c:v>
                </c:pt>
                <c:pt idx="65">
                  <c:v>4.467089396974E-2</c:v>
                </c:pt>
              </c:numCache>
            </c:numRef>
          </c:yVal>
          <c:smooth val="1"/>
          <c:extLst>
            <c:ext xmlns:c16="http://schemas.microsoft.com/office/drawing/2014/chart" uri="{C3380CC4-5D6E-409C-BE32-E72D297353CC}">
              <c16:uniqueId val="{00000001-DBC6-4F78-9BA1-8CCFC6C849EA}"/>
            </c:ext>
          </c:extLst>
        </c:ser>
        <c:dLbls>
          <c:showLegendKey val="0"/>
          <c:showVal val="0"/>
          <c:showCatName val="0"/>
          <c:showSerName val="0"/>
          <c:showPercent val="0"/>
          <c:showBubbleSize val="0"/>
        </c:dLbls>
        <c:axId val="1474646816"/>
        <c:axId val="1737138512"/>
      </c:scatterChart>
      <c:valAx>
        <c:axId val="1474646816"/>
        <c:scaling>
          <c:orientation val="minMax"/>
          <c:max val="10"/>
          <c:min val="2"/>
        </c:scaling>
        <c:delete val="0"/>
        <c:axPos val="b"/>
        <c:majorGridlines>
          <c:spPr>
            <a:ln w="9525" cap="flat" cmpd="sng" algn="ctr">
              <a:noFill/>
              <a:round/>
            </a:ln>
            <a:effectLst/>
          </c:spPr>
        </c:majorGridlines>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ltLang="ja-JP" sz="1000" b="0" i="0" u="none" strike="noStrike" kern="1200" baseline="0" dirty="0">
                    <a:solidFill>
                      <a:srgbClr val="000000">
                        <a:lumMod val="65000"/>
                        <a:lumOff val="35000"/>
                      </a:srgbClr>
                    </a:solidFill>
                  </a:rPr>
                  <a:t>Q[</a:t>
                </a:r>
                <a:r>
                  <a:rPr lang="en-US" altLang="ja-JP" sz="1000" b="0" i="0" u="none" strike="noStrike" kern="1200" baseline="0" dirty="0">
                    <a:solidFill>
                      <a:srgbClr val="000000">
                        <a:lumMod val="65000"/>
                        <a:lumOff val="35000"/>
                      </a:srgbClr>
                    </a:solidFill>
                    <a:latin typeface="Yu Gothic UI" panose="020B0500000000000000" pitchFamily="50" charset="-128"/>
                    <a:ea typeface="Yu Gothic UI" panose="020B0500000000000000" pitchFamily="50" charset="-128"/>
                  </a:rPr>
                  <a:t>Å</a:t>
                </a:r>
                <a:r>
                  <a:rPr lang="en-US" altLang="ja-JP" sz="800" b="0" i="0" u="none" strike="noStrike" kern="1200" baseline="0" dirty="0">
                    <a:solidFill>
                      <a:srgbClr val="000000">
                        <a:lumMod val="65000"/>
                        <a:lumOff val="35000"/>
                      </a:srgbClr>
                    </a:solidFill>
                    <a:latin typeface="Yu Gothic UI" panose="020B0500000000000000" pitchFamily="50" charset="-128"/>
                    <a:ea typeface="Yu Gothic UI" panose="020B0500000000000000" pitchFamily="50" charset="-128"/>
                  </a:rPr>
                  <a:t>¯¹</a:t>
                </a:r>
                <a:r>
                  <a:rPr lang="en-US" altLang="ja-JP" sz="1000" b="0" i="0" u="none" strike="noStrike" kern="1200" baseline="0" dirty="0">
                    <a:solidFill>
                      <a:srgbClr val="000000">
                        <a:lumMod val="65000"/>
                        <a:lumOff val="35000"/>
                      </a:srgbClr>
                    </a:solidFill>
                  </a:rPr>
                  <a:t>]</a:t>
                </a:r>
                <a:endParaRPr lang="ja-JP" altLang="en-US" sz="1000" b="0" i="0" u="none" strike="noStrike" kern="1200" baseline="0" dirty="0">
                  <a:solidFill>
                    <a:srgbClr val="000000">
                      <a:lumMod val="65000"/>
                      <a:lumOff val="35000"/>
                    </a:srgbClr>
                  </a:solidFill>
                </a:endParaRPr>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ja-JP" altLang="en-US"/>
            </a:p>
          </c:txPr>
        </c:title>
        <c:numFmt formatCode="General" sourceLinked="1"/>
        <c:majorTickMark val="none"/>
        <c:minorTickMark val="none"/>
        <c:tickLblPos val="low"/>
        <c:spPr>
          <a:noFill/>
          <a:ln w="9525" cap="flat" cmpd="sng" algn="ctr">
            <a:no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ja-JP"/>
          </a:p>
        </c:txPr>
        <c:crossAx val="1737138512"/>
        <c:crosses val="autoZero"/>
        <c:crossBetween val="midCat"/>
      </c:valAx>
      <c:valAx>
        <c:axId val="1737138512"/>
        <c:scaling>
          <c:orientation val="minMax"/>
          <c:min val="-1.5"/>
        </c:scaling>
        <c:delete val="0"/>
        <c:axPos val="l"/>
        <c:majorGridlines>
          <c:spPr>
            <a:ln w="9525" cap="flat" cmpd="sng" algn="ctr">
              <a:no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ltLang="ja-JP" sz="1000" b="0" i="0" u="none" strike="noStrike" kern="1200" baseline="0" dirty="0">
                    <a:solidFill>
                      <a:srgbClr val="000000">
                        <a:lumMod val="65000"/>
                        <a:lumOff val="35000"/>
                      </a:srgbClr>
                    </a:solidFill>
                  </a:rPr>
                  <a:t>S(Q)</a:t>
                </a:r>
                <a:endParaRPr lang="ja-JP" altLang="en-US" sz="1000" b="0" i="0" u="none" strike="noStrike" kern="1200" baseline="0" dirty="0">
                  <a:solidFill>
                    <a:srgbClr val="000000">
                      <a:lumMod val="65000"/>
                      <a:lumOff val="35000"/>
                    </a:srgbClr>
                  </a:solidFill>
                </a:endParaRPr>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ja-JP" altLang="en-US"/>
            </a:p>
          </c:txPr>
        </c:title>
        <c:numFmt formatCode="General" sourceLinked="1"/>
        <c:majorTickMark val="none"/>
        <c:minorTickMark val="none"/>
        <c:tickLblPos val="nextTo"/>
        <c:spPr>
          <a:noFill/>
          <a:ln w="9525" cap="flat" cmpd="sng" algn="ctr">
            <a:no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ja-JP"/>
          </a:p>
        </c:txPr>
        <c:crossAx val="1474646816"/>
        <c:crosses val="autoZero"/>
        <c:crossBetween val="midCat"/>
      </c:valAx>
      <c:spPr>
        <a:noFill/>
        <a:ln>
          <a:solidFill>
            <a:schemeClr val="tx1"/>
          </a:solidFill>
        </a:ln>
        <a:effectLst/>
      </c:spPr>
    </c:plotArea>
    <c:legend>
      <c:legendPos val="r"/>
      <c:layout>
        <c:manualLayout>
          <c:xMode val="edge"/>
          <c:yMode val="edge"/>
          <c:x val="0.72433808009526734"/>
          <c:y val="0.11422572178477693"/>
          <c:w val="0.19151249172328799"/>
          <c:h val="0.14018789707361348"/>
        </c:manualLayout>
      </c:layout>
      <c:overlay val="1"/>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ja-JP"/>
        </a:p>
      </c:txPr>
    </c:legend>
    <c:plotVisOnly val="1"/>
    <c:dispBlanksAs val="gap"/>
    <c:showDLblsOverMax val="0"/>
  </c:chart>
  <c:spPr>
    <a:noFill/>
    <a:ln>
      <a:noFill/>
    </a:ln>
    <a:effectLst/>
  </c:spPr>
  <c:txPr>
    <a:bodyPr/>
    <a:lstStyle/>
    <a:p>
      <a:pPr>
        <a:defRPr/>
      </a:pPr>
      <a:endParaRPr lang="ja-JP"/>
    </a:p>
  </c:txPr>
  <c:externalData r:id="rId4">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scatterChart>
        <c:scatterStyle val="smoothMarker"/>
        <c:varyColors val="0"/>
        <c:ser>
          <c:idx val="0"/>
          <c:order val="0"/>
          <c:tx>
            <c:strRef>
              <c:f>二体分布関数!$C$1</c:f>
              <c:strCache>
                <c:ptCount val="1"/>
                <c:pt idx="0">
                  <c:v>Zr-Zr</c:v>
                </c:pt>
              </c:strCache>
            </c:strRef>
          </c:tx>
          <c:spPr>
            <a:ln w="19050" cap="rnd">
              <a:solidFill>
                <a:schemeClr val="accent1"/>
              </a:solidFill>
              <a:round/>
            </a:ln>
            <a:effectLst/>
          </c:spPr>
          <c:marker>
            <c:symbol val="none"/>
          </c:marker>
          <c:xVal>
            <c:numRef>
              <c:f>二体分布関数!$B$2:$B$1034</c:f>
              <c:numCache>
                <c:formatCode>0.00E+00</c:formatCode>
                <c:ptCount val="517"/>
                <c:pt idx="0">
                  <c:v>0.06</c:v>
                </c:pt>
                <c:pt idx="1">
                  <c:v>0.12</c:v>
                </c:pt>
                <c:pt idx="2">
                  <c:v>0.18</c:v>
                </c:pt>
                <c:pt idx="3">
                  <c:v>0.24</c:v>
                </c:pt>
                <c:pt idx="4">
                  <c:v>0.3</c:v>
                </c:pt>
                <c:pt idx="5">
                  <c:v>0.36</c:v>
                </c:pt>
                <c:pt idx="6">
                  <c:v>0.42</c:v>
                </c:pt>
                <c:pt idx="7">
                  <c:v>0.48</c:v>
                </c:pt>
                <c:pt idx="8">
                  <c:v>0.54</c:v>
                </c:pt>
                <c:pt idx="9">
                  <c:v>0.6</c:v>
                </c:pt>
                <c:pt idx="10">
                  <c:v>0.66</c:v>
                </c:pt>
                <c:pt idx="11">
                  <c:v>0.72</c:v>
                </c:pt>
                <c:pt idx="12">
                  <c:v>0.78</c:v>
                </c:pt>
                <c:pt idx="13">
                  <c:v>0.84</c:v>
                </c:pt>
                <c:pt idx="14">
                  <c:v>0.9</c:v>
                </c:pt>
                <c:pt idx="15">
                  <c:v>0.96</c:v>
                </c:pt>
                <c:pt idx="16" formatCode="General">
                  <c:v>1.02</c:v>
                </c:pt>
                <c:pt idx="17" formatCode="General">
                  <c:v>1.08</c:v>
                </c:pt>
                <c:pt idx="18" formatCode="General">
                  <c:v>1.1399999999999999</c:v>
                </c:pt>
                <c:pt idx="19" formatCode="General">
                  <c:v>1.2</c:v>
                </c:pt>
                <c:pt idx="20" formatCode="General">
                  <c:v>1.26</c:v>
                </c:pt>
                <c:pt idx="21" formatCode="General">
                  <c:v>1.32</c:v>
                </c:pt>
                <c:pt idx="22" formatCode="General">
                  <c:v>1.38</c:v>
                </c:pt>
                <c:pt idx="23" formatCode="General">
                  <c:v>1.44</c:v>
                </c:pt>
                <c:pt idx="24" formatCode="General">
                  <c:v>1.5</c:v>
                </c:pt>
                <c:pt idx="25" formatCode="General">
                  <c:v>1.56</c:v>
                </c:pt>
                <c:pt idx="26" formatCode="General">
                  <c:v>1.62</c:v>
                </c:pt>
                <c:pt idx="27" formatCode="General">
                  <c:v>1.68</c:v>
                </c:pt>
                <c:pt idx="28" formatCode="General">
                  <c:v>1.74</c:v>
                </c:pt>
                <c:pt idx="29" formatCode="General">
                  <c:v>1.8</c:v>
                </c:pt>
                <c:pt idx="30" formatCode="General">
                  <c:v>1.86</c:v>
                </c:pt>
                <c:pt idx="31" formatCode="General">
                  <c:v>1.92</c:v>
                </c:pt>
                <c:pt idx="32" formatCode="General">
                  <c:v>1.98</c:v>
                </c:pt>
                <c:pt idx="33" formatCode="General">
                  <c:v>2.04</c:v>
                </c:pt>
                <c:pt idx="34" formatCode="General">
                  <c:v>2.1</c:v>
                </c:pt>
                <c:pt idx="35" formatCode="General">
                  <c:v>2.16</c:v>
                </c:pt>
                <c:pt idx="36" formatCode="General">
                  <c:v>2.2200000000000002</c:v>
                </c:pt>
                <c:pt idx="37" formatCode="General">
                  <c:v>2.2799999999999998</c:v>
                </c:pt>
                <c:pt idx="38" formatCode="General">
                  <c:v>2.34</c:v>
                </c:pt>
                <c:pt idx="39" formatCode="General">
                  <c:v>2.4</c:v>
                </c:pt>
                <c:pt idx="40" formatCode="General">
                  <c:v>2.46</c:v>
                </c:pt>
                <c:pt idx="41" formatCode="General">
                  <c:v>2.52</c:v>
                </c:pt>
                <c:pt idx="42" formatCode="General">
                  <c:v>2.58</c:v>
                </c:pt>
                <c:pt idx="43" formatCode="General">
                  <c:v>2.64</c:v>
                </c:pt>
                <c:pt idx="44" formatCode="General">
                  <c:v>2.7</c:v>
                </c:pt>
                <c:pt idx="45" formatCode="General">
                  <c:v>2.76</c:v>
                </c:pt>
                <c:pt idx="46" formatCode="General">
                  <c:v>2.82</c:v>
                </c:pt>
                <c:pt idx="47" formatCode="General">
                  <c:v>2.88</c:v>
                </c:pt>
                <c:pt idx="48" formatCode="General">
                  <c:v>2.94</c:v>
                </c:pt>
                <c:pt idx="49" formatCode="General">
                  <c:v>3</c:v>
                </c:pt>
                <c:pt idx="50" formatCode="General">
                  <c:v>3.06</c:v>
                </c:pt>
                <c:pt idx="51" formatCode="General">
                  <c:v>3.12</c:v>
                </c:pt>
                <c:pt idx="52" formatCode="General">
                  <c:v>3.18</c:v>
                </c:pt>
                <c:pt idx="53" formatCode="General">
                  <c:v>3.24</c:v>
                </c:pt>
                <c:pt idx="54" formatCode="General">
                  <c:v>3.3</c:v>
                </c:pt>
                <c:pt idx="55" formatCode="General">
                  <c:v>3.36</c:v>
                </c:pt>
                <c:pt idx="56" formatCode="General">
                  <c:v>3.42</c:v>
                </c:pt>
                <c:pt idx="57" formatCode="General">
                  <c:v>3.48</c:v>
                </c:pt>
                <c:pt idx="58" formatCode="General">
                  <c:v>3.54</c:v>
                </c:pt>
                <c:pt idx="59" formatCode="General">
                  <c:v>3.6</c:v>
                </c:pt>
                <c:pt idx="60" formatCode="General">
                  <c:v>3.66</c:v>
                </c:pt>
                <c:pt idx="61" formatCode="General">
                  <c:v>3.72</c:v>
                </c:pt>
                <c:pt idx="62" formatCode="General">
                  <c:v>3.78</c:v>
                </c:pt>
                <c:pt idx="63" formatCode="General">
                  <c:v>3.84</c:v>
                </c:pt>
                <c:pt idx="64" formatCode="General">
                  <c:v>3.9</c:v>
                </c:pt>
                <c:pt idx="65" formatCode="General">
                  <c:v>3.96</c:v>
                </c:pt>
                <c:pt idx="66" formatCode="General">
                  <c:v>4.0199999999999996</c:v>
                </c:pt>
                <c:pt idx="67" formatCode="General">
                  <c:v>4.08</c:v>
                </c:pt>
                <c:pt idx="68" formatCode="General">
                  <c:v>4.1399999999999997</c:v>
                </c:pt>
                <c:pt idx="69" formatCode="General">
                  <c:v>4.2</c:v>
                </c:pt>
                <c:pt idx="70" formatCode="General">
                  <c:v>4.26</c:v>
                </c:pt>
                <c:pt idx="71" formatCode="General">
                  <c:v>4.32</c:v>
                </c:pt>
                <c:pt idx="72" formatCode="General">
                  <c:v>4.38</c:v>
                </c:pt>
                <c:pt idx="73" formatCode="General">
                  <c:v>4.4400000000000004</c:v>
                </c:pt>
                <c:pt idx="74" formatCode="General">
                  <c:v>4.5</c:v>
                </c:pt>
                <c:pt idx="75" formatCode="General">
                  <c:v>4.5599999999999996</c:v>
                </c:pt>
                <c:pt idx="76" formatCode="General">
                  <c:v>4.62</c:v>
                </c:pt>
                <c:pt idx="77" formatCode="General">
                  <c:v>4.68</c:v>
                </c:pt>
                <c:pt idx="78" formatCode="General">
                  <c:v>4.74</c:v>
                </c:pt>
                <c:pt idx="79" formatCode="General">
                  <c:v>4.8</c:v>
                </c:pt>
                <c:pt idx="80" formatCode="General">
                  <c:v>4.8600000000000003</c:v>
                </c:pt>
                <c:pt idx="81" formatCode="General">
                  <c:v>4.92</c:v>
                </c:pt>
                <c:pt idx="82" formatCode="General">
                  <c:v>4.9800000000000004</c:v>
                </c:pt>
                <c:pt idx="83" formatCode="General">
                  <c:v>5.04</c:v>
                </c:pt>
                <c:pt idx="84" formatCode="General">
                  <c:v>5.0999999999999996</c:v>
                </c:pt>
                <c:pt idx="85" formatCode="General">
                  <c:v>5.16</c:v>
                </c:pt>
                <c:pt idx="86" formatCode="General">
                  <c:v>5.22</c:v>
                </c:pt>
                <c:pt idx="87" formatCode="General">
                  <c:v>5.28</c:v>
                </c:pt>
                <c:pt idx="88" formatCode="General">
                  <c:v>5.34</c:v>
                </c:pt>
                <c:pt idx="89" formatCode="General">
                  <c:v>5.4</c:v>
                </c:pt>
                <c:pt idx="90" formatCode="General">
                  <c:v>5.46</c:v>
                </c:pt>
                <c:pt idx="91" formatCode="General">
                  <c:v>5.52</c:v>
                </c:pt>
                <c:pt idx="92" formatCode="General">
                  <c:v>5.58</c:v>
                </c:pt>
                <c:pt idx="93" formatCode="General">
                  <c:v>5.64</c:v>
                </c:pt>
                <c:pt idx="94" formatCode="General">
                  <c:v>5.7</c:v>
                </c:pt>
                <c:pt idx="95" formatCode="General">
                  <c:v>5.76</c:v>
                </c:pt>
                <c:pt idx="96" formatCode="General">
                  <c:v>5.82</c:v>
                </c:pt>
                <c:pt idx="97" formatCode="General">
                  <c:v>5.88</c:v>
                </c:pt>
                <c:pt idx="98" formatCode="General">
                  <c:v>5.94</c:v>
                </c:pt>
                <c:pt idx="99" formatCode="General">
                  <c:v>6</c:v>
                </c:pt>
                <c:pt idx="100" formatCode="General">
                  <c:v>6.06</c:v>
                </c:pt>
                <c:pt idx="101" formatCode="General">
                  <c:v>6.12</c:v>
                </c:pt>
                <c:pt idx="102" formatCode="General">
                  <c:v>6.18</c:v>
                </c:pt>
                <c:pt idx="103" formatCode="General">
                  <c:v>6.24</c:v>
                </c:pt>
                <c:pt idx="104" formatCode="General">
                  <c:v>6.3</c:v>
                </c:pt>
                <c:pt idx="105" formatCode="General">
                  <c:v>6.36</c:v>
                </c:pt>
                <c:pt idx="106" formatCode="General">
                  <c:v>6.42</c:v>
                </c:pt>
                <c:pt idx="107" formatCode="General">
                  <c:v>6.48</c:v>
                </c:pt>
                <c:pt idx="108" formatCode="General">
                  <c:v>6.54</c:v>
                </c:pt>
                <c:pt idx="109" formatCode="General">
                  <c:v>6.6</c:v>
                </c:pt>
                <c:pt idx="110" formatCode="General">
                  <c:v>6.66</c:v>
                </c:pt>
                <c:pt idx="111" formatCode="General">
                  <c:v>6.72</c:v>
                </c:pt>
                <c:pt idx="112" formatCode="General">
                  <c:v>6.78</c:v>
                </c:pt>
                <c:pt idx="113" formatCode="General">
                  <c:v>6.84</c:v>
                </c:pt>
                <c:pt idx="114" formatCode="General">
                  <c:v>6.9</c:v>
                </c:pt>
                <c:pt idx="115" formatCode="General">
                  <c:v>6.96</c:v>
                </c:pt>
                <c:pt idx="116" formatCode="General">
                  <c:v>7.02</c:v>
                </c:pt>
                <c:pt idx="117" formatCode="General">
                  <c:v>7.08</c:v>
                </c:pt>
                <c:pt idx="118" formatCode="General">
                  <c:v>7.14</c:v>
                </c:pt>
                <c:pt idx="119" formatCode="General">
                  <c:v>7.2</c:v>
                </c:pt>
                <c:pt idx="120" formatCode="General">
                  <c:v>7.26</c:v>
                </c:pt>
                <c:pt idx="121" formatCode="General">
                  <c:v>7.32</c:v>
                </c:pt>
                <c:pt idx="122" formatCode="General">
                  <c:v>7.38</c:v>
                </c:pt>
                <c:pt idx="123" formatCode="General">
                  <c:v>7.44</c:v>
                </c:pt>
                <c:pt idx="124" formatCode="General">
                  <c:v>7.5</c:v>
                </c:pt>
                <c:pt idx="125" formatCode="General">
                  <c:v>7.56</c:v>
                </c:pt>
                <c:pt idx="126" formatCode="General">
                  <c:v>7.62</c:v>
                </c:pt>
                <c:pt idx="127" formatCode="General">
                  <c:v>7.68</c:v>
                </c:pt>
                <c:pt idx="128" formatCode="General">
                  <c:v>7.74</c:v>
                </c:pt>
                <c:pt idx="129" formatCode="General">
                  <c:v>7.8</c:v>
                </c:pt>
                <c:pt idx="130" formatCode="General">
                  <c:v>7.86</c:v>
                </c:pt>
                <c:pt idx="131" formatCode="General">
                  <c:v>7.92</c:v>
                </c:pt>
                <c:pt idx="132" formatCode="General">
                  <c:v>7.98</c:v>
                </c:pt>
                <c:pt idx="133" formatCode="General">
                  <c:v>8.0399999999999991</c:v>
                </c:pt>
                <c:pt idx="134" formatCode="General">
                  <c:v>8.0999990000000004</c:v>
                </c:pt>
                <c:pt idx="135" formatCode="General">
                  <c:v>8.16</c:v>
                </c:pt>
                <c:pt idx="136" formatCode="General">
                  <c:v>8.2200000000000006</c:v>
                </c:pt>
                <c:pt idx="137" formatCode="General">
                  <c:v>8.2799999999999994</c:v>
                </c:pt>
                <c:pt idx="138" formatCode="General">
                  <c:v>8.34</c:v>
                </c:pt>
                <c:pt idx="139" formatCode="General">
                  <c:v>8.4</c:v>
                </c:pt>
                <c:pt idx="140" formatCode="General">
                  <c:v>8.4600000000000009</c:v>
                </c:pt>
                <c:pt idx="141" formatCode="General">
                  <c:v>8.52</c:v>
                </c:pt>
                <c:pt idx="142" formatCode="General">
                  <c:v>8.58</c:v>
                </c:pt>
                <c:pt idx="143" formatCode="General">
                  <c:v>8.6399989999999995</c:v>
                </c:pt>
                <c:pt idx="144" formatCode="General">
                  <c:v>8.6999999999999993</c:v>
                </c:pt>
                <c:pt idx="145" formatCode="General">
                  <c:v>8.76</c:v>
                </c:pt>
                <c:pt idx="146" formatCode="General">
                  <c:v>8.82</c:v>
                </c:pt>
                <c:pt idx="147" formatCode="General">
                  <c:v>8.8800000000000008</c:v>
                </c:pt>
                <c:pt idx="148" formatCode="General">
                  <c:v>8.94</c:v>
                </c:pt>
                <c:pt idx="149" formatCode="General">
                  <c:v>9</c:v>
                </c:pt>
                <c:pt idx="150" formatCode="General">
                  <c:v>9.0599989999999995</c:v>
                </c:pt>
                <c:pt idx="151" formatCode="General">
                  <c:v>9.1199999999999992</c:v>
                </c:pt>
                <c:pt idx="152" formatCode="General">
                  <c:v>9.1799990000000005</c:v>
                </c:pt>
                <c:pt idx="153" formatCode="General">
                  <c:v>9.24</c:v>
                </c:pt>
                <c:pt idx="154" formatCode="General">
                  <c:v>9.3000000000000007</c:v>
                </c:pt>
                <c:pt idx="155" formatCode="General">
                  <c:v>9.36</c:v>
                </c:pt>
                <c:pt idx="156" formatCode="General">
                  <c:v>9.42</c:v>
                </c:pt>
                <c:pt idx="157" formatCode="General">
                  <c:v>9.48</c:v>
                </c:pt>
                <c:pt idx="158" formatCode="General">
                  <c:v>9.5399999999999991</c:v>
                </c:pt>
                <c:pt idx="159" formatCode="General">
                  <c:v>9.5999990000000004</c:v>
                </c:pt>
                <c:pt idx="160" formatCode="General">
                  <c:v>9.66</c:v>
                </c:pt>
                <c:pt idx="161" formatCode="General">
                  <c:v>9.7199989999999996</c:v>
                </c:pt>
                <c:pt idx="162" formatCode="General">
                  <c:v>9.7799999999999994</c:v>
                </c:pt>
                <c:pt idx="163" formatCode="General">
                  <c:v>9.84</c:v>
                </c:pt>
                <c:pt idx="164" formatCode="General">
                  <c:v>9.9</c:v>
                </c:pt>
                <c:pt idx="165" formatCode="General">
                  <c:v>9.9600000000000009</c:v>
                </c:pt>
                <c:pt idx="166" formatCode="General">
                  <c:v>10.02</c:v>
                </c:pt>
                <c:pt idx="167" formatCode="General">
                  <c:v>10.08</c:v>
                </c:pt>
                <c:pt idx="168" formatCode="General">
                  <c:v>10.14</c:v>
                </c:pt>
                <c:pt idx="169" formatCode="General">
                  <c:v>10.199999999999999</c:v>
                </c:pt>
                <c:pt idx="170" formatCode="General">
                  <c:v>10.26</c:v>
                </c:pt>
                <c:pt idx="171" formatCode="General">
                  <c:v>10.32</c:v>
                </c:pt>
                <c:pt idx="172" formatCode="General">
                  <c:v>10.38</c:v>
                </c:pt>
                <c:pt idx="173" formatCode="General">
                  <c:v>10.44</c:v>
                </c:pt>
                <c:pt idx="174" formatCode="General">
                  <c:v>10.5</c:v>
                </c:pt>
                <c:pt idx="175" formatCode="General">
                  <c:v>10.56</c:v>
                </c:pt>
                <c:pt idx="176" formatCode="General">
                  <c:v>10.62</c:v>
                </c:pt>
                <c:pt idx="177" formatCode="General">
                  <c:v>10.68</c:v>
                </c:pt>
                <c:pt idx="178" formatCode="General">
                  <c:v>10.74</c:v>
                </c:pt>
                <c:pt idx="179" formatCode="General">
                  <c:v>10.8</c:v>
                </c:pt>
                <c:pt idx="180" formatCode="General">
                  <c:v>10.86</c:v>
                </c:pt>
                <c:pt idx="181" formatCode="General">
                  <c:v>10.92</c:v>
                </c:pt>
                <c:pt idx="182" formatCode="General">
                  <c:v>10.98</c:v>
                </c:pt>
                <c:pt idx="183" formatCode="General">
                  <c:v>11.04</c:v>
                </c:pt>
                <c:pt idx="184" formatCode="General">
                  <c:v>11.1</c:v>
                </c:pt>
                <c:pt idx="185" formatCode="General">
                  <c:v>11.16</c:v>
                </c:pt>
                <c:pt idx="186" formatCode="General">
                  <c:v>11.22</c:v>
                </c:pt>
                <c:pt idx="187" formatCode="General">
                  <c:v>11.28</c:v>
                </c:pt>
                <c:pt idx="188" formatCode="General">
                  <c:v>11.34</c:v>
                </c:pt>
                <c:pt idx="189" formatCode="General">
                  <c:v>11.4</c:v>
                </c:pt>
                <c:pt idx="190" formatCode="General">
                  <c:v>11.46</c:v>
                </c:pt>
                <c:pt idx="191" formatCode="General">
                  <c:v>11.52</c:v>
                </c:pt>
                <c:pt idx="192" formatCode="General">
                  <c:v>11.58</c:v>
                </c:pt>
                <c:pt idx="193" formatCode="General">
                  <c:v>11.64</c:v>
                </c:pt>
                <c:pt idx="194" formatCode="General">
                  <c:v>11.7</c:v>
                </c:pt>
                <c:pt idx="195" formatCode="General">
                  <c:v>11.76</c:v>
                </c:pt>
                <c:pt idx="196" formatCode="General">
                  <c:v>11.82</c:v>
                </c:pt>
                <c:pt idx="197" formatCode="General">
                  <c:v>11.88</c:v>
                </c:pt>
                <c:pt idx="198" formatCode="General">
                  <c:v>11.94</c:v>
                </c:pt>
                <c:pt idx="199" formatCode="General">
                  <c:v>12</c:v>
                </c:pt>
                <c:pt idx="200" formatCode="General">
                  <c:v>12.06</c:v>
                </c:pt>
                <c:pt idx="201" formatCode="General">
                  <c:v>12.12</c:v>
                </c:pt>
                <c:pt idx="202" formatCode="General">
                  <c:v>12.18</c:v>
                </c:pt>
                <c:pt idx="203" formatCode="General">
                  <c:v>12.24</c:v>
                </c:pt>
                <c:pt idx="204" formatCode="General">
                  <c:v>12.3</c:v>
                </c:pt>
                <c:pt idx="205" formatCode="General">
                  <c:v>12.36</c:v>
                </c:pt>
                <c:pt idx="206" formatCode="General">
                  <c:v>12.42</c:v>
                </c:pt>
                <c:pt idx="207" formatCode="General">
                  <c:v>12.48</c:v>
                </c:pt>
                <c:pt idx="208" formatCode="General">
                  <c:v>12.54</c:v>
                </c:pt>
                <c:pt idx="209" formatCode="General">
                  <c:v>12.6</c:v>
                </c:pt>
                <c:pt idx="210" formatCode="General">
                  <c:v>12.66</c:v>
                </c:pt>
                <c:pt idx="211" formatCode="General">
                  <c:v>12.72</c:v>
                </c:pt>
                <c:pt idx="212" formatCode="General">
                  <c:v>12.78</c:v>
                </c:pt>
                <c:pt idx="213" formatCode="General">
                  <c:v>12.84</c:v>
                </c:pt>
                <c:pt idx="214" formatCode="General">
                  <c:v>12.9</c:v>
                </c:pt>
                <c:pt idx="215" formatCode="General">
                  <c:v>12.96</c:v>
                </c:pt>
                <c:pt idx="216" formatCode="General">
                  <c:v>13.02</c:v>
                </c:pt>
                <c:pt idx="217" formatCode="General">
                  <c:v>13.08</c:v>
                </c:pt>
                <c:pt idx="218" formatCode="General">
                  <c:v>13.14</c:v>
                </c:pt>
                <c:pt idx="219" formatCode="General">
                  <c:v>13.2</c:v>
                </c:pt>
                <c:pt idx="220" formatCode="General">
                  <c:v>13.26</c:v>
                </c:pt>
                <c:pt idx="221" formatCode="General">
                  <c:v>13.32</c:v>
                </c:pt>
                <c:pt idx="222" formatCode="General">
                  <c:v>13.38</c:v>
                </c:pt>
                <c:pt idx="223" formatCode="General">
                  <c:v>13.44</c:v>
                </c:pt>
                <c:pt idx="224" formatCode="General">
                  <c:v>13.5</c:v>
                </c:pt>
                <c:pt idx="225" formatCode="General">
                  <c:v>13.56</c:v>
                </c:pt>
                <c:pt idx="226" formatCode="General">
                  <c:v>13.62</c:v>
                </c:pt>
                <c:pt idx="227" formatCode="General">
                  <c:v>13.68</c:v>
                </c:pt>
                <c:pt idx="228" formatCode="General">
                  <c:v>13.74</c:v>
                </c:pt>
                <c:pt idx="229" formatCode="General">
                  <c:v>13.8</c:v>
                </c:pt>
                <c:pt idx="230" formatCode="General">
                  <c:v>13.86</c:v>
                </c:pt>
                <c:pt idx="231" formatCode="General">
                  <c:v>13.92</c:v>
                </c:pt>
                <c:pt idx="232" formatCode="General">
                  <c:v>13.98</c:v>
                </c:pt>
                <c:pt idx="233" formatCode="General">
                  <c:v>14.04</c:v>
                </c:pt>
                <c:pt idx="234" formatCode="General">
                  <c:v>14.1</c:v>
                </c:pt>
                <c:pt idx="235" formatCode="General">
                  <c:v>14.16</c:v>
                </c:pt>
                <c:pt idx="236" formatCode="General">
                  <c:v>14.22</c:v>
                </c:pt>
                <c:pt idx="237" formatCode="General">
                  <c:v>14.28</c:v>
                </c:pt>
                <c:pt idx="238" formatCode="General">
                  <c:v>14.34</c:v>
                </c:pt>
                <c:pt idx="239" formatCode="General">
                  <c:v>14.4</c:v>
                </c:pt>
                <c:pt idx="240" formatCode="General">
                  <c:v>14.46</c:v>
                </c:pt>
                <c:pt idx="241" formatCode="General">
                  <c:v>14.52</c:v>
                </c:pt>
                <c:pt idx="242" formatCode="General">
                  <c:v>14.58</c:v>
                </c:pt>
                <c:pt idx="243" formatCode="General">
                  <c:v>14.64</c:v>
                </c:pt>
                <c:pt idx="244" formatCode="General">
                  <c:v>14.7</c:v>
                </c:pt>
                <c:pt idx="245" formatCode="General">
                  <c:v>14.76</c:v>
                </c:pt>
                <c:pt idx="246" formatCode="General">
                  <c:v>14.82</c:v>
                </c:pt>
                <c:pt idx="247" formatCode="General">
                  <c:v>14.88</c:v>
                </c:pt>
                <c:pt idx="248" formatCode="General">
                  <c:v>14.94</c:v>
                </c:pt>
                <c:pt idx="249" formatCode="General">
                  <c:v>15</c:v>
                </c:pt>
                <c:pt idx="250" formatCode="General">
                  <c:v>15.06</c:v>
                </c:pt>
                <c:pt idx="251" formatCode="General">
                  <c:v>15.12</c:v>
                </c:pt>
                <c:pt idx="252" formatCode="General">
                  <c:v>15.18</c:v>
                </c:pt>
                <c:pt idx="253" formatCode="General">
                  <c:v>15.24</c:v>
                </c:pt>
                <c:pt idx="254" formatCode="General">
                  <c:v>15.3</c:v>
                </c:pt>
                <c:pt idx="255" formatCode="General">
                  <c:v>15.36</c:v>
                </c:pt>
                <c:pt idx="256" formatCode="General">
                  <c:v>15.42</c:v>
                </c:pt>
                <c:pt idx="257" formatCode="General">
                  <c:v>15.48</c:v>
                </c:pt>
                <c:pt idx="258" formatCode="General">
                  <c:v>15.54</c:v>
                </c:pt>
                <c:pt idx="259" formatCode="General">
                  <c:v>15.6</c:v>
                </c:pt>
                <c:pt idx="260" formatCode="General">
                  <c:v>15.66</c:v>
                </c:pt>
                <c:pt idx="261" formatCode="General">
                  <c:v>15.72</c:v>
                </c:pt>
                <c:pt idx="262" formatCode="General">
                  <c:v>15.78</c:v>
                </c:pt>
                <c:pt idx="263" formatCode="General">
                  <c:v>15.84</c:v>
                </c:pt>
                <c:pt idx="264" formatCode="General">
                  <c:v>15.9</c:v>
                </c:pt>
                <c:pt idx="265" formatCode="General">
                  <c:v>15.96</c:v>
                </c:pt>
                <c:pt idx="266" formatCode="General">
                  <c:v>16.02</c:v>
                </c:pt>
                <c:pt idx="267" formatCode="General">
                  <c:v>16.079999999999998</c:v>
                </c:pt>
                <c:pt idx="268" formatCode="General">
                  <c:v>16.14</c:v>
                </c:pt>
                <c:pt idx="269" formatCode="General">
                  <c:v>16.2</c:v>
                </c:pt>
                <c:pt idx="270" formatCode="General">
                  <c:v>16.260000000000002</c:v>
                </c:pt>
                <c:pt idx="271" formatCode="General">
                  <c:v>16.32</c:v>
                </c:pt>
                <c:pt idx="272" formatCode="General">
                  <c:v>16.38</c:v>
                </c:pt>
                <c:pt idx="273" formatCode="General">
                  <c:v>16.440000000000001</c:v>
                </c:pt>
                <c:pt idx="274" formatCode="General">
                  <c:v>16.5</c:v>
                </c:pt>
                <c:pt idx="275" formatCode="General">
                  <c:v>16.559999999999999</c:v>
                </c:pt>
                <c:pt idx="276" formatCode="General">
                  <c:v>16.62</c:v>
                </c:pt>
                <c:pt idx="277" formatCode="General">
                  <c:v>16.68</c:v>
                </c:pt>
                <c:pt idx="278" formatCode="General">
                  <c:v>16.739999999999998</c:v>
                </c:pt>
                <c:pt idx="279" formatCode="General">
                  <c:v>16.8</c:v>
                </c:pt>
                <c:pt idx="280" formatCode="General">
                  <c:v>16.86</c:v>
                </c:pt>
                <c:pt idx="281" formatCode="General">
                  <c:v>16.920000000000002</c:v>
                </c:pt>
                <c:pt idx="282" formatCode="General">
                  <c:v>16.98</c:v>
                </c:pt>
                <c:pt idx="283" formatCode="General">
                  <c:v>17.04</c:v>
                </c:pt>
                <c:pt idx="284" formatCode="General">
                  <c:v>17.100000000000001</c:v>
                </c:pt>
                <c:pt idx="285" formatCode="General">
                  <c:v>17.16</c:v>
                </c:pt>
                <c:pt idx="286" formatCode="General">
                  <c:v>17.22</c:v>
                </c:pt>
                <c:pt idx="287" formatCode="General">
                  <c:v>17.28</c:v>
                </c:pt>
                <c:pt idx="288" formatCode="General">
                  <c:v>17.34</c:v>
                </c:pt>
                <c:pt idx="289" formatCode="General">
                  <c:v>17.399999999999999</c:v>
                </c:pt>
                <c:pt idx="290" formatCode="General">
                  <c:v>17.46</c:v>
                </c:pt>
                <c:pt idx="291" formatCode="General">
                  <c:v>17.52</c:v>
                </c:pt>
                <c:pt idx="292" formatCode="General">
                  <c:v>17.579999999999998</c:v>
                </c:pt>
                <c:pt idx="293" formatCode="General">
                  <c:v>17.64</c:v>
                </c:pt>
                <c:pt idx="294" formatCode="General">
                  <c:v>17.7</c:v>
                </c:pt>
                <c:pt idx="295" formatCode="General">
                  <c:v>17.760000000000002</c:v>
                </c:pt>
                <c:pt idx="296" formatCode="General">
                  <c:v>17.82</c:v>
                </c:pt>
                <c:pt idx="297" formatCode="General">
                  <c:v>17.88</c:v>
                </c:pt>
                <c:pt idx="298" formatCode="General">
                  <c:v>17.940000000000001</c:v>
                </c:pt>
                <c:pt idx="299" formatCode="General">
                  <c:v>18</c:v>
                </c:pt>
                <c:pt idx="300" formatCode="General">
                  <c:v>18.059999999999999</c:v>
                </c:pt>
                <c:pt idx="301" formatCode="General">
                  <c:v>18.12</c:v>
                </c:pt>
                <c:pt idx="302" formatCode="General">
                  <c:v>18.18</c:v>
                </c:pt>
                <c:pt idx="303" formatCode="General">
                  <c:v>18.239999999999998</c:v>
                </c:pt>
                <c:pt idx="304" formatCode="General">
                  <c:v>18.3</c:v>
                </c:pt>
                <c:pt idx="305" formatCode="General">
                  <c:v>18.36</c:v>
                </c:pt>
                <c:pt idx="306" formatCode="General">
                  <c:v>18.420000000000002</c:v>
                </c:pt>
                <c:pt idx="307" formatCode="General">
                  <c:v>18.48</c:v>
                </c:pt>
                <c:pt idx="308" formatCode="General">
                  <c:v>18.54</c:v>
                </c:pt>
                <c:pt idx="309" formatCode="General">
                  <c:v>18.600000000000001</c:v>
                </c:pt>
                <c:pt idx="310" formatCode="General">
                  <c:v>18.66</c:v>
                </c:pt>
                <c:pt idx="311" formatCode="General">
                  <c:v>18.72</c:v>
                </c:pt>
                <c:pt idx="312" formatCode="General">
                  <c:v>18.78</c:v>
                </c:pt>
                <c:pt idx="313" formatCode="General">
                  <c:v>18.84</c:v>
                </c:pt>
                <c:pt idx="314" formatCode="General">
                  <c:v>18.899999999999999</c:v>
                </c:pt>
                <c:pt idx="315" formatCode="General">
                  <c:v>18.96</c:v>
                </c:pt>
                <c:pt idx="316" formatCode="General">
                  <c:v>19.02</c:v>
                </c:pt>
                <c:pt idx="317" formatCode="General">
                  <c:v>19.079999999999998</c:v>
                </c:pt>
                <c:pt idx="318" formatCode="General">
                  <c:v>19.14</c:v>
                </c:pt>
                <c:pt idx="319" formatCode="General">
                  <c:v>19.2</c:v>
                </c:pt>
                <c:pt idx="320" formatCode="General">
                  <c:v>19.260000000000002</c:v>
                </c:pt>
                <c:pt idx="321" formatCode="General">
                  <c:v>19.32</c:v>
                </c:pt>
                <c:pt idx="322" formatCode="General">
                  <c:v>19.38</c:v>
                </c:pt>
                <c:pt idx="323" formatCode="General">
                  <c:v>19.440000000000001</c:v>
                </c:pt>
                <c:pt idx="324" formatCode="General">
                  <c:v>19.5</c:v>
                </c:pt>
                <c:pt idx="325" formatCode="General">
                  <c:v>19.559999999999999</c:v>
                </c:pt>
                <c:pt idx="326" formatCode="General">
                  <c:v>19.62</c:v>
                </c:pt>
                <c:pt idx="327" formatCode="General">
                  <c:v>19.68</c:v>
                </c:pt>
                <c:pt idx="328" formatCode="General">
                  <c:v>19.739999999999998</c:v>
                </c:pt>
                <c:pt idx="329" formatCode="General">
                  <c:v>19.8</c:v>
                </c:pt>
                <c:pt idx="330" formatCode="General">
                  <c:v>19.86</c:v>
                </c:pt>
                <c:pt idx="331" formatCode="General">
                  <c:v>19.920000000000002</c:v>
                </c:pt>
                <c:pt idx="332" formatCode="General">
                  <c:v>19.98</c:v>
                </c:pt>
                <c:pt idx="333" formatCode="General">
                  <c:v>20.04</c:v>
                </c:pt>
                <c:pt idx="334" formatCode="General">
                  <c:v>20.100000000000001</c:v>
                </c:pt>
                <c:pt idx="335" formatCode="General">
                  <c:v>20.16</c:v>
                </c:pt>
                <c:pt idx="336" formatCode="General">
                  <c:v>20.22</c:v>
                </c:pt>
                <c:pt idx="337" formatCode="General">
                  <c:v>20.28</c:v>
                </c:pt>
                <c:pt idx="338" formatCode="General">
                  <c:v>20.34</c:v>
                </c:pt>
                <c:pt idx="339" formatCode="General">
                  <c:v>20.399999999999999</c:v>
                </c:pt>
                <c:pt idx="340" formatCode="General">
                  <c:v>20.46</c:v>
                </c:pt>
                <c:pt idx="341" formatCode="General">
                  <c:v>20.52</c:v>
                </c:pt>
                <c:pt idx="342" formatCode="General">
                  <c:v>20.58</c:v>
                </c:pt>
                <c:pt idx="343" formatCode="General">
                  <c:v>20.64</c:v>
                </c:pt>
                <c:pt idx="344" formatCode="General">
                  <c:v>20.7</c:v>
                </c:pt>
                <c:pt idx="345" formatCode="General">
                  <c:v>20.76</c:v>
                </c:pt>
                <c:pt idx="346" formatCode="General">
                  <c:v>20.82</c:v>
                </c:pt>
                <c:pt idx="347" formatCode="General">
                  <c:v>20.88</c:v>
                </c:pt>
                <c:pt idx="348" formatCode="General">
                  <c:v>20.94</c:v>
                </c:pt>
                <c:pt idx="349" formatCode="General">
                  <c:v>21</c:v>
                </c:pt>
                <c:pt idx="350" formatCode="General">
                  <c:v>21.06</c:v>
                </c:pt>
                <c:pt idx="351" formatCode="General">
                  <c:v>21.12</c:v>
                </c:pt>
                <c:pt idx="352" formatCode="General">
                  <c:v>21.18</c:v>
                </c:pt>
                <c:pt idx="353" formatCode="General">
                  <c:v>21.24</c:v>
                </c:pt>
                <c:pt idx="354" formatCode="General">
                  <c:v>21.3</c:v>
                </c:pt>
                <c:pt idx="355" formatCode="General">
                  <c:v>21.36</c:v>
                </c:pt>
                <c:pt idx="356" formatCode="General">
                  <c:v>21.42</c:v>
                </c:pt>
                <c:pt idx="357" formatCode="General">
                  <c:v>21.48</c:v>
                </c:pt>
                <c:pt idx="358" formatCode="General">
                  <c:v>21.54</c:v>
                </c:pt>
                <c:pt idx="359" formatCode="General">
                  <c:v>21.6</c:v>
                </c:pt>
                <c:pt idx="360" formatCode="General">
                  <c:v>21.66</c:v>
                </c:pt>
                <c:pt idx="361" formatCode="General">
                  <c:v>21.72</c:v>
                </c:pt>
                <c:pt idx="362" formatCode="General">
                  <c:v>21.78</c:v>
                </c:pt>
                <c:pt idx="363" formatCode="General">
                  <c:v>21.84</c:v>
                </c:pt>
                <c:pt idx="364" formatCode="General">
                  <c:v>21.9</c:v>
                </c:pt>
                <c:pt idx="365" formatCode="General">
                  <c:v>21.96</c:v>
                </c:pt>
                <c:pt idx="366" formatCode="General">
                  <c:v>22.02</c:v>
                </c:pt>
                <c:pt idx="367" formatCode="General">
                  <c:v>22.08</c:v>
                </c:pt>
                <c:pt idx="368" formatCode="General">
                  <c:v>22.14</c:v>
                </c:pt>
                <c:pt idx="369" formatCode="General">
                  <c:v>22.2</c:v>
                </c:pt>
                <c:pt idx="370" formatCode="General">
                  <c:v>22.26</c:v>
                </c:pt>
                <c:pt idx="371" formatCode="General">
                  <c:v>22.32</c:v>
                </c:pt>
                <c:pt idx="372" formatCode="General">
                  <c:v>22.38</c:v>
                </c:pt>
                <c:pt idx="373" formatCode="General">
                  <c:v>22.44</c:v>
                </c:pt>
                <c:pt idx="374" formatCode="General">
                  <c:v>22.5</c:v>
                </c:pt>
                <c:pt idx="375" formatCode="General">
                  <c:v>22.56</c:v>
                </c:pt>
                <c:pt idx="376" formatCode="General">
                  <c:v>22.62</c:v>
                </c:pt>
                <c:pt idx="377" formatCode="General">
                  <c:v>22.68</c:v>
                </c:pt>
                <c:pt idx="378" formatCode="General">
                  <c:v>22.74</c:v>
                </c:pt>
                <c:pt idx="379" formatCode="General">
                  <c:v>22.8</c:v>
                </c:pt>
                <c:pt idx="380" formatCode="General">
                  <c:v>22.86</c:v>
                </c:pt>
                <c:pt idx="381" formatCode="General">
                  <c:v>22.92</c:v>
                </c:pt>
                <c:pt idx="382" formatCode="General">
                  <c:v>22.98</c:v>
                </c:pt>
                <c:pt idx="383" formatCode="General">
                  <c:v>23.04</c:v>
                </c:pt>
                <c:pt idx="384" formatCode="General">
                  <c:v>23.1</c:v>
                </c:pt>
                <c:pt idx="385" formatCode="General">
                  <c:v>23.16</c:v>
                </c:pt>
                <c:pt idx="386" formatCode="General">
                  <c:v>23.22</c:v>
                </c:pt>
                <c:pt idx="387" formatCode="General">
                  <c:v>23.28</c:v>
                </c:pt>
                <c:pt idx="388" formatCode="General">
                  <c:v>23.34</c:v>
                </c:pt>
                <c:pt idx="389" formatCode="General">
                  <c:v>23.4</c:v>
                </c:pt>
                <c:pt idx="390" formatCode="General">
                  <c:v>23.46</c:v>
                </c:pt>
                <c:pt idx="391" formatCode="General">
                  <c:v>23.52</c:v>
                </c:pt>
                <c:pt idx="392" formatCode="General">
                  <c:v>23.58</c:v>
                </c:pt>
                <c:pt idx="393" formatCode="General">
                  <c:v>23.64</c:v>
                </c:pt>
                <c:pt idx="394" formatCode="General">
                  <c:v>23.7</c:v>
                </c:pt>
                <c:pt idx="395" formatCode="General">
                  <c:v>23.76</c:v>
                </c:pt>
                <c:pt idx="396" formatCode="General">
                  <c:v>23.82</c:v>
                </c:pt>
                <c:pt idx="397" formatCode="General">
                  <c:v>23.88</c:v>
                </c:pt>
                <c:pt idx="398" formatCode="General">
                  <c:v>23.94</c:v>
                </c:pt>
                <c:pt idx="399" formatCode="General">
                  <c:v>24</c:v>
                </c:pt>
                <c:pt idx="400" formatCode="General">
                  <c:v>24.06</c:v>
                </c:pt>
                <c:pt idx="401" formatCode="General">
                  <c:v>24.12</c:v>
                </c:pt>
                <c:pt idx="402" formatCode="General">
                  <c:v>24.18</c:v>
                </c:pt>
                <c:pt idx="403" formatCode="General">
                  <c:v>24.24</c:v>
                </c:pt>
                <c:pt idx="404" formatCode="General">
                  <c:v>24.3</c:v>
                </c:pt>
                <c:pt idx="405" formatCode="General">
                  <c:v>24.36</c:v>
                </c:pt>
                <c:pt idx="406" formatCode="General">
                  <c:v>24.42</c:v>
                </c:pt>
                <c:pt idx="407" formatCode="General">
                  <c:v>24.48</c:v>
                </c:pt>
                <c:pt idx="408" formatCode="General">
                  <c:v>24.54</c:v>
                </c:pt>
                <c:pt idx="409" formatCode="General">
                  <c:v>24.6</c:v>
                </c:pt>
                <c:pt idx="410" formatCode="General">
                  <c:v>24.66</c:v>
                </c:pt>
                <c:pt idx="411" formatCode="General">
                  <c:v>24.72</c:v>
                </c:pt>
                <c:pt idx="412" formatCode="General">
                  <c:v>24.78</c:v>
                </c:pt>
                <c:pt idx="413" formatCode="General">
                  <c:v>24.84</c:v>
                </c:pt>
                <c:pt idx="414" formatCode="General">
                  <c:v>24.9</c:v>
                </c:pt>
                <c:pt idx="415" formatCode="General">
                  <c:v>24.96</c:v>
                </c:pt>
                <c:pt idx="416" formatCode="General">
                  <c:v>25.02</c:v>
                </c:pt>
                <c:pt idx="417" formatCode="General">
                  <c:v>25.08</c:v>
                </c:pt>
                <c:pt idx="418" formatCode="General">
                  <c:v>25.14</c:v>
                </c:pt>
                <c:pt idx="419" formatCode="General">
                  <c:v>25.2</c:v>
                </c:pt>
                <c:pt idx="420" formatCode="General">
                  <c:v>25.26</c:v>
                </c:pt>
                <c:pt idx="421" formatCode="General">
                  <c:v>25.32</c:v>
                </c:pt>
                <c:pt idx="422" formatCode="General">
                  <c:v>25.38</c:v>
                </c:pt>
                <c:pt idx="423" formatCode="General">
                  <c:v>25.44</c:v>
                </c:pt>
                <c:pt idx="424" formatCode="General">
                  <c:v>25.5</c:v>
                </c:pt>
                <c:pt idx="425" formatCode="General">
                  <c:v>25.56</c:v>
                </c:pt>
                <c:pt idx="426" formatCode="General">
                  <c:v>25.62</c:v>
                </c:pt>
                <c:pt idx="427" formatCode="General">
                  <c:v>25.68</c:v>
                </c:pt>
                <c:pt idx="428" formatCode="General">
                  <c:v>25.74</c:v>
                </c:pt>
                <c:pt idx="429" formatCode="General">
                  <c:v>25.8</c:v>
                </c:pt>
                <c:pt idx="430" formatCode="General">
                  <c:v>25.86</c:v>
                </c:pt>
                <c:pt idx="431" formatCode="General">
                  <c:v>25.92</c:v>
                </c:pt>
                <c:pt idx="432" formatCode="General">
                  <c:v>25.98</c:v>
                </c:pt>
                <c:pt idx="433" formatCode="General">
                  <c:v>26.04</c:v>
                </c:pt>
                <c:pt idx="434" formatCode="General">
                  <c:v>26.1</c:v>
                </c:pt>
                <c:pt idx="435" formatCode="General">
                  <c:v>26.16</c:v>
                </c:pt>
                <c:pt idx="436" formatCode="General">
                  <c:v>26.22</c:v>
                </c:pt>
                <c:pt idx="437" formatCode="General">
                  <c:v>26.28</c:v>
                </c:pt>
                <c:pt idx="438" formatCode="General">
                  <c:v>26.34</c:v>
                </c:pt>
                <c:pt idx="439" formatCode="General">
                  <c:v>26.4</c:v>
                </c:pt>
                <c:pt idx="440" formatCode="General">
                  <c:v>26.46</c:v>
                </c:pt>
                <c:pt idx="441" formatCode="General">
                  <c:v>26.52</c:v>
                </c:pt>
                <c:pt idx="442" formatCode="General">
                  <c:v>26.58</c:v>
                </c:pt>
                <c:pt idx="443" formatCode="General">
                  <c:v>26.64</c:v>
                </c:pt>
                <c:pt idx="444" formatCode="General">
                  <c:v>26.7</c:v>
                </c:pt>
                <c:pt idx="445" formatCode="General">
                  <c:v>26.76</c:v>
                </c:pt>
                <c:pt idx="446" formatCode="General">
                  <c:v>26.82</c:v>
                </c:pt>
                <c:pt idx="447" formatCode="General">
                  <c:v>26.88</c:v>
                </c:pt>
                <c:pt idx="448" formatCode="General">
                  <c:v>26.94</c:v>
                </c:pt>
                <c:pt idx="449" formatCode="General">
                  <c:v>27</c:v>
                </c:pt>
                <c:pt idx="450" formatCode="General">
                  <c:v>27.06</c:v>
                </c:pt>
                <c:pt idx="451" formatCode="General">
                  <c:v>27.12</c:v>
                </c:pt>
                <c:pt idx="452" formatCode="General">
                  <c:v>27.18</c:v>
                </c:pt>
                <c:pt idx="453" formatCode="General">
                  <c:v>27.24</c:v>
                </c:pt>
                <c:pt idx="454" formatCode="General">
                  <c:v>27.3</c:v>
                </c:pt>
                <c:pt idx="455" formatCode="General">
                  <c:v>27.36</c:v>
                </c:pt>
                <c:pt idx="456" formatCode="General">
                  <c:v>27.42</c:v>
                </c:pt>
                <c:pt idx="457" formatCode="General">
                  <c:v>27.48</c:v>
                </c:pt>
                <c:pt idx="458" formatCode="General">
                  <c:v>27.54</c:v>
                </c:pt>
                <c:pt idx="459" formatCode="General">
                  <c:v>27.6</c:v>
                </c:pt>
                <c:pt idx="460" formatCode="General">
                  <c:v>27.66</c:v>
                </c:pt>
                <c:pt idx="461" formatCode="General">
                  <c:v>27.72</c:v>
                </c:pt>
                <c:pt idx="462" formatCode="General">
                  <c:v>27.78</c:v>
                </c:pt>
                <c:pt idx="463" formatCode="General">
                  <c:v>27.84</c:v>
                </c:pt>
                <c:pt idx="464" formatCode="General">
                  <c:v>27.9</c:v>
                </c:pt>
                <c:pt idx="465" formatCode="General">
                  <c:v>27.96</c:v>
                </c:pt>
                <c:pt idx="466" formatCode="General">
                  <c:v>28.02</c:v>
                </c:pt>
                <c:pt idx="467" formatCode="General">
                  <c:v>28.08</c:v>
                </c:pt>
                <c:pt idx="468" formatCode="General">
                  <c:v>28.14</c:v>
                </c:pt>
                <c:pt idx="469" formatCode="General">
                  <c:v>28.2</c:v>
                </c:pt>
                <c:pt idx="470" formatCode="General">
                  <c:v>28.26</c:v>
                </c:pt>
                <c:pt idx="471" formatCode="General">
                  <c:v>28.32</c:v>
                </c:pt>
                <c:pt idx="472" formatCode="General">
                  <c:v>28.38</c:v>
                </c:pt>
                <c:pt idx="473" formatCode="General">
                  <c:v>28.44</c:v>
                </c:pt>
                <c:pt idx="474" formatCode="General">
                  <c:v>28.5</c:v>
                </c:pt>
                <c:pt idx="475" formatCode="General">
                  <c:v>28.56</c:v>
                </c:pt>
                <c:pt idx="476" formatCode="General">
                  <c:v>28.62</c:v>
                </c:pt>
                <c:pt idx="477" formatCode="General">
                  <c:v>28.68</c:v>
                </c:pt>
                <c:pt idx="478" formatCode="General">
                  <c:v>28.74</c:v>
                </c:pt>
                <c:pt idx="479" formatCode="General">
                  <c:v>28.8</c:v>
                </c:pt>
                <c:pt idx="480" formatCode="General">
                  <c:v>28.86</c:v>
                </c:pt>
                <c:pt idx="481" formatCode="General">
                  <c:v>28.92</c:v>
                </c:pt>
                <c:pt idx="482" formatCode="General">
                  <c:v>28.98</c:v>
                </c:pt>
                <c:pt idx="483" formatCode="General">
                  <c:v>29.04</c:v>
                </c:pt>
                <c:pt idx="484" formatCode="General">
                  <c:v>29.1</c:v>
                </c:pt>
                <c:pt idx="485" formatCode="General">
                  <c:v>29.16</c:v>
                </c:pt>
                <c:pt idx="486" formatCode="General">
                  <c:v>29.22</c:v>
                </c:pt>
                <c:pt idx="487" formatCode="General">
                  <c:v>29.28</c:v>
                </c:pt>
                <c:pt idx="488" formatCode="General">
                  <c:v>29.34</c:v>
                </c:pt>
                <c:pt idx="489" formatCode="General">
                  <c:v>29.4</c:v>
                </c:pt>
                <c:pt idx="490" formatCode="General">
                  <c:v>29.46</c:v>
                </c:pt>
                <c:pt idx="491" formatCode="General">
                  <c:v>29.52</c:v>
                </c:pt>
                <c:pt idx="492" formatCode="General">
                  <c:v>29.58</c:v>
                </c:pt>
                <c:pt idx="493" formatCode="General">
                  <c:v>29.64</c:v>
                </c:pt>
                <c:pt idx="494" formatCode="General">
                  <c:v>29.7</c:v>
                </c:pt>
                <c:pt idx="495" formatCode="General">
                  <c:v>29.76</c:v>
                </c:pt>
                <c:pt idx="496" formatCode="General">
                  <c:v>29.82</c:v>
                </c:pt>
                <c:pt idx="497" formatCode="General">
                  <c:v>29.88</c:v>
                </c:pt>
                <c:pt idx="498" formatCode="General">
                  <c:v>29.94</c:v>
                </c:pt>
                <c:pt idx="499" formatCode="General">
                  <c:v>30</c:v>
                </c:pt>
                <c:pt idx="500" formatCode="General">
                  <c:v>30.06</c:v>
                </c:pt>
                <c:pt idx="501" formatCode="General">
                  <c:v>30.12</c:v>
                </c:pt>
                <c:pt idx="502" formatCode="General">
                  <c:v>30.18</c:v>
                </c:pt>
                <c:pt idx="503" formatCode="General">
                  <c:v>30.24</c:v>
                </c:pt>
                <c:pt idx="504" formatCode="General">
                  <c:v>30.3</c:v>
                </c:pt>
                <c:pt idx="505" formatCode="General">
                  <c:v>30.36</c:v>
                </c:pt>
                <c:pt idx="506" formatCode="General">
                  <c:v>30.42</c:v>
                </c:pt>
                <c:pt idx="507" formatCode="General">
                  <c:v>30.48</c:v>
                </c:pt>
                <c:pt idx="508" formatCode="General">
                  <c:v>30.54</c:v>
                </c:pt>
                <c:pt idx="509" formatCode="General">
                  <c:v>30.6</c:v>
                </c:pt>
                <c:pt idx="510" formatCode="General">
                  <c:v>30.66</c:v>
                </c:pt>
                <c:pt idx="511" formatCode="General">
                  <c:v>30.72</c:v>
                </c:pt>
                <c:pt idx="512" formatCode="General">
                  <c:v>30.78</c:v>
                </c:pt>
                <c:pt idx="513" formatCode="General">
                  <c:v>30.84</c:v>
                </c:pt>
                <c:pt idx="514" formatCode="General">
                  <c:v>30.9</c:v>
                </c:pt>
                <c:pt idx="515" formatCode="General">
                  <c:v>30.96</c:v>
                </c:pt>
                <c:pt idx="516" formatCode="General">
                  <c:v>31.02</c:v>
                </c:pt>
              </c:numCache>
            </c:numRef>
          </c:xVal>
          <c:yVal>
            <c:numRef>
              <c:f>二体分布関数!$C$2:$C$1034</c:f>
              <c:numCache>
                <c:formatCode>0.00E+00</c:formatCode>
                <c:ptCount val="517"/>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6.7571800000000001E-2</c:v>
                </c:pt>
                <c:pt idx="47" formatCode="General">
                  <c:v>1.458555</c:v>
                </c:pt>
                <c:pt idx="48" formatCode="General">
                  <c:v>4.6828000000000003</c:v>
                </c:pt>
                <c:pt idx="49" formatCode="General">
                  <c:v>6.6371260000000003</c:v>
                </c:pt>
                <c:pt idx="50" formatCode="General">
                  <c:v>5.8411970000000002</c:v>
                </c:pt>
                <c:pt idx="51" formatCode="General">
                  <c:v>4.1342080000000001</c:v>
                </c:pt>
                <c:pt idx="52" formatCode="General">
                  <c:v>2.8838650000000001</c:v>
                </c:pt>
                <c:pt idx="53" formatCode="General">
                  <c:v>1.784702</c:v>
                </c:pt>
                <c:pt idx="54" formatCode="General">
                  <c:v>1.346976</c:v>
                </c:pt>
                <c:pt idx="55">
                  <c:v>0.95968140000000002</c:v>
                </c:pt>
                <c:pt idx="56">
                  <c:v>0.71769989999999995</c:v>
                </c:pt>
                <c:pt idx="57">
                  <c:v>0.61161659999999995</c:v>
                </c:pt>
                <c:pt idx="58">
                  <c:v>0.52384140000000001</c:v>
                </c:pt>
                <c:pt idx="59">
                  <c:v>0.41351349999999998</c:v>
                </c:pt>
                <c:pt idx="60">
                  <c:v>0.39573029999999998</c:v>
                </c:pt>
                <c:pt idx="61">
                  <c:v>0.33269199999999999</c:v>
                </c:pt>
                <c:pt idx="62">
                  <c:v>0.29883609999999999</c:v>
                </c:pt>
                <c:pt idx="63">
                  <c:v>0.30926920000000002</c:v>
                </c:pt>
                <c:pt idx="64">
                  <c:v>0.30364609999999997</c:v>
                </c:pt>
                <c:pt idx="65">
                  <c:v>0.28710540000000001</c:v>
                </c:pt>
                <c:pt idx="66">
                  <c:v>0.24624579999999999</c:v>
                </c:pt>
                <c:pt idx="67">
                  <c:v>0.34637040000000002</c:v>
                </c:pt>
                <c:pt idx="68">
                  <c:v>0.35335080000000002</c:v>
                </c:pt>
                <c:pt idx="69">
                  <c:v>0.41084019999999999</c:v>
                </c:pt>
                <c:pt idx="70">
                  <c:v>0.45216859999999998</c:v>
                </c:pt>
                <c:pt idx="71">
                  <c:v>0.48561100000000001</c:v>
                </c:pt>
                <c:pt idx="72">
                  <c:v>0.55340199999999995</c:v>
                </c:pt>
                <c:pt idx="73">
                  <c:v>0.6107456</c:v>
                </c:pt>
                <c:pt idx="74">
                  <c:v>0.64907590000000004</c:v>
                </c:pt>
                <c:pt idx="75">
                  <c:v>0.70055679999999998</c:v>
                </c:pt>
                <c:pt idx="76">
                  <c:v>0.83081439999999995</c:v>
                </c:pt>
                <c:pt idx="77">
                  <c:v>0.99929559999999995</c:v>
                </c:pt>
                <c:pt idx="78" formatCode="General">
                  <c:v>1.1247739999999999</c:v>
                </c:pt>
                <c:pt idx="79" formatCode="General">
                  <c:v>1.352757</c:v>
                </c:pt>
                <c:pt idx="80" formatCode="General">
                  <c:v>1.462833</c:v>
                </c:pt>
                <c:pt idx="81" formatCode="General">
                  <c:v>1.5335700000000001</c:v>
                </c:pt>
                <c:pt idx="82" formatCode="General">
                  <c:v>1.534905</c:v>
                </c:pt>
                <c:pt idx="83" formatCode="General">
                  <c:v>1.4688460000000001</c:v>
                </c:pt>
                <c:pt idx="84" formatCode="General">
                  <c:v>1.421087</c:v>
                </c:pt>
                <c:pt idx="85" formatCode="General">
                  <c:v>1.376231</c:v>
                </c:pt>
                <c:pt idx="86" formatCode="General">
                  <c:v>1.3575680000000001</c:v>
                </c:pt>
                <c:pt idx="87" formatCode="General">
                  <c:v>1.288859</c:v>
                </c:pt>
                <c:pt idx="88" formatCode="General">
                  <c:v>1.1444430000000001</c:v>
                </c:pt>
                <c:pt idx="89" formatCode="General">
                  <c:v>1.128118</c:v>
                </c:pt>
                <c:pt idx="90" formatCode="General">
                  <c:v>1.0347679999999999</c:v>
                </c:pt>
                <c:pt idx="91" formatCode="General">
                  <c:v>1.0324150000000001</c:v>
                </c:pt>
                <c:pt idx="92">
                  <c:v>0.99960389999999999</c:v>
                </c:pt>
                <c:pt idx="93" formatCode="General">
                  <c:v>1.010866</c:v>
                </c:pt>
                <c:pt idx="94" formatCode="General">
                  <c:v>1.0652429999999999</c:v>
                </c:pt>
                <c:pt idx="95" formatCode="General">
                  <c:v>1.090006</c:v>
                </c:pt>
                <c:pt idx="96" formatCode="General">
                  <c:v>1.1486860000000001</c:v>
                </c:pt>
                <c:pt idx="97" formatCode="General">
                  <c:v>1.221139</c:v>
                </c:pt>
                <c:pt idx="98" formatCode="General">
                  <c:v>1.1838340000000001</c:v>
                </c:pt>
                <c:pt idx="99" formatCode="General">
                  <c:v>1.1138809999999999</c:v>
                </c:pt>
                <c:pt idx="100" formatCode="General">
                  <c:v>1.006508</c:v>
                </c:pt>
                <c:pt idx="101">
                  <c:v>0.927929</c:v>
                </c:pt>
                <c:pt idx="102">
                  <c:v>0.84991499999999998</c:v>
                </c:pt>
                <c:pt idx="103">
                  <c:v>0.77434270000000005</c:v>
                </c:pt>
                <c:pt idx="104">
                  <c:v>0.72636429999999996</c:v>
                </c:pt>
                <c:pt idx="105">
                  <c:v>0.71523740000000002</c:v>
                </c:pt>
                <c:pt idx="106">
                  <c:v>0.69770259999999995</c:v>
                </c:pt>
                <c:pt idx="107">
                  <c:v>0.70836189999999999</c:v>
                </c:pt>
                <c:pt idx="108">
                  <c:v>0.73005949999999997</c:v>
                </c:pt>
                <c:pt idx="109">
                  <c:v>0.72118059999999995</c:v>
                </c:pt>
                <c:pt idx="110">
                  <c:v>0.76816580000000001</c:v>
                </c:pt>
                <c:pt idx="111">
                  <c:v>0.85228099999999996</c:v>
                </c:pt>
                <c:pt idx="112">
                  <c:v>0.8615912</c:v>
                </c:pt>
                <c:pt idx="113">
                  <c:v>0.89745249999999999</c:v>
                </c:pt>
                <c:pt idx="114">
                  <c:v>0.96641259999999996</c:v>
                </c:pt>
                <c:pt idx="115" formatCode="General">
                  <c:v>1.0082869999999999</c:v>
                </c:pt>
                <c:pt idx="116" formatCode="General">
                  <c:v>1.024133</c:v>
                </c:pt>
                <c:pt idx="117" formatCode="General">
                  <c:v>1.07175</c:v>
                </c:pt>
                <c:pt idx="118" formatCode="General">
                  <c:v>1.1230420000000001</c:v>
                </c:pt>
                <c:pt idx="119" formatCode="General">
                  <c:v>1.0906750000000001</c:v>
                </c:pt>
                <c:pt idx="120" formatCode="General">
                  <c:v>1.1341699999999999</c:v>
                </c:pt>
                <c:pt idx="121" formatCode="General">
                  <c:v>1.1454690000000001</c:v>
                </c:pt>
                <c:pt idx="122" formatCode="General">
                  <c:v>1.1226529999999999</c:v>
                </c:pt>
                <c:pt idx="123" formatCode="General">
                  <c:v>1.1628670000000001</c:v>
                </c:pt>
                <c:pt idx="124" formatCode="General">
                  <c:v>1.130134</c:v>
                </c:pt>
                <c:pt idx="125" formatCode="General">
                  <c:v>1.1514009999999999</c:v>
                </c:pt>
                <c:pt idx="126" formatCode="General">
                  <c:v>1.1193329999999999</c:v>
                </c:pt>
                <c:pt idx="127" formatCode="General">
                  <c:v>1.1506670000000001</c:v>
                </c:pt>
                <c:pt idx="128" formatCode="General">
                  <c:v>1.138957</c:v>
                </c:pt>
                <c:pt idx="129" formatCode="General">
                  <c:v>1.0890359999999999</c:v>
                </c:pt>
                <c:pt idx="130" formatCode="General">
                  <c:v>1.1018589999999999</c:v>
                </c:pt>
                <c:pt idx="131" formatCode="General">
                  <c:v>1.0551280000000001</c:v>
                </c:pt>
                <c:pt idx="132" formatCode="General">
                  <c:v>1.0386359999999999</c:v>
                </c:pt>
                <c:pt idx="133" formatCode="General">
                  <c:v>1.0339769999999999</c:v>
                </c:pt>
                <c:pt idx="134">
                  <c:v>0.98838870000000001</c:v>
                </c:pt>
                <c:pt idx="135">
                  <c:v>0.97128970000000003</c:v>
                </c:pt>
                <c:pt idx="136">
                  <c:v>0.93244309999999997</c:v>
                </c:pt>
                <c:pt idx="137">
                  <c:v>0.94927209999999995</c:v>
                </c:pt>
                <c:pt idx="138">
                  <c:v>0.94130049999999998</c:v>
                </c:pt>
                <c:pt idx="139">
                  <c:v>0.90423050000000005</c:v>
                </c:pt>
                <c:pt idx="140">
                  <c:v>0.93041169999999995</c:v>
                </c:pt>
                <c:pt idx="141">
                  <c:v>0.91635310000000003</c:v>
                </c:pt>
                <c:pt idx="142">
                  <c:v>0.94461790000000001</c:v>
                </c:pt>
                <c:pt idx="143">
                  <c:v>0.92998729999999996</c:v>
                </c:pt>
                <c:pt idx="144">
                  <c:v>0.93831140000000002</c:v>
                </c:pt>
                <c:pt idx="145">
                  <c:v>0.92947639999999998</c:v>
                </c:pt>
                <c:pt idx="146">
                  <c:v>0.92882220000000004</c:v>
                </c:pt>
                <c:pt idx="147">
                  <c:v>0.9608854</c:v>
                </c:pt>
                <c:pt idx="148">
                  <c:v>0.92004620000000004</c:v>
                </c:pt>
                <c:pt idx="149">
                  <c:v>0.96860409999999997</c:v>
                </c:pt>
                <c:pt idx="150">
                  <c:v>0.95227870000000003</c:v>
                </c:pt>
                <c:pt idx="151">
                  <c:v>0.96825260000000002</c:v>
                </c:pt>
                <c:pt idx="152">
                  <c:v>0.95856699999999995</c:v>
                </c:pt>
                <c:pt idx="153">
                  <c:v>0.98324270000000003</c:v>
                </c:pt>
                <c:pt idx="154">
                  <c:v>0.99494559999999999</c:v>
                </c:pt>
                <c:pt idx="155" formatCode="General">
                  <c:v>1.0051079999999999</c:v>
                </c:pt>
                <c:pt idx="156" formatCode="General">
                  <c:v>1.018696</c:v>
                </c:pt>
                <c:pt idx="157" formatCode="General">
                  <c:v>1.0155380000000001</c:v>
                </c:pt>
                <c:pt idx="158" formatCode="General">
                  <c:v>1.051477</c:v>
                </c:pt>
                <c:pt idx="159" formatCode="General">
                  <c:v>1.037587</c:v>
                </c:pt>
                <c:pt idx="160" formatCode="General">
                  <c:v>1.0564880000000001</c:v>
                </c:pt>
                <c:pt idx="161" formatCode="General">
                  <c:v>1.048251</c:v>
                </c:pt>
                <c:pt idx="162" formatCode="General">
                  <c:v>1.0500050000000001</c:v>
                </c:pt>
                <c:pt idx="163" formatCode="General">
                  <c:v>1.0507390000000001</c:v>
                </c:pt>
                <c:pt idx="164" formatCode="General">
                  <c:v>1.050637</c:v>
                </c:pt>
                <c:pt idx="165" formatCode="General">
                  <c:v>1.0586610000000001</c:v>
                </c:pt>
                <c:pt idx="166" formatCode="General">
                  <c:v>1.0509379999999999</c:v>
                </c:pt>
                <c:pt idx="167" formatCode="General">
                  <c:v>1.045469</c:v>
                </c:pt>
                <c:pt idx="168" formatCode="General">
                  <c:v>1.0199959999999999</c:v>
                </c:pt>
                <c:pt idx="169" formatCode="General">
                  <c:v>1.0482359999999999</c:v>
                </c:pt>
                <c:pt idx="170" formatCode="General">
                  <c:v>1.0327</c:v>
                </c:pt>
                <c:pt idx="171">
                  <c:v>0.99863489999999999</c:v>
                </c:pt>
                <c:pt idx="172" formatCode="General">
                  <c:v>1.001951</c:v>
                </c:pt>
                <c:pt idx="173">
                  <c:v>0.9895349</c:v>
                </c:pt>
                <c:pt idx="174">
                  <c:v>0.98576710000000001</c:v>
                </c:pt>
                <c:pt idx="175">
                  <c:v>0.9762902</c:v>
                </c:pt>
                <c:pt idx="176" formatCode="General">
                  <c:v>1.0016039999999999</c:v>
                </c:pt>
                <c:pt idx="177">
                  <c:v>0.97853999999999997</c:v>
                </c:pt>
                <c:pt idx="178">
                  <c:v>0.96486709999999998</c:v>
                </c:pt>
                <c:pt idx="179">
                  <c:v>0.96600529999999996</c:v>
                </c:pt>
                <c:pt idx="180">
                  <c:v>0.95314410000000005</c:v>
                </c:pt>
                <c:pt idx="181">
                  <c:v>0.9704682</c:v>
                </c:pt>
                <c:pt idx="182">
                  <c:v>0.97711800000000004</c:v>
                </c:pt>
                <c:pt idx="183">
                  <c:v>0.96855179999999996</c:v>
                </c:pt>
                <c:pt idx="184">
                  <c:v>0.9675395</c:v>
                </c:pt>
                <c:pt idx="185">
                  <c:v>0.96859189999999995</c:v>
                </c:pt>
                <c:pt idx="186">
                  <c:v>0.97406599999999999</c:v>
                </c:pt>
                <c:pt idx="187">
                  <c:v>0.96042099999999997</c:v>
                </c:pt>
                <c:pt idx="188">
                  <c:v>0.99986580000000003</c:v>
                </c:pt>
                <c:pt idx="189">
                  <c:v>0.9952917</c:v>
                </c:pt>
                <c:pt idx="190">
                  <c:v>0.99849929999999998</c:v>
                </c:pt>
                <c:pt idx="191" formatCode="General">
                  <c:v>1.0038849999999999</c:v>
                </c:pt>
                <c:pt idx="192">
                  <c:v>0.99264220000000003</c:v>
                </c:pt>
                <c:pt idx="193" formatCode="General">
                  <c:v>1.0174879999999999</c:v>
                </c:pt>
                <c:pt idx="194" formatCode="General">
                  <c:v>1.0241610000000001</c:v>
                </c:pt>
                <c:pt idx="195" formatCode="General">
                  <c:v>1.031064</c:v>
                </c:pt>
                <c:pt idx="196" formatCode="General">
                  <c:v>1.0120990000000001</c:v>
                </c:pt>
                <c:pt idx="197" formatCode="General">
                  <c:v>1.005298</c:v>
                </c:pt>
                <c:pt idx="198" formatCode="General">
                  <c:v>1.026597</c:v>
                </c:pt>
                <c:pt idx="199" formatCode="General">
                  <c:v>1.0060690000000001</c:v>
                </c:pt>
                <c:pt idx="200" formatCode="General">
                  <c:v>1.0334300000000001</c:v>
                </c:pt>
                <c:pt idx="201" formatCode="General">
                  <c:v>1.0099750000000001</c:v>
                </c:pt>
                <c:pt idx="202" formatCode="General">
                  <c:v>1.014049</c:v>
                </c:pt>
                <c:pt idx="203" formatCode="General">
                  <c:v>1.023326</c:v>
                </c:pt>
                <c:pt idx="204" formatCode="General">
                  <c:v>1.024311</c:v>
                </c:pt>
                <c:pt idx="205" formatCode="General">
                  <c:v>1.0142949999999999</c:v>
                </c:pt>
                <c:pt idx="206" formatCode="General">
                  <c:v>1.0230669999999999</c:v>
                </c:pt>
                <c:pt idx="207">
                  <c:v>0.99348440000000005</c:v>
                </c:pt>
                <c:pt idx="208">
                  <c:v>0.99693050000000005</c:v>
                </c:pt>
                <c:pt idx="209" formatCode="General">
                  <c:v>1.0086820000000001</c:v>
                </c:pt>
                <c:pt idx="210" formatCode="General">
                  <c:v>1.0121929999999999</c:v>
                </c:pt>
                <c:pt idx="211" formatCode="General">
                  <c:v>1.0019480000000001</c:v>
                </c:pt>
                <c:pt idx="212">
                  <c:v>0.98544869999999996</c:v>
                </c:pt>
                <c:pt idx="213">
                  <c:v>0.98656739999999998</c:v>
                </c:pt>
                <c:pt idx="214">
                  <c:v>0.98980469999999998</c:v>
                </c:pt>
                <c:pt idx="215">
                  <c:v>0.99172930000000004</c:v>
                </c:pt>
                <c:pt idx="216">
                  <c:v>0.98518019999999995</c:v>
                </c:pt>
                <c:pt idx="217">
                  <c:v>0.96971090000000004</c:v>
                </c:pt>
                <c:pt idx="218">
                  <c:v>0.98013819999999996</c:v>
                </c:pt>
                <c:pt idx="219">
                  <c:v>0.99108660000000004</c:v>
                </c:pt>
                <c:pt idx="220">
                  <c:v>0.99527149999999998</c:v>
                </c:pt>
                <c:pt idx="221">
                  <c:v>0.97216360000000002</c:v>
                </c:pt>
                <c:pt idx="222">
                  <c:v>0.99550939999999999</c:v>
                </c:pt>
                <c:pt idx="223">
                  <c:v>0.99564609999999998</c:v>
                </c:pt>
                <c:pt idx="224">
                  <c:v>0.99398770000000003</c:v>
                </c:pt>
                <c:pt idx="225">
                  <c:v>0.99342549999999996</c:v>
                </c:pt>
                <c:pt idx="226">
                  <c:v>0.99753219999999998</c:v>
                </c:pt>
                <c:pt idx="227">
                  <c:v>0.98267020000000005</c:v>
                </c:pt>
                <c:pt idx="228">
                  <c:v>0.99826309999999996</c:v>
                </c:pt>
                <c:pt idx="229" formatCode="General">
                  <c:v>1.0050829999999999</c:v>
                </c:pt>
                <c:pt idx="230" formatCode="General">
                  <c:v>1.000861</c:v>
                </c:pt>
                <c:pt idx="231">
                  <c:v>0.99952169999999996</c:v>
                </c:pt>
                <c:pt idx="232">
                  <c:v>0.99972950000000005</c:v>
                </c:pt>
                <c:pt idx="233">
                  <c:v>0.99422390000000005</c:v>
                </c:pt>
                <c:pt idx="234" formatCode="General">
                  <c:v>1.0197499999999999</c:v>
                </c:pt>
                <c:pt idx="235" formatCode="General">
                  <c:v>1.0185150000000001</c:v>
                </c:pt>
                <c:pt idx="236" formatCode="General">
                  <c:v>1.0192749999999999</c:v>
                </c:pt>
                <c:pt idx="237" formatCode="General">
                  <c:v>1.009517</c:v>
                </c:pt>
                <c:pt idx="238" formatCode="General">
                  <c:v>1.0166249999999999</c:v>
                </c:pt>
                <c:pt idx="239" formatCode="General">
                  <c:v>1.0151049999999999</c:v>
                </c:pt>
                <c:pt idx="240" formatCode="General">
                  <c:v>1.007463</c:v>
                </c:pt>
                <c:pt idx="241" formatCode="General">
                  <c:v>1.0032179999999999</c:v>
                </c:pt>
                <c:pt idx="242" formatCode="General">
                  <c:v>1.0063880000000001</c:v>
                </c:pt>
                <c:pt idx="243">
                  <c:v>0.99578420000000001</c:v>
                </c:pt>
                <c:pt idx="244">
                  <c:v>0.99392250000000004</c:v>
                </c:pt>
                <c:pt idx="245">
                  <c:v>0.99945819999999996</c:v>
                </c:pt>
                <c:pt idx="246" formatCode="General">
                  <c:v>1.001301</c:v>
                </c:pt>
                <c:pt idx="247">
                  <c:v>0.98707630000000002</c:v>
                </c:pt>
                <c:pt idx="248">
                  <c:v>0.99204749999999997</c:v>
                </c:pt>
                <c:pt idx="249" formatCode="General">
                  <c:v>1.0051699999999999</c:v>
                </c:pt>
                <c:pt idx="250" formatCode="General">
                  <c:v>1.0008269999999999</c:v>
                </c:pt>
                <c:pt idx="251" formatCode="General">
                  <c:v>1.0078929999999999</c:v>
                </c:pt>
                <c:pt idx="252" formatCode="General">
                  <c:v>1.002588</c:v>
                </c:pt>
                <c:pt idx="253">
                  <c:v>0.98733029999999999</c:v>
                </c:pt>
                <c:pt idx="254" formatCode="General">
                  <c:v>1.0029300000000001</c:v>
                </c:pt>
                <c:pt idx="255">
                  <c:v>0.99849580000000004</c:v>
                </c:pt>
                <c:pt idx="256">
                  <c:v>0.98200580000000004</c:v>
                </c:pt>
                <c:pt idx="257">
                  <c:v>0.99598489999999995</c:v>
                </c:pt>
                <c:pt idx="258">
                  <c:v>0.99720969999999998</c:v>
                </c:pt>
                <c:pt idx="259" formatCode="General">
                  <c:v>1.0092479999999999</c:v>
                </c:pt>
                <c:pt idx="260" formatCode="General">
                  <c:v>1.0077480000000001</c:v>
                </c:pt>
                <c:pt idx="261" formatCode="General">
                  <c:v>1.0008919999999999</c:v>
                </c:pt>
                <c:pt idx="262">
                  <c:v>0.98886280000000004</c:v>
                </c:pt>
                <c:pt idx="263">
                  <c:v>0.99417820000000001</c:v>
                </c:pt>
                <c:pt idx="264">
                  <c:v>0.99835130000000005</c:v>
                </c:pt>
                <c:pt idx="265">
                  <c:v>0.99234149999999999</c:v>
                </c:pt>
                <c:pt idx="266">
                  <c:v>0.98180959999999995</c:v>
                </c:pt>
                <c:pt idx="267" formatCode="General">
                  <c:v>1.009266</c:v>
                </c:pt>
                <c:pt idx="268">
                  <c:v>0.99948990000000004</c:v>
                </c:pt>
                <c:pt idx="269" formatCode="General">
                  <c:v>1.014181</c:v>
                </c:pt>
                <c:pt idx="270" formatCode="General">
                  <c:v>1.000613</c:v>
                </c:pt>
                <c:pt idx="271" formatCode="General">
                  <c:v>1.0049380000000001</c:v>
                </c:pt>
                <c:pt idx="272" formatCode="General">
                  <c:v>1.0076579999999999</c:v>
                </c:pt>
                <c:pt idx="273" formatCode="General">
                  <c:v>1.0143949999999999</c:v>
                </c:pt>
                <c:pt idx="274" formatCode="General">
                  <c:v>1.0020169999999999</c:v>
                </c:pt>
                <c:pt idx="275" formatCode="General">
                  <c:v>1.001336</c:v>
                </c:pt>
                <c:pt idx="276" formatCode="General">
                  <c:v>1.0034259999999999</c:v>
                </c:pt>
                <c:pt idx="277">
                  <c:v>0.99543680000000001</c:v>
                </c:pt>
                <c:pt idx="278" formatCode="General">
                  <c:v>1.0030330000000001</c:v>
                </c:pt>
                <c:pt idx="279">
                  <c:v>0.99989519999999998</c:v>
                </c:pt>
                <c:pt idx="280" formatCode="General">
                  <c:v>1.003725</c:v>
                </c:pt>
                <c:pt idx="281" formatCode="General">
                  <c:v>1.0243690000000001</c:v>
                </c:pt>
                <c:pt idx="282">
                  <c:v>0.99669099999999999</c:v>
                </c:pt>
                <c:pt idx="283">
                  <c:v>0.99088489999999996</c:v>
                </c:pt>
                <c:pt idx="284">
                  <c:v>0.99998659999999995</c:v>
                </c:pt>
                <c:pt idx="285" formatCode="General">
                  <c:v>1.016483</c:v>
                </c:pt>
                <c:pt idx="286">
                  <c:v>0.99765720000000002</c:v>
                </c:pt>
                <c:pt idx="287" formatCode="General">
                  <c:v>1.0000309999999999</c:v>
                </c:pt>
                <c:pt idx="288">
                  <c:v>0.99114210000000003</c:v>
                </c:pt>
                <c:pt idx="289">
                  <c:v>0.9957355</c:v>
                </c:pt>
                <c:pt idx="290">
                  <c:v>0.99657419999999997</c:v>
                </c:pt>
                <c:pt idx="291">
                  <c:v>0.99557980000000001</c:v>
                </c:pt>
                <c:pt idx="292" formatCode="General">
                  <c:v>1.002988</c:v>
                </c:pt>
                <c:pt idx="293" formatCode="General">
                  <c:v>1.008545</c:v>
                </c:pt>
                <c:pt idx="294">
                  <c:v>0.99142750000000002</c:v>
                </c:pt>
                <c:pt idx="295">
                  <c:v>0.99869189999999997</c:v>
                </c:pt>
                <c:pt idx="296">
                  <c:v>0.99879280000000004</c:v>
                </c:pt>
                <c:pt idx="297">
                  <c:v>0.99737070000000005</c:v>
                </c:pt>
                <c:pt idx="298">
                  <c:v>0.9946815</c:v>
                </c:pt>
                <c:pt idx="299" formatCode="General">
                  <c:v>1.000658</c:v>
                </c:pt>
                <c:pt idx="300">
                  <c:v>0.99646880000000004</c:v>
                </c:pt>
                <c:pt idx="301">
                  <c:v>0.99925830000000004</c:v>
                </c:pt>
                <c:pt idx="302" formatCode="General">
                  <c:v>1.0035270000000001</c:v>
                </c:pt>
                <c:pt idx="303" formatCode="General">
                  <c:v>1.012783</c:v>
                </c:pt>
                <c:pt idx="304">
                  <c:v>0.99830269999999999</c:v>
                </c:pt>
                <c:pt idx="305">
                  <c:v>0.9945891</c:v>
                </c:pt>
                <c:pt idx="306" formatCode="General">
                  <c:v>1.0039579999999999</c:v>
                </c:pt>
                <c:pt idx="307">
                  <c:v>0.99081520000000001</c:v>
                </c:pt>
                <c:pt idx="308" formatCode="General">
                  <c:v>1.0011030000000001</c:v>
                </c:pt>
                <c:pt idx="309" formatCode="General">
                  <c:v>1.007458</c:v>
                </c:pt>
                <c:pt idx="310">
                  <c:v>0.99314829999999998</c:v>
                </c:pt>
                <c:pt idx="311" formatCode="General">
                  <c:v>1.0024169999999999</c:v>
                </c:pt>
                <c:pt idx="312">
                  <c:v>0.99902780000000002</c:v>
                </c:pt>
                <c:pt idx="313">
                  <c:v>0.99177459999999995</c:v>
                </c:pt>
                <c:pt idx="314">
                  <c:v>0.9925216</c:v>
                </c:pt>
                <c:pt idx="315" formatCode="General">
                  <c:v>1.002734</c:v>
                </c:pt>
                <c:pt idx="316" formatCode="General">
                  <c:v>1.0095860000000001</c:v>
                </c:pt>
                <c:pt idx="317" formatCode="General">
                  <c:v>1.0034460000000001</c:v>
                </c:pt>
                <c:pt idx="318">
                  <c:v>0.99454759999999998</c:v>
                </c:pt>
                <c:pt idx="319" formatCode="General">
                  <c:v>1.0043759999999999</c:v>
                </c:pt>
                <c:pt idx="320">
                  <c:v>0.99397809999999998</c:v>
                </c:pt>
                <c:pt idx="321" formatCode="General">
                  <c:v>1.009215</c:v>
                </c:pt>
                <c:pt idx="322" formatCode="General">
                  <c:v>1.0024729999999999</c:v>
                </c:pt>
                <c:pt idx="323" formatCode="General">
                  <c:v>1.0023660000000001</c:v>
                </c:pt>
                <c:pt idx="324">
                  <c:v>0.98757510000000004</c:v>
                </c:pt>
                <c:pt idx="325" formatCode="General">
                  <c:v>1.0039229999999999</c:v>
                </c:pt>
                <c:pt idx="326" formatCode="General">
                  <c:v>1.004621</c:v>
                </c:pt>
                <c:pt idx="327">
                  <c:v>0.99617960000000005</c:v>
                </c:pt>
                <c:pt idx="328">
                  <c:v>0.99564929999999996</c:v>
                </c:pt>
                <c:pt idx="329" formatCode="General">
                  <c:v>1.0030349999999999</c:v>
                </c:pt>
                <c:pt idx="330">
                  <c:v>0.99330130000000005</c:v>
                </c:pt>
                <c:pt idx="331" formatCode="General">
                  <c:v>1.0067619999999999</c:v>
                </c:pt>
                <c:pt idx="332">
                  <c:v>0.99574010000000002</c:v>
                </c:pt>
                <c:pt idx="333" formatCode="General">
                  <c:v>1.003638</c:v>
                </c:pt>
                <c:pt idx="334">
                  <c:v>0.99614469999999999</c:v>
                </c:pt>
                <c:pt idx="335" formatCode="General">
                  <c:v>1.0036609999999999</c:v>
                </c:pt>
                <c:pt idx="336">
                  <c:v>0.99682490000000001</c:v>
                </c:pt>
                <c:pt idx="337" formatCode="General">
                  <c:v>1.0047079999999999</c:v>
                </c:pt>
                <c:pt idx="338" formatCode="General">
                  <c:v>1.012796</c:v>
                </c:pt>
                <c:pt idx="339" formatCode="General">
                  <c:v>1.0009490000000001</c:v>
                </c:pt>
                <c:pt idx="340">
                  <c:v>0.99730750000000001</c:v>
                </c:pt>
                <c:pt idx="341" formatCode="General">
                  <c:v>1.000659</c:v>
                </c:pt>
                <c:pt idx="342" formatCode="General">
                  <c:v>1.0089950000000001</c:v>
                </c:pt>
                <c:pt idx="343" formatCode="General">
                  <c:v>1.003171</c:v>
                </c:pt>
                <c:pt idx="344">
                  <c:v>0.99411039999999995</c:v>
                </c:pt>
                <c:pt idx="345" formatCode="General">
                  <c:v>1.0033350000000001</c:v>
                </c:pt>
                <c:pt idx="346">
                  <c:v>0.99146230000000002</c:v>
                </c:pt>
                <c:pt idx="347" formatCode="General">
                  <c:v>1.0007630000000001</c:v>
                </c:pt>
                <c:pt idx="348" formatCode="General">
                  <c:v>1.000535</c:v>
                </c:pt>
                <c:pt idx="349">
                  <c:v>0.99571500000000002</c:v>
                </c:pt>
                <c:pt idx="350">
                  <c:v>0.99335689999999999</c:v>
                </c:pt>
                <c:pt idx="351" formatCode="General">
                  <c:v>1.0007779999999999</c:v>
                </c:pt>
                <c:pt idx="352">
                  <c:v>0.99618390000000001</c:v>
                </c:pt>
                <c:pt idx="353">
                  <c:v>0.99790389999999995</c:v>
                </c:pt>
                <c:pt idx="354" formatCode="General">
                  <c:v>1.0033339999999999</c:v>
                </c:pt>
                <c:pt idx="355">
                  <c:v>0.99850110000000003</c:v>
                </c:pt>
                <c:pt idx="356" formatCode="General">
                  <c:v>1.0033609999999999</c:v>
                </c:pt>
                <c:pt idx="357">
                  <c:v>0.99590650000000003</c:v>
                </c:pt>
                <c:pt idx="358">
                  <c:v>0.99506139999999998</c:v>
                </c:pt>
                <c:pt idx="359">
                  <c:v>0.99984479999999998</c:v>
                </c:pt>
                <c:pt idx="360">
                  <c:v>0.99561339999999998</c:v>
                </c:pt>
                <c:pt idx="361" formatCode="General">
                  <c:v>1.0061290000000001</c:v>
                </c:pt>
                <c:pt idx="362">
                  <c:v>0.99664390000000003</c:v>
                </c:pt>
                <c:pt idx="363">
                  <c:v>0.99562090000000003</c:v>
                </c:pt>
                <c:pt idx="364" formatCode="General">
                  <c:v>1.0057990000000001</c:v>
                </c:pt>
                <c:pt idx="365" formatCode="General">
                  <c:v>1.0015449999999999</c:v>
                </c:pt>
                <c:pt idx="366" formatCode="General">
                  <c:v>1.0014259999999999</c:v>
                </c:pt>
                <c:pt idx="367" formatCode="General">
                  <c:v>1.0070730000000001</c:v>
                </c:pt>
                <c:pt idx="368" formatCode="General">
                  <c:v>1.0020070000000001</c:v>
                </c:pt>
                <c:pt idx="369" formatCode="General">
                  <c:v>1.005174</c:v>
                </c:pt>
                <c:pt idx="370" formatCode="General">
                  <c:v>1.0030159999999999</c:v>
                </c:pt>
                <c:pt idx="371" formatCode="General">
                  <c:v>1.0094380000000001</c:v>
                </c:pt>
                <c:pt idx="372" formatCode="General">
                  <c:v>1.002148</c:v>
                </c:pt>
                <c:pt idx="373" formatCode="General">
                  <c:v>1.004035</c:v>
                </c:pt>
                <c:pt idx="374">
                  <c:v>0.99768330000000005</c:v>
                </c:pt>
                <c:pt idx="375">
                  <c:v>0.99740589999999996</c:v>
                </c:pt>
                <c:pt idx="376">
                  <c:v>0.99646460000000003</c:v>
                </c:pt>
                <c:pt idx="377">
                  <c:v>0.99557580000000001</c:v>
                </c:pt>
                <c:pt idx="378">
                  <c:v>0.99718209999999996</c:v>
                </c:pt>
                <c:pt idx="379" formatCode="General">
                  <c:v>1.0059659999999999</c:v>
                </c:pt>
                <c:pt idx="380">
                  <c:v>0.99507820000000002</c:v>
                </c:pt>
                <c:pt idx="381" formatCode="General">
                  <c:v>1.0028140000000001</c:v>
                </c:pt>
                <c:pt idx="382" formatCode="General">
                  <c:v>1.0089429999999999</c:v>
                </c:pt>
                <c:pt idx="383">
                  <c:v>0.99472079999999996</c:v>
                </c:pt>
                <c:pt idx="384">
                  <c:v>0.99976679999999996</c:v>
                </c:pt>
                <c:pt idx="385" formatCode="General">
                  <c:v>1.0047470000000001</c:v>
                </c:pt>
                <c:pt idx="386" formatCode="General">
                  <c:v>1.000343</c:v>
                </c:pt>
                <c:pt idx="387">
                  <c:v>0.9972029</c:v>
                </c:pt>
                <c:pt idx="388">
                  <c:v>0.99109599999999998</c:v>
                </c:pt>
                <c:pt idx="389">
                  <c:v>0.99204099999999995</c:v>
                </c:pt>
                <c:pt idx="390">
                  <c:v>0.99858429999999998</c:v>
                </c:pt>
                <c:pt idx="391" formatCode="General">
                  <c:v>1.0085660000000001</c:v>
                </c:pt>
                <c:pt idx="392">
                  <c:v>0.99970460000000005</c:v>
                </c:pt>
                <c:pt idx="393">
                  <c:v>0.99806689999999998</c:v>
                </c:pt>
                <c:pt idx="394" formatCode="General">
                  <c:v>1.000027</c:v>
                </c:pt>
                <c:pt idx="395">
                  <c:v>0.99716959999999999</c:v>
                </c:pt>
                <c:pt idx="396">
                  <c:v>0.99934520000000004</c:v>
                </c:pt>
                <c:pt idx="397">
                  <c:v>0.99761520000000004</c:v>
                </c:pt>
                <c:pt idx="398" formatCode="General">
                  <c:v>1.003644</c:v>
                </c:pt>
                <c:pt idx="399">
                  <c:v>0.99653959999999997</c:v>
                </c:pt>
                <c:pt idx="400" formatCode="General">
                  <c:v>1.0078830000000001</c:v>
                </c:pt>
                <c:pt idx="401" formatCode="General">
                  <c:v>1.001727</c:v>
                </c:pt>
                <c:pt idx="402" formatCode="General">
                  <c:v>1.0068969999999999</c:v>
                </c:pt>
                <c:pt idx="403">
                  <c:v>0.99996569999999996</c:v>
                </c:pt>
                <c:pt idx="404">
                  <c:v>0.99390230000000002</c:v>
                </c:pt>
                <c:pt idx="405">
                  <c:v>0.9963303</c:v>
                </c:pt>
                <c:pt idx="406">
                  <c:v>0.9944847</c:v>
                </c:pt>
                <c:pt idx="407">
                  <c:v>0.98382340000000001</c:v>
                </c:pt>
                <c:pt idx="408" formatCode="General">
                  <c:v>1.0005550000000001</c:v>
                </c:pt>
                <c:pt idx="409" formatCode="General">
                  <c:v>1.00552</c:v>
                </c:pt>
                <c:pt idx="410" formatCode="General">
                  <c:v>1.007344</c:v>
                </c:pt>
                <c:pt idx="411">
                  <c:v>0.99920419999999999</c:v>
                </c:pt>
                <c:pt idx="412">
                  <c:v>0.99806110000000003</c:v>
                </c:pt>
                <c:pt idx="413">
                  <c:v>0.99571690000000002</c:v>
                </c:pt>
                <c:pt idx="414" formatCode="General">
                  <c:v>1.004089</c:v>
                </c:pt>
                <c:pt idx="415">
                  <c:v>0.99800840000000002</c:v>
                </c:pt>
                <c:pt idx="416">
                  <c:v>0.99366840000000001</c:v>
                </c:pt>
                <c:pt idx="417" formatCode="General">
                  <c:v>1.0047360000000001</c:v>
                </c:pt>
                <c:pt idx="418" formatCode="General">
                  <c:v>1.0028189999999999</c:v>
                </c:pt>
                <c:pt idx="419" formatCode="General">
                  <c:v>1.0052300000000001</c:v>
                </c:pt>
                <c:pt idx="420" formatCode="General">
                  <c:v>1.00474</c:v>
                </c:pt>
                <c:pt idx="421">
                  <c:v>0.99753700000000001</c:v>
                </c:pt>
                <c:pt idx="422">
                  <c:v>0.99440439999999997</c:v>
                </c:pt>
                <c:pt idx="423">
                  <c:v>0.99449940000000003</c:v>
                </c:pt>
                <c:pt idx="424">
                  <c:v>0.9977317</c:v>
                </c:pt>
                <c:pt idx="425">
                  <c:v>0.99549840000000001</c:v>
                </c:pt>
                <c:pt idx="426" formatCode="General">
                  <c:v>1.0038739999999999</c:v>
                </c:pt>
                <c:pt idx="427">
                  <c:v>0.99106150000000004</c:v>
                </c:pt>
                <c:pt idx="428" formatCode="General">
                  <c:v>1.0022740000000001</c:v>
                </c:pt>
                <c:pt idx="429">
                  <c:v>0.99964640000000005</c:v>
                </c:pt>
                <c:pt idx="430">
                  <c:v>0.99709800000000004</c:v>
                </c:pt>
                <c:pt idx="431" formatCode="General">
                  <c:v>1.0015879999999999</c:v>
                </c:pt>
                <c:pt idx="432">
                  <c:v>0.99791410000000003</c:v>
                </c:pt>
                <c:pt idx="433" formatCode="General">
                  <c:v>1.003109</c:v>
                </c:pt>
                <c:pt idx="434" formatCode="General">
                  <c:v>1.000464</c:v>
                </c:pt>
                <c:pt idx="435" formatCode="General">
                  <c:v>1.0058549999999999</c:v>
                </c:pt>
                <c:pt idx="436">
                  <c:v>0.99827770000000005</c:v>
                </c:pt>
                <c:pt idx="437">
                  <c:v>0.99488120000000002</c:v>
                </c:pt>
                <c:pt idx="438" formatCode="General">
                  <c:v>1.0083150000000001</c:v>
                </c:pt>
                <c:pt idx="439" formatCode="General">
                  <c:v>1.001736</c:v>
                </c:pt>
                <c:pt idx="440" formatCode="General">
                  <c:v>1.0001439999999999</c:v>
                </c:pt>
                <c:pt idx="441" formatCode="General">
                  <c:v>1.007085</c:v>
                </c:pt>
                <c:pt idx="442">
                  <c:v>0.9992337</c:v>
                </c:pt>
                <c:pt idx="443" formatCode="General">
                  <c:v>1.009104</c:v>
                </c:pt>
                <c:pt idx="444">
                  <c:v>0.9903535</c:v>
                </c:pt>
                <c:pt idx="445">
                  <c:v>0.99940479999999998</c:v>
                </c:pt>
                <c:pt idx="446" formatCode="General">
                  <c:v>1.0012779999999999</c:v>
                </c:pt>
                <c:pt idx="447">
                  <c:v>0.99186830000000004</c:v>
                </c:pt>
                <c:pt idx="448" formatCode="General">
                  <c:v>1.004505</c:v>
                </c:pt>
                <c:pt idx="449" formatCode="General">
                  <c:v>1.002715</c:v>
                </c:pt>
                <c:pt idx="450" formatCode="General">
                  <c:v>1.00474</c:v>
                </c:pt>
                <c:pt idx="451">
                  <c:v>0.99581620000000004</c:v>
                </c:pt>
                <c:pt idx="452" formatCode="General">
                  <c:v>1.0006649999999999</c:v>
                </c:pt>
                <c:pt idx="453" formatCode="General">
                  <c:v>1.0011350000000001</c:v>
                </c:pt>
                <c:pt idx="454">
                  <c:v>0.99360179999999998</c:v>
                </c:pt>
                <c:pt idx="455">
                  <c:v>0.99198430000000004</c:v>
                </c:pt>
                <c:pt idx="456">
                  <c:v>0.99359750000000002</c:v>
                </c:pt>
                <c:pt idx="457" formatCode="General">
                  <c:v>1.0083230000000001</c:v>
                </c:pt>
                <c:pt idx="458">
                  <c:v>0.99583429999999995</c:v>
                </c:pt>
                <c:pt idx="459">
                  <c:v>0.99852549999999995</c:v>
                </c:pt>
                <c:pt idx="460" formatCode="General">
                  <c:v>1.003709</c:v>
                </c:pt>
                <c:pt idx="461">
                  <c:v>0.99509689999999995</c:v>
                </c:pt>
                <c:pt idx="462">
                  <c:v>0.99302380000000001</c:v>
                </c:pt>
                <c:pt idx="463" formatCode="General">
                  <c:v>1.002521</c:v>
                </c:pt>
                <c:pt idx="464" formatCode="General">
                  <c:v>1.0082329999999999</c:v>
                </c:pt>
                <c:pt idx="465">
                  <c:v>0.99902460000000004</c:v>
                </c:pt>
                <c:pt idx="466" formatCode="General">
                  <c:v>1.0032049999999999</c:v>
                </c:pt>
                <c:pt idx="467">
                  <c:v>0.99634330000000004</c:v>
                </c:pt>
                <c:pt idx="468" formatCode="General">
                  <c:v>1.009633</c:v>
                </c:pt>
                <c:pt idx="469">
                  <c:v>0.99668480000000004</c:v>
                </c:pt>
                <c:pt idx="470">
                  <c:v>0.99913129999999994</c:v>
                </c:pt>
                <c:pt idx="471">
                  <c:v>0.99093629999999999</c:v>
                </c:pt>
                <c:pt idx="472" formatCode="General">
                  <c:v>1.0074700000000001</c:v>
                </c:pt>
                <c:pt idx="473" formatCode="General">
                  <c:v>1.0036179999999999</c:v>
                </c:pt>
                <c:pt idx="474" formatCode="General">
                  <c:v>1.0040100000000001</c:v>
                </c:pt>
                <c:pt idx="475">
                  <c:v>0.99794450000000001</c:v>
                </c:pt>
                <c:pt idx="476" formatCode="General">
                  <c:v>1.0095099999999999</c:v>
                </c:pt>
                <c:pt idx="477" formatCode="General">
                  <c:v>1.0011939999999999</c:v>
                </c:pt>
                <c:pt idx="478">
                  <c:v>0.99620929999999996</c:v>
                </c:pt>
                <c:pt idx="479" formatCode="General">
                  <c:v>1.007069</c:v>
                </c:pt>
                <c:pt idx="480" formatCode="General">
                  <c:v>1.0007760000000001</c:v>
                </c:pt>
                <c:pt idx="481" formatCode="General">
                  <c:v>1.005171</c:v>
                </c:pt>
                <c:pt idx="482" formatCode="General">
                  <c:v>1.0000800000000001</c:v>
                </c:pt>
                <c:pt idx="483" formatCode="General">
                  <c:v>1.000291</c:v>
                </c:pt>
                <c:pt idx="484" formatCode="General">
                  <c:v>1.00274</c:v>
                </c:pt>
                <c:pt idx="485" formatCode="General">
                  <c:v>1.0044759999999999</c:v>
                </c:pt>
                <c:pt idx="486" formatCode="General">
                  <c:v>1.0095069999999999</c:v>
                </c:pt>
                <c:pt idx="487">
                  <c:v>0.99670000000000003</c:v>
                </c:pt>
                <c:pt idx="488">
                  <c:v>0.99765539999999997</c:v>
                </c:pt>
                <c:pt idx="489" formatCode="General">
                  <c:v>1.000057</c:v>
                </c:pt>
                <c:pt idx="490" formatCode="General">
                  <c:v>1.0007900000000001</c:v>
                </c:pt>
                <c:pt idx="491">
                  <c:v>0.98772599999999999</c:v>
                </c:pt>
                <c:pt idx="492">
                  <c:v>0.99610589999999999</c:v>
                </c:pt>
                <c:pt idx="493">
                  <c:v>0.99483790000000005</c:v>
                </c:pt>
                <c:pt idx="494">
                  <c:v>0.99516919999999998</c:v>
                </c:pt>
                <c:pt idx="495" formatCode="General">
                  <c:v>1.0055590000000001</c:v>
                </c:pt>
                <c:pt idx="496" formatCode="General">
                  <c:v>1.0023</c:v>
                </c:pt>
                <c:pt idx="497">
                  <c:v>0.99509049999999999</c:v>
                </c:pt>
                <c:pt idx="498">
                  <c:v>0.99932069999999995</c:v>
                </c:pt>
                <c:pt idx="499">
                  <c:v>0.99831289999999995</c:v>
                </c:pt>
                <c:pt idx="500">
                  <c:v>0.99799629999999995</c:v>
                </c:pt>
                <c:pt idx="501">
                  <c:v>0.99584930000000005</c:v>
                </c:pt>
                <c:pt idx="502">
                  <c:v>0.99521009999999999</c:v>
                </c:pt>
                <c:pt idx="503" formatCode="General">
                  <c:v>1.0014609999999999</c:v>
                </c:pt>
                <c:pt idx="504">
                  <c:v>0.99343340000000002</c:v>
                </c:pt>
                <c:pt idx="505">
                  <c:v>0.99523059999999997</c:v>
                </c:pt>
                <c:pt idx="506" formatCode="General">
                  <c:v>1.00308</c:v>
                </c:pt>
                <c:pt idx="507">
                  <c:v>0.99786810000000004</c:v>
                </c:pt>
                <c:pt idx="508">
                  <c:v>0.99974379999999996</c:v>
                </c:pt>
                <c:pt idx="509">
                  <c:v>0.99422940000000004</c:v>
                </c:pt>
                <c:pt idx="510">
                  <c:v>0.99933399999999994</c:v>
                </c:pt>
                <c:pt idx="511">
                  <c:v>0.99997420000000004</c:v>
                </c:pt>
                <c:pt idx="512" formatCode="General">
                  <c:v>1.000586</c:v>
                </c:pt>
                <c:pt idx="513" formatCode="General">
                  <c:v>1.003706</c:v>
                </c:pt>
                <c:pt idx="514" formatCode="General">
                  <c:v>1.0004660000000001</c:v>
                </c:pt>
                <c:pt idx="515" formatCode="General">
                  <c:v>1.006729</c:v>
                </c:pt>
                <c:pt idx="516" formatCode="General">
                  <c:v>1.0034419999999999</c:v>
                </c:pt>
              </c:numCache>
            </c:numRef>
          </c:yVal>
          <c:smooth val="1"/>
          <c:extLst>
            <c:ext xmlns:c16="http://schemas.microsoft.com/office/drawing/2014/chart" uri="{C3380CC4-5D6E-409C-BE32-E72D297353CC}">
              <c16:uniqueId val="{00000000-A11A-4853-94BF-4F7860A73A6E}"/>
            </c:ext>
          </c:extLst>
        </c:ser>
        <c:ser>
          <c:idx val="1"/>
          <c:order val="1"/>
          <c:tx>
            <c:strRef>
              <c:f>二体分布関数!$D$1</c:f>
              <c:strCache>
                <c:ptCount val="1"/>
                <c:pt idx="0">
                  <c:v>Zr-Ti</c:v>
                </c:pt>
              </c:strCache>
            </c:strRef>
          </c:tx>
          <c:spPr>
            <a:ln w="19050" cap="rnd">
              <a:solidFill>
                <a:schemeClr val="accent2"/>
              </a:solidFill>
              <a:round/>
            </a:ln>
            <a:effectLst/>
          </c:spPr>
          <c:marker>
            <c:symbol val="none"/>
          </c:marker>
          <c:xVal>
            <c:numRef>
              <c:f>二体分布関数!$B$2:$B$1034</c:f>
              <c:numCache>
                <c:formatCode>0.00E+00</c:formatCode>
                <c:ptCount val="517"/>
                <c:pt idx="0">
                  <c:v>0.06</c:v>
                </c:pt>
                <c:pt idx="1">
                  <c:v>0.12</c:v>
                </c:pt>
                <c:pt idx="2">
                  <c:v>0.18</c:v>
                </c:pt>
                <c:pt idx="3">
                  <c:v>0.24</c:v>
                </c:pt>
                <c:pt idx="4">
                  <c:v>0.3</c:v>
                </c:pt>
                <c:pt idx="5">
                  <c:v>0.36</c:v>
                </c:pt>
                <c:pt idx="6">
                  <c:v>0.42</c:v>
                </c:pt>
                <c:pt idx="7">
                  <c:v>0.48</c:v>
                </c:pt>
                <c:pt idx="8">
                  <c:v>0.54</c:v>
                </c:pt>
                <c:pt idx="9">
                  <c:v>0.6</c:v>
                </c:pt>
                <c:pt idx="10">
                  <c:v>0.66</c:v>
                </c:pt>
                <c:pt idx="11">
                  <c:v>0.72</c:v>
                </c:pt>
                <c:pt idx="12">
                  <c:v>0.78</c:v>
                </c:pt>
                <c:pt idx="13">
                  <c:v>0.84</c:v>
                </c:pt>
                <c:pt idx="14">
                  <c:v>0.9</c:v>
                </c:pt>
                <c:pt idx="15">
                  <c:v>0.96</c:v>
                </c:pt>
                <c:pt idx="16" formatCode="General">
                  <c:v>1.02</c:v>
                </c:pt>
                <c:pt idx="17" formatCode="General">
                  <c:v>1.08</c:v>
                </c:pt>
                <c:pt idx="18" formatCode="General">
                  <c:v>1.1399999999999999</c:v>
                </c:pt>
                <c:pt idx="19" formatCode="General">
                  <c:v>1.2</c:v>
                </c:pt>
                <c:pt idx="20" formatCode="General">
                  <c:v>1.26</c:v>
                </c:pt>
                <c:pt idx="21" formatCode="General">
                  <c:v>1.32</c:v>
                </c:pt>
                <c:pt idx="22" formatCode="General">
                  <c:v>1.38</c:v>
                </c:pt>
                <c:pt idx="23" formatCode="General">
                  <c:v>1.44</c:v>
                </c:pt>
                <c:pt idx="24" formatCode="General">
                  <c:v>1.5</c:v>
                </c:pt>
                <c:pt idx="25" formatCode="General">
                  <c:v>1.56</c:v>
                </c:pt>
                <c:pt idx="26" formatCode="General">
                  <c:v>1.62</c:v>
                </c:pt>
                <c:pt idx="27" formatCode="General">
                  <c:v>1.68</c:v>
                </c:pt>
                <c:pt idx="28" formatCode="General">
                  <c:v>1.74</c:v>
                </c:pt>
                <c:pt idx="29" formatCode="General">
                  <c:v>1.8</c:v>
                </c:pt>
                <c:pt idx="30" formatCode="General">
                  <c:v>1.86</c:v>
                </c:pt>
                <c:pt idx="31" formatCode="General">
                  <c:v>1.92</c:v>
                </c:pt>
                <c:pt idx="32" formatCode="General">
                  <c:v>1.98</c:v>
                </c:pt>
                <c:pt idx="33" formatCode="General">
                  <c:v>2.04</c:v>
                </c:pt>
                <c:pt idx="34" formatCode="General">
                  <c:v>2.1</c:v>
                </c:pt>
                <c:pt idx="35" formatCode="General">
                  <c:v>2.16</c:v>
                </c:pt>
                <c:pt idx="36" formatCode="General">
                  <c:v>2.2200000000000002</c:v>
                </c:pt>
                <c:pt idx="37" formatCode="General">
                  <c:v>2.2799999999999998</c:v>
                </c:pt>
                <c:pt idx="38" formatCode="General">
                  <c:v>2.34</c:v>
                </c:pt>
                <c:pt idx="39" formatCode="General">
                  <c:v>2.4</c:v>
                </c:pt>
                <c:pt idx="40" formatCode="General">
                  <c:v>2.46</c:v>
                </c:pt>
                <c:pt idx="41" formatCode="General">
                  <c:v>2.52</c:v>
                </c:pt>
                <c:pt idx="42" formatCode="General">
                  <c:v>2.58</c:v>
                </c:pt>
                <c:pt idx="43" formatCode="General">
                  <c:v>2.64</c:v>
                </c:pt>
                <c:pt idx="44" formatCode="General">
                  <c:v>2.7</c:v>
                </c:pt>
                <c:pt idx="45" formatCode="General">
                  <c:v>2.76</c:v>
                </c:pt>
                <c:pt idx="46" formatCode="General">
                  <c:v>2.82</c:v>
                </c:pt>
                <c:pt idx="47" formatCode="General">
                  <c:v>2.88</c:v>
                </c:pt>
                <c:pt idx="48" formatCode="General">
                  <c:v>2.94</c:v>
                </c:pt>
                <c:pt idx="49" formatCode="General">
                  <c:v>3</c:v>
                </c:pt>
                <c:pt idx="50" formatCode="General">
                  <c:v>3.06</c:v>
                </c:pt>
                <c:pt idx="51" formatCode="General">
                  <c:v>3.12</c:v>
                </c:pt>
                <c:pt idx="52" formatCode="General">
                  <c:v>3.18</c:v>
                </c:pt>
                <c:pt idx="53" formatCode="General">
                  <c:v>3.24</c:v>
                </c:pt>
                <c:pt idx="54" formatCode="General">
                  <c:v>3.3</c:v>
                </c:pt>
                <c:pt idx="55" formatCode="General">
                  <c:v>3.36</c:v>
                </c:pt>
                <c:pt idx="56" formatCode="General">
                  <c:v>3.42</c:v>
                </c:pt>
                <c:pt idx="57" formatCode="General">
                  <c:v>3.48</c:v>
                </c:pt>
                <c:pt idx="58" formatCode="General">
                  <c:v>3.54</c:v>
                </c:pt>
                <c:pt idx="59" formatCode="General">
                  <c:v>3.6</c:v>
                </c:pt>
                <c:pt idx="60" formatCode="General">
                  <c:v>3.66</c:v>
                </c:pt>
                <c:pt idx="61" formatCode="General">
                  <c:v>3.72</c:v>
                </c:pt>
                <c:pt idx="62" formatCode="General">
                  <c:v>3.78</c:v>
                </c:pt>
                <c:pt idx="63" formatCode="General">
                  <c:v>3.84</c:v>
                </c:pt>
                <c:pt idx="64" formatCode="General">
                  <c:v>3.9</c:v>
                </c:pt>
                <c:pt idx="65" formatCode="General">
                  <c:v>3.96</c:v>
                </c:pt>
                <c:pt idx="66" formatCode="General">
                  <c:v>4.0199999999999996</c:v>
                </c:pt>
                <c:pt idx="67" formatCode="General">
                  <c:v>4.08</c:v>
                </c:pt>
                <c:pt idx="68" formatCode="General">
                  <c:v>4.1399999999999997</c:v>
                </c:pt>
                <c:pt idx="69" formatCode="General">
                  <c:v>4.2</c:v>
                </c:pt>
                <c:pt idx="70" formatCode="General">
                  <c:v>4.26</c:v>
                </c:pt>
                <c:pt idx="71" formatCode="General">
                  <c:v>4.32</c:v>
                </c:pt>
                <c:pt idx="72" formatCode="General">
                  <c:v>4.38</c:v>
                </c:pt>
                <c:pt idx="73" formatCode="General">
                  <c:v>4.4400000000000004</c:v>
                </c:pt>
                <c:pt idx="74" formatCode="General">
                  <c:v>4.5</c:v>
                </c:pt>
                <c:pt idx="75" formatCode="General">
                  <c:v>4.5599999999999996</c:v>
                </c:pt>
                <c:pt idx="76" formatCode="General">
                  <c:v>4.62</c:v>
                </c:pt>
                <c:pt idx="77" formatCode="General">
                  <c:v>4.68</c:v>
                </c:pt>
                <c:pt idx="78" formatCode="General">
                  <c:v>4.74</c:v>
                </c:pt>
                <c:pt idx="79" formatCode="General">
                  <c:v>4.8</c:v>
                </c:pt>
                <c:pt idx="80" formatCode="General">
                  <c:v>4.8600000000000003</c:v>
                </c:pt>
                <c:pt idx="81" formatCode="General">
                  <c:v>4.92</c:v>
                </c:pt>
                <c:pt idx="82" formatCode="General">
                  <c:v>4.9800000000000004</c:v>
                </c:pt>
                <c:pt idx="83" formatCode="General">
                  <c:v>5.04</c:v>
                </c:pt>
                <c:pt idx="84" formatCode="General">
                  <c:v>5.0999999999999996</c:v>
                </c:pt>
                <c:pt idx="85" formatCode="General">
                  <c:v>5.16</c:v>
                </c:pt>
                <c:pt idx="86" formatCode="General">
                  <c:v>5.22</c:v>
                </c:pt>
                <c:pt idx="87" formatCode="General">
                  <c:v>5.28</c:v>
                </c:pt>
                <c:pt idx="88" formatCode="General">
                  <c:v>5.34</c:v>
                </c:pt>
                <c:pt idx="89" formatCode="General">
                  <c:v>5.4</c:v>
                </c:pt>
                <c:pt idx="90" formatCode="General">
                  <c:v>5.46</c:v>
                </c:pt>
                <c:pt idx="91" formatCode="General">
                  <c:v>5.52</c:v>
                </c:pt>
                <c:pt idx="92" formatCode="General">
                  <c:v>5.58</c:v>
                </c:pt>
                <c:pt idx="93" formatCode="General">
                  <c:v>5.64</c:v>
                </c:pt>
                <c:pt idx="94" formatCode="General">
                  <c:v>5.7</c:v>
                </c:pt>
                <c:pt idx="95" formatCode="General">
                  <c:v>5.76</c:v>
                </c:pt>
                <c:pt idx="96" formatCode="General">
                  <c:v>5.82</c:v>
                </c:pt>
                <c:pt idx="97" formatCode="General">
                  <c:v>5.88</c:v>
                </c:pt>
                <c:pt idx="98" formatCode="General">
                  <c:v>5.94</c:v>
                </c:pt>
                <c:pt idx="99" formatCode="General">
                  <c:v>6</c:v>
                </c:pt>
                <c:pt idx="100" formatCode="General">
                  <c:v>6.06</c:v>
                </c:pt>
                <c:pt idx="101" formatCode="General">
                  <c:v>6.12</c:v>
                </c:pt>
                <c:pt idx="102" formatCode="General">
                  <c:v>6.18</c:v>
                </c:pt>
                <c:pt idx="103" formatCode="General">
                  <c:v>6.24</c:v>
                </c:pt>
                <c:pt idx="104" formatCode="General">
                  <c:v>6.3</c:v>
                </c:pt>
                <c:pt idx="105" formatCode="General">
                  <c:v>6.36</c:v>
                </c:pt>
                <c:pt idx="106" formatCode="General">
                  <c:v>6.42</c:v>
                </c:pt>
                <c:pt idx="107" formatCode="General">
                  <c:v>6.48</c:v>
                </c:pt>
                <c:pt idx="108" formatCode="General">
                  <c:v>6.54</c:v>
                </c:pt>
                <c:pt idx="109" formatCode="General">
                  <c:v>6.6</c:v>
                </c:pt>
                <c:pt idx="110" formatCode="General">
                  <c:v>6.66</c:v>
                </c:pt>
                <c:pt idx="111" formatCode="General">
                  <c:v>6.72</c:v>
                </c:pt>
                <c:pt idx="112" formatCode="General">
                  <c:v>6.78</c:v>
                </c:pt>
                <c:pt idx="113" formatCode="General">
                  <c:v>6.84</c:v>
                </c:pt>
                <c:pt idx="114" formatCode="General">
                  <c:v>6.9</c:v>
                </c:pt>
                <c:pt idx="115" formatCode="General">
                  <c:v>6.96</c:v>
                </c:pt>
                <c:pt idx="116" formatCode="General">
                  <c:v>7.02</c:v>
                </c:pt>
                <c:pt idx="117" formatCode="General">
                  <c:v>7.08</c:v>
                </c:pt>
                <c:pt idx="118" formatCode="General">
                  <c:v>7.14</c:v>
                </c:pt>
                <c:pt idx="119" formatCode="General">
                  <c:v>7.2</c:v>
                </c:pt>
                <c:pt idx="120" formatCode="General">
                  <c:v>7.26</c:v>
                </c:pt>
                <c:pt idx="121" formatCode="General">
                  <c:v>7.32</c:v>
                </c:pt>
                <c:pt idx="122" formatCode="General">
                  <c:v>7.38</c:v>
                </c:pt>
                <c:pt idx="123" formatCode="General">
                  <c:v>7.44</c:v>
                </c:pt>
                <c:pt idx="124" formatCode="General">
                  <c:v>7.5</c:v>
                </c:pt>
                <c:pt idx="125" formatCode="General">
                  <c:v>7.56</c:v>
                </c:pt>
                <c:pt idx="126" formatCode="General">
                  <c:v>7.62</c:v>
                </c:pt>
                <c:pt idx="127" formatCode="General">
                  <c:v>7.68</c:v>
                </c:pt>
                <c:pt idx="128" formatCode="General">
                  <c:v>7.74</c:v>
                </c:pt>
                <c:pt idx="129" formatCode="General">
                  <c:v>7.8</c:v>
                </c:pt>
                <c:pt idx="130" formatCode="General">
                  <c:v>7.86</c:v>
                </c:pt>
                <c:pt idx="131" formatCode="General">
                  <c:v>7.92</c:v>
                </c:pt>
                <c:pt idx="132" formatCode="General">
                  <c:v>7.98</c:v>
                </c:pt>
                <c:pt idx="133" formatCode="General">
                  <c:v>8.0399999999999991</c:v>
                </c:pt>
                <c:pt idx="134" formatCode="General">
                  <c:v>8.0999990000000004</c:v>
                </c:pt>
                <c:pt idx="135" formatCode="General">
                  <c:v>8.16</c:v>
                </c:pt>
                <c:pt idx="136" formatCode="General">
                  <c:v>8.2200000000000006</c:v>
                </c:pt>
                <c:pt idx="137" formatCode="General">
                  <c:v>8.2799999999999994</c:v>
                </c:pt>
                <c:pt idx="138" formatCode="General">
                  <c:v>8.34</c:v>
                </c:pt>
                <c:pt idx="139" formatCode="General">
                  <c:v>8.4</c:v>
                </c:pt>
                <c:pt idx="140" formatCode="General">
                  <c:v>8.4600000000000009</c:v>
                </c:pt>
                <c:pt idx="141" formatCode="General">
                  <c:v>8.52</c:v>
                </c:pt>
                <c:pt idx="142" formatCode="General">
                  <c:v>8.58</c:v>
                </c:pt>
                <c:pt idx="143" formatCode="General">
                  <c:v>8.6399989999999995</c:v>
                </c:pt>
                <c:pt idx="144" formatCode="General">
                  <c:v>8.6999999999999993</c:v>
                </c:pt>
                <c:pt idx="145" formatCode="General">
                  <c:v>8.76</c:v>
                </c:pt>
                <c:pt idx="146" formatCode="General">
                  <c:v>8.82</c:v>
                </c:pt>
                <c:pt idx="147" formatCode="General">
                  <c:v>8.8800000000000008</c:v>
                </c:pt>
                <c:pt idx="148" formatCode="General">
                  <c:v>8.94</c:v>
                </c:pt>
                <c:pt idx="149" formatCode="General">
                  <c:v>9</c:v>
                </c:pt>
                <c:pt idx="150" formatCode="General">
                  <c:v>9.0599989999999995</c:v>
                </c:pt>
                <c:pt idx="151" formatCode="General">
                  <c:v>9.1199999999999992</c:v>
                </c:pt>
                <c:pt idx="152" formatCode="General">
                  <c:v>9.1799990000000005</c:v>
                </c:pt>
                <c:pt idx="153" formatCode="General">
                  <c:v>9.24</c:v>
                </c:pt>
                <c:pt idx="154" formatCode="General">
                  <c:v>9.3000000000000007</c:v>
                </c:pt>
                <c:pt idx="155" formatCode="General">
                  <c:v>9.36</c:v>
                </c:pt>
                <c:pt idx="156" formatCode="General">
                  <c:v>9.42</c:v>
                </c:pt>
                <c:pt idx="157" formatCode="General">
                  <c:v>9.48</c:v>
                </c:pt>
                <c:pt idx="158" formatCode="General">
                  <c:v>9.5399999999999991</c:v>
                </c:pt>
                <c:pt idx="159" formatCode="General">
                  <c:v>9.5999990000000004</c:v>
                </c:pt>
                <c:pt idx="160" formatCode="General">
                  <c:v>9.66</c:v>
                </c:pt>
                <c:pt idx="161" formatCode="General">
                  <c:v>9.7199989999999996</c:v>
                </c:pt>
                <c:pt idx="162" formatCode="General">
                  <c:v>9.7799999999999994</c:v>
                </c:pt>
                <c:pt idx="163" formatCode="General">
                  <c:v>9.84</c:v>
                </c:pt>
                <c:pt idx="164" formatCode="General">
                  <c:v>9.9</c:v>
                </c:pt>
                <c:pt idx="165" formatCode="General">
                  <c:v>9.9600000000000009</c:v>
                </c:pt>
                <c:pt idx="166" formatCode="General">
                  <c:v>10.02</c:v>
                </c:pt>
                <c:pt idx="167" formatCode="General">
                  <c:v>10.08</c:v>
                </c:pt>
                <c:pt idx="168" formatCode="General">
                  <c:v>10.14</c:v>
                </c:pt>
                <c:pt idx="169" formatCode="General">
                  <c:v>10.199999999999999</c:v>
                </c:pt>
                <c:pt idx="170" formatCode="General">
                  <c:v>10.26</c:v>
                </c:pt>
                <c:pt idx="171" formatCode="General">
                  <c:v>10.32</c:v>
                </c:pt>
                <c:pt idx="172" formatCode="General">
                  <c:v>10.38</c:v>
                </c:pt>
                <c:pt idx="173" formatCode="General">
                  <c:v>10.44</c:v>
                </c:pt>
                <c:pt idx="174" formatCode="General">
                  <c:v>10.5</c:v>
                </c:pt>
                <c:pt idx="175" formatCode="General">
                  <c:v>10.56</c:v>
                </c:pt>
                <c:pt idx="176" formatCode="General">
                  <c:v>10.62</c:v>
                </c:pt>
                <c:pt idx="177" formatCode="General">
                  <c:v>10.68</c:v>
                </c:pt>
                <c:pt idx="178" formatCode="General">
                  <c:v>10.74</c:v>
                </c:pt>
                <c:pt idx="179" formatCode="General">
                  <c:v>10.8</c:v>
                </c:pt>
                <c:pt idx="180" formatCode="General">
                  <c:v>10.86</c:v>
                </c:pt>
                <c:pt idx="181" formatCode="General">
                  <c:v>10.92</c:v>
                </c:pt>
                <c:pt idx="182" formatCode="General">
                  <c:v>10.98</c:v>
                </c:pt>
                <c:pt idx="183" formatCode="General">
                  <c:v>11.04</c:v>
                </c:pt>
                <c:pt idx="184" formatCode="General">
                  <c:v>11.1</c:v>
                </c:pt>
                <c:pt idx="185" formatCode="General">
                  <c:v>11.16</c:v>
                </c:pt>
                <c:pt idx="186" formatCode="General">
                  <c:v>11.22</c:v>
                </c:pt>
                <c:pt idx="187" formatCode="General">
                  <c:v>11.28</c:v>
                </c:pt>
                <c:pt idx="188" formatCode="General">
                  <c:v>11.34</c:v>
                </c:pt>
                <c:pt idx="189" formatCode="General">
                  <c:v>11.4</c:v>
                </c:pt>
                <c:pt idx="190" formatCode="General">
                  <c:v>11.46</c:v>
                </c:pt>
                <c:pt idx="191" formatCode="General">
                  <c:v>11.52</c:v>
                </c:pt>
                <c:pt idx="192" formatCode="General">
                  <c:v>11.58</c:v>
                </c:pt>
                <c:pt idx="193" formatCode="General">
                  <c:v>11.64</c:v>
                </c:pt>
                <c:pt idx="194" formatCode="General">
                  <c:v>11.7</c:v>
                </c:pt>
                <c:pt idx="195" formatCode="General">
                  <c:v>11.76</c:v>
                </c:pt>
                <c:pt idx="196" formatCode="General">
                  <c:v>11.82</c:v>
                </c:pt>
                <c:pt idx="197" formatCode="General">
                  <c:v>11.88</c:v>
                </c:pt>
                <c:pt idx="198" formatCode="General">
                  <c:v>11.94</c:v>
                </c:pt>
                <c:pt idx="199" formatCode="General">
                  <c:v>12</c:v>
                </c:pt>
                <c:pt idx="200" formatCode="General">
                  <c:v>12.06</c:v>
                </c:pt>
                <c:pt idx="201" formatCode="General">
                  <c:v>12.12</c:v>
                </c:pt>
                <c:pt idx="202" formatCode="General">
                  <c:v>12.18</c:v>
                </c:pt>
                <c:pt idx="203" formatCode="General">
                  <c:v>12.24</c:v>
                </c:pt>
                <c:pt idx="204" formatCode="General">
                  <c:v>12.3</c:v>
                </c:pt>
                <c:pt idx="205" formatCode="General">
                  <c:v>12.36</c:v>
                </c:pt>
                <c:pt idx="206" formatCode="General">
                  <c:v>12.42</c:v>
                </c:pt>
                <c:pt idx="207" formatCode="General">
                  <c:v>12.48</c:v>
                </c:pt>
                <c:pt idx="208" formatCode="General">
                  <c:v>12.54</c:v>
                </c:pt>
                <c:pt idx="209" formatCode="General">
                  <c:v>12.6</c:v>
                </c:pt>
                <c:pt idx="210" formatCode="General">
                  <c:v>12.66</c:v>
                </c:pt>
                <c:pt idx="211" formatCode="General">
                  <c:v>12.72</c:v>
                </c:pt>
                <c:pt idx="212" formatCode="General">
                  <c:v>12.78</c:v>
                </c:pt>
                <c:pt idx="213" formatCode="General">
                  <c:v>12.84</c:v>
                </c:pt>
                <c:pt idx="214" formatCode="General">
                  <c:v>12.9</c:v>
                </c:pt>
                <c:pt idx="215" formatCode="General">
                  <c:v>12.96</c:v>
                </c:pt>
                <c:pt idx="216" formatCode="General">
                  <c:v>13.02</c:v>
                </c:pt>
                <c:pt idx="217" formatCode="General">
                  <c:v>13.08</c:v>
                </c:pt>
                <c:pt idx="218" formatCode="General">
                  <c:v>13.14</c:v>
                </c:pt>
                <c:pt idx="219" formatCode="General">
                  <c:v>13.2</c:v>
                </c:pt>
                <c:pt idx="220" formatCode="General">
                  <c:v>13.26</c:v>
                </c:pt>
                <c:pt idx="221" formatCode="General">
                  <c:v>13.32</c:v>
                </c:pt>
                <c:pt idx="222" formatCode="General">
                  <c:v>13.38</c:v>
                </c:pt>
                <c:pt idx="223" formatCode="General">
                  <c:v>13.44</c:v>
                </c:pt>
                <c:pt idx="224" formatCode="General">
                  <c:v>13.5</c:v>
                </c:pt>
                <c:pt idx="225" formatCode="General">
                  <c:v>13.56</c:v>
                </c:pt>
                <c:pt idx="226" formatCode="General">
                  <c:v>13.62</c:v>
                </c:pt>
                <c:pt idx="227" formatCode="General">
                  <c:v>13.68</c:v>
                </c:pt>
                <c:pt idx="228" formatCode="General">
                  <c:v>13.74</c:v>
                </c:pt>
                <c:pt idx="229" formatCode="General">
                  <c:v>13.8</c:v>
                </c:pt>
                <c:pt idx="230" formatCode="General">
                  <c:v>13.86</c:v>
                </c:pt>
                <c:pt idx="231" formatCode="General">
                  <c:v>13.92</c:v>
                </c:pt>
                <c:pt idx="232" formatCode="General">
                  <c:v>13.98</c:v>
                </c:pt>
                <c:pt idx="233" formatCode="General">
                  <c:v>14.04</c:v>
                </c:pt>
                <c:pt idx="234" formatCode="General">
                  <c:v>14.1</c:v>
                </c:pt>
                <c:pt idx="235" formatCode="General">
                  <c:v>14.16</c:v>
                </c:pt>
                <c:pt idx="236" formatCode="General">
                  <c:v>14.22</c:v>
                </c:pt>
                <c:pt idx="237" formatCode="General">
                  <c:v>14.28</c:v>
                </c:pt>
                <c:pt idx="238" formatCode="General">
                  <c:v>14.34</c:v>
                </c:pt>
                <c:pt idx="239" formatCode="General">
                  <c:v>14.4</c:v>
                </c:pt>
                <c:pt idx="240" formatCode="General">
                  <c:v>14.46</c:v>
                </c:pt>
                <c:pt idx="241" formatCode="General">
                  <c:v>14.52</c:v>
                </c:pt>
                <c:pt idx="242" formatCode="General">
                  <c:v>14.58</c:v>
                </c:pt>
                <c:pt idx="243" formatCode="General">
                  <c:v>14.64</c:v>
                </c:pt>
                <c:pt idx="244" formatCode="General">
                  <c:v>14.7</c:v>
                </c:pt>
                <c:pt idx="245" formatCode="General">
                  <c:v>14.76</c:v>
                </c:pt>
                <c:pt idx="246" formatCode="General">
                  <c:v>14.82</c:v>
                </c:pt>
                <c:pt idx="247" formatCode="General">
                  <c:v>14.88</c:v>
                </c:pt>
                <c:pt idx="248" formatCode="General">
                  <c:v>14.94</c:v>
                </c:pt>
                <c:pt idx="249" formatCode="General">
                  <c:v>15</c:v>
                </c:pt>
                <c:pt idx="250" formatCode="General">
                  <c:v>15.06</c:v>
                </c:pt>
                <c:pt idx="251" formatCode="General">
                  <c:v>15.12</c:v>
                </c:pt>
                <c:pt idx="252" formatCode="General">
                  <c:v>15.18</c:v>
                </c:pt>
                <c:pt idx="253" formatCode="General">
                  <c:v>15.24</c:v>
                </c:pt>
                <c:pt idx="254" formatCode="General">
                  <c:v>15.3</c:v>
                </c:pt>
                <c:pt idx="255" formatCode="General">
                  <c:v>15.36</c:v>
                </c:pt>
                <c:pt idx="256" formatCode="General">
                  <c:v>15.42</c:v>
                </c:pt>
                <c:pt idx="257" formatCode="General">
                  <c:v>15.48</c:v>
                </c:pt>
                <c:pt idx="258" formatCode="General">
                  <c:v>15.54</c:v>
                </c:pt>
                <c:pt idx="259" formatCode="General">
                  <c:v>15.6</c:v>
                </c:pt>
                <c:pt idx="260" formatCode="General">
                  <c:v>15.66</c:v>
                </c:pt>
                <c:pt idx="261" formatCode="General">
                  <c:v>15.72</c:v>
                </c:pt>
                <c:pt idx="262" formatCode="General">
                  <c:v>15.78</c:v>
                </c:pt>
                <c:pt idx="263" formatCode="General">
                  <c:v>15.84</c:v>
                </c:pt>
                <c:pt idx="264" formatCode="General">
                  <c:v>15.9</c:v>
                </c:pt>
                <c:pt idx="265" formatCode="General">
                  <c:v>15.96</c:v>
                </c:pt>
                <c:pt idx="266" formatCode="General">
                  <c:v>16.02</c:v>
                </c:pt>
                <c:pt idx="267" formatCode="General">
                  <c:v>16.079999999999998</c:v>
                </c:pt>
                <c:pt idx="268" formatCode="General">
                  <c:v>16.14</c:v>
                </c:pt>
                <c:pt idx="269" formatCode="General">
                  <c:v>16.2</c:v>
                </c:pt>
                <c:pt idx="270" formatCode="General">
                  <c:v>16.260000000000002</c:v>
                </c:pt>
                <c:pt idx="271" formatCode="General">
                  <c:v>16.32</c:v>
                </c:pt>
                <c:pt idx="272" formatCode="General">
                  <c:v>16.38</c:v>
                </c:pt>
                <c:pt idx="273" formatCode="General">
                  <c:v>16.440000000000001</c:v>
                </c:pt>
                <c:pt idx="274" formatCode="General">
                  <c:v>16.5</c:v>
                </c:pt>
                <c:pt idx="275" formatCode="General">
                  <c:v>16.559999999999999</c:v>
                </c:pt>
                <c:pt idx="276" formatCode="General">
                  <c:v>16.62</c:v>
                </c:pt>
                <c:pt idx="277" formatCode="General">
                  <c:v>16.68</c:v>
                </c:pt>
                <c:pt idx="278" formatCode="General">
                  <c:v>16.739999999999998</c:v>
                </c:pt>
                <c:pt idx="279" formatCode="General">
                  <c:v>16.8</c:v>
                </c:pt>
                <c:pt idx="280" formatCode="General">
                  <c:v>16.86</c:v>
                </c:pt>
                <c:pt idx="281" formatCode="General">
                  <c:v>16.920000000000002</c:v>
                </c:pt>
                <c:pt idx="282" formatCode="General">
                  <c:v>16.98</c:v>
                </c:pt>
                <c:pt idx="283" formatCode="General">
                  <c:v>17.04</c:v>
                </c:pt>
                <c:pt idx="284" formatCode="General">
                  <c:v>17.100000000000001</c:v>
                </c:pt>
                <c:pt idx="285" formatCode="General">
                  <c:v>17.16</c:v>
                </c:pt>
                <c:pt idx="286" formatCode="General">
                  <c:v>17.22</c:v>
                </c:pt>
                <c:pt idx="287" formatCode="General">
                  <c:v>17.28</c:v>
                </c:pt>
                <c:pt idx="288" formatCode="General">
                  <c:v>17.34</c:v>
                </c:pt>
                <c:pt idx="289" formatCode="General">
                  <c:v>17.399999999999999</c:v>
                </c:pt>
                <c:pt idx="290" formatCode="General">
                  <c:v>17.46</c:v>
                </c:pt>
                <c:pt idx="291" formatCode="General">
                  <c:v>17.52</c:v>
                </c:pt>
                <c:pt idx="292" formatCode="General">
                  <c:v>17.579999999999998</c:v>
                </c:pt>
                <c:pt idx="293" formatCode="General">
                  <c:v>17.64</c:v>
                </c:pt>
                <c:pt idx="294" formatCode="General">
                  <c:v>17.7</c:v>
                </c:pt>
                <c:pt idx="295" formatCode="General">
                  <c:v>17.760000000000002</c:v>
                </c:pt>
                <c:pt idx="296" formatCode="General">
                  <c:v>17.82</c:v>
                </c:pt>
                <c:pt idx="297" formatCode="General">
                  <c:v>17.88</c:v>
                </c:pt>
                <c:pt idx="298" formatCode="General">
                  <c:v>17.940000000000001</c:v>
                </c:pt>
                <c:pt idx="299" formatCode="General">
                  <c:v>18</c:v>
                </c:pt>
                <c:pt idx="300" formatCode="General">
                  <c:v>18.059999999999999</c:v>
                </c:pt>
                <c:pt idx="301" formatCode="General">
                  <c:v>18.12</c:v>
                </c:pt>
                <c:pt idx="302" formatCode="General">
                  <c:v>18.18</c:v>
                </c:pt>
                <c:pt idx="303" formatCode="General">
                  <c:v>18.239999999999998</c:v>
                </c:pt>
                <c:pt idx="304" formatCode="General">
                  <c:v>18.3</c:v>
                </c:pt>
                <c:pt idx="305" formatCode="General">
                  <c:v>18.36</c:v>
                </c:pt>
                <c:pt idx="306" formatCode="General">
                  <c:v>18.420000000000002</c:v>
                </c:pt>
                <c:pt idx="307" formatCode="General">
                  <c:v>18.48</c:v>
                </c:pt>
                <c:pt idx="308" formatCode="General">
                  <c:v>18.54</c:v>
                </c:pt>
                <c:pt idx="309" formatCode="General">
                  <c:v>18.600000000000001</c:v>
                </c:pt>
                <c:pt idx="310" formatCode="General">
                  <c:v>18.66</c:v>
                </c:pt>
                <c:pt idx="311" formatCode="General">
                  <c:v>18.72</c:v>
                </c:pt>
                <c:pt idx="312" formatCode="General">
                  <c:v>18.78</c:v>
                </c:pt>
                <c:pt idx="313" formatCode="General">
                  <c:v>18.84</c:v>
                </c:pt>
                <c:pt idx="314" formatCode="General">
                  <c:v>18.899999999999999</c:v>
                </c:pt>
                <c:pt idx="315" formatCode="General">
                  <c:v>18.96</c:v>
                </c:pt>
                <c:pt idx="316" formatCode="General">
                  <c:v>19.02</c:v>
                </c:pt>
                <c:pt idx="317" formatCode="General">
                  <c:v>19.079999999999998</c:v>
                </c:pt>
                <c:pt idx="318" formatCode="General">
                  <c:v>19.14</c:v>
                </c:pt>
                <c:pt idx="319" formatCode="General">
                  <c:v>19.2</c:v>
                </c:pt>
                <c:pt idx="320" formatCode="General">
                  <c:v>19.260000000000002</c:v>
                </c:pt>
                <c:pt idx="321" formatCode="General">
                  <c:v>19.32</c:v>
                </c:pt>
                <c:pt idx="322" formatCode="General">
                  <c:v>19.38</c:v>
                </c:pt>
                <c:pt idx="323" formatCode="General">
                  <c:v>19.440000000000001</c:v>
                </c:pt>
                <c:pt idx="324" formatCode="General">
                  <c:v>19.5</c:v>
                </c:pt>
                <c:pt idx="325" formatCode="General">
                  <c:v>19.559999999999999</c:v>
                </c:pt>
                <c:pt idx="326" formatCode="General">
                  <c:v>19.62</c:v>
                </c:pt>
                <c:pt idx="327" formatCode="General">
                  <c:v>19.68</c:v>
                </c:pt>
                <c:pt idx="328" formatCode="General">
                  <c:v>19.739999999999998</c:v>
                </c:pt>
                <c:pt idx="329" formatCode="General">
                  <c:v>19.8</c:v>
                </c:pt>
                <c:pt idx="330" formatCode="General">
                  <c:v>19.86</c:v>
                </c:pt>
                <c:pt idx="331" formatCode="General">
                  <c:v>19.920000000000002</c:v>
                </c:pt>
                <c:pt idx="332" formatCode="General">
                  <c:v>19.98</c:v>
                </c:pt>
                <c:pt idx="333" formatCode="General">
                  <c:v>20.04</c:v>
                </c:pt>
                <c:pt idx="334" formatCode="General">
                  <c:v>20.100000000000001</c:v>
                </c:pt>
                <c:pt idx="335" formatCode="General">
                  <c:v>20.16</c:v>
                </c:pt>
                <c:pt idx="336" formatCode="General">
                  <c:v>20.22</c:v>
                </c:pt>
                <c:pt idx="337" formatCode="General">
                  <c:v>20.28</c:v>
                </c:pt>
                <c:pt idx="338" formatCode="General">
                  <c:v>20.34</c:v>
                </c:pt>
                <c:pt idx="339" formatCode="General">
                  <c:v>20.399999999999999</c:v>
                </c:pt>
                <c:pt idx="340" formatCode="General">
                  <c:v>20.46</c:v>
                </c:pt>
                <c:pt idx="341" formatCode="General">
                  <c:v>20.52</c:v>
                </c:pt>
                <c:pt idx="342" formatCode="General">
                  <c:v>20.58</c:v>
                </c:pt>
                <c:pt idx="343" formatCode="General">
                  <c:v>20.64</c:v>
                </c:pt>
                <c:pt idx="344" formatCode="General">
                  <c:v>20.7</c:v>
                </c:pt>
                <c:pt idx="345" formatCode="General">
                  <c:v>20.76</c:v>
                </c:pt>
                <c:pt idx="346" formatCode="General">
                  <c:v>20.82</c:v>
                </c:pt>
                <c:pt idx="347" formatCode="General">
                  <c:v>20.88</c:v>
                </c:pt>
                <c:pt idx="348" formatCode="General">
                  <c:v>20.94</c:v>
                </c:pt>
                <c:pt idx="349" formatCode="General">
                  <c:v>21</c:v>
                </c:pt>
                <c:pt idx="350" formatCode="General">
                  <c:v>21.06</c:v>
                </c:pt>
                <c:pt idx="351" formatCode="General">
                  <c:v>21.12</c:v>
                </c:pt>
                <c:pt idx="352" formatCode="General">
                  <c:v>21.18</c:v>
                </c:pt>
                <c:pt idx="353" formatCode="General">
                  <c:v>21.24</c:v>
                </c:pt>
                <c:pt idx="354" formatCode="General">
                  <c:v>21.3</c:v>
                </c:pt>
                <c:pt idx="355" formatCode="General">
                  <c:v>21.36</c:v>
                </c:pt>
                <c:pt idx="356" formatCode="General">
                  <c:v>21.42</c:v>
                </c:pt>
                <c:pt idx="357" formatCode="General">
                  <c:v>21.48</c:v>
                </c:pt>
                <c:pt idx="358" formatCode="General">
                  <c:v>21.54</c:v>
                </c:pt>
                <c:pt idx="359" formatCode="General">
                  <c:v>21.6</c:v>
                </c:pt>
                <c:pt idx="360" formatCode="General">
                  <c:v>21.66</c:v>
                </c:pt>
                <c:pt idx="361" formatCode="General">
                  <c:v>21.72</c:v>
                </c:pt>
                <c:pt idx="362" formatCode="General">
                  <c:v>21.78</c:v>
                </c:pt>
                <c:pt idx="363" formatCode="General">
                  <c:v>21.84</c:v>
                </c:pt>
                <c:pt idx="364" formatCode="General">
                  <c:v>21.9</c:v>
                </c:pt>
                <c:pt idx="365" formatCode="General">
                  <c:v>21.96</c:v>
                </c:pt>
                <c:pt idx="366" formatCode="General">
                  <c:v>22.02</c:v>
                </c:pt>
                <c:pt idx="367" formatCode="General">
                  <c:v>22.08</c:v>
                </c:pt>
                <c:pt idx="368" formatCode="General">
                  <c:v>22.14</c:v>
                </c:pt>
                <c:pt idx="369" formatCode="General">
                  <c:v>22.2</c:v>
                </c:pt>
                <c:pt idx="370" formatCode="General">
                  <c:v>22.26</c:v>
                </c:pt>
                <c:pt idx="371" formatCode="General">
                  <c:v>22.32</c:v>
                </c:pt>
                <c:pt idx="372" formatCode="General">
                  <c:v>22.38</c:v>
                </c:pt>
                <c:pt idx="373" formatCode="General">
                  <c:v>22.44</c:v>
                </c:pt>
                <c:pt idx="374" formatCode="General">
                  <c:v>22.5</c:v>
                </c:pt>
                <c:pt idx="375" formatCode="General">
                  <c:v>22.56</c:v>
                </c:pt>
                <c:pt idx="376" formatCode="General">
                  <c:v>22.62</c:v>
                </c:pt>
                <c:pt idx="377" formatCode="General">
                  <c:v>22.68</c:v>
                </c:pt>
                <c:pt idx="378" formatCode="General">
                  <c:v>22.74</c:v>
                </c:pt>
                <c:pt idx="379" formatCode="General">
                  <c:v>22.8</c:v>
                </c:pt>
                <c:pt idx="380" formatCode="General">
                  <c:v>22.86</c:v>
                </c:pt>
                <c:pt idx="381" formatCode="General">
                  <c:v>22.92</c:v>
                </c:pt>
                <c:pt idx="382" formatCode="General">
                  <c:v>22.98</c:v>
                </c:pt>
                <c:pt idx="383" formatCode="General">
                  <c:v>23.04</c:v>
                </c:pt>
                <c:pt idx="384" formatCode="General">
                  <c:v>23.1</c:v>
                </c:pt>
                <c:pt idx="385" formatCode="General">
                  <c:v>23.16</c:v>
                </c:pt>
                <c:pt idx="386" formatCode="General">
                  <c:v>23.22</c:v>
                </c:pt>
                <c:pt idx="387" formatCode="General">
                  <c:v>23.28</c:v>
                </c:pt>
                <c:pt idx="388" formatCode="General">
                  <c:v>23.34</c:v>
                </c:pt>
                <c:pt idx="389" formatCode="General">
                  <c:v>23.4</c:v>
                </c:pt>
                <c:pt idx="390" formatCode="General">
                  <c:v>23.46</c:v>
                </c:pt>
                <c:pt idx="391" formatCode="General">
                  <c:v>23.52</c:v>
                </c:pt>
                <c:pt idx="392" formatCode="General">
                  <c:v>23.58</c:v>
                </c:pt>
                <c:pt idx="393" formatCode="General">
                  <c:v>23.64</c:v>
                </c:pt>
                <c:pt idx="394" formatCode="General">
                  <c:v>23.7</c:v>
                </c:pt>
                <c:pt idx="395" formatCode="General">
                  <c:v>23.76</c:v>
                </c:pt>
                <c:pt idx="396" formatCode="General">
                  <c:v>23.82</c:v>
                </c:pt>
                <c:pt idx="397" formatCode="General">
                  <c:v>23.88</c:v>
                </c:pt>
                <c:pt idx="398" formatCode="General">
                  <c:v>23.94</c:v>
                </c:pt>
                <c:pt idx="399" formatCode="General">
                  <c:v>24</c:v>
                </c:pt>
                <c:pt idx="400" formatCode="General">
                  <c:v>24.06</c:v>
                </c:pt>
                <c:pt idx="401" formatCode="General">
                  <c:v>24.12</c:v>
                </c:pt>
                <c:pt idx="402" formatCode="General">
                  <c:v>24.18</c:v>
                </c:pt>
                <c:pt idx="403" formatCode="General">
                  <c:v>24.24</c:v>
                </c:pt>
                <c:pt idx="404" formatCode="General">
                  <c:v>24.3</c:v>
                </c:pt>
                <c:pt idx="405" formatCode="General">
                  <c:v>24.36</c:v>
                </c:pt>
                <c:pt idx="406" formatCode="General">
                  <c:v>24.42</c:v>
                </c:pt>
                <c:pt idx="407" formatCode="General">
                  <c:v>24.48</c:v>
                </c:pt>
                <c:pt idx="408" formatCode="General">
                  <c:v>24.54</c:v>
                </c:pt>
                <c:pt idx="409" formatCode="General">
                  <c:v>24.6</c:v>
                </c:pt>
                <c:pt idx="410" formatCode="General">
                  <c:v>24.66</c:v>
                </c:pt>
                <c:pt idx="411" formatCode="General">
                  <c:v>24.72</c:v>
                </c:pt>
                <c:pt idx="412" formatCode="General">
                  <c:v>24.78</c:v>
                </c:pt>
                <c:pt idx="413" formatCode="General">
                  <c:v>24.84</c:v>
                </c:pt>
                <c:pt idx="414" formatCode="General">
                  <c:v>24.9</c:v>
                </c:pt>
                <c:pt idx="415" formatCode="General">
                  <c:v>24.96</c:v>
                </c:pt>
                <c:pt idx="416" formatCode="General">
                  <c:v>25.02</c:v>
                </c:pt>
                <c:pt idx="417" formatCode="General">
                  <c:v>25.08</c:v>
                </c:pt>
                <c:pt idx="418" formatCode="General">
                  <c:v>25.14</c:v>
                </c:pt>
                <c:pt idx="419" formatCode="General">
                  <c:v>25.2</c:v>
                </c:pt>
                <c:pt idx="420" formatCode="General">
                  <c:v>25.26</c:v>
                </c:pt>
                <c:pt idx="421" formatCode="General">
                  <c:v>25.32</c:v>
                </c:pt>
                <c:pt idx="422" formatCode="General">
                  <c:v>25.38</c:v>
                </c:pt>
                <c:pt idx="423" formatCode="General">
                  <c:v>25.44</c:v>
                </c:pt>
                <c:pt idx="424" formatCode="General">
                  <c:v>25.5</c:v>
                </c:pt>
                <c:pt idx="425" formatCode="General">
                  <c:v>25.56</c:v>
                </c:pt>
                <c:pt idx="426" formatCode="General">
                  <c:v>25.62</c:v>
                </c:pt>
                <c:pt idx="427" formatCode="General">
                  <c:v>25.68</c:v>
                </c:pt>
                <c:pt idx="428" formatCode="General">
                  <c:v>25.74</c:v>
                </c:pt>
                <c:pt idx="429" formatCode="General">
                  <c:v>25.8</c:v>
                </c:pt>
                <c:pt idx="430" formatCode="General">
                  <c:v>25.86</c:v>
                </c:pt>
                <c:pt idx="431" formatCode="General">
                  <c:v>25.92</c:v>
                </c:pt>
                <c:pt idx="432" formatCode="General">
                  <c:v>25.98</c:v>
                </c:pt>
                <c:pt idx="433" formatCode="General">
                  <c:v>26.04</c:v>
                </c:pt>
                <c:pt idx="434" formatCode="General">
                  <c:v>26.1</c:v>
                </c:pt>
                <c:pt idx="435" formatCode="General">
                  <c:v>26.16</c:v>
                </c:pt>
                <c:pt idx="436" formatCode="General">
                  <c:v>26.22</c:v>
                </c:pt>
                <c:pt idx="437" formatCode="General">
                  <c:v>26.28</c:v>
                </c:pt>
                <c:pt idx="438" formatCode="General">
                  <c:v>26.34</c:v>
                </c:pt>
                <c:pt idx="439" formatCode="General">
                  <c:v>26.4</c:v>
                </c:pt>
                <c:pt idx="440" formatCode="General">
                  <c:v>26.46</c:v>
                </c:pt>
                <c:pt idx="441" formatCode="General">
                  <c:v>26.52</c:v>
                </c:pt>
                <c:pt idx="442" formatCode="General">
                  <c:v>26.58</c:v>
                </c:pt>
                <c:pt idx="443" formatCode="General">
                  <c:v>26.64</c:v>
                </c:pt>
                <c:pt idx="444" formatCode="General">
                  <c:v>26.7</c:v>
                </c:pt>
                <c:pt idx="445" formatCode="General">
                  <c:v>26.76</c:v>
                </c:pt>
                <c:pt idx="446" formatCode="General">
                  <c:v>26.82</c:v>
                </c:pt>
                <c:pt idx="447" formatCode="General">
                  <c:v>26.88</c:v>
                </c:pt>
                <c:pt idx="448" formatCode="General">
                  <c:v>26.94</c:v>
                </c:pt>
                <c:pt idx="449" formatCode="General">
                  <c:v>27</c:v>
                </c:pt>
                <c:pt idx="450" formatCode="General">
                  <c:v>27.06</c:v>
                </c:pt>
                <c:pt idx="451" formatCode="General">
                  <c:v>27.12</c:v>
                </c:pt>
                <c:pt idx="452" formatCode="General">
                  <c:v>27.18</c:v>
                </c:pt>
                <c:pt idx="453" formatCode="General">
                  <c:v>27.24</c:v>
                </c:pt>
                <c:pt idx="454" formatCode="General">
                  <c:v>27.3</c:v>
                </c:pt>
                <c:pt idx="455" formatCode="General">
                  <c:v>27.36</c:v>
                </c:pt>
                <c:pt idx="456" formatCode="General">
                  <c:v>27.42</c:v>
                </c:pt>
                <c:pt idx="457" formatCode="General">
                  <c:v>27.48</c:v>
                </c:pt>
                <c:pt idx="458" formatCode="General">
                  <c:v>27.54</c:v>
                </c:pt>
                <c:pt idx="459" formatCode="General">
                  <c:v>27.6</c:v>
                </c:pt>
                <c:pt idx="460" formatCode="General">
                  <c:v>27.66</c:v>
                </c:pt>
                <c:pt idx="461" formatCode="General">
                  <c:v>27.72</c:v>
                </c:pt>
                <c:pt idx="462" formatCode="General">
                  <c:v>27.78</c:v>
                </c:pt>
                <c:pt idx="463" formatCode="General">
                  <c:v>27.84</c:v>
                </c:pt>
                <c:pt idx="464" formatCode="General">
                  <c:v>27.9</c:v>
                </c:pt>
                <c:pt idx="465" formatCode="General">
                  <c:v>27.96</c:v>
                </c:pt>
                <c:pt idx="466" formatCode="General">
                  <c:v>28.02</c:v>
                </c:pt>
                <c:pt idx="467" formatCode="General">
                  <c:v>28.08</c:v>
                </c:pt>
                <c:pt idx="468" formatCode="General">
                  <c:v>28.14</c:v>
                </c:pt>
                <c:pt idx="469" formatCode="General">
                  <c:v>28.2</c:v>
                </c:pt>
                <c:pt idx="470" formatCode="General">
                  <c:v>28.26</c:v>
                </c:pt>
                <c:pt idx="471" formatCode="General">
                  <c:v>28.32</c:v>
                </c:pt>
                <c:pt idx="472" formatCode="General">
                  <c:v>28.38</c:v>
                </c:pt>
                <c:pt idx="473" formatCode="General">
                  <c:v>28.44</c:v>
                </c:pt>
                <c:pt idx="474" formatCode="General">
                  <c:v>28.5</c:v>
                </c:pt>
                <c:pt idx="475" formatCode="General">
                  <c:v>28.56</c:v>
                </c:pt>
                <c:pt idx="476" formatCode="General">
                  <c:v>28.62</c:v>
                </c:pt>
                <c:pt idx="477" formatCode="General">
                  <c:v>28.68</c:v>
                </c:pt>
                <c:pt idx="478" formatCode="General">
                  <c:v>28.74</c:v>
                </c:pt>
                <c:pt idx="479" formatCode="General">
                  <c:v>28.8</c:v>
                </c:pt>
                <c:pt idx="480" formatCode="General">
                  <c:v>28.86</c:v>
                </c:pt>
                <c:pt idx="481" formatCode="General">
                  <c:v>28.92</c:v>
                </c:pt>
                <c:pt idx="482" formatCode="General">
                  <c:v>28.98</c:v>
                </c:pt>
                <c:pt idx="483" formatCode="General">
                  <c:v>29.04</c:v>
                </c:pt>
                <c:pt idx="484" formatCode="General">
                  <c:v>29.1</c:v>
                </c:pt>
                <c:pt idx="485" formatCode="General">
                  <c:v>29.16</c:v>
                </c:pt>
                <c:pt idx="486" formatCode="General">
                  <c:v>29.22</c:v>
                </c:pt>
                <c:pt idx="487" formatCode="General">
                  <c:v>29.28</c:v>
                </c:pt>
                <c:pt idx="488" formatCode="General">
                  <c:v>29.34</c:v>
                </c:pt>
                <c:pt idx="489" formatCode="General">
                  <c:v>29.4</c:v>
                </c:pt>
                <c:pt idx="490" formatCode="General">
                  <c:v>29.46</c:v>
                </c:pt>
                <c:pt idx="491" formatCode="General">
                  <c:v>29.52</c:v>
                </c:pt>
                <c:pt idx="492" formatCode="General">
                  <c:v>29.58</c:v>
                </c:pt>
                <c:pt idx="493" formatCode="General">
                  <c:v>29.64</c:v>
                </c:pt>
                <c:pt idx="494" formatCode="General">
                  <c:v>29.7</c:v>
                </c:pt>
                <c:pt idx="495" formatCode="General">
                  <c:v>29.76</c:v>
                </c:pt>
                <c:pt idx="496" formatCode="General">
                  <c:v>29.82</c:v>
                </c:pt>
                <c:pt idx="497" formatCode="General">
                  <c:v>29.88</c:v>
                </c:pt>
                <c:pt idx="498" formatCode="General">
                  <c:v>29.94</c:v>
                </c:pt>
                <c:pt idx="499" formatCode="General">
                  <c:v>30</c:v>
                </c:pt>
                <c:pt idx="500" formatCode="General">
                  <c:v>30.06</c:v>
                </c:pt>
                <c:pt idx="501" formatCode="General">
                  <c:v>30.12</c:v>
                </c:pt>
                <c:pt idx="502" formatCode="General">
                  <c:v>30.18</c:v>
                </c:pt>
                <c:pt idx="503" formatCode="General">
                  <c:v>30.24</c:v>
                </c:pt>
                <c:pt idx="504" formatCode="General">
                  <c:v>30.3</c:v>
                </c:pt>
                <c:pt idx="505" formatCode="General">
                  <c:v>30.36</c:v>
                </c:pt>
                <c:pt idx="506" formatCode="General">
                  <c:v>30.42</c:v>
                </c:pt>
                <c:pt idx="507" formatCode="General">
                  <c:v>30.48</c:v>
                </c:pt>
                <c:pt idx="508" formatCode="General">
                  <c:v>30.54</c:v>
                </c:pt>
                <c:pt idx="509" formatCode="General">
                  <c:v>30.6</c:v>
                </c:pt>
                <c:pt idx="510" formatCode="General">
                  <c:v>30.66</c:v>
                </c:pt>
                <c:pt idx="511" formatCode="General">
                  <c:v>30.72</c:v>
                </c:pt>
                <c:pt idx="512" formatCode="General">
                  <c:v>30.78</c:v>
                </c:pt>
                <c:pt idx="513" formatCode="General">
                  <c:v>30.84</c:v>
                </c:pt>
                <c:pt idx="514" formatCode="General">
                  <c:v>30.9</c:v>
                </c:pt>
                <c:pt idx="515" formatCode="General">
                  <c:v>30.96</c:v>
                </c:pt>
                <c:pt idx="516" formatCode="General">
                  <c:v>31.02</c:v>
                </c:pt>
              </c:numCache>
            </c:numRef>
          </c:xVal>
          <c:yVal>
            <c:numRef>
              <c:f>二体分布関数!$D$2:$D$1034</c:f>
              <c:numCache>
                <c:formatCode>0.00E+00</c:formatCode>
                <c:ptCount val="517"/>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2.1337169999999999E-2</c:v>
                </c:pt>
                <c:pt idx="45">
                  <c:v>0.95972069999999998</c:v>
                </c:pt>
                <c:pt idx="46" formatCode="General">
                  <c:v>4.3730450000000003</c:v>
                </c:pt>
                <c:pt idx="47" formatCode="General">
                  <c:v>6.7700009999999997</c:v>
                </c:pt>
                <c:pt idx="48" formatCode="General">
                  <c:v>5.9489159999999996</c:v>
                </c:pt>
                <c:pt idx="49" formatCode="General">
                  <c:v>4.3109349999999997</c:v>
                </c:pt>
                <c:pt idx="50" formatCode="General">
                  <c:v>2.8383020000000001</c:v>
                </c:pt>
                <c:pt idx="51" formatCode="General">
                  <c:v>1.8399099999999999</c:v>
                </c:pt>
                <c:pt idx="52" formatCode="General">
                  <c:v>1.2964899999999999</c:v>
                </c:pt>
                <c:pt idx="53">
                  <c:v>0.94621379999999999</c:v>
                </c:pt>
                <c:pt idx="54">
                  <c:v>0.71826889999999999</c:v>
                </c:pt>
                <c:pt idx="55">
                  <c:v>0.61411360000000004</c:v>
                </c:pt>
                <c:pt idx="56">
                  <c:v>0.51676109999999997</c:v>
                </c:pt>
                <c:pt idx="57">
                  <c:v>0.40918510000000002</c:v>
                </c:pt>
                <c:pt idx="58">
                  <c:v>0.36883369999999999</c:v>
                </c:pt>
                <c:pt idx="59">
                  <c:v>0.39950760000000002</c:v>
                </c:pt>
                <c:pt idx="60">
                  <c:v>0.31850299999999998</c:v>
                </c:pt>
                <c:pt idx="61">
                  <c:v>0.3034945</c:v>
                </c:pt>
                <c:pt idx="62">
                  <c:v>0.32037510000000002</c:v>
                </c:pt>
                <c:pt idx="63">
                  <c:v>0.3526377</c:v>
                </c:pt>
                <c:pt idx="64">
                  <c:v>0.27758759999999999</c:v>
                </c:pt>
                <c:pt idx="65">
                  <c:v>0.32167059999999997</c:v>
                </c:pt>
                <c:pt idx="66">
                  <c:v>0.34651700000000002</c:v>
                </c:pt>
                <c:pt idx="67">
                  <c:v>0.4124911</c:v>
                </c:pt>
                <c:pt idx="68">
                  <c:v>0.44859250000000001</c:v>
                </c:pt>
                <c:pt idx="69">
                  <c:v>0.47491909999999998</c:v>
                </c:pt>
                <c:pt idx="70">
                  <c:v>0.54490130000000003</c:v>
                </c:pt>
                <c:pt idx="71">
                  <c:v>0.62870029999999999</c:v>
                </c:pt>
                <c:pt idx="72">
                  <c:v>0.62086050000000004</c:v>
                </c:pt>
                <c:pt idx="73">
                  <c:v>0.77891440000000001</c:v>
                </c:pt>
                <c:pt idx="74">
                  <c:v>0.94812700000000005</c:v>
                </c:pt>
                <c:pt idx="75" formatCode="General">
                  <c:v>1.0270030000000001</c:v>
                </c:pt>
                <c:pt idx="76" formatCode="General">
                  <c:v>1.200393</c:v>
                </c:pt>
                <c:pt idx="77" formatCode="General">
                  <c:v>1.3859170000000001</c:v>
                </c:pt>
                <c:pt idx="78" formatCode="General">
                  <c:v>1.439079</c:v>
                </c:pt>
                <c:pt idx="79" formatCode="General">
                  <c:v>1.504599</c:v>
                </c:pt>
                <c:pt idx="80" formatCode="General">
                  <c:v>1.5034289999999999</c:v>
                </c:pt>
                <c:pt idx="81" formatCode="General">
                  <c:v>1.4394439999999999</c:v>
                </c:pt>
                <c:pt idx="82" formatCode="General">
                  <c:v>1.4175120000000001</c:v>
                </c:pt>
                <c:pt idx="83" formatCode="General">
                  <c:v>1.310478</c:v>
                </c:pt>
                <c:pt idx="84" formatCode="General">
                  <c:v>1.2593209999999999</c:v>
                </c:pt>
                <c:pt idx="85" formatCode="General">
                  <c:v>1.202663</c:v>
                </c:pt>
                <c:pt idx="86" formatCode="General">
                  <c:v>1.193932</c:v>
                </c:pt>
                <c:pt idx="87" formatCode="General">
                  <c:v>1.159778</c:v>
                </c:pt>
                <c:pt idx="88" formatCode="General">
                  <c:v>1.09256</c:v>
                </c:pt>
                <c:pt idx="89" formatCode="General">
                  <c:v>1.015833</c:v>
                </c:pt>
                <c:pt idx="90" formatCode="General">
                  <c:v>1.0085379999999999</c:v>
                </c:pt>
                <c:pt idx="91" formatCode="General">
                  <c:v>1.0129870000000001</c:v>
                </c:pt>
                <c:pt idx="92" formatCode="General">
                  <c:v>1.064117</c:v>
                </c:pt>
                <c:pt idx="93" formatCode="General">
                  <c:v>1.149878</c:v>
                </c:pt>
                <c:pt idx="94" formatCode="General">
                  <c:v>1.1682030000000001</c:v>
                </c:pt>
                <c:pt idx="95" formatCode="General">
                  <c:v>1.174803</c:v>
                </c:pt>
                <c:pt idx="96" formatCode="General">
                  <c:v>1.1605460000000001</c:v>
                </c:pt>
                <c:pt idx="97" formatCode="General">
                  <c:v>1.1183430000000001</c:v>
                </c:pt>
                <c:pt idx="98">
                  <c:v>0.9894271</c:v>
                </c:pt>
                <c:pt idx="99">
                  <c:v>0.91603489999999999</c:v>
                </c:pt>
                <c:pt idx="100">
                  <c:v>0.83021299999999998</c:v>
                </c:pt>
                <c:pt idx="101">
                  <c:v>0.76180340000000002</c:v>
                </c:pt>
                <c:pt idx="102">
                  <c:v>0.72148199999999996</c:v>
                </c:pt>
                <c:pt idx="103">
                  <c:v>0.66544210000000004</c:v>
                </c:pt>
                <c:pt idx="104">
                  <c:v>0.70657650000000005</c:v>
                </c:pt>
                <c:pt idx="105">
                  <c:v>0.71308519999999997</c:v>
                </c:pt>
                <c:pt idx="106">
                  <c:v>0.71653259999999996</c:v>
                </c:pt>
                <c:pt idx="107">
                  <c:v>0.72608119999999998</c:v>
                </c:pt>
                <c:pt idx="108">
                  <c:v>0.79854519999999996</c:v>
                </c:pt>
                <c:pt idx="109">
                  <c:v>0.83714739999999999</c:v>
                </c:pt>
                <c:pt idx="110">
                  <c:v>0.84367449999999999</c:v>
                </c:pt>
                <c:pt idx="111">
                  <c:v>0.85672530000000002</c:v>
                </c:pt>
                <c:pt idx="112" formatCode="General">
                  <c:v>1.0064740000000001</c:v>
                </c:pt>
                <c:pt idx="113">
                  <c:v>0.99934389999999995</c:v>
                </c:pt>
                <c:pt idx="114" formatCode="General">
                  <c:v>1.0506519999999999</c:v>
                </c:pt>
                <c:pt idx="115" formatCode="General">
                  <c:v>1.0573870000000001</c:v>
                </c:pt>
                <c:pt idx="116" formatCode="General">
                  <c:v>1.076816</c:v>
                </c:pt>
                <c:pt idx="117" formatCode="General">
                  <c:v>1.1397699999999999</c:v>
                </c:pt>
                <c:pt idx="118" formatCode="General">
                  <c:v>1.0880019999999999</c:v>
                </c:pt>
                <c:pt idx="119" formatCode="General">
                  <c:v>1.1612499999999999</c:v>
                </c:pt>
                <c:pt idx="120" formatCode="General">
                  <c:v>1.1256919999999999</c:v>
                </c:pt>
                <c:pt idx="121" formatCode="General">
                  <c:v>1.093628</c:v>
                </c:pt>
                <c:pt idx="122" formatCode="General">
                  <c:v>1.1542559999999999</c:v>
                </c:pt>
                <c:pt idx="123" formatCode="General">
                  <c:v>1.1465529999999999</c:v>
                </c:pt>
                <c:pt idx="124" formatCode="General">
                  <c:v>1.115245</c:v>
                </c:pt>
                <c:pt idx="125" formatCode="General">
                  <c:v>1.150102</c:v>
                </c:pt>
                <c:pt idx="126" formatCode="General">
                  <c:v>1.138185</c:v>
                </c:pt>
                <c:pt idx="127" formatCode="General">
                  <c:v>1.0891999999999999</c:v>
                </c:pt>
                <c:pt idx="128" formatCode="General">
                  <c:v>1.102425</c:v>
                </c:pt>
                <c:pt idx="129" formatCode="General">
                  <c:v>1.07165</c:v>
                </c:pt>
                <c:pt idx="130" formatCode="General">
                  <c:v>1.026216</c:v>
                </c:pt>
                <c:pt idx="131">
                  <c:v>0.97388240000000004</c:v>
                </c:pt>
                <c:pt idx="132" formatCode="General">
                  <c:v>1.00047</c:v>
                </c:pt>
                <c:pt idx="133">
                  <c:v>0.99521899999999996</c:v>
                </c:pt>
                <c:pt idx="134">
                  <c:v>0.94632119999999997</c:v>
                </c:pt>
                <c:pt idx="135">
                  <c:v>0.95548370000000005</c:v>
                </c:pt>
                <c:pt idx="136">
                  <c:v>0.93829720000000005</c:v>
                </c:pt>
                <c:pt idx="137">
                  <c:v>0.91145860000000001</c:v>
                </c:pt>
                <c:pt idx="138">
                  <c:v>0.91692149999999994</c:v>
                </c:pt>
                <c:pt idx="139">
                  <c:v>0.92182090000000005</c:v>
                </c:pt>
                <c:pt idx="140">
                  <c:v>0.91282810000000003</c:v>
                </c:pt>
                <c:pt idx="141">
                  <c:v>0.95389520000000005</c:v>
                </c:pt>
                <c:pt idx="142">
                  <c:v>0.9559957</c:v>
                </c:pt>
                <c:pt idx="143">
                  <c:v>0.93770350000000002</c:v>
                </c:pt>
                <c:pt idx="144">
                  <c:v>0.94419140000000001</c:v>
                </c:pt>
                <c:pt idx="145">
                  <c:v>0.96315580000000001</c:v>
                </c:pt>
                <c:pt idx="146">
                  <c:v>0.96495039999999999</c:v>
                </c:pt>
                <c:pt idx="147">
                  <c:v>0.93870960000000003</c:v>
                </c:pt>
                <c:pt idx="148">
                  <c:v>0.97480880000000003</c:v>
                </c:pt>
                <c:pt idx="149">
                  <c:v>0.98380239999999997</c:v>
                </c:pt>
                <c:pt idx="150">
                  <c:v>0.96512989999999999</c:v>
                </c:pt>
                <c:pt idx="151">
                  <c:v>0.97331219999999996</c:v>
                </c:pt>
                <c:pt idx="152">
                  <c:v>0.97908930000000005</c:v>
                </c:pt>
                <c:pt idx="153">
                  <c:v>0.99660740000000003</c:v>
                </c:pt>
                <c:pt idx="154" formatCode="General">
                  <c:v>1.009997</c:v>
                </c:pt>
                <c:pt idx="155" formatCode="General">
                  <c:v>1.035644</c:v>
                </c:pt>
                <c:pt idx="156" formatCode="General">
                  <c:v>1.0202389999999999</c:v>
                </c:pt>
                <c:pt idx="157" formatCode="General">
                  <c:v>1.0444560000000001</c:v>
                </c:pt>
                <c:pt idx="158" formatCode="General">
                  <c:v>1.0540670000000001</c:v>
                </c:pt>
                <c:pt idx="159" formatCode="General">
                  <c:v>1.0662499999999999</c:v>
                </c:pt>
                <c:pt idx="160" formatCode="General">
                  <c:v>1.077812</c:v>
                </c:pt>
                <c:pt idx="161" formatCode="General">
                  <c:v>1.0487880000000001</c:v>
                </c:pt>
                <c:pt idx="162" formatCode="General">
                  <c:v>1.075223</c:v>
                </c:pt>
                <c:pt idx="163" formatCode="General">
                  <c:v>1.05779</c:v>
                </c:pt>
                <c:pt idx="164" formatCode="General">
                  <c:v>1.046821</c:v>
                </c:pt>
                <c:pt idx="165" formatCode="General">
                  <c:v>1.03223</c:v>
                </c:pt>
                <c:pt idx="166" formatCode="General">
                  <c:v>1.046244</c:v>
                </c:pt>
                <c:pt idx="167" formatCode="General">
                  <c:v>1.0043010000000001</c:v>
                </c:pt>
                <c:pt idx="168" formatCode="General">
                  <c:v>1.02206</c:v>
                </c:pt>
                <c:pt idx="169" formatCode="General">
                  <c:v>1.009857</c:v>
                </c:pt>
                <c:pt idx="170">
                  <c:v>0.9963921</c:v>
                </c:pt>
                <c:pt idx="171">
                  <c:v>0.98963880000000004</c:v>
                </c:pt>
                <c:pt idx="172">
                  <c:v>0.97781850000000003</c:v>
                </c:pt>
                <c:pt idx="173">
                  <c:v>0.99760179999999998</c:v>
                </c:pt>
                <c:pt idx="174">
                  <c:v>0.99873000000000001</c:v>
                </c:pt>
                <c:pt idx="175">
                  <c:v>0.96090940000000002</c:v>
                </c:pt>
                <c:pt idx="176">
                  <c:v>0.98003099999999999</c:v>
                </c:pt>
                <c:pt idx="177">
                  <c:v>0.96417980000000003</c:v>
                </c:pt>
                <c:pt idx="178">
                  <c:v>0.96865650000000003</c:v>
                </c:pt>
                <c:pt idx="179">
                  <c:v>0.96097180000000004</c:v>
                </c:pt>
                <c:pt idx="180">
                  <c:v>0.95603530000000003</c:v>
                </c:pt>
                <c:pt idx="181">
                  <c:v>0.9468628</c:v>
                </c:pt>
                <c:pt idx="182">
                  <c:v>0.97893699999999995</c:v>
                </c:pt>
                <c:pt idx="183">
                  <c:v>0.96176170000000005</c:v>
                </c:pt>
                <c:pt idx="184">
                  <c:v>0.95175310000000002</c:v>
                </c:pt>
                <c:pt idx="185">
                  <c:v>0.97972959999999998</c:v>
                </c:pt>
                <c:pt idx="186">
                  <c:v>0.99593390000000004</c:v>
                </c:pt>
                <c:pt idx="187">
                  <c:v>0.97715870000000005</c:v>
                </c:pt>
                <c:pt idx="188" formatCode="General">
                  <c:v>1.000715</c:v>
                </c:pt>
                <c:pt idx="189">
                  <c:v>0.99773310000000004</c:v>
                </c:pt>
                <c:pt idx="190">
                  <c:v>0.99137390000000003</c:v>
                </c:pt>
                <c:pt idx="191">
                  <c:v>0.99781880000000001</c:v>
                </c:pt>
                <c:pt idx="192" formatCode="General">
                  <c:v>1.03722</c:v>
                </c:pt>
                <c:pt idx="193" formatCode="General">
                  <c:v>1.043776</c:v>
                </c:pt>
                <c:pt idx="194">
                  <c:v>0.98326170000000002</c:v>
                </c:pt>
                <c:pt idx="195" formatCode="General">
                  <c:v>1.024351</c:v>
                </c:pt>
                <c:pt idx="196" formatCode="General">
                  <c:v>1.0282929999999999</c:v>
                </c:pt>
                <c:pt idx="197" formatCode="General">
                  <c:v>1.0407630000000001</c:v>
                </c:pt>
                <c:pt idx="198" formatCode="General">
                  <c:v>1.008507</c:v>
                </c:pt>
                <c:pt idx="199" formatCode="General">
                  <c:v>1.047366</c:v>
                </c:pt>
                <c:pt idx="200" formatCode="General">
                  <c:v>1.021234</c:v>
                </c:pt>
                <c:pt idx="201" formatCode="General">
                  <c:v>1.0072140000000001</c:v>
                </c:pt>
                <c:pt idx="202" formatCode="General">
                  <c:v>1.0078009999999999</c:v>
                </c:pt>
                <c:pt idx="203" formatCode="General">
                  <c:v>1.0299830000000001</c:v>
                </c:pt>
                <c:pt idx="204" formatCode="General">
                  <c:v>1.004977</c:v>
                </c:pt>
                <c:pt idx="205" formatCode="General">
                  <c:v>1.0089170000000001</c:v>
                </c:pt>
                <c:pt idx="206" formatCode="General">
                  <c:v>1.0209459999999999</c:v>
                </c:pt>
                <c:pt idx="207">
                  <c:v>0.99046429999999996</c:v>
                </c:pt>
                <c:pt idx="208" formatCode="General">
                  <c:v>1.0002279999999999</c:v>
                </c:pt>
                <c:pt idx="209" formatCode="General">
                  <c:v>1.002062</c:v>
                </c:pt>
                <c:pt idx="210">
                  <c:v>0.99258639999999998</c:v>
                </c:pt>
                <c:pt idx="211">
                  <c:v>0.97239430000000004</c:v>
                </c:pt>
                <c:pt idx="212">
                  <c:v>0.98355789999999998</c:v>
                </c:pt>
                <c:pt idx="213">
                  <c:v>0.98341800000000001</c:v>
                </c:pt>
                <c:pt idx="214">
                  <c:v>0.99846170000000001</c:v>
                </c:pt>
                <c:pt idx="215">
                  <c:v>0.98460740000000002</c:v>
                </c:pt>
                <c:pt idx="216">
                  <c:v>0.97201420000000005</c:v>
                </c:pt>
                <c:pt idx="217" formatCode="General">
                  <c:v>1.003123</c:v>
                </c:pt>
                <c:pt idx="218" formatCode="General">
                  <c:v>1.0022200000000001</c:v>
                </c:pt>
                <c:pt idx="219">
                  <c:v>0.98585970000000001</c:v>
                </c:pt>
                <c:pt idx="220">
                  <c:v>0.99275619999999998</c:v>
                </c:pt>
                <c:pt idx="221">
                  <c:v>0.99836150000000001</c:v>
                </c:pt>
                <c:pt idx="222" formatCode="General">
                  <c:v>1.0054399999999999</c:v>
                </c:pt>
                <c:pt idx="223" formatCode="General">
                  <c:v>1.012845</c:v>
                </c:pt>
                <c:pt idx="224">
                  <c:v>0.99044969999999999</c:v>
                </c:pt>
                <c:pt idx="225">
                  <c:v>0.98605480000000001</c:v>
                </c:pt>
                <c:pt idx="226">
                  <c:v>0.99858950000000002</c:v>
                </c:pt>
                <c:pt idx="227" formatCode="General">
                  <c:v>1.0001800000000001</c:v>
                </c:pt>
                <c:pt idx="228" formatCode="General">
                  <c:v>1.023598</c:v>
                </c:pt>
                <c:pt idx="229" formatCode="General">
                  <c:v>1.0203180000000001</c:v>
                </c:pt>
                <c:pt idx="230" formatCode="General">
                  <c:v>1.000629</c:v>
                </c:pt>
                <c:pt idx="231" formatCode="General">
                  <c:v>1.0033749999999999</c:v>
                </c:pt>
                <c:pt idx="232" formatCode="General">
                  <c:v>1.0152479999999999</c:v>
                </c:pt>
                <c:pt idx="233" formatCode="General">
                  <c:v>1.013015</c:v>
                </c:pt>
                <c:pt idx="234">
                  <c:v>0.99323410000000001</c:v>
                </c:pt>
                <c:pt idx="235">
                  <c:v>0.99181699999999995</c:v>
                </c:pt>
                <c:pt idx="236" formatCode="General">
                  <c:v>1.0063230000000001</c:v>
                </c:pt>
                <c:pt idx="237" formatCode="General">
                  <c:v>1.023712</c:v>
                </c:pt>
                <c:pt idx="238" formatCode="General">
                  <c:v>1.001871</c:v>
                </c:pt>
                <c:pt idx="239" formatCode="General">
                  <c:v>1.039514</c:v>
                </c:pt>
                <c:pt idx="240" formatCode="General">
                  <c:v>1.00051</c:v>
                </c:pt>
                <c:pt idx="241">
                  <c:v>0.9960523</c:v>
                </c:pt>
                <c:pt idx="242">
                  <c:v>0.99926579999999998</c:v>
                </c:pt>
                <c:pt idx="243" formatCode="General">
                  <c:v>1.000942</c:v>
                </c:pt>
                <c:pt idx="244" formatCode="General">
                  <c:v>1.0026600000000001</c:v>
                </c:pt>
                <c:pt idx="245" formatCode="General">
                  <c:v>1.011355</c:v>
                </c:pt>
                <c:pt idx="246" formatCode="General">
                  <c:v>1.007128</c:v>
                </c:pt>
                <c:pt idx="247" formatCode="General">
                  <c:v>1.001331</c:v>
                </c:pt>
                <c:pt idx="248" formatCode="General">
                  <c:v>1.004356</c:v>
                </c:pt>
                <c:pt idx="249" formatCode="General">
                  <c:v>1.002658</c:v>
                </c:pt>
                <c:pt idx="250">
                  <c:v>0.99145099999999997</c:v>
                </c:pt>
                <c:pt idx="251">
                  <c:v>0.98175120000000005</c:v>
                </c:pt>
                <c:pt idx="252">
                  <c:v>0.99348570000000003</c:v>
                </c:pt>
                <c:pt idx="253">
                  <c:v>0.99802089999999999</c:v>
                </c:pt>
                <c:pt idx="254">
                  <c:v>0.98793039999999999</c:v>
                </c:pt>
                <c:pt idx="255">
                  <c:v>0.97975630000000002</c:v>
                </c:pt>
                <c:pt idx="256" formatCode="General">
                  <c:v>1.002146</c:v>
                </c:pt>
                <c:pt idx="257">
                  <c:v>0.98669600000000002</c:v>
                </c:pt>
                <c:pt idx="258">
                  <c:v>0.99344659999999996</c:v>
                </c:pt>
                <c:pt idx="259">
                  <c:v>0.9942202</c:v>
                </c:pt>
                <c:pt idx="260">
                  <c:v>0.98281050000000003</c:v>
                </c:pt>
                <c:pt idx="261">
                  <c:v>0.98332569999999997</c:v>
                </c:pt>
                <c:pt idx="262">
                  <c:v>0.98987320000000001</c:v>
                </c:pt>
                <c:pt idx="263" formatCode="General">
                  <c:v>1.007719</c:v>
                </c:pt>
                <c:pt idx="264">
                  <c:v>0.99010690000000001</c:v>
                </c:pt>
                <c:pt idx="265" formatCode="General">
                  <c:v>1.0161770000000001</c:v>
                </c:pt>
                <c:pt idx="266" formatCode="General">
                  <c:v>1.0063279999999999</c:v>
                </c:pt>
                <c:pt idx="267">
                  <c:v>0.9877454</c:v>
                </c:pt>
                <c:pt idx="268" formatCode="General">
                  <c:v>1.001315</c:v>
                </c:pt>
                <c:pt idx="269">
                  <c:v>0.99966960000000005</c:v>
                </c:pt>
                <c:pt idx="270" formatCode="General">
                  <c:v>1.001887</c:v>
                </c:pt>
                <c:pt idx="271" formatCode="General">
                  <c:v>1.007884</c:v>
                </c:pt>
                <c:pt idx="272" formatCode="General">
                  <c:v>1.0025010000000001</c:v>
                </c:pt>
                <c:pt idx="273" formatCode="General">
                  <c:v>1.0005409999999999</c:v>
                </c:pt>
                <c:pt idx="274" formatCode="General">
                  <c:v>1.013439</c:v>
                </c:pt>
                <c:pt idx="275" formatCode="General">
                  <c:v>1.0137259999999999</c:v>
                </c:pt>
                <c:pt idx="276">
                  <c:v>0.98775520000000006</c:v>
                </c:pt>
                <c:pt idx="277">
                  <c:v>0.98928799999999995</c:v>
                </c:pt>
                <c:pt idx="278">
                  <c:v>0.98395359999999998</c:v>
                </c:pt>
                <c:pt idx="279">
                  <c:v>0.99709400000000004</c:v>
                </c:pt>
                <c:pt idx="280">
                  <c:v>0.98578840000000001</c:v>
                </c:pt>
                <c:pt idx="281">
                  <c:v>0.99821479999999996</c:v>
                </c:pt>
                <c:pt idx="282">
                  <c:v>0.99124990000000002</c:v>
                </c:pt>
                <c:pt idx="283" formatCode="General">
                  <c:v>1.0019610000000001</c:v>
                </c:pt>
                <c:pt idx="284">
                  <c:v>0.99456149999999999</c:v>
                </c:pt>
                <c:pt idx="285" formatCode="General">
                  <c:v>1.0156160000000001</c:v>
                </c:pt>
                <c:pt idx="286">
                  <c:v>0.9883923</c:v>
                </c:pt>
                <c:pt idx="287" formatCode="General">
                  <c:v>1.011234</c:v>
                </c:pt>
                <c:pt idx="288">
                  <c:v>0.99441869999999999</c:v>
                </c:pt>
                <c:pt idx="289" formatCode="General">
                  <c:v>1.0023260000000001</c:v>
                </c:pt>
                <c:pt idx="290">
                  <c:v>0.99785409999999997</c:v>
                </c:pt>
                <c:pt idx="291">
                  <c:v>0.99580930000000001</c:v>
                </c:pt>
                <c:pt idx="292" formatCode="General">
                  <c:v>1.002829</c:v>
                </c:pt>
                <c:pt idx="293">
                  <c:v>0.99951789999999996</c:v>
                </c:pt>
                <c:pt idx="294" formatCode="General">
                  <c:v>1.0189980000000001</c:v>
                </c:pt>
                <c:pt idx="295">
                  <c:v>0.9947222</c:v>
                </c:pt>
                <c:pt idx="296" formatCode="General">
                  <c:v>1.00651</c:v>
                </c:pt>
                <c:pt idx="297" formatCode="General">
                  <c:v>1.0044930000000001</c:v>
                </c:pt>
                <c:pt idx="298">
                  <c:v>0.99129429999999996</c:v>
                </c:pt>
                <c:pt idx="299">
                  <c:v>0.99937419999999999</c:v>
                </c:pt>
                <c:pt idx="300">
                  <c:v>0.99601530000000005</c:v>
                </c:pt>
                <c:pt idx="301">
                  <c:v>0.99437070000000005</c:v>
                </c:pt>
                <c:pt idx="302">
                  <c:v>0.98465800000000003</c:v>
                </c:pt>
                <c:pt idx="303" formatCode="General">
                  <c:v>1.0025040000000001</c:v>
                </c:pt>
                <c:pt idx="304">
                  <c:v>0.98950400000000005</c:v>
                </c:pt>
                <c:pt idx="305" formatCode="General">
                  <c:v>1.016338</c:v>
                </c:pt>
                <c:pt idx="306">
                  <c:v>0.98955579999999999</c:v>
                </c:pt>
                <c:pt idx="307" formatCode="General">
                  <c:v>1.0076719999999999</c:v>
                </c:pt>
                <c:pt idx="308">
                  <c:v>0.99624699999999999</c:v>
                </c:pt>
                <c:pt idx="309">
                  <c:v>0.99580360000000001</c:v>
                </c:pt>
                <c:pt idx="310">
                  <c:v>0.99700469999999997</c:v>
                </c:pt>
                <c:pt idx="311" formatCode="General">
                  <c:v>1.002672</c:v>
                </c:pt>
                <c:pt idx="312" formatCode="General">
                  <c:v>1.0126580000000001</c:v>
                </c:pt>
                <c:pt idx="313">
                  <c:v>0.99519899999999994</c:v>
                </c:pt>
                <c:pt idx="314" formatCode="General">
                  <c:v>1.009668</c:v>
                </c:pt>
                <c:pt idx="315" formatCode="General">
                  <c:v>1.0000119999999999</c:v>
                </c:pt>
                <c:pt idx="316" formatCode="General">
                  <c:v>1.004094</c:v>
                </c:pt>
                <c:pt idx="317">
                  <c:v>0.98387119999999995</c:v>
                </c:pt>
                <c:pt idx="318" formatCode="General">
                  <c:v>1.0022800000000001</c:v>
                </c:pt>
                <c:pt idx="319" formatCode="General">
                  <c:v>1.0083219999999999</c:v>
                </c:pt>
                <c:pt idx="320">
                  <c:v>0.98803189999999996</c:v>
                </c:pt>
                <c:pt idx="321" formatCode="General">
                  <c:v>1.0150650000000001</c:v>
                </c:pt>
                <c:pt idx="322">
                  <c:v>0.99695650000000002</c:v>
                </c:pt>
                <c:pt idx="323" formatCode="General">
                  <c:v>1.010275</c:v>
                </c:pt>
                <c:pt idx="324">
                  <c:v>0.99413300000000004</c:v>
                </c:pt>
                <c:pt idx="325">
                  <c:v>0.99658159999999996</c:v>
                </c:pt>
                <c:pt idx="326" formatCode="General">
                  <c:v>1.0025029999999999</c:v>
                </c:pt>
                <c:pt idx="327" formatCode="General">
                  <c:v>1.0025390000000001</c:v>
                </c:pt>
                <c:pt idx="328">
                  <c:v>0.99941899999999995</c:v>
                </c:pt>
                <c:pt idx="329">
                  <c:v>0.99960629999999995</c:v>
                </c:pt>
                <c:pt idx="330" formatCode="General">
                  <c:v>1.0110980000000001</c:v>
                </c:pt>
                <c:pt idx="331">
                  <c:v>0.98967119999999997</c:v>
                </c:pt>
                <c:pt idx="332" formatCode="General">
                  <c:v>1.001549</c:v>
                </c:pt>
                <c:pt idx="333" formatCode="General">
                  <c:v>1.0093939999999999</c:v>
                </c:pt>
                <c:pt idx="334">
                  <c:v>0.9995269</c:v>
                </c:pt>
                <c:pt idx="335" formatCode="General">
                  <c:v>1.0049589999999999</c:v>
                </c:pt>
                <c:pt idx="336">
                  <c:v>0.99981900000000001</c:v>
                </c:pt>
                <c:pt idx="337" formatCode="General">
                  <c:v>1.0021249999999999</c:v>
                </c:pt>
                <c:pt idx="338" formatCode="General">
                  <c:v>1.003741</c:v>
                </c:pt>
                <c:pt idx="339" formatCode="General">
                  <c:v>1.0018499999999999</c:v>
                </c:pt>
                <c:pt idx="340" formatCode="General">
                  <c:v>1.002194</c:v>
                </c:pt>
                <c:pt idx="341" formatCode="General">
                  <c:v>1.001566</c:v>
                </c:pt>
                <c:pt idx="342">
                  <c:v>0.99924999999999997</c:v>
                </c:pt>
                <c:pt idx="343" formatCode="General">
                  <c:v>1.0098279999999999</c:v>
                </c:pt>
                <c:pt idx="344" formatCode="General">
                  <c:v>1.004397</c:v>
                </c:pt>
                <c:pt idx="345" formatCode="General">
                  <c:v>1.0025189999999999</c:v>
                </c:pt>
                <c:pt idx="346" formatCode="General">
                  <c:v>1.0034130000000001</c:v>
                </c:pt>
                <c:pt idx="347" formatCode="General">
                  <c:v>1.0059119999999999</c:v>
                </c:pt>
                <c:pt idx="348">
                  <c:v>0.99007069999999997</c:v>
                </c:pt>
                <c:pt idx="349" formatCode="General">
                  <c:v>1.003771</c:v>
                </c:pt>
                <c:pt idx="350">
                  <c:v>0.98623530000000004</c:v>
                </c:pt>
                <c:pt idx="351">
                  <c:v>0.99827560000000004</c:v>
                </c:pt>
                <c:pt idx="352">
                  <c:v>0.98752530000000005</c:v>
                </c:pt>
                <c:pt idx="353">
                  <c:v>0.99801209999999996</c:v>
                </c:pt>
                <c:pt idx="354" formatCode="General">
                  <c:v>1.0037609999999999</c:v>
                </c:pt>
                <c:pt idx="355">
                  <c:v>0.9947203</c:v>
                </c:pt>
                <c:pt idx="356">
                  <c:v>0.99937480000000001</c:v>
                </c:pt>
                <c:pt idx="357">
                  <c:v>0.98811629999999995</c:v>
                </c:pt>
                <c:pt idx="358">
                  <c:v>0.99253340000000001</c:v>
                </c:pt>
                <c:pt idx="359">
                  <c:v>0.99164719999999995</c:v>
                </c:pt>
                <c:pt idx="360">
                  <c:v>0.99572890000000003</c:v>
                </c:pt>
                <c:pt idx="361" formatCode="General">
                  <c:v>1.0031890000000001</c:v>
                </c:pt>
                <c:pt idx="362">
                  <c:v>0.98937770000000003</c:v>
                </c:pt>
                <c:pt idx="363">
                  <c:v>0.99107710000000004</c:v>
                </c:pt>
                <c:pt idx="364">
                  <c:v>0.9998783</c:v>
                </c:pt>
                <c:pt idx="365" formatCode="General">
                  <c:v>1.0040530000000001</c:v>
                </c:pt>
                <c:pt idx="366" formatCode="General">
                  <c:v>1.0043169999999999</c:v>
                </c:pt>
                <c:pt idx="367" formatCode="General">
                  <c:v>1.008165</c:v>
                </c:pt>
                <c:pt idx="368">
                  <c:v>0.99518269999999998</c:v>
                </c:pt>
                <c:pt idx="369">
                  <c:v>0.99941469999999999</c:v>
                </c:pt>
                <c:pt idx="370" formatCode="General">
                  <c:v>1.0093719999999999</c:v>
                </c:pt>
                <c:pt idx="371" formatCode="General">
                  <c:v>1.0026139999999999</c:v>
                </c:pt>
                <c:pt idx="372">
                  <c:v>0.99866540000000004</c:v>
                </c:pt>
                <c:pt idx="373">
                  <c:v>0.99858360000000002</c:v>
                </c:pt>
                <c:pt idx="374" formatCode="General">
                  <c:v>1.0017370000000001</c:v>
                </c:pt>
                <c:pt idx="375" formatCode="General">
                  <c:v>1.0000389999999999</c:v>
                </c:pt>
                <c:pt idx="376">
                  <c:v>0.99990939999999995</c:v>
                </c:pt>
                <c:pt idx="377" formatCode="General">
                  <c:v>1.0063770000000001</c:v>
                </c:pt>
                <c:pt idx="378" formatCode="General">
                  <c:v>1.002405</c:v>
                </c:pt>
                <c:pt idx="379" formatCode="General">
                  <c:v>1.003506</c:v>
                </c:pt>
                <c:pt idx="380" formatCode="General">
                  <c:v>1.003093</c:v>
                </c:pt>
                <c:pt idx="381">
                  <c:v>0.99260230000000005</c:v>
                </c:pt>
                <c:pt idx="382" formatCode="General">
                  <c:v>1.008761</c:v>
                </c:pt>
                <c:pt idx="383" formatCode="General">
                  <c:v>1.00163</c:v>
                </c:pt>
                <c:pt idx="384">
                  <c:v>0.99793259999999995</c:v>
                </c:pt>
                <c:pt idx="385" formatCode="General">
                  <c:v>1.00267</c:v>
                </c:pt>
                <c:pt idx="386" formatCode="General">
                  <c:v>1.0022759999999999</c:v>
                </c:pt>
                <c:pt idx="387">
                  <c:v>0.98506150000000003</c:v>
                </c:pt>
                <c:pt idx="388">
                  <c:v>0.998197</c:v>
                </c:pt>
                <c:pt idx="389">
                  <c:v>0.99361219999999995</c:v>
                </c:pt>
                <c:pt idx="390">
                  <c:v>0.99576359999999997</c:v>
                </c:pt>
                <c:pt idx="391" formatCode="General">
                  <c:v>1.005673</c:v>
                </c:pt>
                <c:pt idx="392">
                  <c:v>0.99836380000000002</c:v>
                </c:pt>
                <c:pt idx="393">
                  <c:v>0.99878979999999995</c:v>
                </c:pt>
                <c:pt idx="394">
                  <c:v>0.99840739999999994</c:v>
                </c:pt>
                <c:pt idx="395">
                  <c:v>0.99522140000000003</c:v>
                </c:pt>
                <c:pt idx="396">
                  <c:v>0.99812540000000005</c:v>
                </c:pt>
                <c:pt idx="397">
                  <c:v>0.99007639999999997</c:v>
                </c:pt>
                <c:pt idx="398">
                  <c:v>0.99481330000000001</c:v>
                </c:pt>
                <c:pt idx="399" formatCode="General">
                  <c:v>1.0120290000000001</c:v>
                </c:pt>
                <c:pt idx="400">
                  <c:v>0.99923329999999999</c:v>
                </c:pt>
                <c:pt idx="401" formatCode="General">
                  <c:v>1.0013730000000001</c:v>
                </c:pt>
                <c:pt idx="402">
                  <c:v>0.99690350000000005</c:v>
                </c:pt>
                <c:pt idx="403">
                  <c:v>0.9974961</c:v>
                </c:pt>
                <c:pt idx="404">
                  <c:v>0.99434509999999998</c:v>
                </c:pt>
                <c:pt idx="405" formatCode="General">
                  <c:v>1.005331</c:v>
                </c:pt>
                <c:pt idx="406" formatCode="General">
                  <c:v>1.000993</c:v>
                </c:pt>
                <c:pt idx="407" formatCode="General">
                  <c:v>1.001098</c:v>
                </c:pt>
                <c:pt idx="408" formatCode="General">
                  <c:v>1.0092719999999999</c:v>
                </c:pt>
                <c:pt idx="409" formatCode="General">
                  <c:v>1.0041709999999999</c:v>
                </c:pt>
                <c:pt idx="410" formatCode="General">
                  <c:v>1.0102899999999999</c:v>
                </c:pt>
                <c:pt idx="411">
                  <c:v>0.99917270000000002</c:v>
                </c:pt>
                <c:pt idx="412" formatCode="General">
                  <c:v>1.0004200000000001</c:v>
                </c:pt>
                <c:pt idx="413" formatCode="General">
                  <c:v>1.014969</c:v>
                </c:pt>
                <c:pt idx="414" formatCode="General">
                  <c:v>1.006284</c:v>
                </c:pt>
                <c:pt idx="415" formatCode="General">
                  <c:v>1.003984</c:v>
                </c:pt>
                <c:pt idx="416">
                  <c:v>0.99789689999999998</c:v>
                </c:pt>
                <c:pt idx="417" formatCode="General">
                  <c:v>1.0001230000000001</c:v>
                </c:pt>
                <c:pt idx="418" formatCode="General">
                  <c:v>1.005657</c:v>
                </c:pt>
                <c:pt idx="419" formatCode="General">
                  <c:v>1.001959</c:v>
                </c:pt>
                <c:pt idx="420" formatCode="General">
                  <c:v>1.0036130000000001</c:v>
                </c:pt>
                <c:pt idx="421" formatCode="General">
                  <c:v>1.0097799999999999</c:v>
                </c:pt>
                <c:pt idx="422">
                  <c:v>0.99966429999999995</c:v>
                </c:pt>
                <c:pt idx="423">
                  <c:v>0.99128059999999996</c:v>
                </c:pt>
                <c:pt idx="424" formatCode="General">
                  <c:v>1.00593</c:v>
                </c:pt>
                <c:pt idx="425">
                  <c:v>0.99383160000000004</c:v>
                </c:pt>
                <c:pt idx="426">
                  <c:v>0.9907395</c:v>
                </c:pt>
                <c:pt idx="427" formatCode="General">
                  <c:v>1.0033339999999999</c:v>
                </c:pt>
                <c:pt idx="428">
                  <c:v>0.99872950000000005</c:v>
                </c:pt>
                <c:pt idx="429">
                  <c:v>0.99729449999999997</c:v>
                </c:pt>
                <c:pt idx="430">
                  <c:v>0.99928479999999997</c:v>
                </c:pt>
                <c:pt idx="431">
                  <c:v>0.99727679999999996</c:v>
                </c:pt>
                <c:pt idx="432">
                  <c:v>0.99659370000000003</c:v>
                </c:pt>
                <c:pt idx="433" formatCode="General">
                  <c:v>1.003509</c:v>
                </c:pt>
                <c:pt idx="434">
                  <c:v>0.99351840000000002</c:v>
                </c:pt>
                <c:pt idx="435" formatCode="General">
                  <c:v>1.00176</c:v>
                </c:pt>
                <c:pt idx="436">
                  <c:v>0.99614630000000004</c:v>
                </c:pt>
                <c:pt idx="437">
                  <c:v>0.99414469999999999</c:v>
                </c:pt>
                <c:pt idx="438" formatCode="General">
                  <c:v>1.003458</c:v>
                </c:pt>
                <c:pt idx="439" formatCode="General">
                  <c:v>1.004513</c:v>
                </c:pt>
                <c:pt idx="440">
                  <c:v>0.99945490000000003</c:v>
                </c:pt>
                <c:pt idx="441" formatCode="General">
                  <c:v>1.001004</c:v>
                </c:pt>
                <c:pt idx="442" formatCode="General">
                  <c:v>1.0039130000000001</c:v>
                </c:pt>
                <c:pt idx="443">
                  <c:v>0.99673460000000003</c:v>
                </c:pt>
                <c:pt idx="444" formatCode="General">
                  <c:v>1.005539</c:v>
                </c:pt>
                <c:pt idx="445">
                  <c:v>0.99957649999999998</c:v>
                </c:pt>
                <c:pt idx="446">
                  <c:v>0.99974320000000005</c:v>
                </c:pt>
                <c:pt idx="447" formatCode="General">
                  <c:v>1.0082329999999999</c:v>
                </c:pt>
                <c:pt idx="448">
                  <c:v>0.99425520000000001</c:v>
                </c:pt>
                <c:pt idx="449" formatCode="General">
                  <c:v>1.0065459999999999</c:v>
                </c:pt>
                <c:pt idx="450">
                  <c:v>0.99450019999999995</c:v>
                </c:pt>
                <c:pt idx="451" formatCode="General">
                  <c:v>1.009925</c:v>
                </c:pt>
                <c:pt idx="452" formatCode="General">
                  <c:v>1.0005980000000001</c:v>
                </c:pt>
                <c:pt idx="453" formatCode="General">
                  <c:v>1.00464</c:v>
                </c:pt>
                <c:pt idx="454">
                  <c:v>0.99262589999999995</c:v>
                </c:pt>
                <c:pt idx="455" formatCode="General">
                  <c:v>1.006742</c:v>
                </c:pt>
                <c:pt idx="456" formatCode="General">
                  <c:v>1.0076020000000001</c:v>
                </c:pt>
                <c:pt idx="457" formatCode="General">
                  <c:v>1.0057959999999999</c:v>
                </c:pt>
                <c:pt idx="458">
                  <c:v>0.99951389999999996</c:v>
                </c:pt>
                <c:pt idx="459" formatCode="General">
                  <c:v>1.002262</c:v>
                </c:pt>
                <c:pt idx="460">
                  <c:v>0.99152810000000002</c:v>
                </c:pt>
                <c:pt idx="461">
                  <c:v>0.99718890000000004</c:v>
                </c:pt>
                <c:pt idx="462" formatCode="General">
                  <c:v>1.0052099999999999</c:v>
                </c:pt>
                <c:pt idx="463">
                  <c:v>0.99646690000000004</c:v>
                </c:pt>
                <c:pt idx="464">
                  <c:v>0.98082349999999996</c:v>
                </c:pt>
                <c:pt idx="465">
                  <c:v>0.99034809999999995</c:v>
                </c:pt>
                <c:pt idx="466" formatCode="General">
                  <c:v>1.004424</c:v>
                </c:pt>
                <c:pt idx="467" formatCode="General">
                  <c:v>1.0035179999999999</c:v>
                </c:pt>
                <c:pt idx="468">
                  <c:v>0.99211530000000003</c:v>
                </c:pt>
                <c:pt idx="469">
                  <c:v>0.99141900000000005</c:v>
                </c:pt>
                <c:pt idx="470">
                  <c:v>0.98551630000000001</c:v>
                </c:pt>
                <c:pt idx="471" formatCode="General">
                  <c:v>1.001239</c:v>
                </c:pt>
                <c:pt idx="472" formatCode="General">
                  <c:v>1.0051490000000001</c:v>
                </c:pt>
                <c:pt idx="473">
                  <c:v>0.99288969999999999</c:v>
                </c:pt>
                <c:pt idx="474" formatCode="General">
                  <c:v>1.0008060000000001</c:v>
                </c:pt>
                <c:pt idx="475">
                  <c:v>0.99420790000000003</c:v>
                </c:pt>
                <c:pt idx="476">
                  <c:v>0.9979384</c:v>
                </c:pt>
                <c:pt idx="477" formatCode="General">
                  <c:v>1.003385</c:v>
                </c:pt>
                <c:pt idx="478">
                  <c:v>0.9986351</c:v>
                </c:pt>
                <c:pt idx="479">
                  <c:v>0.99739869999999997</c:v>
                </c:pt>
                <c:pt idx="480" formatCode="General">
                  <c:v>1.009531</c:v>
                </c:pt>
                <c:pt idx="481" formatCode="General">
                  <c:v>1.002078</c:v>
                </c:pt>
                <c:pt idx="482">
                  <c:v>0.99682179999999998</c:v>
                </c:pt>
                <c:pt idx="483">
                  <c:v>0.9976872</c:v>
                </c:pt>
                <c:pt idx="484">
                  <c:v>0.99942920000000002</c:v>
                </c:pt>
                <c:pt idx="485" formatCode="General">
                  <c:v>1.008362</c:v>
                </c:pt>
                <c:pt idx="486" formatCode="General">
                  <c:v>1.006775</c:v>
                </c:pt>
                <c:pt idx="487" formatCode="General">
                  <c:v>1.0030939999999999</c:v>
                </c:pt>
                <c:pt idx="488" formatCode="General">
                  <c:v>1.000983</c:v>
                </c:pt>
                <c:pt idx="489">
                  <c:v>0.99397100000000005</c:v>
                </c:pt>
                <c:pt idx="490" formatCode="General">
                  <c:v>1.001039</c:v>
                </c:pt>
                <c:pt idx="491">
                  <c:v>0.99633620000000001</c:v>
                </c:pt>
                <c:pt idx="492" formatCode="General">
                  <c:v>1.0048950000000001</c:v>
                </c:pt>
                <c:pt idx="493" formatCode="General">
                  <c:v>1.0062439999999999</c:v>
                </c:pt>
                <c:pt idx="494" formatCode="General">
                  <c:v>1.0045249999999999</c:v>
                </c:pt>
                <c:pt idx="495">
                  <c:v>0.99510960000000004</c:v>
                </c:pt>
                <c:pt idx="496" formatCode="General">
                  <c:v>1.003155</c:v>
                </c:pt>
                <c:pt idx="497">
                  <c:v>0.99342989999999998</c:v>
                </c:pt>
                <c:pt idx="498" formatCode="General">
                  <c:v>1.009706</c:v>
                </c:pt>
                <c:pt idx="499">
                  <c:v>0.99631309999999995</c:v>
                </c:pt>
                <c:pt idx="500" formatCode="General">
                  <c:v>1.0015130000000001</c:v>
                </c:pt>
                <c:pt idx="501">
                  <c:v>0.99512630000000002</c:v>
                </c:pt>
                <c:pt idx="502" formatCode="General">
                  <c:v>1.0030790000000001</c:v>
                </c:pt>
                <c:pt idx="503" formatCode="General">
                  <c:v>1.00163</c:v>
                </c:pt>
                <c:pt idx="504" formatCode="General">
                  <c:v>1.001903</c:v>
                </c:pt>
                <c:pt idx="505">
                  <c:v>0.99862200000000001</c:v>
                </c:pt>
                <c:pt idx="506">
                  <c:v>0.99396620000000002</c:v>
                </c:pt>
                <c:pt idx="507">
                  <c:v>0.99584519999999999</c:v>
                </c:pt>
                <c:pt idx="508">
                  <c:v>0.99929829999999997</c:v>
                </c:pt>
                <c:pt idx="509">
                  <c:v>0.99825489999999995</c:v>
                </c:pt>
                <c:pt idx="510" formatCode="General">
                  <c:v>1.003169</c:v>
                </c:pt>
                <c:pt idx="511">
                  <c:v>0.98896430000000002</c:v>
                </c:pt>
                <c:pt idx="512">
                  <c:v>0.99451809999999996</c:v>
                </c:pt>
                <c:pt idx="513">
                  <c:v>0.99766149999999998</c:v>
                </c:pt>
                <c:pt idx="514" formatCode="General">
                  <c:v>1.005684</c:v>
                </c:pt>
                <c:pt idx="515" formatCode="General">
                  <c:v>1.0023690000000001</c:v>
                </c:pt>
                <c:pt idx="516" formatCode="General">
                  <c:v>1.003206</c:v>
                </c:pt>
              </c:numCache>
            </c:numRef>
          </c:yVal>
          <c:smooth val="1"/>
          <c:extLst>
            <c:ext xmlns:c16="http://schemas.microsoft.com/office/drawing/2014/chart" uri="{C3380CC4-5D6E-409C-BE32-E72D297353CC}">
              <c16:uniqueId val="{00000001-A11A-4853-94BF-4F7860A73A6E}"/>
            </c:ext>
          </c:extLst>
        </c:ser>
        <c:ser>
          <c:idx val="2"/>
          <c:order val="2"/>
          <c:tx>
            <c:strRef>
              <c:f>二体分布関数!$E$1</c:f>
              <c:strCache>
                <c:ptCount val="1"/>
                <c:pt idx="0">
                  <c:v>Zr-Be</c:v>
                </c:pt>
              </c:strCache>
            </c:strRef>
          </c:tx>
          <c:spPr>
            <a:ln w="19050" cap="rnd">
              <a:solidFill>
                <a:schemeClr val="accent3"/>
              </a:solidFill>
              <a:round/>
            </a:ln>
            <a:effectLst/>
          </c:spPr>
          <c:marker>
            <c:symbol val="none"/>
          </c:marker>
          <c:xVal>
            <c:numRef>
              <c:f>二体分布関数!$B$2:$B$1034</c:f>
              <c:numCache>
                <c:formatCode>0.00E+00</c:formatCode>
                <c:ptCount val="517"/>
                <c:pt idx="0">
                  <c:v>0.06</c:v>
                </c:pt>
                <c:pt idx="1">
                  <c:v>0.12</c:v>
                </c:pt>
                <c:pt idx="2">
                  <c:v>0.18</c:v>
                </c:pt>
                <c:pt idx="3">
                  <c:v>0.24</c:v>
                </c:pt>
                <c:pt idx="4">
                  <c:v>0.3</c:v>
                </c:pt>
                <c:pt idx="5">
                  <c:v>0.36</c:v>
                </c:pt>
                <c:pt idx="6">
                  <c:v>0.42</c:v>
                </c:pt>
                <c:pt idx="7">
                  <c:v>0.48</c:v>
                </c:pt>
                <c:pt idx="8">
                  <c:v>0.54</c:v>
                </c:pt>
                <c:pt idx="9">
                  <c:v>0.6</c:v>
                </c:pt>
                <c:pt idx="10">
                  <c:v>0.66</c:v>
                </c:pt>
                <c:pt idx="11">
                  <c:v>0.72</c:v>
                </c:pt>
                <c:pt idx="12">
                  <c:v>0.78</c:v>
                </c:pt>
                <c:pt idx="13">
                  <c:v>0.84</c:v>
                </c:pt>
                <c:pt idx="14">
                  <c:v>0.9</c:v>
                </c:pt>
                <c:pt idx="15">
                  <c:v>0.96</c:v>
                </c:pt>
                <c:pt idx="16" formatCode="General">
                  <c:v>1.02</c:v>
                </c:pt>
                <c:pt idx="17" formatCode="General">
                  <c:v>1.08</c:v>
                </c:pt>
                <c:pt idx="18" formatCode="General">
                  <c:v>1.1399999999999999</c:v>
                </c:pt>
                <c:pt idx="19" formatCode="General">
                  <c:v>1.2</c:v>
                </c:pt>
                <c:pt idx="20" formatCode="General">
                  <c:v>1.26</c:v>
                </c:pt>
                <c:pt idx="21" formatCode="General">
                  <c:v>1.32</c:v>
                </c:pt>
                <c:pt idx="22" formatCode="General">
                  <c:v>1.38</c:v>
                </c:pt>
                <c:pt idx="23" formatCode="General">
                  <c:v>1.44</c:v>
                </c:pt>
                <c:pt idx="24" formatCode="General">
                  <c:v>1.5</c:v>
                </c:pt>
                <c:pt idx="25" formatCode="General">
                  <c:v>1.56</c:v>
                </c:pt>
                <c:pt idx="26" formatCode="General">
                  <c:v>1.62</c:v>
                </c:pt>
                <c:pt idx="27" formatCode="General">
                  <c:v>1.68</c:v>
                </c:pt>
                <c:pt idx="28" formatCode="General">
                  <c:v>1.74</c:v>
                </c:pt>
                <c:pt idx="29" formatCode="General">
                  <c:v>1.8</c:v>
                </c:pt>
                <c:pt idx="30" formatCode="General">
                  <c:v>1.86</c:v>
                </c:pt>
                <c:pt idx="31" formatCode="General">
                  <c:v>1.92</c:v>
                </c:pt>
                <c:pt idx="32" formatCode="General">
                  <c:v>1.98</c:v>
                </c:pt>
                <c:pt idx="33" formatCode="General">
                  <c:v>2.04</c:v>
                </c:pt>
                <c:pt idx="34" formatCode="General">
                  <c:v>2.1</c:v>
                </c:pt>
                <c:pt idx="35" formatCode="General">
                  <c:v>2.16</c:v>
                </c:pt>
                <c:pt idx="36" formatCode="General">
                  <c:v>2.2200000000000002</c:v>
                </c:pt>
                <c:pt idx="37" formatCode="General">
                  <c:v>2.2799999999999998</c:v>
                </c:pt>
                <c:pt idx="38" formatCode="General">
                  <c:v>2.34</c:v>
                </c:pt>
                <c:pt idx="39" formatCode="General">
                  <c:v>2.4</c:v>
                </c:pt>
                <c:pt idx="40" formatCode="General">
                  <c:v>2.46</c:v>
                </c:pt>
                <c:pt idx="41" formatCode="General">
                  <c:v>2.52</c:v>
                </c:pt>
                <c:pt idx="42" formatCode="General">
                  <c:v>2.58</c:v>
                </c:pt>
                <c:pt idx="43" formatCode="General">
                  <c:v>2.64</c:v>
                </c:pt>
                <c:pt idx="44" formatCode="General">
                  <c:v>2.7</c:v>
                </c:pt>
                <c:pt idx="45" formatCode="General">
                  <c:v>2.76</c:v>
                </c:pt>
                <c:pt idx="46" formatCode="General">
                  <c:v>2.82</c:v>
                </c:pt>
                <c:pt idx="47" formatCode="General">
                  <c:v>2.88</c:v>
                </c:pt>
                <c:pt idx="48" formatCode="General">
                  <c:v>2.94</c:v>
                </c:pt>
                <c:pt idx="49" formatCode="General">
                  <c:v>3</c:v>
                </c:pt>
                <c:pt idx="50" formatCode="General">
                  <c:v>3.06</c:v>
                </c:pt>
                <c:pt idx="51" formatCode="General">
                  <c:v>3.12</c:v>
                </c:pt>
                <c:pt idx="52" formatCode="General">
                  <c:v>3.18</c:v>
                </c:pt>
                <c:pt idx="53" formatCode="General">
                  <c:v>3.24</c:v>
                </c:pt>
                <c:pt idx="54" formatCode="General">
                  <c:v>3.3</c:v>
                </c:pt>
                <c:pt idx="55" formatCode="General">
                  <c:v>3.36</c:v>
                </c:pt>
                <c:pt idx="56" formatCode="General">
                  <c:v>3.42</c:v>
                </c:pt>
                <c:pt idx="57" formatCode="General">
                  <c:v>3.48</c:v>
                </c:pt>
                <c:pt idx="58" formatCode="General">
                  <c:v>3.54</c:v>
                </c:pt>
                <c:pt idx="59" formatCode="General">
                  <c:v>3.6</c:v>
                </c:pt>
                <c:pt idx="60" formatCode="General">
                  <c:v>3.66</c:v>
                </c:pt>
                <c:pt idx="61" formatCode="General">
                  <c:v>3.72</c:v>
                </c:pt>
                <c:pt idx="62" formatCode="General">
                  <c:v>3.78</c:v>
                </c:pt>
                <c:pt idx="63" formatCode="General">
                  <c:v>3.84</c:v>
                </c:pt>
                <c:pt idx="64" formatCode="General">
                  <c:v>3.9</c:v>
                </c:pt>
                <c:pt idx="65" formatCode="General">
                  <c:v>3.96</c:v>
                </c:pt>
                <c:pt idx="66" formatCode="General">
                  <c:v>4.0199999999999996</c:v>
                </c:pt>
                <c:pt idx="67" formatCode="General">
                  <c:v>4.08</c:v>
                </c:pt>
                <c:pt idx="68" formatCode="General">
                  <c:v>4.1399999999999997</c:v>
                </c:pt>
                <c:pt idx="69" formatCode="General">
                  <c:v>4.2</c:v>
                </c:pt>
                <c:pt idx="70" formatCode="General">
                  <c:v>4.26</c:v>
                </c:pt>
                <c:pt idx="71" formatCode="General">
                  <c:v>4.32</c:v>
                </c:pt>
                <c:pt idx="72" formatCode="General">
                  <c:v>4.38</c:v>
                </c:pt>
                <c:pt idx="73" formatCode="General">
                  <c:v>4.4400000000000004</c:v>
                </c:pt>
                <c:pt idx="74" formatCode="General">
                  <c:v>4.5</c:v>
                </c:pt>
                <c:pt idx="75" formatCode="General">
                  <c:v>4.5599999999999996</c:v>
                </c:pt>
                <c:pt idx="76" formatCode="General">
                  <c:v>4.62</c:v>
                </c:pt>
                <c:pt idx="77" formatCode="General">
                  <c:v>4.68</c:v>
                </c:pt>
                <c:pt idx="78" formatCode="General">
                  <c:v>4.74</c:v>
                </c:pt>
                <c:pt idx="79" formatCode="General">
                  <c:v>4.8</c:v>
                </c:pt>
                <c:pt idx="80" formatCode="General">
                  <c:v>4.8600000000000003</c:v>
                </c:pt>
                <c:pt idx="81" formatCode="General">
                  <c:v>4.92</c:v>
                </c:pt>
                <c:pt idx="82" formatCode="General">
                  <c:v>4.9800000000000004</c:v>
                </c:pt>
                <c:pt idx="83" formatCode="General">
                  <c:v>5.04</c:v>
                </c:pt>
                <c:pt idx="84" formatCode="General">
                  <c:v>5.0999999999999996</c:v>
                </c:pt>
                <c:pt idx="85" formatCode="General">
                  <c:v>5.16</c:v>
                </c:pt>
                <c:pt idx="86" formatCode="General">
                  <c:v>5.22</c:v>
                </c:pt>
                <c:pt idx="87" formatCode="General">
                  <c:v>5.28</c:v>
                </c:pt>
                <c:pt idx="88" formatCode="General">
                  <c:v>5.34</c:v>
                </c:pt>
                <c:pt idx="89" formatCode="General">
                  <c:v>5.4</c:v>
                </c:pt>
                <c:pt idx="90" formatCode="General">
                  <c:v>5.46</c:v>
                </c:pt>
                <c:pt idx="91" formatCode="General">
                  <c:v>5.52</c:v>
                </c:pt>
                <c:pt idx="92" formatCode="General">
                  <c:v>5.58</c:v>
                </c:pt>
                <c:pt idx="93" formatCode="General">
                  <c:v>5.64</c:v>
                </c:pt>
                <c:pt idx="94" formatCode="General">
                  <c:v>5.7</c:v>
                </c:pt>
                <c:pt idx="95" formatCode="General">
                  <c:v>5.76</c:v>
                </c:pt>
                <c:pt idx="96" formatCode="General">
                  <c:v>5.82</c:v>
                </c:pt>
                <c:pt idx="97" formatCode="General">
                  <c:v>5.88</c:v>
                </c:pt>
                <c:pt idx="98" formatCode="General">
                  <c:v>5.94</c:v>
                </c:pt>
                <c:pt idx="99" formatCode="General">
                  <c:v>6</c:v>
                </c:pt>
                <c:pt idx="100" formatCode="General">
                  <c:v>6.06</c:v>
                </c:pt>
                <c:pt idx="101" formatCode="General">
                  <c:v>6.12</c:v>
                </c:pt>
                <c:pt idx="102" formatCode="General">
                  <c:v>6.18</c:v>
                </c:pt>
                <c:pt idx="103" formatCode="General">
                  <c:v>6.24</c:v>
                </c:pt>
                <c:pt idx="104" formatCode="General">
                  <c:v>6.3</c:v>
                </c:pt>
                <c:pt idx="105" formatCode="General">
                  <c:v>6.36</c:v>
                </c:pt>
                <c:pt idx="106" formatCode="General">
                  <c:v>6.42</c:v>
                </c:pt>
                <c:pt idx="107" formatCode="General">
                  <c:v>6.48</c:v>
                </c:pt>
                <c:pt idx="108" formatCode="General">
                  <c:v>6.54</c:v>
                </c:pt>
                <c:pt idx="109" formatCode="General">
                  <c:v>6.6</c:v>
                </c:pt>
                <c:pt idx="110" formatCode="General">
                  <c:v>6.66</c:v>
                </c:pt>
                <c:pt idx="111" formatCode="General">
                  <c:v>6.72</c:v>
                </c:pt>
                <c:pt idx="112" formatCode="General">
                  <c:v>6.78</c:v>
                </c:pt>
                <c:pt idx="113" formatCode="General">
                  <c:v>6.84</c:v>
                </c:pt>
                <c:pt idx="114" formatCode="General">
                  <c:v>6.9</c:v>
                </c:pt>
                <c:pt idx="115" formatCode="General">
                  <c:v>6.96</c:v>
                </c:pt>
                <c:pt idx="116" formatCode="General">
                  <c:v>7.02</c:v>
                </c:pt>
                <c:pt idx="117" formatCode="General">
                  <c:v>7.08</c:v>
                </c:pt>
                <c:pt idx="118" formatCode="General">
                  <c:v>7.14</c:v>
                </c:pt>
                <c:pt idx="119" formatCode="General">
                  <c:v>7.2</c:v>
                </c:pt>
                <c:pt idx="120" formatCode="General">
                  <c:v>7.26</c:v>
                </c:pt>
                <c:pt idx="121" formatCode="General">
                  <c:v>7.32</c:v>
                </c:pt>
                <c:pt idx="122" formatCode="General">
                  <c:v>7.38</c:v>
                </c:pt>
                <c:pt idx="123" formatCode="General">
                  <c:v>7.44</c:v>
                </c:pt>
                <c:pt idx="124" formatCode="General">
                  <c:v>7.5</c:v>
                </c:pt>
                <c:pt idx="125" formatCode="General">
                  <c:v>7.56</c:v>
                </c:pt>
                <c:pt idx="126" formatCode="General">
                  <c:v>7.62</c:v>
                </c:pt>
                <c:pt idx="127" formatCode="General">
                  <c:v>7.68</c:v>
                </c:pt>
                <c:pt idx="128" formatCode="General">
                  <c:v>7.74</c:v>
                </c:pt>
                <c:pt idx="129" formatCode="General">
                  <c:v>7.8</c:v>
                </c:pt>
                <c:pt idx="130" formatCode="General">
                  <c:v>7.86</c:v>
                </c:pt>
                <c:pt idx="131" formatCode="General">
                  <c:v>7.92</c:v>
                </c:pt>
                <c:pt idx="132" formatCode="General">
                  <c:v>7.98</c:v>
                </c:pt>
                <c:pt idx="133" formatCode="General">
                  <c:v>8.0399999999999991</c:v>
                </c:pt>
                <c:pt idx="134" formatCode="General">
                  <c:v>8.0999990000000004</c:v>
                </c:pt>
                <c:pt idx="135" formatCode="General">
                  <c:v>8.16</c:v>
                </c:pt>
                <c:pt idx="136" formatCode="General">
                  <c:v>8.2200000000000006</c:v>
                </c:pt>
                <c:pt idx="137" formatCode="General">
                  <c:v>8.2799999999999994</c:v>
                </c:pt>
                <c:pt idx="138" formatCode="General">
                  <c:v>8.34</c:v>
                </c:pt>
                <c:pt idx="139" formatCode="General">
                  <c:v>8.4</c:v>
                </c:pt>
                <c:pt idx="140" formatCode="General">
                  <c:v>8.4600000000000009</c:v>
                </c:pt>
                <c:pt idx="141" formatCode="General">
                  <c:v>8.52</c:v>
                </c:pt>
                <c:pt idx="142" formatCode="General">
                  <c:v>8.58</c:v>
                </c:pt>
                <c:pt idx="143" formatCode="General">
                  <c:v>8.6399989999999995</c:v>
                </c:pt>
                <c:pt idx="144" formatCode="General">
                  <c:v>8.6999999999999993</c:v>
                </c:pt>
                <c:pt idx="145" formatCode="General">
                  <c:v>8.76</c:v>
                </c:pt>
                <c:pt idx="146" formatCode="General">
                  <c:v>8.82</c:v>
                </c:pt>
                <c:pt idx="147" formatCode="General">
                  <c:v>8.8800000000000008</c:v>
                </c:pt>
                <c:pt idx="148" formatCode="General">
                  <c:v>8.94</c:v>
                </c:pt>
                <c:pt idx="149" formatCode="General">
                  <c:v>9</c:v>
                </c:pt>
                <c:pt idx="150" formatCode="General">
                  <c:v>9.0599989999999995</c:v>
                </c:pt>
                <c:pt idx="151" formatCode="General">
                  <c:v>9.1199999999999992</c:v>
                </c:pt>
                <c:pt idx="152" formatCode="General">
                  <c:v>9.1799990000000005</c:v>
                </c:pt>
                <c:pt idx="153" formatCode="General">
                  <c:v>9.24</c:v>
                </c:pt>
                <c:pt idx="154" formatCode="General">
                  <c:v>9.3000000000000007</c:v>
                </c:pt>
                <c:pt idx="155" formatCode="General">
                  <c:v>9.36</c:v>
                </c:pt>
                <c:pt idx="156" formatCode="General">
                  <c:v>9.42</c:v>
                </c:pt>
                <c:pt idx="157" formatCode="General">
                  <c:v>9.48</c:v>
                </c:pt>
                <c:pt idx="158" formatCode="General">
                  <c:v>9.5399999999999991</c:v>
                </c:pt>
                <c:pt idx="159" formatCode="General">
                  <c:v>9.5999990000000004</c:v>
                </c:pt>
                <c:pt idx="160" formatCode="General">
                  <c:v>9.66</c:v>
                </c:pt>
                <c:pt idx="161" formatCode="General">
                  <c:v>9.7199989999999996</c:v>
                </c:pt>
                <c:pt idx="162" formatCode="General">
                  <c:v>9.7799999999999994</c:v>
                </c:pt>
                <c:pt idx="163" formatCode="General">
                  <c:v>9.84</c:v>
                </c:pt>
                <c:pt idx="164" formatCode="General">
                  <c:v>9.9</c:v>
                </c:pt>
                <c:pt idx="165" formatCode="General">
                  <c:v>9.9600000000000009</c:v>
                </c:pt>
                <c:pt idx="166" formatCode="General">
                  <c:v>10.02</c:v>
                </c:pt>
                <c:pt idx="167" formatCode="General">
                  <c:v>10.08</c:v>
                </c:pt>
                <c:pt idx="168" formatCode="General">
                  <c:v>10.14</c:v>
                </c:pt>
                <c:pt idx="169" formatCode="General">
                  <c:v>10.199999999999999</c:v>
                </c:pt>
                <c:pt idx="170" formatCode="General">
                  <c:v>10.26</c:v>
                </c:pt>
                <c:pt idx="171" formatCode="General">
                  <c:v>10.32</c:v>
                </c:pt>
                <c:pt idx="172" formatCode="General">
                  <c:v>10.38</c:v>
                </c:pt>
                <c:pt idx="173" formatCode="General">
                  <c:v>10.44</c:v>
                </c:pt>
                <c:pt idx="174" formatCode="General">
                  <c:v>10.5</c:v>
                </c:pt>
                <c:pt idx="175" formatCode="General">
                  <c:v>10.56</c:v>
                </c:pt>
                <c:pt idx="176" formatCode="General">
                  <c:v>10.62</c:v>
                </c:pt>
                <c:pt idx="177" formatCode="General">
                  <c:v>10.68</c:v>
                </c:pt>
                <c:pt idx="178" formatCode="General">
                  <c:v>10.74</c:v>
                </c:pt>
                <c:pt idx="179" formatCode="General">
                  <c:v>10.8</c:v>
                </c:pt>
                <c:pt idx="180" formatCode="General">
                  <c:v>10.86</c:v>
                </c:pt>
                <c:pt idx="181" formatCode="General">
                  <c:v>10.92</c:v>
                </c:pt>
                <c:pt idx="182" formatCode="General">
                  <c:v>10.98</c:v>
                </c:pt>
                <c:pt idx="183" formatCode="General">
                  <c:v>11.04</c:v>
                </c:pt>
                <c:pt idx="184" formatCode="General">
                  <c:v>11.1</c:v>
                </c:pt>
                <c:pt idx="185" formatCode="General">
                  <c:v>11.16</c:v>
                </c:pt>
                <c:pt idx="186" formatCode="General">
                  <c:v>11.22</c:v>
                </c:pt>
                <c:pt idx="187" formatCode="General">
                  <c:v>11.28</c:v>
                </c:pt>
                <c:pt idx="188" formatCode="General">
                  <c:v>11.34</c:v>
                </c:pt>
                <c:pt idx="189" formatCode="General">
                  <c:v>11.4</c:v>
                </c:pt>
                <c:pt idx="190" formatCode="General">
                  <c:v>11.46</c:v>
                </c:pt>
                <c:pt idx="191" formatCode="General">
                  <c:v>11.52</c:v>
                </c:pt>
                <c:pt idx="192" formatCode="General">
                  <c:v>11.58</c:v>
                </c:pt>
                <c:pt idx="193" formatCode="General">
                  <c:v>11.64</c:v>
                </c:pt>
                <c:pt idx="194" formatCode="General">
                  <c:v>11.7</c:v>
                </c:pt>
                <c:pt idx="195" formatCode="General">
                  <c:v>11.76</c:v>
                </c:pt>
                <c:pt idx="196" formatCode="General">
                  <c:v>11.82</c:v>
                </c:pt>
                <c:pt idx="197" formatCode="General">
                  <c:v>11.88</c:v>
                </c:pt>
                <c:pt idx="198" formatCode="General">
                  <c:v>11.94</c:v>
                </c:pt>
                <c:pt idx="199" formatCode="General">
                  <c:v>12</c:v>
                </c:pt>
                <c:pt idx="200" formatCode="General">
                  <c:v>12.06</c:v>
                </c:pt>
                <c:pt idx="201" formatCode="General">
                  <c:v>12.12</c:v>
                </c:pt>
                <c:pt idx="202" formatCode="General">
                  <c:v>12.18</c:v>
                </c:pt>
                <c:pt idx="203" formatCode="General">
                  <c:v>12.24</c:v>
                </c:pt>
                <c:pt idx="204" formatCode="General">
                  <c:v>12.3</c:v>
                </c:pt>
                <c:pt idx="205" formatCode="General">
                  <c:v>12.36</c:v>
                </c:pt>
                <c:pt idx="206" formatCode="General">
                  <c:v>12.42</c:v>
                </c:pt>
                <c:pt idx="207" formatCode="General">
                  <c:v>12.48</c:v>
                </c:pt>
                <c:pt idx="208" formatCode="General">
                  <c:v>12.54</c:v>
                </c:pt>
                <c:pt idx="209" formatCode="General">
                  <c:v>12.6</c:v>
                </c:pt>
                <c:pt idx="210" formatCode="General">
                  <c:v>12.66</c:v>
                </c:pt>
                <c:pt idx="211" formatCode="General">
                  <c:v>12.72</c:v>
                </c:pt>
                <c:pt idx="212" formatCode="General">
                  <c:v>12.78</c:v>
                </c:pt>
                <c:pt idx="213" formatCode="General">
                  <c:v>12.84</c:v>
                </c:pt>
                <c:pt idx="214" formatCode="General">
                  <c:v>12.9</c:v>
                </c:pt>
                <c:pt idx="215" formatCode="General">
                  <c:v>12.96</c:v>
                </c:pt>
                <c:pt idx="216" formatCode="General">
                  <c:v>13.02</c:v>
                </c:pt>
                <c:pt idx="217" formatCode="General">
                  <c:v>13.08</c:v>
                </c:pt>
                <c:pt idx="218" formatCode="General">
                  <c:v>13.14</c:v>
                </c:pt>
                <c:pt idx="219" formatCode="General">
                  <c:v>13.2</c:v>
                </c:pt>
                <c:pt idx="220" formatCode="General">
                  <c:v>13.26</c:v>
                </c:pt>
                <c:pt idx="221" formatCode="General">
                  <c:v>13.32</c:v>
                </c:pt>
                <c:pt idx="222" formatCode="General">
                  <c:v>13.38</c:v>
                </c:pt>
                <c:pt idx="223" formatCode="General">
                  <c:v>13.44</c:v>
                </c:pt>
                <c:pt idx="224" formatCode="General">
                  <c:v>13.5</c:v>
                </c:pt>
                <c:pt idx="225" formatCode="General">
                  <c:v>13.56</c:v>
                </c:pt>
                <c:pt idx="226" formatCode="General">
                  <c:v>13.62</c:v>
                </c:pt>
                <c:pt idx="227" formatCode="General">
                  <c:v>13.68</c:v>
                </c:pt>
                <c:pt idx="228" formatCode="General">
                  <c:v>13.74</c:v>
                </c:pt>
                <c:pt idx="229" formatCode="General">
                  <c:v>13.8</c:v>
                </c:pt>
                <c:pt idx="230" formatCode="General">
                  <c:v>13.86</c:v>
                </c:pt>
                <c:pt idx="231" formatCode="General">
                  <c:v>13.92</c:v>
                </c:pt>
                <c:pt idx="232" formatCode="General">
                  <c:v>13.98</c:v>
                </c:pt>
                <c:pt idx="233" formatCode="General">
                  <c:v>14.04</c:v>
                </c:pt>
                <c:pt idx="234" formatCode="General">
                  <c:v>14.1</c:v>
                </c:pt>
                <c:pt idx="235" formatCode="General">
                  <c:v>14.16</c:v>
                </c:pt>
                <c:pt idx="236" formatCode="General">
                  <c:v>14.22</c:v>
                </c:pt>
                <c:pt idx="237" formatCode="General">
                  <c:v>14.28</c:v>
                </c:pt>
                <c:pt idx="238" formatCode="General">
                  <c:v>14.34</c:v>
                </c:pt>
                <c:pt idx="239" formatCode="General">
                  <c:v>14.4</c:v>
                </c:pt>
                <c:pt idx="240" formatCode="General">
                  <c:v>14.46</c:v>
                </c:pt>
                <c:pt idx="241" formatCode="General">
                  <c:v>14.52</c:v>
                </c:pt>
                <c:pt idx="242" formatCode="General">
                  <c:v>14.58</c:v>
                </c:pt>
                <c:pt idx="243" formatCode="General">
                  <c:v>14.64</c:v>
                </c:pt>
                <c:pt idx="244" formatCode="General">
                  <c:v>14.7</c:v>
                </c:pt>
                <c:pt idx="245" formatCode="General">
                  <c:v>14.76</c:v>
                </c:pt>
                <c:pt idx="246" formatCode="General">
                  <c:v>14.82</c:v>
                </c:pt>
                <c:pt idx="247" formatCode="General">
                  <c:v>14.88</c:v>
                </c:pt>
                <c:pt idx="248" formatCode="General">
                  <c:v>14.94</c:v>
                </c:pt>
                <c:pt idx="249" formatCode="General">
                  <c:v>15</c:v>
                </c:pt>
                <c:pt idx="250" formatCode="General">
                  <c:v>15.06</c:v>
                </c:pt>
                <c:pt idx="251" formatCode="General">
                  <c:v>15.12</c:v>
                </c:pt>
                <c:pt idx="252" formatCode="General">
                  <c:v>15.18</c:v>
                </c:pt>
                <c:pt idx="253" formatCode="General">
                  <c:v>15.24</c:v>
                </c:pt>
                <c:pt idx="254" formatCode="General">
                  <c:v>15.3</c:v>
                </c:pt>
                <c:pt idx="255" formatCode="General">
                  <c:v>15.36</c:v>
                </c:pt>
                <c:pt idx="256" formatCode="General">
                  <c:v>15.42</c:v>
                </c:pt>
                <c:pt idx="257" formatCode="General">
                  <c:v>15.48</c:v>
                </c:pt>
                <c:pt idx="258" formatCode="General">
                  <c:v>15.54</c:v>
                </c:pt>
                <c:pt idx="259" formatCode="General">
                  <c:v>15.6</c:v>
                </c:pt>
                <c:pt idx="260" formatCode="General">
                  <c:v>15.66</c:v>
                </c:pt>
                <c:pt idx="261" formatCode="General">
                  <c:v>15.72</c:v>
                </c:pt>
                <c:pt idx="262" formatCode="General">
                  <c:v>15.78</c:v>
                </c:pt>
                <c:pt idx="263" formatCode="General">
                  <c:v>15.84</c:v>
                </c:pt>
                <c:pt idx="264" formatCode="General">
                  <c:v>15.9</c:v>
                </c:pt>
                <c:pt idx="265" formatCode="General">
                  <c:v>15.96</c:v>
                </c:pt>
                <c:pt idx="266" formatCode="General">
                  <c:v>16.02</c:v>
                </c:pt>
                <c:pt idx="267" formatCode="General">
                  <c:v>16.079999999999998</c:v>
                </c:pt>
                <c:pt idx="268" formatCode="General">
                  <c:v>16.14</c:v>
                </c:pt>
                <c:pt idx="269" formatCode="General">
                  <c:v>16.2</c:v>
                </c:pt>
                <c:pt idx="270" formatCode="General">
                  <c:v>16.260000000000002</c:v>
                </c:pt>
                <c:pt idx="271" formatCode="General">
                  <c:v>16.32</c:v>
                </c:pt>
                <c:pt idx="272" formatCode="General">
                  <c:v>16.38</c:v>
                </c:pt>
                <c:pt idx="273" formatCode="General">
                  <c:v>16.440000000000001</c:v>
                </c:pt>
                <c:pt idx="274" formatCode="General">
                  <c:v>16.5</c:v>
                </c:pt>
                <c:pt idx="275" formatCode="General">
                  <c:v>16.559999999999999</c:v>
                </c:pt>
                <c:pt idx="276" formatCode="General">
                  <c:v>16.62</c:v>
                </c:pt>
                <c:pt idx="277" formatCode="General">
                  <c:v>16.68</c:v>
                </c:pt>
                <c:pt idx="278" formatCode="General">
                  <c:v>16.739999999999998</c:v>
                </c:pt>
                <c:pt idx="279" formatCode="General">
                  <c:v>16.8</c:v>
                </c:pt>
                <c:pt idx="280" formatCode="General">
                  <c:v>16.86</c:v>
                </c:pt>
                <c:pt idx="281" formatCode="General">
                  <c:v>16.920000000000002</c:v>
                </c:pt>
                <c:pt idx="282" formatCode="General">
                  <c:v>16.98</c:v>
                </c:pt>
                <c:pt idx="283" formatCode="General">
                  <c:v>17.04</c:v>
                </c:pt>
                <c:pt idx="284" formatCode="General">
                  <c:v>17.100000000000001</c:v>
                </c:pt>
                <c:pt idx="285" formatCode="General">
                  <c:v>17.16</c:v>
                </c:pt>
                <c:pt idx="286" formatCode="General">
                  <c:v>17.22</c:v>
                </c:pt>
                <c:pt idx="287" formatCode="General">
                  <c:v>17.28</c:v>
                </c:pt>
                <c:pt idx="288" formatCode="General">
                  <c:v>17.34</c:v>
                </c:pt>
                <c:pt idx="289" formatCode="General">
                  <c:v>17.399999999999999</c:v>
                </c:pt>
                <c:pt idx="290" formatCode="General">
                  <c:v>17.46</c:v>
                </c:pt>
                <c:pt idx="291" formatCode="General">
                  <c:v>17.52</c:v>
                </c:pt>
                <c:pt idx="292" formatCode="General">
                  <c:v>17.579999999999998</c:v>
                </c:pt>
                <c:pt idx="293" formatCode="General">
                  <c:v>17.64</c:v>
                </c:pt>
                <c:pt idx="294" formatCode="General">
                  <c:v>17.7</c:v>
                </c:pt>
                <c:pt idx="295" formatCode="General">
                  <c:v>17.760000000000002</c:v>
                </c:pt>
                <c:pt idx="296" formatCode="General">
                  <c:v>17.82</c:v>
                </c:pt>
                <c:pt idx="297" formatCode="General">
                  <c:v>17.88</c:v>
                </c:pt>
                <c:pt idx="298" formatCode="General">
                  <c:v>17.940000000000001</c:v>
                </c:pt>
                <c:pt idx="299" formatCode="General">
                  <c:v>18</c:v>
                </c:pt>
                <c:pt idx="300" formatCode="General">
                  <c:v>18.059999999999999</c:v>
                </c:pt>
                <c:pt idx="301" formatCode="General">
                  <c:v>18.12</c:v>
                </c:pt>
                <c:pt idx="302" formatCode="General">
                  <c:v>18.18</c:v>
                </c:pt>
                <c:pt idx="303" formatCode="General">
                  <c:v>18.239999999999998</c:v>
                </c:pt>
                <c:pt idx="304" formatCode="General">
                  <c:v>18.3</c:v>
                </c:pt>
                <c:pt idx="305" formatCode="General">
                  <c:v>18.36</c:v>
                </c:pt>
                <c:pt idx="306" formatCode="General">
                  <c:v>18.420000000000002</c:v>
                </c:pt>
                <c:pt idx="307" formatCode="General">
                  <c:v>18.48</c:v>
                </c:pt>
                <c:pt idx="308" formatCode="General">
                  <c:v>18.54</c:v>
                </c:pt>
                <c:pt idx="309" formatCode="General">
                  <c:v>18.600000000000001</c:v>
                </c:pt>
                <c:pt idx="310" formatCode="General">
                  <c:v>18.66</c:v>
                </c:pt>
                <c:pt idx="311" formatCode="General">
                  <c:v>18.72</c:v>
                </c:pt>
                <c:pt idx="312" formatCode="General">
                  <c:v>18.78</c:v>
                </c:pt>
                <c:pt idx="313" formatCode="General">
                  <c:v>18.84</c:v>
                </c:pt>
                <c:pt idx="314" formatCode="General">
                  <c:v>18.899999999999999</c:v>
                </c:pt>
                <c:pt idx="315" formatCode="General">
                  <c:v>18.96</c:v>
                </c:pt>
                <c:pt idx="316" formatCode="General">
                  <c:v>19.02</c:v>
                </c:pt>
                <c:pt idx="317" formatCode="General">
                  <c:v>19.079999999999998</c:v>
                </c:pt>
                <c:pt idx="318" formatCode="General">
                  <c:v>19.14</c:v>
                </c:pt>
                <c:pt idx="319" formatCode="General">
                  <c:v>19.2</c:v>
                </c:pt>
                <c:pt idx="320" formatCode="General">
                  <c:v>19.260000000000002</c:v>
                </c:pt>
                <c:pt idx="321" formatCode="General">
                  <c:v>19.32</c:v>
                </c:pt>
                <c:pt idx="322" formatCode="General">
                  <c:v>19.38</c:v>
                </c:pt>
                <c:pt idx="323" formatCode="General">
                  <c:v>19.440000000000001</c:v>
                </c:pt>
                <c:pt idx="324" formatCode="General">
                  <c:v>19.5</c:v>
                </c:pt>
                <c:pt idx="325" formatCode="General">
                  <c:v>19.559999999999999</c:v>
                </c:pt>
                <c:pt idx="326" formatCode="General">
                  <c:v>19.62</c:v>
                </c:pt>
                <c:pt idx="327" formatCode="General">
                  <c:v>19.68</c:v>
                </c:pt>
                <c:pt idx="328" formatCode="General">
                  <c:v>19.739999999999998</c:v>
                </c:pt>
                <c:pt idx="329" formatCode="General">
                  <c:v>19.8</c:v>
                </c:pt>
                <c:pt idx="330" formatCode="General">
                  <c:v>19.86</c:v>
                </c:pt>
                <c:pt idx="331" formatCode="General">
                  <c:v>19.920000000000002</c:v>
                </c:pt>
                <c:pt idx="332" formatCode="General">
                  <c:v>19.98</c:v>
                </c:pt>
                <c:pt idx="333" formatCode="General">
                  <c:v>20.04</c:v>
                </c:pt>
                <c:pt idx="334" formatCode="General">
                  <c:v>20.100000000000001</c:v>
                </c:pt>
                <c:pt idx="335" formatCode="General">
                  <c:v>20.16</c:v>
                </c:pt>
                <c:pt idx="336" formatCode="General">
                  <c:v>20.22</c:v>
                </c:pt>
                <c:pt idx="337" formatCode="General">
                  <c:v>20.28</c:v>
                </c:pt>
                <c:pt idx="338" formatCode="General">
                  <c:v>20.34</c:v>
                </c:pt>
                <c:pt idx="339" formatCode="General">
                  <c:v>20.399999999999999</c:v>
                </c:pt>
                <c:pt idx="340" formatCode="General">
                  <c:v>20.46</c:v>
                </c:pt>
                <c:pt idx="341" formatCode="General">
                  <c:v>20.52</c:v>
                </c:pt>
                <c:pt idx="342" formatCode="General">
                  <c:v>20.58</c:v>
                </c:pt>
                <c:pt idx="343" formatCode="General">
                  <c:v>20.64</c:v>
                </c:pt>
                <c:pt idx="344" formatCode="General">
                  <c:v>20.7</c:v>
                </c:pt>
                <c:pt idx="345" formatCode="General">
                  <c:v>20.76</c:v>
                </c:pt>
                <c:pt idx="346" formatCode="General">
                  <c:v>20.82</c:v>
                </c:pt>
                <c:pt idx="347" formatCode="General">
                  <c:v>20.88</c:v>
                </c:pt>
                <c:pt idx="348" formatCode="General">
                  <c:v>20.94</c:v>
                </c:pt>
                <c:pt idx="349" formatCode="General">
                  <c:v>21</c:v>
                </c:pt>
                <c:pt idx="350" formatCode="General">
                  <c:v>21.06</c:v>
                </c:pt>
                <c:pt idx="351" formatCode="General">
                  <c:v>21.12</c:v>
                </c:pt>
                <c:pt idx="352" formatCode="General">
                  <c:v>21.18</c:v>
                </c:pt>
                <c:pt idx="353" formatCode="General">
                  <c:v>21.24</c:v>
                </c:pt>
                <c:pt idx="354" formatCode="General">
                  <c:v>21.3</c:v>
                </c:pt>
                <c:pt idx="355" formatCode="General">
                  <c:v>21.36</c:v>
                </c:pt>
                <c:pt idx="356" formatCode="General">
                  <c:v>21.42</c:v>
                </c:pt>
                <c:pt idx="357" formatCode="General">
                  <c:v>21.48</c:v>
                </c:pt>
                <c:pt idx="358" formatCode="General">
                  <c:v>21.54</c:v>
                </c:pt>
                <c:pt idx="359" formatCode="General">
                  <c:v>21.6</c:v>
                </c:pt>
                <c:pt idx="360" formatCode="General">
                  <c:v>21.66</c:v>
                </c:pt>
                <c:pt idx="361" formatCode="General">
                  <c:v>21.72</c:v>
                </c:pt>
                <c:pt idx="362" formatCode="General">
                  <c:v>21.78</c:v>
                </c:pt>
                <c:pt idx="363" formatCode="General">
                  <c:v>21.84</c:v>
                </c:pt>
                <c:pt idx="364" formatCode="General">
                  <c:v>21.9</c:v>
                </c:pt>
                <c:pt idx="365" formatCode="General">
                  <c:v>21.96</c:v>
                </c:pt>
                <c:pt idx="366" formatCode="General">
                  <c:v>22.02</c:v>
                </c:pt>
                <c:pt idx="367" formatCode="General">
                  <c:v>22.08</c:v>
                </c:pt>
                <c:pt idx="368" formatCode="General">
                  <c:v>22.14</c:v>
                </c:pt>
                <c:pt idx="369" formatCode="General">
                  <c:v>22.2</c:v>
                </c:pt>
                <c:pt idx="370" formatCode="General">
                  <c:v>22.26</c:v>
                </c:pt>
                <c:pt idx="371" formatCode="General">
                  <c:v>22.32</c:v>
                </c:pt>
                <c:pt idx="372" formatCode="General">
                  <c:v>22.38</c:v>
                </c:pt>
                <c:pt idx="373" formatCode="General">
                  <c:v>22.44</c:v>
                </c:pt>
                <c:pt idx="374" formatCode="General">
                  <c:v>22.5</c:v>
                </c:pt>
                <c:pt idx="375" formatCode="General">
                  <c:v>22.56</c:v>
                </c:pt>
                <c:pt idx="376" formatCode="General">
                  <c:v>22.62</c:v>
                </c:pt>
                <c:pt idx="377" formatCode="General">
                  <c:v>22.68</c:v>
                </c:pt>
                <c:pt idx="378" formatCode="General">
                  <c:v>22.74</c:v>
                </c:pt>
                <c:pt idx="379" formatCode="General">
                  <c:v>22.8</c:v>
                </c:pt>
                <c:pt idx="380" formatCode="General">
                  <c:v>22.86</c:v>
                </c:pt>
                <c:pt idx="381" formatCode="General">
                  <c:v>22.92</c:v>
                </c:pt>
                <c:pt idx="382" formatCode="General">
                  <c:v>22.98</c:v>
                </c:pt>
                <c:pt idx="383" formatCode="General">
                  <c:v>23.04</c:v>
                </c:pt>
                <c:pt idx="384" formatCode="General">
                  <c:v>23.1</c:v>
                </c:pt>
                <c:pt idx="385" formatCode="General">
                  <c:v>23.16</c:v>
                </c:pt>
                <c:pt idx="386" formatCode="General">
                  <c:v>23.22</c:v>
                </c:pt>
                <c:pt idx="387" formatCode="General">
                  <c:v>23.28</c:v>
                </c:pt>
                <c:pt idx="388" formatCode="General">
                  <c:v>23.34</c:v>
                </c:pt>
                <c:pt idx="389" formatCode="General">
                  <c:v>23.4</c:v>
                </c:pt>
                <c:pt idx="390" formatCode="General">
                  <c:v>23.46</c:v>
                </c:pt>
                <c:pt idx="391" formatCode="General">
                  <c:v>23.52</c:v>
                </c:pt>
                <c:pt idx="392" formatCode="General">
                  <c:v>23.58</c:v>
                </c:pt>
                <c:pt idx="393" formatCode="General">
                  <c:v>23.64</c:v>
                </c:pt>
                <c:pt idx="394" formatCode="General">
                  <c:v>23.7</c:v>
                </c:pt>
                <c:pt idx="395" formatCode="General">
                  <c:v>23.76</c:v>
                </c:pt>
                <c:pt idx="396" formatCode="General">
                  <c:v>23.82</c:v>
                </c:pt>
                <c:pt idx="397" formatCode="General">
                  <c:v>23.88</c:v>
                </c:pt>
                <c:pt idx="398" formatCode="General">
                  <c:v>23.94</c:v>
                </c:pt>
                <c:pt idx="399" formatCode="General">
                  <c:v>24</c:v>
                </c:pt>
                <c:pt idx="400" formatCode="General">
                  <c:v>24.06</c:v>
                </c:pt>
                <c:pt idx="401" formatCode="General">
                  <c:v>24.12</c:v>
                </c:pt>
                <c:pt idx="402" formatCode="General">
                  <c:v>24.18</c:v>
                </c:pt>
                <c:pt idx="403" formatCode="General">
                  <c:v>24.24</c:v>
                </c:pt>
                <c:pt idx="404" formatCode="General">
                  <c:v>24.3</c:v>
                </c:pt>
                <c:pt idx="405" formatCode="General">
                  <c:v>24.36</c:v>
                </c:pt>
                <c:pt idx="406" formatCode="General">
                  <c:v>24.42</c:v>
                </c:pt>
                <c:pt idx="407" formatCode="General">
                  <c:v>24.48</c:v>
                </c:pt>
                <c:pt idx="408" formatCode="General">
                  <c:v>24.54</c:v>
                </c:pt>
                <c:pt idx="409" formatCode="General">
                  <c:v>24.6</c:v>
                </c:pt>
                <c:pt idx="410" formatCode="General">
                  <c:v>24.66</c:v>
                </c:pt>
                <c:pt idx="411" formatCode="General">
                  <c:v>24.72</c:v>
                </c:pt>
                <c:pt idx="412" formatCode="General">
                  <c:v>24.78</c:v>
                </c:pt>
                <c:pt idx="413" formatCode="General">
                  <c:v>24.84</c:v>
                </c:pt>
                <c:pt idx="414" formatCode="General">
                  <c:v>24.9</c:v>
                </c:pt>
                <c:pt idx="415" formatCode="General">
                  <c:v>24.96</c:v>
                </c:pt>
                <c:pt idx="416" formatCode="General">
                  <c:v>25.02</c:v>
                </c:pt>
                <c:pt idx="417" formatCode="General">
                  <c:v>25.08</c:v>
                </c:pt>
                <c:pt idx="418" formatCode="General">
                  <c:v>25.14</c:v>
                </c:pt>
                <c:pt idx="419" formatCode="General">
                  <c:v>25.2</c:v>
                </c:pt>
                <c:pt idx="420" formatCode="General">
                  <c:v>25.26</c:v>
                </c:pt>
                <c:pt idx="421" formatCode="General">
                  <c:v>25.32</c:v>
                </c:pt>
                <c:pt idx="422" formatCode="General">
                  <c:v>25.38</c:v>
                </c:pt>
                <c:pt idx="423" formatCode="General">
                  <c:v>25.44</c:v>
                </c:pt>
                <c:pt idx="424" formatCode="General">
                  <c:v>25.5</c:v>
                </c:pt>
                <c:pt idx="425" formatCode="General">
                  <c:v>25.56</c:v>
                </c:pt>
                <c:pt idx="426" formatCode="General">
                  <c:v>25.62</c:v>
                </c:pt>
                <c:pt idx="427" formatCode="General">
                  <c:v>25.68</c:v>
                </c:pt>
                <c:pt idx="428" formatCode="General">
                  <c:v>25.74</c:v>
                </c:pt>
                <c:pt idx="429" formatCode="General">
                  <c:v>25.8</c:v>
                </c:pt>
                <c:pt idx="430" formatCode="General">
                  <c:v>25.86</c:v>
                </c:pt>
                <c:pt idx="431" formatCode="General">
                  <c:v>25.92</c:v>
                </c:pt>
                <c:pt idx="432" formatCode="General">
                  <c:v>25.98</c:v>
                </c:pt>
                <c:pt idx="433" formatCode="General">
                  <c:v>26.04</c:v>
                </c:pt>
                <c:pt idx="434" formatCode="General">
                  <c:v>26.1</c:v>
                </c:pt>
                <c:pt idx="435" formatCode="General">
                  <c:v>26.16</c:v>
                </c:pt>
                <c:pt idx="436" formatCode="General">
                  <c:v>26.22</c:v>
                </c:pt>
                <c:pt idx="437" formatCode="General">
                  <c:v>26.28</c:v>
                </c:pt>
                <c:pt idx="438" formatCode="General">
                  <c:v>26.34</c:v>
                </c:pt>
                <c:pt idx="439" formatCode="General">
                  <c:v>26.4</c:v>
                </c:pt>
                <c:pt idx="440" formatCode="General">
                  <c:v>26.46</c:v>
                </c:pt>
                <c:pt idx="441" formatCode="General">
                  <c:v>26.52</c:v>
                </c:pt>
                <c:pt idx="442" formatCode="General">
                  <c:v>26.58</c:v>
                </c:pt>
                <c:pt idx="443" formatCode="General">
                  <c:v>26.64</c:v>
                </c:pt>
                <c:pt idx="444" formatCode="General">
                  <c:v>26.7</c:v>
                </c:pt>
                <c:pt idx="445" formatCode="General">
                  <c:v>26.76</c:v>
                </c:pt>
                <c:pt idx="446" formatCode="General">
                  <c:v>26.82</c:v>
                </c:pt>
                <c:pt idx="447" formatCode="General">
                  <c:v>26.88</c:v>
                </c:pt>
                <c:pt idx="448" formatCode="General">
                  <c:v>26.94</c:v>
                </c:pt>
                <c:pt idx="449" formatCode="General">
                  <c:v>27</c:v>
                </c:pt>
                <c:pt idx="450" formatCode="General">
                  <c:v>27.06</c:v>
                </c:pt>
                <c:pt idx="451" formatCode="General">
                  <c:v>27.12</c:v>
                </c:pt>
                <c:pt idx="452" formatCode="General">
                  <c:v>27.18</c:v>
                </c:pt>
                <c:pt idx="453" formatCode="General">
                  <c:v>27.24</c:v>
                </c:pt>
                <c:pt idx="454" formatCode="General">
                  <c:v>27.3</c:v>
                </c:pt>
                <c:pt idx="455" formatCode="General">
                  <c:v>27.36</c:v>
                </c:pt>
                <c:pt idx="456" formatCode="General">
                  <c:v>27.42</c:v>
                </c:pt>
                <c:pt idx="457" formatCode="General">
                  <c:v>27.48</c:v>
                </c:pt>
                <c:pt idx="458" formatCode="General">
                  <c:v>27.54</c:v>
                </c:pt>
                <c:pt idx="459" formatCode="General">
                  <c:v>27.6</c:v>
                </c:pt>
                <c:pt idx="460" formatCode="General">
                  <c:v>27.66</c:v>
                </c:pt>
                <c:pt idx="461" formatCode="General">
                  <c:v>27.72</c:v>
                </c:pt>
                <c:pt idx="462" formatCode="General">
                  <c:v>27.78</c:v>
                </c:pt>
                <c:pt idx="463" formatCode="General">
                  <c:v>27.84</c:v>
                </c:pt>
                <c:pt idx="464" formatCode="General">
                  <c:v>27.9</c:v>
                </c:pt>
                <c:pt idx="465" formatCode="General">
                  <c:v>27.96</c:v>
                </c:pt>
                <c:pt idx="466" formatCode="General">
                  <c:v>28.02</c:v>
                </c:pt>
                <c:pt idx="467" formatCode="General">
                  <c:v>28.08</c:v>
                </c:pt>
                <c:pt idx="468" formatCode="General">
                  <c:v>28.14</c:v>
                </c:pt>
                <c:pt idx="469" formatCode="General">
                  <c:v>28.2</c:v>
                </c:pt>
                <c:pt idx="470" formatCode="General">
                  <c:v>28.26</c:v>
                </c:pt>
                <c:pt idx="471" formatCode="General">
                  <c:v>28.32</c:v>
                </c:pt>
                <c:pt idx="472" formatCode="General">
                  <c:v>28.38</c:v>
                </c:pt>
                <c:pt idx="473" formatCode="General">
                  <c:v>28.44</c:v>
                </c:pt>
                <c:pt idx="474" formatCode="General">
                  <c:v>28.5</c:v>
                </c:pt>
                <c:pt idx="475" formatCode="General">
                  <c:v>28.56</c:v>
                </c:pt>
                <c:pt idx="476" formatCode="General">
                  <c:v>28.62</c:v>
                </c:pt>
                <c:pt idx="477" formatCode="General">
                  <c:v>28.68</c:v>
                </c:pt>
                <c:pt idx="478" formatCode="General">
                  <c:v>28.74</c:v>
                </c:pt>
                <c:pt idx="479" formatCode="General">
                  <c:v>28.8</c:v>
                </c:pt>
                <c:pt idx="480" formatCode="General">
                  <c:v>28.86</c:v>
                </c:pt>
                <c:pt idx="481" formatCode="General">
                  <c:v>28.92</c:v>
                </c:pt>
                <c:pt idx="482" formatCode="General">
                  <c:v>28.98</c:v>
                </c:pt>
                <c:pt idx="483" formatCode="General">
                  <c:v>29.04</c:v>
                </c:pt>
                <c:pt idx="484" formatCode="General">
                  <c:v>29.1</c:v>
                </c:pt>
                <c:pt idx="485" formatCode="General">
                  <c:v>29.16</c:v>
                </c:pt>
                <c:pt idx="486" formatCode="General">
                  <c:v>29.22</c:v>
                </c:pt>
                <c:pt idx="487" formatCode="General">
                  <c:v>29.28</c:v>
                </c:pt>
                <c:pt idx="488" formatCode="General">
                  <c:v>29.34</c:v>
                </c:pt>
                <c:pt idx="489" formatCode="General">
                  <c:v>29.4</c:v>
                </c:pt>
                <c:pt idx="490" formatCode="General">
                  <c:v>29.46</c:v>
                </c:pt>
                <c:pt idx="491" formatCode="General">
                  <c:v>29.52</c:v>
                </c:pt>
                <c:pt idx="492" formatCode="General">
                  <c:v>29.58</c:v>
                </c:pt>
                <c:pt idx="493" formatCode="General">
                  <c:v>29.64</c:v>
                </c:pt>
                <c:pt idx="494" formatCode="General">
                  <c:v>29.7</c:v>
                </c:pt>
                <c:pt idx="495" formatCode="General">
                  <c:v>29.76</c:v>
                </c:pt>
                <c:pt idx="496" formatCode="General">
                  <c:v>29.82</c:v>
                </c:pt>
                <c:pt idx="497" formatCode="General">
                  <c:v>29.88</c:v>
                </c:pt>
                <c:pt idx="498" formatCode="General">
                  <c:v>29.94</c:v>
                </c:pt>
                <c:pt idx="499" formatCode="General">
                  <c:v>30</c:v>
                </c:pt>
                <c:pt idx="500" formatCode="General">
                  <c:v>30.06</c:v>
                </c:pt>
                <c:pt idx="501" formatCode="General">
                  <c:v>30.12</c:v>
                </c:pt>
                <c:pt idx="502" formatCode="General">
                  <c:v>30.18</c:v>
                </c:pt>
                <c:pt idx="503" formatCode="General">
                  <c:v>30.24</c:v>
                </c:pt>
                <c:pt idx="504" formatCode="General">
                  <c:v>30.3</c:v>
                </c:pt>
                <c:pt idx="505" formatCode="General">
                  <c:v>30.36</c:v>
                </c:pt>
                <c:pt idx="506" formatCode="General">
                  <c:v>30.42</c:v>
                </c:pt>
                <c:pt idx="507" formatCode="General">
                  <c:v>30.48</c:v>
                </c:pt>
                <c:pt idx="508" formatCode="General">
                  <c:v>30.54</c:v>
                </c:pt>
                <c:pt idx="509" formatCode="General">
                  <c:v>30.6</c:v>
                </c:pt>
                <c:pt idx="510" formatCode="General">
                  <c:v>30.66</c:v>
                </c:pt>
                <c:pt idx="511" formatCode="General">
                  <c:v>30.72</c:v>
                </c:pt>
                <c:pt idx="512" formatCode="General">
                  <c:v>30.78</c:v>
                </c:pt>
                <c:pt idx="513" formatCode="General">
                  <c:v>30.84</c:v>
                </c:pt>
                <c:pt idx="514" formatCode="General">
                  <c:v>30.9</c:v>
                </c:pt>
                <c:pt idx="515" formatCode="General">
                  <c:v>30.96</c:v>
                </c:pt>
                <c:pt idx="516" formatCode="General">
                  <c:v>31.02</c:v>
                </c:pt>
              </c:numCache>
            </c:numRef>
          </c:xVal>
          <c:yVal>
            <c:numRef>
              <c:f>二体分布関数!$E$2:$E$1034</c:f>
              <c:numCache>
                <c:formatCode>0.00E+00</c:formatCode>
                <c:ptCount val="517"/>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6.8221900000000002E-2</c:v>
                </c:pt>
                <c:pt idx="41" formatCode="General">
                  <c:v>1.592795</c:v>
                </c:pt>
                <c:pt idx="42" formatCode="General">
                  <c:v>5.5371009999999998</c:v>
                </c:pt>
                <c:pt idx="43" formatCode="General">
                  <c:v>6.890536</c:v>
                </c:pt>
                <c:pt idx="44" formatCode="General">
                  <c:v>5.680663</c:v>
                </c:pt>
                <c:pt idx="45" formatCode="General">
                  <c:v>3.7553709999999998</c:v>
                </c:pt>
                <c:pt idx="46" formatCode="General">
                  <c:v>2.4777309999999999</c:v>
                </c:pt>
                <c:pt idx="47" formatCode="General">
                  <c:v>1.6337569999999999</c:v>
                </c:pt>
                <c:pt idx="48" formatCode="General">
                  <c:v>1.08934</c:v>
                </c:pt>
                <c:pt idx="49">
                  <c:v>0.8220172</c:v>
                </c:pt>
                <c:pt idx="50">
                  <c:v>0.63222089999999997</c:v>
                </c:pt>
                <c:pt idx="51">
                  <c:v>0.48637459999999999</c:v>
                </c:pt>
                <c:pt idx="52">
                  <c:v>0.42473339999999998</c:v>
                </c:pt>
                <c:pt idx="53">
                  <c:v>0.39138719999999999</c:v>
                </c:pt>
                <c:pt idx="54">
                  <c:v>0.34854499999999999</c:v>
                </c:pt>
                <c:pt idx="55">
                  <c:v>0.3456458</c:v>
                </c:pt>
                <c:pt idx="56">
                  <c:v>0.32280750000000002</c:v>
                </c:pt>
                <c:pt idx="57">
                  <c:v>0.3321173</c:v>
                </c:pt>
                <c:pt idx="58">
                  <c:v>0.3698419</c:v>
                </c:pt>
                <c:pt idx="59">
                  <c:v>0.35710310000000001</c:v>
                </c:pt>
                <c:pt idx="60">
                  <c:v>0.36587249999999999</c:v>
                </c:pt>
                <c:pt idx="61">
                  <c:v>0.38448139999999997</c:v>
                </c:pt>
                <c:pt idx="62">
                  <c:v>0.44228000000000001</c:v>
                </c:pt>
                <c:pt idx="63">
                  <c:v>0.4529533</c:v>
                </c:pt>
                <c:pt idx="64">
                  <c:v>0.47239740000000002</c:v>
                </c:pt>
                <c:pt idx="65">
                  <c:v>0.51764120000000002</c:v>
                </c:pt>
                <c:pt idx="66">
                  <c:v>0.52661659999999999</c:v>
                </c:pt>
                <c:pt idx="67">
                  <c:v>0.64685309999999996</c:v>
                </c:pt>
                <c:pt idx="68">
                  <c:v>0.74285389999999996</c:v>
                </c:pt>
                <c:pt idx="69">
                  <c:v>0.91732689999999995</c:v>
                </c:pt>
                <c:pt idx="70" formatCode="General">
                  <c:v>1.03918</c:v>
                </c:pt>
                <c:pt idx="71" formatCode="General">
                  <c:v>1.183216</c:v>
                </c:pt>
                <c:pt idx="72" formatCode="General">
                  <c:v>1.303056</c:v>
                </c:pt>
                <c:pt idx="73" formatCode="General">
                  <c:v>1.3890070000000001</c:v>
                </c:pt>
                <c:pt idx="74" formatCode="General">
                  <c:v>1.4377139999999999</c:v>
                </c:pt>
                <c:pt idx="75" formatCode="General">
                  <c:v>1.4366369999999999</c:v>
                </c:pt>
                <c:pt idx="76" formatCode="General">
                  <c:v>1.4167240000000001</c:v>
                </c:pt>
                <c:pt idx="77" formatCode="General">
                  <c:v>1.3882319999999999</c:v>
                </c:pt>
                <c:pt idx="78" formatCode="General">
                  <c:v>1.3147789999999999</c:v>
                </c:pt>
                <c:pt idx="79" formatCode="General">
                  <c:v>1.2959890000000001</c:v>
                </c:pt>
                <c:pt idx="80" formatCode="General">
                  <c:v>1.250936</c:v>
                </c:pt>
                <c:pt idx="81" formatCode="General">
                  <c:v>1.1554139999999999</c:v>
                </c:pt>
                <c:pt idx="82" formatCode="General">
                  <c:v>1.09901</c:v>
                </c:pt>
                <c:pt idx="83" formatCode="General">
                  <c:v>1.0494049999999999</c:v>
                </c:pt>
                <c:pt idx="84" formatCode="General">
                  <c:v>1.0246029999999999</c:v>
                </c:pt>
                <c:pt idx="85" formatCode="General">
                  <c:v>1.04118</c:v>
                </c:pt>
                <c:pt idx="86" formatCode="General">
                  <c:v>1.0393779999999999</c:v>
                </c:pt>
                <c:pt idx="87" formatCode="General">
                  <c:v>1.0748899999999999</c:v>
                </c:pt>
                <c:pt idx="88" formatCode="General">
                  <c:v>1.125599</c:v>
                </c:pt>
                <c:pt idx="89" formatCode="General">
                  <c:v>1.1863630000000001</c:v>
                </c:pt>
                <c:pt idx="90" formatCode="General">
                  <c:v>1.189918</c:v>
                </c:pt>
                <c:pt idx="91" formatCode="General">
                  <c:v>1.2037469999999999</c:v>
                </c:pt>
                <c:pt idx="92" formatCode="General">
                  <c:v>1.1354390000000001</c:v>
                </c:pt>
                <c:pt idx="93" formatCode="General">
                  <c:v>1.081474</c:v>
                </c:pt>
                <c:pt idx="94">
                  <c:v>0.97499690000000006</c:v>
                </c:pt>
                <c:pt idx="95">
                  <c:v>0.8588498</c:v>
                </c:pt>
                <c:pt idx="96">
                  <c:v>0.80722190000000005</c:v>
                </c:pt>
                <c:pt idx="97">
                  <c:v>0.77176440000000002</c:v>
                </c:pt>
                <c:pt idx="98">
                  <c:v>0.72152530000000004</c:v>
                </c:pt>
                <c:pt idx="99">
                  <c:v>0.73213890000000004</c:v>
                </c:pt>
                <c:pt idx="100">
                  <c:v>0.70737709999999998</c:v>
                </c:pt>
                <c:pt idx="101">
                  <c:v>0.73837920000000001</c:v>
                </c:pt>
                <c:pt idx="102">
                  <c:v>0.7452088</c:v>
                </c:pt>
                <c:pt idx="103">
                  <c:v>0.78498979999999996</c:v>
                </c:pt>
                <c:pt idx="104">
                  <c:v>0.81406719999999999</c:v>
                </c:pt>
                <c:pt idx="105">
                  <c:v>0.88092990000000004</c:v>
                </c:pt>
                <c:pt idx="106">
                  <c:v>0.90250900000000001</c:v>
                </c:pt>
                <c:pt idx="107">
                  <c:v>0.93900039999999996</c:v>
                </c:pt>
                <c:pt idx="108">
                  <c:v>0.97245000000000004</c:v>
                </c:pt>
                <c:pt idx="109">
                  <c:v>0.99918289999999998</c:v>
                </c:pt>
                <c:pt idx="110" formatCode="General">
                  <c:v>1.042665</c:v>
                </c:pt>
                <c:pt idx="111" formatCode="General">
                  <c:v>1.066303</c:v>
                </c:pt>
                <c:pt idx="112" formatCode="General">
                  <c:v>1.0922769999999999</c:v>
                </c:pt>
                <c:pt idx="113" formatCode="General">
                  <c:v>1.0872900000000001</c:v>
                </c:pt>
                <c:pt idx="114" formatCode="General">
                  <c:v>1.095877</c:v>
                </c:pt>
                <c:pt idx="115" formatCode="General">
                  <c:v>1.107445</c:v>
                </c:pt>
                <c:pt idx="116" formatCode="General">
                  <c:v>1.136971</c:v>
                </c:pt>
                <c:pt idx="117" formatCode="General">
                  <c:v>1.1391709999999999</c:v>
                </c:pt>
                <c:pt idx="118" formatCode="General">
                  <c:v>1.1289880000000001</c:v>
                </c:pt>
                <c:pt idx="119" formatCode="General">
                  <c:v>1.139667</c:v>
                </c:pt>
                <c:pt idx="120" formatCode="General">
                  <c:v>1.120023</c:v>
                </c:pt>
                <c:pt idx="121" formatCode="General">
                  <c:v>1.126344</c:v>
                </c:pt>
                <c:pt idx="122" formatCode="General">
                  <c:v>1.110061</c:v>
                </c:pt>
                <c:pt idx="123" formatCode="General">
                  <c:v>1.096079</c:v>
                </c:pt>
                <c:pt idx="124" formatCode="General">
                  <c:v>1.0768359999999999</c:v>
                </c:pt>
                <c:pt idx="125" formatCode="General">
                  <c:v>1.0643549999999999</c:v>
                </c:pt>
                <c:pt idx="126" formatCode="General">
                  <c:v>1.0297689999999999</c:v>
                </c:pt>
                <c:pt idx="127" formatCode="General">
                  <c:v>1.005838</c:v>
                </c:pt>
                <c:pt idx="128">
                  <c:v>0.99830779999999997</c:v>
                </c:pt>
                <c:pt idx="129">
                  <c:v>0.96834149999999997</c:v>
                </c:pt>
                <c:pt idx="130">
                  <c:v>0.94035599999999997</c:v>
                </c:pt>
                <c:pt idx="131">
                  <c:v>0.95992189999999999</c:v>
                </c:pt>
                <c:pt idx="132">
                  <c:v>0.94564590000000004</c:v>
                </c:pt>
                <c:pt idx="133">
                  <c:v>0.92138580000000003</c:v>
                </c:pt>
                <c:pt idx="134">
                  <c:v>0.93397240000000004</c:v>
                </c:pt>
                <c:pt idx="135">
                  <c:v>0.92968899999999999</c:v>
                </c:pt>
                <c:pt idx="136">
                  <c:v>0.93104830000000005</c:v>
                </c:pt>
                <c:pt idx="137">
                  <c:v>0.94781170000000003</c:v>
                </c:pt>
                <c:pt idx="138">
                  <c:v>0.93431900000000001</c:v>
                </c:pt>
                <c:pt idx="139">
                  <c:v>0.93678019999999995</c:v>
                </c:pt>
                <c:pt idx="140">
                  <c:v>0.95284809999999998</c:v>
                </c:pt>
                <c:pt idx="141">
                  <c:v>0.94598819999999995</c:v>
                </c:pt>
                <c:pt idx="142">
                  <c:v>0.94175929999999997</c:v>
                </c:pt>
                <c:pt idx="143">
                  <c:v>0.95352409999999999</c:v>
                </c:pt>
                <c:pt idx="144">
                  <c:v>0.94956739999999995</c:v>
                </c:pt>
                <c:pt idx="145">
                  <c:v>0.96307180000000003</c:v>
                </c:pt>
                <c:pt idx="146">
                  <c:v>0.97321150000000001</c:v>
                </c:pt>
                <c:pt idx="147">
                  <c:v>0.99219520000000005</c:v>
                </c:pt>
                <c:pt idx="148">
                  <c:v>0.97642229999999997</c:v>
                </c:pt>
                <c:pt idx="149" formatCode="General">
                  <c:v>1.0186109999999999</c:v>
                </c:pt>
                <c:pt idx="150" formatCode="General">
                  <c:v>1.0153049999999999</c:v>
                </c:pt>
                <c:pt idx="151" formatCode="General">
                  <c:v>1.0252079999999999</c:v>
                </c:pt>
                <c:pt idx="152" formatCode="General">
                  <c:v>1.0410090000000001</c:v>
                </c:pt>
                <c:pt idx="153" formatCode="General">
                  <c:v>1.048359</c:v>
                </c:pt>
                <c:pt idx="154" formatCode="General">
                  <c:v>1.037801</c:v>
                </c:pt>
                <c:pt idx="155" formatCode="General">
                  <c:v>1.045669</c:v>
                </c:pt>
                <c:pt idx="156" formatCode="General">
                  <c:v>1.0548299999999999</c:v>
                </c:pt>
                <c:pt idx="157" formatCode="General">
                  <c:v>1.0635269999999999</c:v>
                </c:pt>
                <c:pt idx="158" formatCode="General">
                  <c:v>1.0466059999999999</c:v>
                </c:pt>
                <c:pt idx="159" formatCode="General">
                  <c:v>1.038767</c:v>
                </c:pt>
                <c:pt idx="160" formatCode="General">
                  <c:v>1.0530919999999999</c:v>
                </c:pt>
                <c:pt idx="161" formatCode="General">
                  <c:v>1.043091</c:v>
                </c:pt>
                <c:pt idx="162" formatCode="General">
                  <c:v>1.029148</c:v>
                </c:pt>
                <c:pt idx="163" formatCode="General">
                  <c:v>1.027709</c:v>
                </c:pt>
                <c:pt idx="164" formatCode="General">
                  <c:v>1.018551</c:v>
                </c:pt>
                <c:pt idx="165" formatCode="General">
                  <c:v>1.0009459999999999</c:v>
                </c:pt>
                <c:pt idx="166" formatCode="General">
                  <c:v>1.0108820000000001</c:v>
                </c:pt>
                <c:pt idx="167" formatCode="General">
                  <c:v>1.003406</c:v>
                </c:pt>
                <c:pt idx="168" formatCode="General">
                  <c:v>1.0040009999999999</c:v>
                </c:pt>
                <c:pt idx="169">
                  <c:v>0.99158449999999998</c:v>
                </c:pt>
                <c:pt idx="170">
                  <c:v>0.97546630000000001</c:v>
                </c:pt>
                <c:pt idx="171">
                  <c:v>0.98954229999999999</c:v>
                </c:pt>
                <c:pt idx="172">
                  <c:v>0.96738150000000001</c:v>
                </c:pt>
                <c:pt idx="173">
                  <c:v>0.96014319999999997</c:v>
                </c:pt>
                <c:pt idx="174">
                  <c:v>0.96158370000000004</c:v>
                </c:pt>
                <c:pt idx="175">
                  <c:v>0.97051370000000003</c:v>
                </c:pt>
                <c:pt idx="176">
                  <c:v>0.97079669999999996</c:v>
                </c:pt>
                <c:pt idx="177">
                  <c:v>0.95886870000000002</c:v>
                </c:pt>
                <c:pt idx="178">
                  <c:v>0.95603649999999996</c:v>
                </c:pt>
                <c:pt idx="179">
                  <c:v>0.97524540000000004</c:v>
                </c:pt>
                <c:pt idx="180">
                  <c:v>0.96681399999999995</c:v>
                </c:pt>
                <c:pt idx="181">
                  <c:v>0.97743970000000002</c:v>
                </c:pt>
                <c:pt idx="182">
                  <c:v>0.98170009999999996</c:v>
                </c:pt>
                <c:pt idx="183">
                  <c:v>0.99591819999999998</c:v>
                </c:pt>
                <c:pt idx="184">
                  <c:v>0.99382820000000005</c:v>
                </c:pt>
                <c:pt idx="185">
                  <c:v>0.99418499999999999</c:v>
                </c:pt>
                <c:pt idx="186">
                  <c:v>0.9937897</c:v>
                </c:pt>
                <c:pt idx="187" formatCode="General">
                  <c:v>1.012502</c:v>
                </c:pt>
                <c:pt idx="188" formatCode="General">
                  <c:v>1.003007</c:v>
                </c:pt>
                <c:pt idx="189" formatCode="General">
                  <c:v>1.011436</c:v>
                </c:pt>
                <c:pt idx="190" formatCode="General">
                  <c:v>1.019126</c:v>
                </c:pt>
                <c:pt idx="191" formatCode="General">
                  <c:v>1.020481</c:v>
                </c:pt>
                <c:pt idx="192" formatCode="General">
                  <c:v>1.0261720000000001</c:v>
                </c:pt>
                <c:pt idx="193" formatCode="General">
                  <c:v>1.027563</c:v>
                </c:pt>
                <c:pt idx="194" formatCode="General">
                  <c:v>1.005376</c:v>
                </c:pt>
                <c:pt idx="195" formatCode="General">
                  <c:v>1.0159450000000001</c:v>
                </c:pt>
                <c:pt idx="196" formatCode="General">
                  <c:v>1.0230539999999999</c:v>
                </c:pt>
                <c:pt idx="197" formatCode="General">
                  <c:v>1.0058100000000001</c:v>
                </c:pt>
                <c:pt idx="198" formatCode="General">
                  <c:v>1.026556</c:v>
                </c:pt>
                <c:pt idx="199" formatCode="General">
                  <c:v>1.013495</c:v>
                </c:pt>
                <c:pt idx="200" formatCode="General">
                  <c:v>1.0048550000000001</c:v>
                </c:pt>
                <c:pt idx="201" formatCode="General">
                  <c:v>1.0117499999999999</c:v>
                </c:pt>
                <c:pt idx="202" formatCode="General">
                  <c:v>1.0124</c:v>
                </c:pt>
                <c:pt idx="203">
                  <c:v>0.9968534</c:v>
                </c:pt>
                <c:pt idx="204" formatCode="General">
                  <c:v>1.0165109999999999</c:v>
                </c:pt>
                <c:pt idx="205">
                  <c:v>0.99847070000000004</c:v>
                </c:pt>
                <c:pt idx="206">
                  <c:v>0.99575409999999998</c:v>
                </c:pt>
                <c:pt idx="207">
                  <c:v>0.99056359999999999</c:v>
                </c:pt>
                <c:pt idx="208">
                  <c:v>0.99656409999999995</c:v>
                </c:pt>
                <c:pt idx="209">
                  <c:v>0.99582020000000004</c:v>
                </c:pt>
                <c:pt idx="210">
                  <c:v>0.96945170000000003</c:v>
                </c:pt>
                <c:pt idx="211">
                  <c:v>0.99243029999999999</c:v>
                </c:pt>
                <c:pt idx="212">
                  <c:v>0.98676240000000004</c:v>
                </c:pt>
                <c:pt idx="213">
                  <c:v>0.99145660000000002</c:v>
                </c:pt>
                <c:pt idx="214">
                  <c:v>0.98721740000000002</c:v>
                </c:pt>
                <c:pt idx="215">
                  <c:v>0.98804910000000001</c:v>
                </c:pt>
                <c:pt idx="216">
                  <c:v>0.99106269999999996</c:v>
                </c:pt>
                <c:pt idx="217">
                  <c:v>0.98463809999999996</c:v>
                </c:pt>
                <c:pt idx="218">
                  <c:v>0.98723700000000003</c:v>
                </c:pt>
                <c:pt idx="219">
                  <c:v>0.99280559999999995</c:v>
                </c:pt>
                <c:pt idx="220">
                  <c:v>0.97251710000000002</c:v>
                </c:pt>
                <c:pt idx="221" formatCode="General">
                  <c:v>1.000183</c:v>
                </c:pt>
                <c:pt idx="222">
                  <c:v>0.99290630000000002</c:v>
                </c:pt>
                <c:pt idx="223" formatCode="General">
                  <c:v>1.0025679999999999</c:v>
                </c:pt>
                <c:pt idx="224">
                  <c:v>0.99495449999999996</c:v>
                </c:pt>
                <c:pt idx="225" formatCode="General">
                  <c:v>1.00406</c:v>
                </c:pt>
                <c:pt idx="226" formatCode="General">
                  <c:v>1.003884</c:v>
                </c:pt>
                <c:pt idx="227" formatCode="General">
                  <c:v>1.0096160000000001</c:v>
                </c:pt>
                <c:pt idx="228" formatCode="General">
                  <c:v>1.0040979999999999</c:v>
                </c:pt>
                <c:pt idx="229" formatCode="General">
                  <c:v>1.013639</c:v>
                </c:pt>
                <c:pt idx="230" formatCode="General">
                  <c:v>1.021279</c:v>
                </c:pt>
                <c:pt idx="231" formatCode="General">
                  <c:v>1.0064789999999999</c:v>
                </c:pt>
                <c:pt idx="232" formatCode="General">
                  <c:v>1.0088980000000001</c:v>
                </c:pt>
                <c:pt idx="233" formatCode="General">
                  <c:v>1.018097</c:v>
                </c:pt>
                <c:pt idx="234" formatCode="General">
                  <c:v>1.008278</c:v>
                </c:pt>
                <c:pt idx="235">
                  <c:v>0.99902069999999998</c:v>
                </c:pt>
                <c:pt idx="236" formatCode="General">
                  <c:v>1.008688</c:v>
                </c:pt>
                <c:pt idx="237">
                  <c:v>0.99993540000000003</c:v>
                </c:pt>
                <c:pt idx="238" formatCode="General">
                  <c:v>1.0039880000000001</c:v>
                </c:pt>
                <c:pt idx="239" formatCode="General">
                  <c:v>1.003379</c:v>
                </c:pt>
                <c:pt idx="240" formatCode="General">
                  <c:v>1.0040500000000001</c:v>
                </c:pt>
                <c:pt idx="241">
                  <c:v>0.9992124</c:v>
                </c:pt>
                <c:pt idx="242" formatCode="General">
                  <c:v>1.0037240000000001</c:v>
                </c:pt>
                <c:pt idx="243">
                  <c:v>0.98914409999999997</c:v>
                </c:pt>
                <c:pt idx="244">
                  <c:v>0.98496879999999998</c:v>
                </c:pt>
                <c:pt idx="245">
                  <c:v>0.99623439999999996</c:v>
                </c:pt>
                <c:pt idx="246">
                  <c:v>0.99828059999999996</c:v>
                </c:pt>
                <c:pt idx="247">
                  <c:v>0.98916349999999997</c:v>
                </c:pt>
                <c:pt idx="248">
                  <c:v>0.99477919999999997</c:v>
                </c:pt>
                <c:pt idx="249">
                  <c:v>0.99497599999999997</c:v>
                </c:pt>
                <c:pt idx="250">
                  <c:v>0.99443329999999996</c:v>
                </c:pt>
                <c:pt idx="251">
                  <c:v>0.99290670000000003</c:v>
                </c:pt>
                <c:pt idx="252">
                  <c:v>0.99218229999999996</c:v>
                </c:pt>
                <c:pt idx="253">
                  <c:v>0.99095109999999997</c:v>
                </c:pt>
                <c:pt idx="254" formatCode="General">
                  <c:v>1.0062930000000001</c:v>
                </c:pt>
                <c:pt idx="255" formatCode="General">
                  <c:v>1.002794</c:v>
                </c:pt>
                <c:pt idx="256">
                  <c:v>0.98741540000000005</c:v>
                </c:pt>
                <c:pt idx="257">
                  <c:v>0.99097500000000005</c:v>
                </c:pt>
                <c:pt idx="258" formatCode="General">
                  <c:v>1.0006550000000001</c:v>
                </c:pt>
                <c:pt idx="259" formatCode="General">
                  <c:v>1.003234</c:v>
                </c:pt>
                <c:pt idx="260" formatCode="General">
                  <c:v>1.000394</c:v>
                </c:pt>
                <c:pt idx="261" formatCode="General">
                  <c:v>1.007863</c:v>
                </c:pt>
                <c:pt idx="262" formatCode="General">
                  <c:v>1.011606</c:v>
                </c:pt>
                <c:pt idx="263">
                  <c:v>0.99517140000000004</c:v>
                </c:pt>
                <c:pt idx="264" formatCode="General">
                  <c:v>1.0001340000000001</c:v>
                </c:pt>
                <c:pt idx="265" formatCode="General">
                  <c:v>1.003922</c:v>
                </c:pt>
                <c:pt idx="266" formatCode="General">
                  <c:v>1.004278</c:v>
                </c:pt>
                <c:pt idx="267" formatCode="General">
                  <c:v>1.002902</c:v>
                </c:pt>
                <c:pt idx="268" formatCode="General">
                  <c:v>1.0049429999999999</c:v>
                </c:pt>
                <c:pt idx="269" formatCode="General">
                  <c:v>1.002715</c:v>
                </c:pt>
                <c:pt idx="270">
                  <c:v>0.99890460000000003</c:v>
                </c:pt>
                <c:pt idx="271" formatCode="General">
                  <c:v>1.0055499999999999</c:v>
                </c:pt>
                <c:pt idx="272" formatCode="General">
                  <c:v>1.0040039999999999</c:v>
                </c:pt>
                <c:pt idx="273">
                  <c:v>0.99967039999999996</c:v>
                </c:pt>
                <c:pt idx="274" formatCode="General">
                  <c:v>1.0063800000000001</c:v>
                </c:pt>
                <c:pt idx="275">
                  <c:v>0.99018870000000003</c:v>
                </c:pt>
                <c:pt idx="276" formatCode="General">
                  <c:v>1.000048</c:v>
                </c:pt>
                <c:pt idx="277" formatCode="General">
                  <c:v>1.0022249999999999</c:v>
                </c:pt>
                <c:pt idx="278">
                  <c:v>0.99369929999999995</c:v>
                </c:pt>
                <c:pt idx="279" formatCode="General">
                  <c:v>1.005725</c:v>
                </c:pt>
                <c:pt idx="280">
                  <c:v>0.99286379999999996</c:v>
                </c:pt>
                <c:pt idx="281" formatCode="General">
                  <c:v>1.007072</c:v>
                </c:pt>
                <c:pt idx="282">
                  <c:v>0.99410069999999995</c:v>
                </c:pt>
                <c:pt idx="283">
                  <c:v>0.99791430000000003</c:v>
                </c:pt>
                <c:pt idx="284">
                  <c:v>0.99755079999999996</c:v>
                </c:pt>
                <c:pt idx="285" formatCode="General">
                  <c:v>1.0018039999999999</c:v>
                </c:pt>
                <c:pt idx="286">
                  <c:v>0.99207270000000003</c:v>
                </c:pt>
                <c:pt idx="287">
                  <c:v>0.99920059999999999</c:v>
                </c:pt>
                <c:pt idx="288">
                  <c:v>0.99856549999999999</c:v>
                </c:pt>
                <c:pt idx="289">
                  <c:v>0.99351630000000002</c:v>
                </c:pt>
                <c:pt idx="290">
                  <c:v>0.99399570000000004</c:v>
                </c:pt>
                <c:pt idx="291" formatCode="General">
                  <c:v>1.0039039999999999</c:v>
                </c:pt>
                <c:pt idx="292">
                  <c:v>0.98988810000000005</c:v>
                </c:pt>
                <c:pt idx="293">
                  <c:v>0.98840890000000003</c:v>
                </c:pt>
                <c:pt idx="294" formatCode="General">
                  <c:v>1.001933</c:v>
                </c:pt>
                <c:pt idx="295" formatCode="General">
                  <c:v>1.0019100000000001</c:v>
                </c:pt>
                <c:pt idx="296" formatCode="General">
                  <c:v>1.0019690000000001</c:v>
                </c:pt>
                <c:pt idx="297">
                  <c:v>0.99415149999999997</c:v>
                </c:pt>
                <c:pt idx="298" formatCode="General">
                  <c:v>1.0086999999999999</c:v>
                </c:pt>
                <c:pt idx="299" formatCode="General">
                  <c:v>1.00657</c:v>
                </c:pt>
                <c:pt idx="300">
                  <c:v>0.9998726</c:v>
                </c:pt>
                <c:pt idx="301" formatCode="General">
                  <c:v>1.0070330000000001</c:v>
                </c:pt>
                <c:pt idx="302">
                  <c:v>0.9954809</c:v>
                </c:pt>
                <c:pt idx="303" formatCode="General">
                  <c:v>1.0064360000000001</c:v>
                </c:pt>
                <c:pt idx="304" formatCode="General">
                  <c:v>1.002373</c:v>
                </c:pt>
                <c:pt idx="305" formatCode="General">
                  <c:v>1.0091669999999999</c:v>
                </c:pt>
                <c:pt idx="306" formatCode="General">
                  <c:v>1.00698</c:v>
                </c:pt>
                <c:pt idx="307">
                  <c:v>0.99300299999999997</c:v>
                </c:pt>
                <c:pt idx="308" formatCode="General">
                  <c:v>1.003925</c:v>
                </c:pt>
                <c:pt idx="309" formatCode="General">
                  <c:v>1.004003</c:v>
                </c:pt>
                <c:pt idx="310" formatCode="General">
                  <c:v>1.00427</c:v>
                </c:pt>
                <c:pt idx="311" formatCode="General">
                  <c:v>1.000237</c:v>
                </c:pt>
                <c:pt idx="312" formatCode="General">
                  <c:v>1.0042219999999999</c:v>
                </c:pt>
                <c:pt idx="313">
                  <c:v>0.99841729999999995</c:v>
                </c:pt>
                <c:pt idx="314">
                  <c:v>0.99654359999999997</c:v>
                </c:pt>
                <c:pt idx="315">
                  <c:v>0.99743400000000004</c:v>
                </c:pt>
                <c:pt idx="316">
                  <c:v>0.99288120000000002</c:v>
                </c:pt>
                <c:pt idx="317" formatCode="General">
                  <c:v>1.0018290000000001</c:v>
                </c:pt>
                <c:pt idx="318">
                  <c:v>0.99841179999999996</c:v>
                </c:pt>
                <c:pt idx="319">
                  <c:v>0.99767300000000003</c:v>
                </c:pt>
                <c:pt idx="320">
                  <c:v>0.99397990000000003</c:v>
                </c:pt>
                <c:pt idx="321">
                  <c:v>0.99841299999999999</c:v>
                </c:pt>
                <c:pt idx="322" formatCode="General">
                  <c:v>1.0003610000000001</c:v>
                </c:pt>
                <c:pt idx="323">
                  <c:v>0.9978783</c:v>
                </c:pt>
                <c:pt idx="324">
                  <c:v>0.99777130000000003</c:v>
                </c:pt>
                <c:pt idx="325" formatCode="General">
                  <c:v>1.006767</c:v>
                </c:pt>
                <c:pt idx="326">
                  <c:v>0.9946682</c:v>
                </c:pt>
                <c:pt idx="327" formatCode="General">
                  <c:v>1.0008030000000001</c:v>
                </c:pt>
                <c:pt idx="328">
                  <c:v>0.99736000000000002</c:v>
                </c:pt>
                <c:pt idx="329" formatCode="General">
                  <c:v>1.006561</c:v>
                </c:pt>
                <c:pt idx="330">
                  <c:v>0.99484919999999999</c:v>
                </c:pt>
                <c:pt idx="331">
                  <c:v>0.99952169999999996</c:v>
                </c:pt>
                <c:pt idx="332">
                  <c:v>0.99986649999999999</c:v>
                </c:pt>
                <c:pt idx="333">
                  <c:v>0.98301070000000002</c:v>
                </c:pt>
                <c:pt idx="334">
                  <c:v>0.99589170000000005</c:v>
                </c:pt>
                <c:pt idx="335">
                  <c:v>0.99901709999999999</c:v>
                </c:pt>
                <c:pt idx="336" formatCode="General">
                  <c:v>1.004678</c:v>
                </c:pt>
                <c:pt idx="337" formatCode="General">
                  <c:v>1.0009920000000001</c:v>
                </c:pt>
                <c:pt idx="338" formatCode="General">
                  <c:v>1.001598</c:v>
                </c:pt>
                <c:pt idx="339" formatCode="General">
                  <c:v>1.0033639999999999</c:v>
                </c:pt>
                <c:pt idx="340">
                  <c:v>0.99775800000000003</c:v>
                </c:pt>
                <c:pt idx="341">
                  <c:v>0.99596459999999998</c:v>
                </c:pt>
                <c:pt idx="342">
                  <c:v>0.99342030000000003</c:v>
                </c:pt>
                <c:pt idx="343" formatCode="General">
                  <c:v>1.006114</c:v>
                </c:pt>
                <c:pt idx="344" formatCode="General">
                  <c:v>1.002543</c:v>
                </c:pt>
                <c:pt idx="345" formatCode="General">
                  <c:v>1.0022420000000001</c:v>
                </c:pt>
                <c:pt idx="346" formatCode="General">
                  <c:v>1.005952</c:v>
                </c:pt>
                <c:pt idx="347" formatCode="General">
                  <c:v>1.0013099999999999</c:v>
                </c:pt>
                <c:pt idx="348" formatCode="General">
                  <c:v>1.001001</c:v>
                </c:pt>
                <c:pt idx="349">
                  <c:v>0.99883809999999995</c:v>
                </c:pt>
                <c:pt idx="350">
                  <c:v>0.99868009999999996</c:v>
                </c:pt>
                <c:pt idx="351" formatCode="General">
                  <c:v>1.0016879999999999</c:v>
                </c:pt>
                <c:pt idx="352" formatCode="General">
                  <c:v>1.0015579999999999</c:v>
                </c:pt>
                <c:pt idx="353">
                  <c:v>0.99629089999999998</c:v>
                </c:pt>
                <c:pt idx="354">
                  <c:v>0.99823030000000001</c:v>
                </c:pt>
                <c:pt idx="355" formatCode="General">
                  <c:v>1.0037370000000001</c:v>
                </c:pt>
                <c:pt idx="356">
                  <c:v>0.99957339999999995</c:v>
                </c:pt>
                <c:pt idx="357" formatCode="General">
                  <c:v>1.004346</c:v>
                </c:pt>
                <c:pt idx="358">
                  <c:v>0.99627489999999996</c:v>
                </c:pt>
                <c:pt idx="359">
                  <c:v>0.9976988</c:v>
                </c:pt>
                <c:pt idx="360" formatCode="General">
                  <c:v>1.0002979999999999</c:v>
                </c:pt>
                <c:pt idx="361">
                  <c:v>0.99648709999999996</c:v>
                </c:pt>
                <c:pt idx="362">
                  <c:v>0.99590369999999995</c:v>
                </c:pt>
                <c:pt idx="363">
                  <c:v>0.99365029999999999</c:v>
                </c:pt>
                <c:pt idx="364" formatCode="General">
                  <c:v>1.001695</c:v>
                </c:pt>
                <c:pt idx="365" formatCode="General">
                  <c:v>1.003865</c:v>
                </c:pt>
                <c:pt idx="366" formatCode="General">
                  <c:v>1.0031810000000001</c:v>
                </c:pt>
                <c:pt idx="367">
                  <c:v>0.99958060000000004</c:v>
                </c:pt>
                <c:pt idx="368">
                  <c:v>0.99763449999999998</c:v>
                </c:pt>
                <c:pt idx="369">
                  <c:v>0.99823490000000004</c:v>
                </c:pt>
                <c:pt idx="370" formatCode="General">
                  <c:v>1.0029809999999999</c:v>
                </c:pt>
                <c:pt idx="371">
                  <c:v>0.99425370000000002</c:v>
                </c:pt>
                <c:pt idx="372" formatCode="General">
                  <c:v>1.000936</c:v>
                </c:pt>
                <c:pt idx="373">
                  <c:v>0.99700509999999998</c:v>
                </c:pt>
                <c:pt idx="374">
                  <c:v>0.99952149999999995</c:v>
                </c:pt>
                <c:pt idx="375" formatCode="General">
                  <c:v>1.0032920000000001</c:v>
                </c:pt>
                <c:pt idx="376" formatCode="General">
                  <c:v>1.0014000000000001</c:v>
                </c:pt>
                <c:pt idx="377">
                  <c:v>0.99763610000000003</c:v>
                </c:pt>
                <c:pt idx="378" formatCode="General">
                  <c:v>1.0040070000000001</c:v>
                </c:pt>
                <c:pt idx="379">
                  <c:v>0.99793560000000003</c:v>
                </c:pt>
                <c:pt idx="380" formatCode="General">
                  <c:v>1.0011650000000001</c:v>
                </c:pt>
                <c:pt idx="381">
                  <c:v>0.9996699</c:v>
                </c:pt>
                <c:pt idx="382" formatCode="General">
                  <c:v>1.000661</c:v>
                </c:pt>
                <c:pt idx="383">
                  <c:v>0.99628380000000005</c:v>
                </c:pt>
                <c:pt idx="384">
                  <c:v>0.99600699999999998</c:v>
                </c:pt>
                <c:pt idx="385">
                  <c:v>0.99964280000000005</c:v>
                </c:pt>
                <c:pt idx="386" formatCode="General">
                  <c:v>1.0027459999999999</c:v>
                </c:pt>
                <c:pt idx="387">
                  <c:v>0.99845649999999997</c:v>
                </c:pt>
                <c:pt idx="388" formatCode="General">
                  <c:v>1.006678</c:v>
                </c:pt>
                <c:pt idx="389" formatCode="General">
                  <c:v>1.0026539999999999</c:v>
                </c:pt>
                <c:pt idx="390" formatCode="General">
                  <c:v>1.005142</c:v>
                </c:pt>
                <c:pt idx="391">
                  <c:v>0.99931020000000004</c:v>
                </c:pt>
                <c:pt idx="392" formatCode="General">
                  <c:v>1.0002310000000001</c:v>
                </c:pt>
                <c:pt idx="393" formatCode="General">
                  <c:v>1.0003679999999999</c:v>
                </c:pt>
                <c:pt idx="394" formatCode="General">
                  <c:v>1.0010349999999999</c:v>
                </c:pt>
                <c:pt idx="395" formatCode="General">
                  <c:v>1.000221</c:v>
                </c:pt>
                <c:pt idx="396" formatCode="General">
                  <c:v>1.001925</c:v>
                </c:pt>
                <c:pt idx="397" formatCode="General">
                  <c:v>1.0010889999999999</c:v>
                </c:pt>
                <c:pt idx="398">
                  <c:v>0.9992375</c:v>
                </c:pt>
                <c:pt idx="399">
                  <c:v>0.99472150000000004</c:v>
                </c:pt>
                <c:pt idx="400" formatCode="General">
                  <c:v>1.005457</c:v>
                </c:pt>
                <c:pt idx="401">
                  <c:v>0.99532189999999998</c:v>
                </c:pt>
                <c:pt idx="402">
                  <c:v>0.99750700000000003</c:v>
                </c:pt>
                <c:pt idx="403">
                  <c:v>0.99849100000000002</c:v>
                </c:pt>
                <c:pt idx="404" formatCode="General">
                  <c:v>1.003784</c:v>
                </c:pt>
                <c:pt idx="405" formatCode="General">
                  <c:v>1.001695</c:v>
                </c:pt>
                <c:pt idx="406" formatCode="General">
                  <c:v>1.0017370000000001</c:v>
                </c:pt>
                <c:pt idx="407">
                  <c:v>0.99891070000000004</c:v>
                </c:pt>
                <c:pt idx="408">
                  <c:v>0.99977110000000002</c:v>
                </c:pt>
                <c:pt idx="409">
                  <c:v>0.99907060000000003</c:v>
                </c:pt>
                <c:pt idx="410">
                  <c:v>0.99940549999999995</c:v>
                </c:pt>
                <c:pt idx="411" formatCode="General">
                  <c:v>1.00682</c:v>
                </c:pt>
                <c:pt idx="412" formatCode="General">
                  <c:v>1.003533</c:v>
                </c:pt>
                <c:pt idx="413" formatCode="General">
                  <c:v>1.0041199999999999</c:v>
                </c:pt>
                <c:pt idx="414" formatCode="General">
                  <c:v>1.003636</c:v>
                </c:pt>
                <c:pt idx="415" formatCode="General">
                  <c:v>1.0047919999999999</c:v>
                </c:pt>
                <c:pt idx="416" formatCode="General">
                  <c:v>1.0015419999999999</c:v>
                </c:pt>
                <c:pt idx="417" formatCode="General">
                  <c:v>1.0015099999999999</c:v>
                </c:pt>
                <c:pt idx="418">
                  <c:v>0.99960070000000001</c:v>
                </c:pt>
                <c:pt idx="419">
                  <c:v>0.99638800000000005</c:v>
                </c:pt>
                <c:pt idx="420">
                  <c:v>0.99683670000000002</c:v>
                </c:pt>
                <c:pt idx="421">
                  <c:v>0.99969010000000003</c:v>
                </c:pt>
                <c:pt idx="422" formatCode="General">
                  <c:v>1.0008410000000001</c:v>
                </c:pt>
                <c:pt idx="423" formatCode="General">
                  <c:v>1.0014449999999999</c:v>
                </c:pt>
                <c:pt idx="424">
                  <c:v>0.99812069999999997</c:v>
                </c:pt>
                <c:pt idx="425" formatCode="General">
                  <c:v>1.000035</c:v>
                </c:pt>
                <c:pt idx="426">
                  <c:v>0.99833919999999998</c:v>
                </c:pt>
                <c:pt idx="427">
                  <c:v>0.99877890000000003</c:v>
                </c:pt>
                <c:pt idx="428">
                  <c:v>0.99538450000000001</c:v>
                </c:pt>
                <c:pt idx="429" formatCode="General">
                  <c:v>1.001905</c:v>
                </c:pt>
                <c:pt idx="430" formatCode="General">
                  <c:v>1.002758</c:v>
                </c:pt>
                <c:pt idx="431">
                  <c:v>0.99802170000000001</c:v>
                </c:pt>
                <c:pt idx="432">
                  <c:v>0.99990920000000005</c:v>
                </c:pt>
                <c:pt idx="433">
                  <c:v>0.99776169999999997</c:v>
                </c:pt>
                <c:pt idx="434">
                  <c:v>0.9944016</c:v>
                </c:pt>
                <c:pt idx="435" formatCode="General">
                  <c:v>1.0061059999999999</c:v>
                </c:pt>
                <c:pt idx="436">
                  <c:v>0.99335030000000002</c:v>
                </c:pt>
                <c:pt idx="437" formatCode="General">
                  <c:v>1.0002450000000001</c:v>
                </c:pt>
                <c:pt idx="438" formatCode="General">
                  <c:v>1.003708</c:v>
                </c:pt>
                <c:pt idx="439">
                  <c:v>0.99967669999999997</c:v>
                </c:pt>
                <c:pt idx="440" formatCode="General">
                  <c:v>1.003727</c:v>
                </c:pt>
                <c:pt idx="441" formatCode="General">
                  <c:v>1.0021450000000001</c:v>
                </c:pt>
                <c:pt idx="442" formatCode="General">
                  <c:v>1.0021409999999999</c:v>
                </c:pt>
                <c:pt idx="443" formatCode="General">
                  <c:v>1.0020979999999999</c:v>
                </c:pt>
                <c:pt idx="444">
                  <c:v>0.99998129999999996</c:v>
                </c:pt>
                <c:pt idx="445" formatCode="General">
                  <c:v>1.00031</c:v>
                </c:pt>
                <c:pt idx="446" formatCode="General">
                  <c:v>1.0013749999999999</c:v>
                </c:pt>
                <c:pt idx="447" formatCode="General">
                  <c:v>1.00373</c:v>
                </c:pt>
                <c:pt idx="448">
                  <c:v>0.99823649999999997</c:v>
                </c:pt>
                <c:pt idx="449" formatCode="General">
                  <c:v>1.004364</c:v>
                </c:pt>
                <c:pt idx="450" formatCode="General">
                  <c:v>1.004235</c:v>
                </c:pt>
                <c:pt idx="451">
                  <c:v>0.99614789999999998</c:v>
                </c:pt>
                <c:pt idx="452">
                  <c:v>0.99656829999999996</c:v>
                </c:pt>
                <c:pt idx="453">
                  <c:v>0.99866250000000001</c:v>
                </c:pt>
                <c:pt idx="454">
                  <c:v>0.99499249999999995</c:v>
                </c:pt>
                <c:pt idx="455">
                  <c:v>0.99919999999999998</c:v>
                </c:pt>
                <c:pt idx="456">
                  <c:v>0.99879989999999996</c:v>
                </c:pt>
                <c:pt idx="457" formatCode="General">
                  <c:v>1.00282</c:v>
                </c:pt>
                <c:pt idx="458" formatCode="General">
                  <c:v>1.0015639999999999</c:v>
                </c:pt>
                <c:pt idx="459">
                  <c:v>0.99746749999999995</c:v>
                </c:pt>
                <c:pt idx="460">
                  <c:v>0.99615629999999999</c:v>
                </c:pt>
                <c:pt idx="461" formatCode="General">
                  <c:v>1.0022740000000001</c:v>
                </c:pt>
                <c:pt idx="462" formatCode="General">
                  <c:v>1.0006159999999999</c:v>
                </c:pt>
                <c:pt idx="463">
                  <c:v>0.99578339999999999</c:v>
                </c:pt>
                <c:pt idx="464" formatCode="General">
                  <c:v>1.002507</c:v>
                </c:pt>
                <c:pt idx="465">
                  <c:v>0.99976750000000003</c:v>
                </c:pt>
                <c:pt idx="466" formatCode="General">
                  <c:v>1.0042690000000001</c:v>
                </c:pt>
                <c:pt idx="467">
                  <c:v>0.99741449999999998</c:v>
                </c:pt>
                <c:pt idx="468">
                  <c:v>0.99561290000000002</c:v>
                </c:pt>
                <c:pt idx="469">
                  <c:v>0.99750209999999995</c:v>
                </c:pt>
                <c:pt idx="470">
                  <c:v>0.99853239999999999</c:v>
                </c:pt>
                <c:pt idx="471" formatCode="General">
                  <c:v>1.000292</c:v>
                </c:pt>
                <c:pt idx="472" formatCode="General">
                  <c:v>1.0006060000000001</c:v>
                </c:pt>
                <c:pt idx="473">
                  <c:v>0.99705560000000004</c:v>
                </c:pt>
                <c:pt idx="474">
                  <c:v>0.99685460000000004</c:v>
                </c:pt>
                <c:pt idx="475" formatCode="General">
                  <c:v>1.001439</c:v>
                </c:pt>
                <c:pt idx="476" formatCode="General">
                  <c:v>1.0008950000000001</c:v>
                </c:pt>
                <c:pt idx="477" formatCode="General">
                  <c:v>1.00288</c:v>
                </c:pt>
                <c:pt idx="478" formatCode="General">
                  <c:v>1.0011080000000001</c:v>
                </c:pt>
                <c:pt idx="479">
                  <c:v>0.99797650000000004</c:v>
                </c:pt>
                <c:pt idx="480" formatCode="General">
                  <c:v>1.000299</c:v>
                </c:pt>
                <c:pt idx="481" formatCode="General">
                  <c:v>1.000389</c:v>
                </c:pt>
                <c:pt idx="482" formatCode="General">
                  <c:v>1.0004139999999999</c:v>
                </c:pt>
                <c:pt idx="483">
                  <c:v>0.99457819999999997</c:v>
                </c:pt>
                <c:pt idx="484">
                  <c:v>0.99943029999999999</c:v>
                </c:pt>
                <c:pt idx="485">
                  <c:v>0.9980078</c:v>
                </c:pt>
                <c:pt idx="486">
                  <c:v>0.99792239999999999</c:v>
                </c:pt>
                <c:pt idx="487">
                  <c:v>0.99845839999999997</c:v>
                </c:pt>
                <c:pt idx="488" formatCode="General">
                  <c:v>1.002084</c:v>
                </c:pt>
                <c:pt idx="489" formatCode="General">
                  <c:v>1.0049319999999999</c:v>
                </c:pt>
                <c:pt idx="490" formatCode="General">
                  <c:v>1.0019549999999999</c:v>
                </c:pt>
                <c:pt idx="491" formatCode="General">
                  <c:v>1.00257</c:v>
                </c:pt>
                <c:pt idx="492" formatCode="General">
                  <c:v>1.0011559999999999</c:v>
                </c:pt>
                <c:pt idx="493" formatCode="General">
                  <c:v>1.0004040000000001</c:v>
                </c:pt>
                <c:pt idx="494" formatCode="General">
                  <c:v>1.007539</c:v>
                </c:pt>
                <c:pt idx="495">
                  <c:v>0.99682630000000005</c:v>
                </c:pt>
                <c:pt idx="496" formatCode="General">
                  <c:v>1.000375</c:v>
                </c:pt>
                <c:pt idx="497" formatCode="General">
                  <c:v>1.000397</c:v>
                </c:pt>
                <c:pt idx="498">
                  <c:v>0.99749060000000001</c:v>
                </c:pt>
                <c:pt idx="499" formatCode="General">
                  <c:v>1.0022580000000001</c:v>
                </c:pt>
                <c:pt idx="500" formatCode="General">
                  <c:v>1.0018499999999999</c:v>
                </c:pt>
                <c:pt idx="501">
                  <c:v>0.99859640000000005</c:v>
                </c:pt>
                <c:pt idx="502">
                  <c:v>0.99689609999999995</c:v>
                </c:pt>
                <c:pt idx="503" formatCode="General">
                  <c:v>1.000874</c:v>
                </c:pt>
                <c:pt idx="504" formatCode="General">
                  <c:v>1.0019119999999999</c:v>
                </c:pt>
                <c:pt idx="505" formatCode="General">
                  <c:v>1.0000150000000001</c:v>
                </c:pt>
                <c:pt idx="506" formatCode="General">
                  <c:v>1.0016799999999999</c:v>
                </c:pt>
                <c:pt idx="507" formatCode="General">
                  <c:v>1.001539</c:v>
                </c:pt>
                <c:pt idx="508" formatCode="General">
                  <c:v>1.0015849999999999</c:v>
                </c:pt>
                <c:pt idx="509">
                  <c:v>0.99932469999999995</c:v>
                </c:pt>
                <c:pt idx="510">
                  <c:v>0.99697579999999997</c:v>
                </c:pt>
                <c:pt idx="511">
                  <c:v>0.99856089999999997</c:v>
                </c:pt>
                <c:pt idx="512">
                  <c:v>0.99776430000000005</c:v>
                </c:pt>
                <c:pt idx="513" formatCode="General">
                  <c:v>1.0024770000000001</c:v>
                </c:pt>
                <c:pt idx="514">
                  <c:v>0.99857340000000006</c:v>
                </c:pt>
                <c:pt idx="515">
                  <c:v>0.99986870000000005</c:v>
                </c:pt>
                <c:pt idx="516" formatCode="General">
                  <c:v>1.002537</c:v>
                </c:pt>
              </c:numCache>
            </c:numRef>
          </c:yVal>
          <c:smooth val="1"/>
          <c:extLst>
            <c:ext xmlns:c16="http://schemas.microsoft.com/office/drawing/2014/chart" uri="{C3380CC4-5D6E-409C-BE32-E72D297353CC}">
              <c16:uniqueId val="{00000002-A11A-4853-94BF-4F7860A73A6E}"/>
            </c:ext>
          </c:extLst>
        </c:ser>
        <c:ser>
          <c:idx val="3"/>
          <c:order val="3"/>
          <c:tx>
            <c:strRef>
              <c:f>二体分布関数!$F$1</c:f>
              <c:strCache>
                <c:ptCount val="1"/>
                <c:pt idx="0">
                  <c:v>Ti-Ti</c:v>
                </c:pt>
              </c:strCache>
            </c:strRef>
          </c:tx>
          <c:spPr>
            <a:ln w="19050" cap="rnd">
              <a:solidFill>
                <a:schemeClr val="accent4"/>
              </a:solidFill>
              <a:round/>
            </a:ln>
            <a:effectLst/>
          </c:spPr>
          <c:marker>
            <c:symbol val="none"/>
          </c:marker>
          <c:xVal>
            <c:numRef>
              <c:f>二体分布関数!$B$2:$B$1034</c:f>
              <c:numCache>
                <c:formatCode>0.00E+00</c:formatCode>
                <c:ptCount val="517"/>
                <c:pt idx="0">
                  <c:v>0.06</c:v>
                </c:pt>
                <c:pt idx="1">
                  <c:v>0.12</c:v>
                </c:pt>
                <c:pt idx="2">
                  <c:v>0.18</c:v>
                </c:pt>
                <c:pt idx="3">
                  <c:v>0.24</c:v>
                </c:pt>
                <c:pt idx="4">
                  <c:v>0.3</c:v>
                </c:pt>
                <c:pt idx="5">
                  <c:v>0.36</c:v>
                </c:pt>
                <c:pt idx="6">
                  <c:v>0.42</c:v>
                </c:pt>
                <c:pt idx="7">
                  <c:v>0.48</c:v>
                </c:pt>
                <c:pt idx="8">
                  <c:v>0.54</c:v>
                </c:pt>
                <c:pt idx="9">
                  <c:v>0.6</c:v>
                </c:pt>
                <c:pt idx="10">
                  <c:v>0.66</c:v>
                </c:pt>
                <c:pt idx="11">
                  <c:v>0.72</c:v>
                </c:pt>
                <c:pt idx="12">
                  <c:v>0.78</c:v>
                </c:pt>
                <c:pt idx="13">
                  <c:v>0.84</c:v>
                </c:pt>
                <c:pt idx="14">
                  <c:v>0.9</c:v>
                </c:pt>
                <c:pt idx="15">
                  <c:v>0.96</c:v>
                </c:pt>
                <c:pt idx="16" formatCode="General">
                  <c:v>1.02</c:v>
                </c:pt>
                <c:pt idx="17" formatCode="General">
                  <c:v>1.08</c:v>
                </c:pt>
                <c:pt idx="18" formatCode="General">
                  <c:v>1.1399999999999999</c:v>
                </c:pt>
                <c:pt idx="19" formatCode="General">
                  <c:v>1.2</c:v>
                </c:pt>
                <c:pt idx="20" formatCode="General">
                  <c:v>1.26</c:v>
                </c:pt>
                <c:pt idx="21" formatCode="General">
                  <c:v>1.32</c:v>
                </c:pt>
                <c:pt idx="22" formatCode="General">
                  <c:v>1.38</c:v>
                </c:pt>
                <c:pt idx="23" formatCode="General">
                  <c:v>1.44</c:v>
                </c:pt>
                <c:pt idx="24" formatCode="General">
                  <c:v>1.5</c:v>
                </c:pt>
                <c:pt idx="25" formatCode="General">
                  <c:v>1.56</c:v>
                </c:pt>
                <c:pt idx="26" formatCode="General">
                  <c:v>1.62</c:v>
                </c:pt>
                <c:pt idx="27" formatCode="General">
                  <c:v>1.68</c:v>
                </c:pt>
                <c:pt idx="28" formatCode="General">
                  <c:v>1.74</c:v>
                </c:pt>
                <c:pt idx="29" formatCode="General">
                  <c:v>1.8</c:v>
                </c:pt>
                <c:pt idx="30" formatCode="General">
                  <c:v>1.86</c:v>
                </c:pt>
                <c:pt idx="31" formatCode="General">
                  <c:v>1.92</c:v>
                </c:pt>
                <c:pt idx="32" formatCode="General">
                  <c:v>1.98</c:v>
                </c:pt>
                <c:pt idx="33" formatCode="General">
                  <c:v>2.04</c:v>
                </c:pt>
                <c:pt idx="34" formatCode="General">
                  <c:v>2.1</c:v>
                </c:pt>
                <c:pt idx="35" formatCode="General">
                  <c:v>2.16</c:v>
                </c:pt>
                <c:pt idx="36" formatCode="General">
                  <c:v>2.2200000000000002</c:v>
                </c:pt>
                <c:pt idx="37" formatCode="General">
                  <c:v>2.2799999999999998</c:v>
                </c:pt>
                <c:pt idx="38" formatCode="General">
                  <c:v>2.34</c:v>
                </c:pt>
                <c:pt idx="39" formatCode="General">
                  <c:v>2.4</c:v>
                </c:pt>
                <c:pt idx="40" formatCode="General">
                  <c:v>2.46</c:v>
                </c:pt>
                <c:pt idx="41" formatCode="General">
                  <c:v>2.52</c:v>
                </c:pt>
                <c:pt idx="42" formatCode="General">
                  <c:v>2.58</c:v>
                </c:pt>
                <c:pt idx="43" formatCode="General">
                  <c:v>2.64</c:v>
                </c:pt>
                <c:pt idx="44" formatCode="General">
                  <c:v>2.7</c:v>
                </c:pt>
                <c:pt idx="45" formatCode="General">
                  <c:v>2.76</c:v>
                </c:pt>
                <c:pt idx="46" formatCode="General">
                  <c:v>2.82</c:v>
                </c:pt>
                <c:pt idx="47" formatCode="General">
                  <c:v>2.88</c:v>
                </c:pt>
                <c:pt idx="48" formatCode="General">
                  <c:v>2.94</c:v>
                </c:pt>
                <c:pt idx="49" formatCode="General">
                  <c:v>3</c:v>
                </c:pt>
                <c:pt idx="50" formatCode="General">
                  <c:v>3.06</c:v>
                </c:pt>
                <c:pt idx="51" formatCode="General">
                  <c:v>3.12</c:v>
                </c:pt>
                <c:pt idx="52" formatCode="General">
                  <c:v>3.18</c:v>
                </c:pt>
                <c:pt idx="53" formatCode="General">
                  <c:v>3.24</c:v>
                </c:pt>
                <c:pt idx="54" formatCode="General">
                  <c:v>3.3</c:v>
                </c:pt>
                <c:pt idx="55" formatCode="General">
                  <c:v>3.36</c:v>
                </c:pt>
                <c:pt idx="56" formatCode="General">
                  <c:v>3.42</c:v>
                </c:pt>
                <c:pt idx="57" formatCode="General">
                  <c:v>3.48</c:v>
                </c:pt>
                <c:pt idx="58" formatCode="General">
                  <c:v>3.54</c:v>
                </c:pt>
                <c:pt idx="59" formatCode="General">
                  <c:v>3.6</c:v>
                </c:pt>
                <c:pt idx="60" formatCode="General">
                  <c:v>3.66</c:v>
                </c:pt>
                <c:pt idx="61" formatCode="General">
                  <c:v>3.72</c:v>
                </c:pt>
                <c:pt idx="62" formatCode="General">
                  <c:v>3.78</c:v>
                </c:pt>
                <c:pt idx="63" formatCode="General">
                  <c:v>3.84</c:v>
                </c:pt>
                <c:pt idx="64" formatCode="General">
                  <c:v>3.9</c:v>
                </c:pt>
                <c:pt idx="65" formatCode="General">
                  <c:v>3.96</c:v>
                </c:pt>
                <c:pt idx="66" formatCode="General">
                  <c:v>4.0199999999999996</c:v>
                </c:pt>
                <c:pt idx="67" formatCode="General">
                  <c:v>4.08</c:v>
                </c:pt>
                <c:pt idx="68" formatCode="General">
                  <c:v>4.1399999999999997</c:v>
                </c:pt>
                <c:pt idx="69" formatCode="General">
                  <c:v>4.2</c:v>
                </c:pt>
                <c:pt idx="70" formatCode="General">
                  <c:v>4.26</c:v>
                </c:pt>
                <c:pt idx="71" formatCode="General">
                  <c:v>4.32</c:v>
                </c:pt>
                <c:pt idx="72" formatCode="General">
                  <c:v>4.38</c:v>
                </c:pt>
                <c:pt idx="73" formatCode="General">
                  <c:v>4.4400000000000004</c:v>
                </c:pt>
                <c:pt idx="74" formatCode="General">
                  <c:v>4.5</c:v>
                </c:pt>
                <c:pt idx="75" formatCode="General">
                  <c:v>4.5599999999999996</c:v>
                </c:pt>
                <c:pt idx="76" formatCode="General">
                  <c:v>4.62</c:v>
                </c:pt>
                <c:pt idx="77" formatCode="General">
                  <c:v>4.68</c:v>
                </c:pt>
                <c:pt idx="78" formatCode="General">
                  <c:v>4.74</c:v>
                </c:pt>
                <c:pt idx="79" formatCode="General">
                  <c:v>4.8</c:v>
                </c:pt>
                <c:pt idx="80" formatCode="General">
                  <c:v>4.8600000000000003</c:v>
                </c:pt>
                <c:pt idx="81" formatCode="General">
                  <c:v>4.92</c:v>
                </c:pt>
                <c:pt idx="82" formatCode="General">
                  <c:v>4.9800000000000004</c:v>
                </c:pt>
                <c:pt idx="83" formatCode="General">
                  <c:v>5.04</c:v>
                </c:pt>
                <c:pt idx="84" formatCode="General">
                  <c:v>5.0999999999999996</c:v>
                </c:pt>
                <c:pt idx="85" formatCode="General">
                  <c:v>5.16</c:v>
                </c:pt>
                <c:pt idx="86" formatCode="General">
                  <c:v>5.22</c:v>
                </c:pt>
                <c:pt idx="87" formatCode="General">
                  <c:v>5.28</c:v>
                </c:pt>
                <c:pt idx="88" formatCode="General">
                  <c:v>5.34</c:v>
                </c:pt>
                <c:pt idx="89" formatCode="General">
                  <c:v>5.4</c:v>
                </c:pt>
                <c:pt idx="90" formatCode="General">
                  <c:v>5.46</c:v>
                </c:pt>
                <c:pt idx="91" formatCode="General">
                  <c:v>5.52</c:v>
                </c:pt>
                <c:pt idx="92" formatCode="General">
                  <c:v>5.58</c:v>
                </c:pt>
                <c:pt idx="93" formatCode="General">
                  <c:v>5.64</c:v>
                </c:pt>
                <c:pt idx="94" formatCode="General">
                  <c:v>5.7</c:v>
                </c:pt>
                <c:pt idx="95" formatCode="General">
                  <c:v>5.76</c:v>
                </c:pt>
                <c:pt idx="96" formatCode="General">
                  <c:v>5.82</c:v>
                </c:pt>
                <c:pt idx="97" formatCode="General">
                  <c:v>5.88</c:v>
                </c:pt>
                <c:pt idx="98" formatCode="General">
                  <c:v>5.94</c:v>
                </c:pt>
                <c:pt idx="99" formatCode="General">
                  <c:v>6</c:v>
                </c:pt>
                <c:pt idx="100" formatCode="General">
                  <c:v>6.06</c:v>
                </c:pt>
                <c:pt idx="101" formatCode="General">
                  <c:v>6.12</c:v>
                </c:pt>
                <c:pt idx="102" formatCode="General">
                  <c:v>6.18</c:v>
                </c:pt>
                <c:pt idx="103" formatCode="General">
                  <c:v>6.24</c:v>
                </c:pt>
                <c:pt idx="104" formatCode="General">
                  <c:v>6.3</c:v>
                </c:pt>
                <c:pt idx="105" formatCode="General">
                  <c:v>6.36</c:v>
                </c:pt>
                <c:pt idx="106" formatCode="General">
                  <c:v>6.42</c:v>
                </c:pt>
                <c:pt idx="107" formatCode="General">
                  <c:v>6.48</c:v>
                </c:pt>
                <c:pt idx="108" formatCode="General">
                  <c:v>6.54</c:v>
                </c:pt>
                <c:pt idx="109" formatCode="General">
                  <c:v>6.6</c:v>
                </c:pt>
                <c:pt idx="110" formatCode="General">
                  <c:v>6.66</c:v>
                </c:pt>
                <c:pt idx="111" formatCode="General">
                  <c:v>6.72</c:v>
                </c:pt>
                <c:pt idx="112" formatCode="General">
                  <c:v>6.78</c:v>
                </c:pt>
                <c:pt idx="113" formatCode="General">
                  <c:v>6.84</c:v>
                </c:pt>
                <c:pt idx="114" formatCode="General">
                  <c:v>6.9</c:v>
                </c:pt>
                <c:pt idx="115" formatCode="General">
                  <c:v>6.96</c:v>
                </c:pt>
                <c:pt idx="116" formatCode="General">
                  <c:v>7.02</c:v>
                </c:pt>
                <c:pt idx="117" formatCode="General">
                  <c:v>7.08</c:v>
                </c:pt>
                <c:pt idx="118" formatCode="General">
                  <c:v>7.14</c:v>
                </c:pt>
                <c:pt idx="119" formatCode="General">
                  <c:v>7.2</c:v>
                </c:pt>
                <c:pt idx="120" formatCode="General">
                  <c:v>7.26</c:v>
                </c:pt>
                <c:pt idx="121" formatCode="General">
                  <c:v>7.32</c:v>
                </c:pt>
                <c:pt idx="122" formatCode="General">
                  <c:v>7.38</c:v>
                </c:pt>
                <c:pt idx="123" formatCode="General">
                  <c:v>7.44</c:v>
                </c:pt>
                <c:pt idx="124" formatCode="General">
                  <c:v>7.5</c:v>
                </c:pt>
                <c:pt idx="125" formatCode="General">
                  <c:v>7.56</c:v>
                </c:pt>
                <c:pt idx="126" formatCode="General">
                  <c:v>7.62</c:v>
                </c:pt>
                <c:pt idx="127" formatCode="General">
                  <c:v>7.68</c:v>
                </c:pt>
                <c:pt idx="128" formatCode="General">
                  <c:v>7.74</c:v>
                </c:pt>
                <c:pt idx="129" formatCode="General">
                  <c:v>7.8</c:v>
                </c:pt>
                <c:pt idx="130" formatCode="General">
                  <c:v>7.86</c:v>
                </c:pt>
                <c:pt idx="131" formatCode="General">
                  <c:v>7.92</c:v>
                </c:pt>
                <c:pt idx="132" formatCode="General">
                  <c:v>7.98</c:v>
                </c:pt>
                <c:pt idx="133" formatCode="General">
                  <c:v>8.0399999999999991</c:v>
                </c:pt>
                <c:pt idx="134" formatCode="General">
                  <c:v>8.0999990000000004</c:v>
                </c:pt>
                <c:pt idx="135" formatCode="General">
                  <c:v>8.16</c:v>
                </c:pt>
                <c:pt idx="136" formatCode="General">
                  <c:v>8.2200000000000006</c:v>
                </c:pt>
                <c:pt idx="137" formatCode="General">
                  <c:v>8.2799999999999994</c:v>
                </c:pt>
                <c:pt idx="138" formatCode="General">
                  <c:v>8.34</c:v>
                </c:pt>
                <c:pt idx="139" formatCode="General">
                  <c:v>8.4</c:v>
                </c:pt>
                <c:pt idx="140" formatCode="General">
                  <c:v>8.4600000000000009</c:v>
                </c:pt>
                <c:pt idx="141" formatCode="General">
                  <c:v>8.52</c:v>
                </c:pt>
                <c:pt idx="142" formatCode="General">
                  <c:v>8.58</c:v>
                </c:pt>
                <c:pt idx="143" formatCode="General">
                  <c:v>8.6399989999999995</c:v>
                </c:pt>
                <c:pt idx="144" formatCode="General">
                  <c:v>8.6999999999999993</c:v>
                </c:pt>
                <c:pt idx="145" formatCode="General">
                  <c:v>8.76</c:v>
                </c:pt>
                <c:pt idx="146" formatCode="General">
                  <c:v>8.82</c:v>
                </c:pt>
                <c:pt idx="147" formatCode="General">
                  <c:v>8.8800000000000008</c:v>
                </c:pt>
                <c:pt idx="148" formatCode="General">
                  <c:v>8.94</c:v>
                </c:pt>
                <c:pt idx="149" formatCode="General">
                  <c:v>9</c:v>
                </c:pt>
                <c:pt idx="150" formatCode="General">
                  <c:v>9.0599989999999995</c:v>
                </c:pt>
                <c:pt idx="151" formatCode="General">
                  <c:v>9.1199999999999992</c:v>
                </c:pt>
                <c:pt idx="152" formatCode="General">
                  <c:v>9.1799990000000005</c:v>
                </c:pt>
                <c:pt idx="153" formatCode="General">
                  <c:v>9.24</c:v>
                </c:pt>
                <c:pt idx="154" formatCode="General">
                  <c:v>9.3000000000000007</c:v>
                </c:pt>
                <c:pt idx="155" formatCode="General">
                  <c:v>9.36</c:v>
                </c:pt>
                <c:pt idx="156" formatCode="General">
                  <c:v>9.42</c:v>
                </c:pt>
                <c:pt idx="157" formatCode="General">
                  <c:v>9.48</c:v>
                </c:pt>
                <c:pt idx="158" formatCode="General">
                  <c:v>9.5399999999999991</c:v>
                </c:pt>
                <c:pt idx="159" formatCode="General">
                  <c:v>9.5999990000000004</c:v>
                </c:pt>
                <c:pt idx="160" formatCode="General">
                  <c:v>9.66</c:v>
                </c:pt>
                <c:pt idx="161" formatCode="General">
                  <c:v>9.7199989999999996</c:v>
                </c:pt>
                <c:pt idx="162" formatCode="General">
                  <c:v>9.7799999999999994</c:v>
                </c:pt>
                <c:pt idx="163" formatCode="General">
                  <c:v>9.84</c:v>
                </c:pt>
                <c:pt idx="164" formatCode="General">
                  <c:v>9.9</c:v>
                </c:pt>
                <c:pt idx="165" formatCode="General">
                  <c:v>9.9600000000000009</c:v>
                </c:pt>
                <c:pt idx="166" formatCode="General">
                  <c:v>10.02</c:v>
                </c:pt>
                <c:pt idx="167" formatCode="General">
                  <c:v>10.08</c:v>
                </c:pt>
                <c:pt idx="168" formatCode="General">
                  <c:v>10.14</c:v>
                </c:pt>
                <c:pt idx="169" formatCode="General">
                  <c:v>10.199999999999999</c:v>
                </c:pt>
                <c:pt idx="170" formatCode="General">
                  <c:v>10.26</c:v>
                </c:pt>
                <c:pt idx="171" formatCode="General">
                  <c:v>10.32</c:v>
                </c:pt>
                <c:pt idx="172" formatCode="General">
                  <c:v>10.38</c:v>
                </c:pt>
                <c:pt idx="173" formatCode="General">
                  <c:v>10.44</c:v>
                </c:pt>
                <c:pt idx="174" formatCode="General">
                  <c:v>10.5</c:v>
                </c:pt>
                <c:pt idx="175" formatCode="General">
                  <c:v>10.56</c:v>
                </c:pt>
                <c:pt idx="176" formatCode="General">
                  <c:v>10.62</c:v>
                </c:pt>
                <c:pt idx="177" formatCode="General">
                  <c:v>10.68</c:v>
                </c:pt>
                <c:pt idx="178" formatCode="General">
                  <c:v>10.74</c:v>
                </c:pt>
                <c:pt idx="179" formatCode="General">
                  <c:v>10.8</c:v>
                </c:pt>
                <c:pt idx="180" formatCode="General">
                  <c:v>10.86</c:v>
                </c:pt>
                <c:pt idx="181" formatCode="General">
                  <c:v>10.92</c:v>
                </c:pt>
                <c:pt idx="182" formatCode="General">
                  <c:v>10.98</c:v>
                </c:pt>
                <c:pt idx="183" formatCode="General">
                  <c:v>11.04</c:v>
                </c:pt>
                <c:pt idx="184" formatCode="General">
                  <c:v>11.1</c:v>
                </c:pt>
                <c:pt idx="185" formatCode="General">
                  <c:v>11.16</c:v>
                </c:pt>
                <c:pt idx="186" formatCode="General">
                  <c:v>11.22</c:v>
                </c:pt>
                <c:pt idx="187" formatCode="General">
                  <c:v>11.28</c:v>
                </c:pt>
                <c:pt idx="188" formatCode="General">
                  <c:v>11.34</c:v>
                </c:pt>
                <c:pt idx="189" formatCode="General">
                  <c:v>11.4</c:v>
                </c:pt>
                <c:pt idx="190" formatCode="General">
                  <c:v>11.46</c:v>
                </c:pt>
                <c:pt idx="191" formatCode="General">
                  <c:v>11.52</c:v>
                </c:pt>
                <c:pt idx="192" formatCode="General">
                  <c:v>11.58</c:v>
                </c:pt>
                <c:pt idx="193" formatCode="General">
                  <c:v>11.64</c:v>
                </c:pt>
                <c:pt idx="194" formatCode="General">
                  <c:v>11.7</c:v>
                </c:pt>
                <c:pt idx="195" formatCode="General">
                  <c:v>11.76</c:v>
                </c:pt>
                <c:pt idx="196" formatCode="General">
                  <c:v>11.82</c:v>
                </c:pt>
                <c:pt idx="197" formatCode="General">
                  <c:v>11.88</c:v>
                </c:pt>
                <c:pt idx="198" formatCode="General">
                  <c:v>11.94</c:v>
                </c:pt>
                <c:pt idx="199" formatCode="General">
                  <c:v>12</c:v>
                </c:pt>
                <c:pt idx="200" formatCode="General">
                  <c:v>12.06</c:v>
                </c:pt>
                <c:pt idx="201" formatCode="General">
                  <c:v>12.12</c:v>
                </c:pt>
                <c:pt idx="202" formatCode="General">
                  <c:v>12.18</c:v>
                </c:pt>
                <c:pt idx="203" formatCode="General">
                  <c:v>12.24</c:v>
                </c:pt>
                <c:pt idx="204" formatCode="General">
                  <c:v>12.3</c:v>
                </c:pt>
                <c:pt idx="205" formatCode="General">
                  <c:v>12.36</c:v>
                </c:pt>
                <c:pt idx="206" formatCode="General">
                  <c:v>12.42</c:v>
                </c:pt>
                <c:pt idx="207" formatCode="General">
                  <c:v>12.48</c:v>
                </c:pt>
                <c:pt idx="208" formatCode="General">
                  <c:v>12.54</c:v>
                </c:pt>
                <c:pt idx="209" formatCode="General">
                  <c:v>12.6</c:v>
                </c:pt>
                <c:pt idx="210" formatCode="General">
                  <c:v>12.66</c:v>
                </c:pt>
                <c:pt idx="211" formatCode="General">
                  <c:v>12.72</c:v>
                </c:pt>
                <c:pt idx="212" formatCode="General">
                  <c:v>12.78</c:v>
                </c:pt>
                <c:pt idx="213" formatCode="General">
                  <c:v>12.84</c:v>
                </c:pt>
                <c:pt idx="214" formatCode="General">
                  <c:v>12.9</c:v>
                </c:pt>
                <c:pt idx="215" formatCode="General">
                  <c:v>12.96</c:v>
                </c:pt>
                <c:pt idx="216" formatCode="General">
                  <c:v>13.02</c:v>
                </c:pt>
                <c:pt idx="217" formatCode="General">
                  <c:v>13.08</c:v>
                </c:pt>
                <c:pt idx="218" formatCode="General">
                  <c:v>13.14</c:v>
                </c:pt>
                <c:pt idx="219" formatCode="General">
                  <c:v>13.2</c:v>
                </c:pt>
                <c:pt idx="220" formatCode="General">
                  <c:v>13.26</c:v>
                </c:pt>
                <c:pt idx="221" formatCode="General">
                  <c:v>13.32</c:v>
                </c:pt>
                <c:pt idx="222" formatCode="General">
                  <c:v>13.38</c:v>
                </c:pt>
                <c:pt idx="223" formatCode="General">
                  <c:v>13.44</c:v>
                </c:pt>
                <c:pt idx="224" formatCode="General">
                  <c:v>13.5</c:v>
                </c:pt>
                <c:pt idx="225" formatCode="General">
                  <c:v>13.56</c:v>
                </c:pt>
                <c:pt idx="226" formatCode="General">
                  <c:v>13.62</c:v>
                </c:pt>
                <c:pt idx="227" formatCode="General">
                  <c:v>13.68</c:v>
                </c:pt>
                <c:pt idx="228" formatCode="General">
                  <c:v>13.74</c:v>
                </c:pt>
                <c:pt idx="229" formatCode="General">
                  <c:v>13.8</c:v>
                </c:pt>
                <c:pt idx="230" formatCode="General">
                  <c:v>13.86</c:v>
                </c:pt>
                <c:pt idx="231" formatCode="General">
                  <c:v>13.92</c:v>
                </c:pt>
                <c:pt idx="232" formatCode="General">
                  <c:v>13.98</c:v>
                </c:pt>
                <c:pt idx="233" formatCode="General">
                  <c:v>14.04</c:v>
                </c:pt>
                <c:pt idx="234" formatCode="General">
                  <c:v>14.1</c:v>
                </c:pt>
                <c:pt idx="235" formatCode="General">
                  <c:v>14.16</c:v>
                </c:pt>
                <c:pt idx="236" formatCode="General">
                  <c:v>14.22</c:v>
                </c:pt>
                <c:pt idx="237" formatCode="General">
                  <c:v>14.28</c:v>
                </c:pt>
                <c:pt idx="238" formatCode="General">
                  <c:v>14.34</c:v>
                </c:pt>
                <c:pt idx="239" formatCode="General">
                  <c:v>14.4</c:v>
                </c:pt>
                <c:pt idx="240" formatCode="General">
                  <c:v>14.46</c:v>
                </c:pt>
                <c:pt idx="241" formatCode="General">
                  <c:v>14.52</c:v>
                </c:pt>
                <c:pt idx="242" formatCode="General">
                  <c:v>14.58</c:v>
                </c:pt>
                <c:pt idx="243" formatCode="General">
                  <c:v>14.64</c:v>
                </c:pt>
                <c:pt idx="244" formatCode="General">
                  <c:v>14.7</c:v>
                </c:pt>
                <c:pt idx="245" formatCode="General">
                  <c:v>14.76</c:v>
                </c:pt>
                <c:pt idx="246" formatCode="General">
                  <c:v>14.82</c:v>
                </c:pt>
                <c:pt idx="247" formatCode="General">
                  <c:v>14.88</c:v>
                </c:pt>
                <c:pt idx="248" formatCode="General">
                  <c:v>14.94</c:v>
                </c:pt>
                <c:pt idx="249" formatCode="General">
                  <c:v>15</c:v>
                </c:pt>
                <c:pt idx="250" formatCode="General">
                  <c:v>15.06</c:v>
                </c:pt>
                <c:pt idx="251" formatCode="General">
                  <c:v>15.12</c:v>
                </c:pt>
                <c:pt idx="252" formatCode="General">
                  <c:v>15.18</c:v>
                </c:pt>
                <c:pt idx="253" formatCode="General">
                  <c:v>15.24</c:v>
                </c:pt>
                <c:pt idx="254" formatCode="General">
                  <c:v>15.3</c:v>
                </c:pt>
                <c:pt idx="255" formatCode="General">
                  <c:v>15.36</c:v>
                </c:pt>
                <c:pt idx="256" formatCode="General">
                  <c:v>15.42</c:v>
                </c:pt>
                <c:pt idx="257" formatCode="General">
                  <c:v>15.48</c:v>
                </c:pt>
                <c:pt idx="258" formatCode="General">
                  <c:v>15.54</c:v>
                </c:pt>
                <c:pt idx="259" formatCode="General">
                  <c:v>15.6</c:v>
                </c:pt>
                <c:pt idx="260" formatCode="General">
                  <c:v>15.66</c:v>
                </c:pt>
                <c:pt idx="261" formatCode="General">
                  <c:v>15.72</c:v>
                </c:pt>
                <c:pt idx="262" formatCode="General">
                  <c:v>15.78</c:v>
                </c:pt>
                <c:pt idx="263" formatCode="General">
                  <c:v>15.84</c:v>
                </c:pt>
                <c:pt idx="264" formatCode="General">
                  <c:v>15.9</c:v>
                </c:pt>
                <c:pt idx="265" formatCode="General">
                  <c:v>15.96</c:v>
                </c:pt>
                <c:pt idx="266" formatCode="General">
                  <c:v>16.02</c:v>
                </c:pt>
                <c:pt idx="267" formatCode="General">
                  <c:v>16.079999999999998</c:v>
                </c:pt>
                <c:pt idx="268" formatCode="General">
                  <c:v>16.14</c:v>
                </c:pt>
                <c:pt idx="269" formatCode="General">
                  <c:v>16.2</c:v>
                </c:pt>
                <c:pt idx="270" formatCode="General">
                  <c:v>16.260000000000002</c:v>
                </c:pt>
                <c:pt idx="271" formatCode="General">
                  <c:v>16.32</c:v>
                </c:pt>
                <c:pt idx="272" formatCode="General">
                  <c:v>16.38</c:v>
                </c:pt>
                <c:pt idx="273" formatCode="General">
                  <c:v>16.440000000000001</c:v>
                </c:pt>
                <c:pt idx="274" formatCode="General">
                  <c:v>16.5</c:v>
                </c:pt>
                <c:pt idx="275" formatCode="General">
                  <c:v>16.559999999999999</c:v>
                </c:pt>
                <c:pt idx="276" formatCode="General">
                  <c:v>16.62</c:v>
                </c:pt>
                <c:pt idx="277" formatCode="General">
                  <c:v>16.68</c:v>
                </c:pt>
                <c:pt idx="278" formatCode="General">
                  <c:v>16.739999999999998</c:v>
                </c:pt>
                <c:pt idx="279" formatCode="General">
                  <c:v>16.8</c:v>
                </c:pt>
                <c:pt idx="280" formatCode="General">
                  <c:v>16.86</c:v>
                </c:pt>
                <c:pt idx="281" formatCode="General">
                  <c:v>16.920000000000002</c:v>
                </c:pt>
                <c:pt idx="282" formatCode="General">
                  <c:v>16.98</c:v>
                </c:pt>
                <c:pt idx="283" formatCode="General">
                  <c:v>17.04</c:v>
                </c:pt>
                <c:pt idx="284" formatCode="General">
                  <c:v>17.100000000000001</c:v>
                </c:pt>
                <c:pt idx="285" formatCode="General">
                  <c:v>17.16</c:v>
                </c:pt>
                <c:pt idx="286" formatCode="General">
                  <c:v>17.22</c:v>
                </c:pt>
                <c:pt idx="287" formatCode="General">
                  <c:v>17.28</c:v>
                </c:pt>
                <c:pt idx="288" formatCode="General">
                  <c:v>17.34</c:v>
                </c:pt>
                <c:pt idx="289" formatCode="General">
                  <c:v>17.399999999999999</c:v>
                </c:pt>
                <c:pt idx="290" formatCode="General">
                  <c:v>17.46</c:v>
                </c:pt>
                <c:pt idx="291" formatCode="General">
                  <c:v>17.52</c:v>
                </c:pt>
                <c:pt idx="292" formatCode="General">
                  <c:v>17.579999999999998</c:v>
                </c:pt>
                <c:pt idx="293" formatCode="General">
                  <c:v>17.64</c:v>
                </c:pt>
                <c:pt idx="294" formatCode="General">
                  <c:v>17.7</c:v>
                </c:pt>
                <c:pt idx="295" formatCode="General">
                  <c:v>17.760000000000002</c:v>
                </c:pt>
                <c:pt idx="296" formatCode="General">
                  <c:v>17.82</c:v>
                </c:pt>
                <c:pt idx="297" formatCode="General">
                  <c:v>17.88</c:v>
                </c:pt>
                <c:pt idx="298" formatCode="General">
                  <c:v>17.940000000000001</c:v>
                </c:pt>
                <c:pt idx="299" formatCode="General">
                  <c:v>18</c:v>
                </c:pt>
                <c:pt idx="300" formatCode="General">
                  <c:v>18.059999999999999</c:v>
                </c:pt>
                <c:pt idx="301" formatCode="General">
                  <c:v>18.12</c:v>
                </c:pt>
                <c:pt idx="302" formatCode="General">
                  <c:v>18.18</c:v>
                </c:pt>
                <c:pt idx="303" formatCode="General">
                  <c:v>18.239999999999998</c:v>
                </c:pt>
                <c:pt idx="304" formatCode="General">
                  <c:v>18.3</c:v>
                </c:pt>
                <c:pt idx="305" formatCode="General">
                  <c:v>18.36</c:v>
                </c:pt>
                <c:pt idx="306" formatCode="General">
                  <c:v>18.420000000000002</c:v>
                </c:pt>
                <c:pt idx="307" formatCode="General">
                  <c:v>18.48</c:v>
                </c:pt>
                <c:pt idx="308" formatCode="General">
                  <c:v>18.54</c:v>
                </c:pt>
                <c:pt idx="309" formatCode="General">
                  <c:v>18.600000000000001</c:v>
                </c:pt>
                <c:pt idx="310" formatCode="General">
                  <c:v>18.66</c:v>
                </c:pt>
                <c:pt idx="311" formatCode="General">
                  <c:v>18.72</c:v>
                </c:pt>
                <c:pt idx="312" formatCode="General">
                  <c:v>18.78</c:v>
                </c:pt>
                <c:pt idx="313" formatCode="General">
                  <c:v>18.84</c:v>
                </c:pt>
                <c:pt idx="314" formatCode="General">
                  <c:v>18.899999999999999</c:v>
                </c:pt>
                <c:pt idx="315" formatCode="General">
                  <c:v>18.96</c:v>
                </c:pt>
                <c:pt idx="316" formatCode="General">
                  <c:v>19.02</c:v>
                </c:pt>
                <c:pt idx="317" formatCode="General">
                  <c:v>19.079999999999998</c:v>
                </c:pt>
                <c:pt idx="318" formatCode="General">
                  <c:v>19.14</c:v>
                </c:pt>
                <c:pt idx="319" formatCode="General">
                  <c:v>19.2</c:v>
                </c:pt>
                <c:pt idx="320" formatCode="General">
                  <c:v>19.260000000000002</c:v>
                </c:pt>
                <c:pt idx="321" formatCode="General">
                  <c:v>19.32</c:v>
                </c:pt>
                <c:pt idx="322" formatCode="General">
                  <c:v>19.38</c:v>
                </c:pt>
                <c:pt idx="323" formatCode="General">
                  <c:v>19.440000000000001</c:v>
                </c:pt>
                <c:pt idx="324" formatCode="General">
                  <c:v>19.5</c:v>
                </c:pt>
                <c:pt idx="325" formatCode="General">
                  <c:v>19.559999999999999</c:v>
                </c:pt>
                <c:pt idx="326" formatCode="General">
                  <c:v>19.62</c:v>
                </c:pt>
                <c:pt idx="327" formatCode="General">
                  <c:v>19.68</c:v>
                </c:pt>
                <c:pt idx="328" formatCode="General">
                  <c:v>19.739999999999998</c:v>
                </c:pt>
                <c:pt idx="329" formatCode="General">
                  <c:v>19.8</c:v>
                </c:pt>
                <c:pt idx="330" formatCode="General">
                  <c:v>19.86</c:v>
                </c:pt>
                <c:pt idx="331" formatCode="General">
                  <c:v>19.920000000000002</c:v>
                </c:pt>
                <c:pt idx="332" formatCode="General">
                  <c:v>19.98</c:v>
                </c:pt>
                <c:pt idx="333" formatCode="General">
                  <c:v>20.04</c:v>
                </c:pt>
                <c:pt idx="334" formatCode="General">
                  <c:v>20.100000000000001</c:v>
                </c:pt>
                <c:pt idx="335" formatCode="General">
                  <c:v>20.16</c:v>
                </c:pt>
                <c:pt idx="336" formatCode="General">
                  <c:v>20.22</c:v>
                </c:pt>
                <c:pt idx="337" formatCode="General">
                  <c:v>20.28</c:v>
                </c:pt>
                <c:pt idx="338" formatCode="General">
                  <c:v>20.34</c:v>
                </c:pt>
                <c:pt idx="339" formatCode="General">
                  <c:v>20.399999999999999</c:v>
                </c:pt>
                <c:pt idx="340" formatCode="General">
                  <c:v>20.46</c:v>
                </c:pt>
                <c:pt idx="341" formatCode="General">
                  <c:v>20.52</c:v>
                </c:pt>
                <c:pt idx="342" formatCode="General">
                  <c:v>20.58</c:v>
                </c:pt>
                <c:pt idx="343" formatCode="General">
                  <c:v>20.64</c:v>
                </c:pt>
                <c:pt idx="344" formatCode="General">
                  <c:v>20.7</c:v>
                </c:pt>
                <c:pt idx="345" formatCode="General">
                  <c:v>20.76</c:v>
                </c:pt>
                <c:pt idx="346" formatCode="General">
                  <c:v>20.82</c:v>
                </c:pt>
                <c:pt idx="347" formatCode="General">
                  <c:v>20.88</c:v>
                </c:pt>
                <c:pt idx="348" formatCode="General">
                  <c:v>20.94</c:v>
                </c:pt>
                <c:pt idx="349" formatCode="General">
                  <c:v>21</c:v>
                </c:pt>
                <c:pt idx="350" formatCode="General">
                  <c:v>21.06</c:v>
                </c:pt>
                <c:pt idx="351" formatCode="General">
                  <c:v>21.12</c:v>
                </c:pt>
                <c:pt idx="352" formatCode="General">
                  <c:v>21.18</c:v>
                </c:pt>
                <c:pt idx="353" formatCode="General">
                  <c:v>21.24</c:v>
                </c:pt>
                <c:pt idx="354" formatCode="General">
                  <c:v>21.3</c:v>
                </c:pt>
                <c:pt idx="355" formatCode="General">
                  <c:v>21.36</c:v>
                </c:pt>
                <c:pt idx="356" formatCode="General">
                  <c:v>21.42</c:v>
                </c:pt>
                <c:pt idx="357" formatCode="General">
                  <c:v>21.48</c:v>
                </c:pt>
                <c:pt idx="358" formatCode="General">
                  <c:v>21.54</c:v>
                </c:pt>
                <c:pt idx="359" formatCode="General">
                  <c:v>21.6</c:v>
                </c:pt>
                <c:pt idx="360" formatCode="General">
                  <c:v>21.66</c:v>
                </c:pt>
                <c:pt idx="361" formatCode="General">
                  <c:v>21.72</c:v>
                </c:pt>
                <c:pt idx="362" formatCode="General">
                  <c:v>21.78</c:v>
                </c:pt>
                <c:pt idx="363" formatCode="General">
                  <c:v>21.84</c:v>
                </c:pt>
                <c:pt idx="364" formatCode="General">
                  <c:v>21.9</c:v>
                </c:pt>
                <c:pt idx="365" formatCode="General">
                  <c:v>21.96</c:v>
                </c:pt>
                <c:pt idx="366" formatCode="General">
                  <c:v>22.02</c:v>
                </c:pt>
                <c:pt idx="367" formatCode="General">
                  <c:v>22.08</c:v>
                </c:pt>
                <c:pt idx="368" formatCode="General">
                  <c:v>22.14</c:v>
                </c:pt>
                <c:pt idx="369" formatCode="General">
                  <c:v>22.2</c:v>
                </c:pt>
                <c:pt idx="370" formatCode="General">
                  <c:v>22.26</c:v>
                </c:pt>
                <c:pt idx="371" formatCode="General">
                  <c:v>22.32</c:v>
                </c:pt>
                <c:pt idx="372" formatCode="General">
                  <c:v>22.38</c:v>
                </c:pt>
                <c:pt idx="373" formatCode="General">
                  <c:v>22.44</c:v>
                </c:pt>
                <c:pt idx="374" formatCode="General">
                  <c:v>22.5</c:v>
                </c:pt>
                <c:pt idx="375" formatCode="General">
                  <c:v>22.56</c:v>
                </c:pt>
                <c:pt idx="376" formatCode="General">
                  <c:v>22.62</c:v>
                </c:pt>
                <c:pt idx="377" formatCode="General">
                  <c:v>22.68</c:v>
                </c:pt>
                <c:pt idx="378" formatCode="General">
                  <c:v>22.74</c:v>
                </c:pt>
                <c:pt idx="379" formatCode="General">
                  <c:v>22.8</c:v>
                </c:pt>
                <c:pt idx="380" formatCode="General">
                  <c:v>22.86</c:v>
                </c:pt>
                <c:pt idx="381" formatCode="General">
                  <c:v>22.92</c:v>
                </c:pt>
                <c:pt idx="382" formatCode="General">
                  <c:v>22.98</c:v>
                </c:pt>
                <c:pt idx="383" formatCode="General">
                  <c:v>23.04</c:v>
                </c:pt>
                <c:pt idx="384" formatCode="General">
                  <c:v>23.1</c:v>
                </c:pt>
                <c:pt idx="385" formatCode="General">
                  <c:v>23.16</c:v>
                </c:pt>
                <c:pt idx="386" formatCode="General">
                  <c:v>23.22</c:v>
                </c:pt>
                <c:pt idx="387" formatCode="General">
                  <c:v>23.28</c:v>
                </c:pt>
                <c:pt idx="388" formatCode="General">
                  <c:v>23.34</c:v>
                </c:pt>
                <c:pt idx="389" formatCode="General">
                  <c:v>23.4</c:v>
                </c:pt>
                <c:pt idx="390" formatCode="General">
                  <c:v>23.46</c:v>
                </c:pt>
                <c:pt idx="391" formatCode="General">
                  <c:v>23.52</c:v>
                </c:pt>
                <c:pt idx="392" formatCode="General">
                  <c:v>23.58</c:v>
                </c:pt>
                <c:pt idx="393" formatCode="General">
                  <c:v>23.64</c:v>
                </c:pt>
                <c:pt idx="394" formatCode="General">
                  <c:v>23.7</c:v>
                </c:pt>
                <c:pt idx="395" formatCode="General">
                  <c:v>23.76</c:v>
                </c:pt>
                <c:pt idx="396" formatCode="General">
                  <c:v>23.82</c:v>
                </c:pt>
                <c:pt idx="397" formatCode="General">
                  <c:v>23.88</c:v>
                </c:pt>
                <c:pt idx="398" formatCode="General">
                  <c:v>23.94</c:v>
                </c:pt>
                <c:pt idx="399" formatCode="General">
                  <c:v>24</c:v>
                </c:pt>
                <c:pt idx="400" formatCode="General">
                  <c:v>24.06</c:v>
                </c:pt>
                <c:pt idx="401" formatCode="General">
                  <c:v>24.12</c:v>
                </c:pt>
                <c:pt idx="402" formatCode="General">
                  <c:v>24.18</c:v>
                </c:pt>
                <c:pt idx="403" formatCode="General">
                  <c:v>24.24</c:v>
                </c:pt>
                <c:pt idx="404" formatCode="General">
                  <c:v>24.3</c:v>
                </c:pt>
                <c:pt idx="405" formatCode="General">
                  <c:v>24.36</c:v>
                </c:pt>
                <c:pt idx="406" formatCode="General">
                  <c:v>24.42</c:v>
                </c:pt>
                <c:pt idx="407" formatCode="General">
                  <c:v>24.48</c:v>
                </c:pt>
                <c:pt idx="408" formatCode="General">
                  <c:v>24.54</c:v>
                </c:pt>
                <c:pt idx="409" formatCode="General">
                  <c:v>24.6</c:v>
                </c:pt>
                <c:pt idx="410" formatCode="General">
                  <c:v>24.66</c:v>
                </c:pt>
                <c:pt idx="411" formatCode="General">
                  <c:v>24.72</c:v>
                </c:pt>
                <c:pt idx="412" formatCode="General">
                  <c:v>24.78</c:v>
                </c:pt>
                <c:pt idx="413" formatCode="General">
                  <c:v>24.84</c:v>
                </c:pt>
                <c:pt idx="414" formatCode="General">
                  <c:v>24.9</c:v>
                </c:pt>
                <c:pt idx="415" formatCode="General">
                  <c:v>24.96</c:v>
                </c:pt>
                <c:pt idx="416" formatCode="General">
                  <c:v>25.02</c:v>
                </c:pt>
                <c:pt idx="417" formatCode="General">
                  <c:v>25.08</c:v>
                </c:pt>
                <c:pt idx="418" formatCode="General">
                  <c:v>25.14</c:v>
                </c:pt>
                <c:pt idx="419" formatCode="General">
                  <c:v>25.2</c:v>
                </c:pt>
                <c:pt idx="420" formatCode="General">
                  <c:v>25.26</c:v>
                </c:pt>
                <c:pt idx="421" formatCode="General">
                  <c:v>25.32</c:v>
                </c:pt>
                <c:pt idx="422" formatCode="General">
                  <c:v>25.38</c:v>
                </c:pt>
                <c:pt idx="423" formatCode="General">
                  <c:v>25.44</c:v>
                </c:pt>
                <c:pt idx="424" formatCode="General">
                  <c:v>25.5</c:v>
                </c:pt>
                <c:pt idx="425" formatCode="General">
                  <c:v>25.56</c:v>
                </c:pt>
                <c:pt idx="426" formatCode="General">
                  <c:v>25.62</c:v>
                </c:pt>
                <c:pt idx="427" formatCode="General">
                  <c:v>25.68</c:v>
                </c:pt>
                <c:pt idx="428" formatCode="General">
                  <c:v>25.74</c:v>
                </c:pt>
                <c:pt idx="429" formatCode="General">
                  <c:v>25.8</c:v>
                </c:pt>
                <c:pt idx="430" formatCode="General">
                  <c:v>25.86</c:v>
                </c:pt>
                <c:pt idx="431" formatCode="General">
                  <c:v>25.92</c:v>
                </c:pt>
                <c:pt idx="432" formatCode="General">
                  <c:v>25.98</c:v>
                </c:pt>
                <c:pt idx="433" formatCode="General">
                  <c:v>26.04</c:v>
                </c:pt>
                <c:pt idx="434" formatCode="General">
                  <c:v>26.1</c:v>
                </c:pt>
                <c:pt idx="435" formatCode="General">
                  <c:v>26.16</c:v>
                </c:pt>
                <c:pt idx="436" formatCode="General">
                  <c:v>26.22</c:v>
                </c:pt>
                <c:pt idx="437" formatCode="General">
                  <c:v>26.28</c:v>
                </c:pt>
                <c:pt idx="438" formatCode="General">
                  <c:v>26.34</c:v>
                </c:pt>
                <c:pt idx="439" formatCode="General">
                  <c:v>26.4</c:v>
                </c:pt>
                <c:pt idx="440" formatCode="General">
                  <c:v>26.46</c:v>
                </c:pt>
                <c:pt idx="441" formatCode="General">
                  <c:v>26.52</c:v>
                </c:pt>
                <c:pt idx="442" formatCode="General">
                  <c:v>26.58</c:v>
                </c:pt>
                <c:pt idx="443" formatCode="General">
                  <c:v>26.64</c:v>
                </c:pt>
                <c:pt idx="444" formatCode="General">
                  <c:v>26.7</c:v>
                </c:pt>
                <c:pt idx="445" formatCode="General">
                  <c:v>26.76</c:v>
                </c:pt>
                <c:pt idx="446" formatCode="General">
                  <c:v>26.82</c:v>
                </c:pt>
                <c:pt idx="447" formatCode="General">
                  <c:v>26.88</c:v>
                </c:pt>
                <c:pt idx="448" formatCode="General">
                  <c:v>26.94</c:v>
                </c:pt>
                <c:pt idx="449" formatCode="General">
                  <c:v>27</c:v>
                </c:pt>
                <c:pt idx="450" formatCode="General">
                  <c:v>27.06</c:v>
                </c:pt>
                <c:pt idx="451" formatCode="General">
                  <c:v>27.12</c:v>
                </c:pt>
                <c:pt idx="452" formatCode="General">
                  <c:v>27.18</c:v>
                </c:pt>
                <c:pt idx="453" formatCode="General">
                  <c:v>27.24</c:v>
                </c:pt>
                <c:pt idx="454" formatCode="General">
                  <c:v>27.3</c:v>
                </c:pt>
                <c:pt idx="455" formatCode="General">
                  <c:v>27.36</c:v>
                </c:pt>
                <c:pt idx="456" formatCode="General">
                  <c:v>27.42</c:v>
                </c:pt>
                <c:pt idx="457" formatCode="General">
                  <c:v>27.48</c:v>
                </c:pt>
                <c:pt idx="458" formatCode="General">
                  <c:v>27.54</c:v>
                </c:pt>
                <c:pt idx="459" formatCode="General">
                  <c:v>27.6</c:v>
                </c:pt>
                <c:pt idx="460" formatCode="General">
                  <c:v>27.66</c:v>
                </c:pt>
                <c:pt idx="461" formatCode="General">
                  <c:v>27.72</c:v>
                </c:pt>
                <c:pt idx="462" formatCode="General">
                  <c:v>27.78</c:v>
                </c:pt>
                <c:pt idx="463" formatCode="General">
                  <c:v>27.84</c:v>
                </c:pt>
                <c:pt idx="464" formatCode="General">
                  <c:v>27.9</c:v>
                </c:pt>
                <c:pt idx="465" formatCode="General">
                  <c:v>27.96</c:v>
                </c:pt>
                <c:pt idx="466" formatCode="General">
                  <c:v>28.02</c:v>
                </c:pt>
                <c:pt idx="467" formatCode="General">
                  <c:v>28.08</c:v>
                </c:pt>
                <c:pt idx="468" formatCode="General">
                  <c:v>28.14</c:v>
                </c:pt>
                <c:pt idx="469" formatCode="General">
                  <c:v>28.2</c:v>
                </c:pt>
                <c:pt idx="470" formatCode="General">
                  <c:v>28.26</c:v>
                </c:pt>
                <c:pt idx="471" formatCode="General">
                  <c:v>28.32</c:v>
                </c:pt>
                <c:pt idx="472" formatCode="General">
                  <c:v>28.38</c:v>
                </c:pt>
                <c:pt idx="473" formatCode="General">
                  <c:v>28.44</c:v>
                </c:pt>
                <c:pt idx="474" formatCode="General">
                  <c:v>28.5</c:v>
                </c:pt>
                <c:pt idx="475" formatCode="General">
                  <c:v>28.56</c:v>
                </c:pt>
                <c:pt idx="476" formatCode="General">
                  <c:v>28.62</c:v>
                </c:pt>
                <c:pt idx="477" formatCode="General">
                  <c:v>28.68</c:v>
                </c:pt>
                <c:pt idx="478" formatCode="General">
                  <c:v>28.74</c:v>
                </c:pt>
                <c:pt idx="479" formatCode="General">
                  <c:v>28.8</c:v>
                </c:pt>
                <c:pt idx="480" formatCode="General">
                  <c:v>28.86</c:v>
                </c:pt>
                <c:pt idx="481" formatCode="General">
                  <c:v>28.92</c:v>
                </c:pt>
                <c:pt idx="482" formatCode="General">
                  <c:v>28.98</c:v>
                </c:pt>
                <c:pt idx="483" formatCode="General">
                  <c:v>29.04</c:v>
                </c:pt>
                <c:pt idx="484" formatCode="General">
                  <c:v>29.1</c:v>
                </c:pt>
                <c:pt idx="485" formatCode="General">
                  <c:v>29.16</c:v>
                </c:pt>
                <c:pt idx="486" formatCode="General">
                  <c:v>29.22</c:v>
                </c:pt>
                <c:pt idx="487" formatCode="General">
                  <c:v>29.28</c:v>
                </c:pt>
                <c:pt idx="488" formatCode="General">
                  <c:v>29.34</c:v>
                </c:pt>
                <c:pt idx="489" formatCode="General">
                  <c:v>29.4</c:v>
                </c:pt>
                <c:pt idx="490" formatCode="General">
                  <c:v>29.46</c:v>
                </c:pt>
                <c:pt idx="491" formatCode="General">
                  <c:v>29.52</c:v>
                </c:pt>
                <c:pt idx="492" formatCode="General">
                  <c:v>29.58</c:v>
                </c:pt>
                <c:pt idx="493" formatCode="General">
                  <c:v>29.64</c:v>
                </c:pt>
                <c:pt idx="494" formatCode="General">
                  <c:v>29.7</c:v>
                </c:pt>
                <c:pt idx="495" formatCode="General">
                  <c:v>29.76</c:v>
                </c:pt>
                <c:pt idx="496" formatCode="General">
                  <c:v>29.82</c:v>
                </c:pt>
                <c:pt idx="497" formatCode="General">
                  <c:v>29.88</c:v>
                </c:pt>
                <c:pt idx="498" formatCode="General">
                  <c:v>29.94</c:v>
                </c:pt>
                <c:pt idx="499" formatCode="General">
                  <c:v>30</c:v>
                </c:pt>
                <c:pt idx="500" formatCode="General">
                  <c:v>30.06</c:v>
                </c:pt>
                <c:pt idx="501" formatCode="General">
                  <c:v>30.12</c:v>
                </c:pt>
                <c:pt idx="502" formatCode="General">
                  <c:v>30.18</c:v>
                </c:pt>
                <c:pt idx="503" formatCode="General">
                  <c:v>30.24</c:v>
                </c:pt>
                <c:pt idx="504" formatCode="General">
                  <c:v>30.3</c:v>
                </c:pt>
                <c:pt idx="505" formatCode="General">
                  <c:v>30.36</c:v>
                </c:pt>
                <c:pt idx="506" formatCode="General">
                  <c:v>30.42</c:v>
                </c:pt>
                <c:pt idx="507" formatCode="General">
                  <c:v>30.48</c:v>
                </c:pt>
                <c:pt idx="508" formatCode="General">
                  <c:v>30.54</c:v>
                </c:pt>
                <c:pt idx="509" formatCode="General">
                  <c:v>30.6</c:v>
                </c:pt>
                <c:pt idx="510" formatCode="General">
                  <c:v>30.66</c:v>
                </c:pt>
                <c:pt idx="511" formatCode="General">
                  <c:v>30.72</c:v>
                </c:pt>
                <c:pt idx="512" formatCode="General">
                  <c:v>30.78</c:v>
                </c:pt>
                <c:pt idx="513" formatCode="General">
                  <c:v>30.84</c:v>
                </c:pt>
                <c:pt idx="514" formatCode="General">
                  <c:v>30.9</c:v>
                </c:pt>
                <c:pt idx="515" formatCode="General">
                  <c:v>30.96</c:v>
                </c:pt>
                <c:pt idx="516" formatCode="General">
                  <c:v>31.02</c:v>
                </c:pt>
              </c:numCache>
            </c:numRef>
          </c:xVal>
          <c:yVal>
            <c:numRef>
              <c:f>二体分布関数!$F$2:$F$1034</c:f>
              <c:numCache>
                <c:formatCode>0.00E+00</c:formatCode>
                <c:ptCount val="517"/>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0.52685040000000005</c:v>
                </c:pt>
                <c:pt idx="44">
                  <c:v>4.1601549999999996</c:v>
                </c:pt>
                <c:pt idx="45">
                  <c:v>6.819903</c:v>
                </c:pt>
                <c:pt idx="46">
                  <c:v>6.635402</c:v>
                </c:pt>
                <c:pt idx="47">
                  <c:v>4.0827119999999999</c:v>
                </c:pt>
                <c:pt idx="48">
                  <c:v>3.0681379999999998</c:v>
                </c:pt>
                <c:pt idx="49">
                  <c:v>1.8133189999999999</c:v>
                </c:pt>
                <c:pt idx="50">
                  <c:v>1.33623</c:v>
                </c:pt>
                <c:pt idx="51">
                  <c:v>1.047825</c:v>
                </c:pt>
                <c:pt idx="52">
                  <c:v>0.98176099999999999</c:v>
                </c:pt>
                <c:pt idx="53">
                  <c:v>0.40161449999999999</c:v>
                </c:pt>
                <c:pt idx="54">
                  <c:v>0.52451689999999995</c:v>
                </c:pt>
                <c:pt idx="55">
                  <c:v>0.44571959999999999</c:v>
                </c:pt>
                <c:pt idx="56">
                  <c:v>0.37208029999999997</c:v>
                </c:pt>
                <c:pt idx="57">
                  <c:v>0.35936089999999998</c:v>
                </c:pt>
                <c:pt idx="58">
                  <c:v>0.2061991</c:v>
                </c:pt>
                <c:pt idx="59">
                  <c:v>0.24135860000000001</c:v>
                </c:pt>
                <c:pt idx="60">
                  <c:v>0.33503650000000001</c:v>
                </c:pt>
                <c:pt idx="61">
                  <c:v>0.28500520000000001</c:v>
                </c:pt>
                <c:pt idx="62">
                  <c:v>0.4378397</c:v>
                </c:pt>
                <c:pt idx="63">
                  <c:v>0.39659499999999998</c:v>
                </c:pt>
                <c:pt idx="64">
                  <c:v>0.45601849999999999</c:v>
                </c:pt>
                <c:pt idx="65">
                  <c:v>0.47699530000000001</c:v>
                </c:pt>
                <c:pt idx="66">
                  <c:v>0.44603169999999998</c:v>
                </c:pt>
                <c:pt idx="67">
                  <c:v>0.53104980000000002</c:v>
                </c:pt>
                <c:pt idx="68">
                  <c:v>0.49989909999999999</c:v>
                </c:pt>
                <c:pt idx="69">
                  <c:v>0.55510689999999996</c:v>
                </c:pt>
                <c:pt idx="70">
                  <c:v>0.63700469999999998</c:v>
                </c:pt>
                <c:pt idx="71">
                  <c:v>0.82348189999999999</c:v>
                </c:pt>
                <c:pt idx="72">
                  <c:v>0.93576970000000004</c:v>
                </c:pt>
                <c:pt idx="73">
                  <c:v>1.062425</c:v>
                </c:pt>
                <c:pt idx="74">
                  <c:v>1.0611470000000001</c:v>
                </c:pt>
                <c:pt idx="75">
                  <c:v>1.484704</c:v>
                </c:pt>
                <c:pt idx="76">
                  <c:v>1.3571869999999999</c:v>
                </c:pt>
                <c:pt idx="77">
                  <c:v>1.4902660000000001</c:v>
                </c:pt>
                <c:pt idx="78">
                  <c:v>1.5072559999999999</c:v>
                </c:pt>
                <c:pt idx="79">
                  <c:v>1.434393</c:v>
                </c:pt>
                <c:pt idx="80">
                  <c:v>1.491323</c:v>
                </c:pt>
                <c:pt idx="81">
                  <c:v>1.556303</c:v>
                </c:pt>
                <c:pt idx="82">
                  <c:v>1.1406419999999999</c:v>
                </c:pt>
                <c:pt idx="83">
                  <c:v>1.210019</c:v>
                </c:pt>
                <c:pt idx="84">
                  <c:v>1.202631</c:v>
                </c:pt>
                <c:pt idx="85">
                  <c:v>1.103315</c:v>
                </c:pt>
                <c:pt idx="86">
                  <c:v>0.98825600000000002</c:v>
                </c:pt>
                <c:pt idx="87">
                  <c:v>0.99519389999999996</c:v>
                </c:pt>
                <c:pt idx="88">
                  <c:v>0.93957009999999996</c:v>
                </c:pt>
                <c:pt idx="89">
                  <c:v>1.100703</c:v>
                </c:pt>
                <c:pt idx="90">
                  <c:v>0.97627949999999997</c:v>
                </c:pt>
                <c:pt idx="91">
                  <c:v>1.1917329999999999</c:v>
                </c:pt>
                <c:pt idx="92">
                  <c:v>1.249233</c:v>
                </c:pt>
                <c:pt idx="93">
                  <c:v>1.1543870000000001</c:v>
                </c:pt>
                <c:pt idx="94">
                  <c:v>1.2223040000000001</c:v>
                </c:pt>
                <c:pt idx="95">
                  <c:v>1.024805</c:v>
                </c:pt>
                <c:pt idx="96">
                  <c:v>1.0559810000000001</c:v>
                </c:pt>
                <c:pt idx="97">
                  <c:v>1.014872</c:v>
                </c:pt>
                <c:pt idx="98">
                  <c:v>0.78632780000000002</c:v>
                </c:pt>
                <c:pt idx="99">
                  <c:v>0.83112560000000002</c:v>
                </c:pt>
                <c:pt idx="100">
                  <c:v>0.88141049999999999</c:v>
                </c:pt>
                <c:pt idx="101">
                  <c:v>0.72259810000000002</c:v>
                </c:pt>
                <c:pt idx="102">
                  <c:v>0.66590349999999998</c:v>
                </c:pt>
                <c:pt idx="103">
                  <c:v>0.6426809</c:v>
                </c:pt>
                <c:pt idx="104">
                  <c:v>0.76413580000000003</c:v>
                </c:pt>
                <c:pt idx="105">
                  <c:v>0.78004669999999998</c:v>
                </c:pt>
                <c:pt idx="106">
                  <c:v>0.82822929999999995</c:v>
                </c:pt>
                <c:pt idx="107">
                  <c:v>0.8745018</c:v>
                </c:pt>
                <c:pt idx="108">
                  <c:v>0.9380231</c:v>
                </c:pt>
                <c:pt idx="109">
                  <c:v>0.92416790000000004</c:v>
                </c:pt>
                <c:pt idx="110">
                  <c:v>1.0118419999999999</c:v>
                </c:pt>
                <c:pt idx="111">
                  <c:v>1.0179469999999999</c:v>
                </c:pt>
                <c:pt idx="112">
                  <c:v>1.059183</c:v>
                </c:pt>
                <c:pt idx="113">
                  <c:v>1.0726579999999999</c:v>
                </c:pt>
                <c:pt idx="114">
                  <c:v>1.068368</c:v>
                </c:pt>
                <c:pt idx="115">
                  <c:v>1.201635</c:v>
                </c:pt>
                <c:pt idx="116">
                  <c:v>1.150825</c:v>
                </c:pt>
                <c:pt idx="117">
                  <c:v>1.1395420000000001</c:v>
                </c:pt>
                <c:pt idx="118">
                  <c:v>1.160487</c:v>
                </c:pt>
                <c:pt idx="119">
                  <c:v>1.1359790000000001</c:v>
                </c:pt>
                <c:pt idx="120">
                  <c:v>1.091477</c:v>
                </c:pt>
                <c:pt idx="121">
                  <c:v>1.1701090000000001</c:v>
                </c:pt>
                <c:pt idx="122">
                  <c:v>1.083739</c:v>
                </c:pt>
                <c:pt idx="123">
                  <c:v>1.203921</c:v>
                </c:pt>
                <c:pt idx="124">
                  <c:v>1.066262</c:v>
                </c:pt>
                <c:pt idx="125">
                  <c:v>1.142209</c:v>
                </c:pt>
                <c:pt idx="126">
                  <c:v>1.0938429999999999</c:v>
                </c:pt>
                <c:pt idx="127">
                  <c:v>1.014561</c:v>
                </c:pt>
                <c:pt idx="128">
                  <c:v>1.026135</c:v>
                </c:pt>
                <c:pt idx="129">
                  <c:v>0.99029020000000001</c:v>
                </c:pt>
                <c:pt idx="130">
                  <c:v>1.052279</c:v>
                </c:pt>
                <c:pt idx="131">
                  <c:v>1.021218</c:v>
                </c:pt>
                <c:pt idx="132">
                  <c:v>0.9717479</c:v>
                </c:pt>
                <c:pt idx="133">
                  <c:v>0.91311540000000002</c:v>
                </c:pt>
                <c:pt idx="134">
                  <c:v>0.90792949999999994</c:v>
                </c:pt>
                <c:pt idx="135">
                  <c:v>0.90075439999999996</c:v>
                </c:pt>
                <c:pt idx="136">
                  <c:v>0.92992189999999997</c:v>
                </c:pt>
                <c:pt idx="137">
                  <c:v>0.93037990000000004</c:v>
                </c:pt>
                <c:pt idx="138">
                  <c:v>0.92486270000000004</c:v>
                </c:pt>
                <c:pt idx="139">
                  <c:v>0.9367548</c:v>
                </c:pt>
                <c:pt idx="140">
                  <c:v>0.93871660000000001</c:v>
                </c:pt>
                <c:pt idx="141">
                  <c:v>0.88807049999999998</c:v>
                </c:pt>
                <c:pt idx="142">
                  <c:v>0.98284570000000004</c:v>
                </c:pt>
                <c:pt idx="143">
                  <c:v>0.88361389999999995</c:v>
                </c:pt>
                <c:pt idx="144">
                  <c:v>0.93974829999999998</c:v>
                </c:pt>
                <c:pt idx="145">
                  <c:v>0.98717779999999999</c:v>
                </c:pt>
                <c:pt idx="146">
                  <c:v>0.93008539999999995</c:v>
                </c:pt>
                <c:pt idx="147">
                  <c:v>0.96757660000000001</c:v>
                </c:pt>
                <c:pt idx="148">
                  <c:v>1.0073840000000001</c:v>
                </c:pt>
                <c:pt idx="149">
                  <c:v>1.000713</c:v>
                </c:pt>
                <c:pt idx="150">
                  <c:v>0.99081660000000005</c:v>
                </c:pt>
                <c:pt idx="151">
                  <c:v>1.0383230000000001</c:v>
                </c:pt>
                <c:pt idx="152">
                  <c:v>0.99735929999999995</c:v>
                </c:pt>
                <c:pt idx="153">
                  <c:v>1.0322370000000001</c:v>
                </c:pt>
                <c:pt idx="154">
                  <c:v>1.0944400000000001</c:v>
                </c:pt>
                <c:pt idx="155">
                  <c:v>1.0369870000000001</c:v>
                </c:pt>
                <c:pt idx="156">
                  <c:v>1.0958540000000001</c:v>
                </c:pt>
                <c:pt idx="157">
                  <c:v>1.1107800000000001</c:v>
                </c:pt>
                <c:pt idx="158">
                  <c:v>1.0236289999999999</c:v>
                </c:pt>
                <c:pt idx="159">
                  <c:v>1.0418639999999999</c:v>
                </c:pt>
                <c:pt idx="160">
                  <c:v>1.044994</c:v>
                </c:pt>
                <c:pt idx="161">
                  <c:v>1.014858</c:v>
                </c:pt>
                <c:pt idx="162">
                  <c:v>1.005288</c:v>
                </c:pt>
                <c:pt idx="163">
                  <c:v>1.0169440000000001</c:v>
                </c:pt>
                <c:pt idx="164">
                  <c:v>1.019919</c:v>
                </c:pt>
                <c:pt idx="165">
                  <c:v>0.96242559999999999</c:v>
                </c:pt>
                <c:pt idx="166">
                  <c:v>1.0376289999999999</c:v>
                </c:pt>
                <c:pt idx="167">
                  <c:v>1.0386979999999999</c:v>
                </c:pt>
                <c:pt idx="168">
                  <c:v>0.96295120000000001</c:v>
                </c:pt>
                <c:pt idx="169">
                  <c:v>0.98302889999999998</c:v>
                </c:pt>
                <c:pt idx="170">
                  <c:v>0.99998869999999995</c:v>
                </c:pt>
                <c:pt idx="171">
                  <c:v>0.98584070000000001</c:v>
                </c:pt>
                <c:pt idx="172">
                  <c:v>0.93155940000000004</c:v>
                </c:pt>
                <c:pt idx="173">
                  <c:v>0.95706899999999995</c:v>
                </c:pt>
                <c:pt idx="174">
                  <c:v>0.92519130000000005</c:v>
                </c:pt>
                <c:pt idx="175">
                  <c:v>0.98910399999999998</c:v>
                </c:pt>
                <c:pt idx="176">
                  <c:v>0.9478124</c:v>
                </c:pt>
                <c:pt idx="177">
                  <c:v>0.94911650000000003</c:v>
                </c:pt>
                <c:pt idx="178">
                  <c:v>1.0081070000000001</c:v>
                </c:pt>
                <c:pt idx="179">
                  <c:v>0.99810259999999995</c:v>
                </c:pt>
                <c:pt idx="180">
                  <c:v>0.96058169999999998</c:v>
                </c:pt>
                <c:pt idx="181">
                  <c:v>0.96716279999999999</c:v>
                </c:pt>
                <c:pt idx="182">
                  <c:v>1.0243070000000001</c:v>
                </c:pt>
                <c:pt idx="183">
                  <c:v>0.97191669999999997</c:v>
                </c:pt>
                <c:pt idx="184">
                  <c:v>0.97578770000000004</c:v>
                </c:pt>
                <c:pt idx="185">
                  <c:v>1.0068189999999999</c:v>
                </c:pt>
                <c:pt idx="186">
                  <c:v>0.9766338</c:v>
                </c:pt>
                <c:pt idx="187">
                  <c:v>1.0197160000000001</c:v>
                </c:pt>
                <c:pt idx="188">
                  <c:v>1.0078959999999999</c:v>
                </c:pt>
                <c:pt idx="189">
                  <c:v>1.000454</c:v>
                </c:pt>
                <c:pt idx="190">
                  <c:v>1.014859</c:v>
                </c:pt>
                <c:pt idx="191">
                  <c:v>1.014564</c:v>
                </c:pt>
                <c:pt idx="192">
                  <c:v>0.99596359999999995</c:v>
                </c:pt>
                <c:pt idx="193">
                  <c:v>1.0037910000000001</c:v>
                </c:pt>
                <c:pt idx="194">
                  <c:v>0.99153480000000005</c:v>
                </c:pt>
                <c:pt idx="195">
                  <c:v>1.058149</c:v>
                </c:pt>
                <c:pt idx="196">
                  <c:v>1.022124</c:v>
                </c:pt>
                <c:pt idx="197">
                  <c:v>0.97038869999999999</c:v>
                </c:pt>
                <c:pt idx="198">
                  <c:v>0.98355619999999999</c:v>
                </c:pt>
                <c:pt idx="199">
                  <c:v>1.0323020000000001</c:v>
                </c:pt>
                <c:pt idx="200">
                  <c:v>1.0108349999999999</c:v>
                </c:pt>
                <c:pt idx="201">
                  <c:v>0.98233440000000005</c:v>
                </c:pt>
                <c:pt idx="202">
                  <c:v>0.98184760000000004</c:v>
                </c:pt>
                <c:pt idx="203">
                  <c:v>1.0276209999999999</c:v>
                </c:pt>
                <c:pt idx="204">
                  <c:v>1.0086299999999999</c:v>
                </c:pt>
                <c:pt idx="205">
                  <c:v>1.0015320000000001</c:v>
                </c:pt>
                <c:pt idx="206">
                  <c:v>0.98041699999999998</c:v>
                </c:pt>
                <c:pt idx="207">
                  <c:v>1.0330109999999999</c:v>
                </c:pt>
                <c:pt idx="208">
                  <c:v>1.047366</c:v>
                </c:pt>
                <c:pt idx="209">
                  <c:v>1.0057179999999999</c:v>
                </c:pt>
                <c:pt idx="210">
                  <c:v>0.99705630000000001</c:v>
                </c:pt>
                <c:pt idx="211">
                  <c:v>0.9170642</c:v>
                </c:pt>
                <c:pt idx="212">
                  <c:v>0.99590690000000004</c:v>
                </c:pt>
                <c:pt idx="213">
                  <c:v>1.0022949999999999</c:v>
                </c:pt>
                <c:pt idx="214">
                  <c:v>0.96684000000000003</c:v>
                </c:pt>
                <c:pt idx="215">
                  <c:v>1.0437399999999999</c:v>
                </c:pt>
                <c:pt idx="216">
                  <c:v>0.96113440000000006</c:v>
                </c:pt>
                <c:pt idx="217">
                  <c:v>0.96903070000000002</c:v>
                </c:pt>
                <c:pt idx="218">
                  <c:v>0.98855839999999995</c:v>
                </c:pt>
                <c:pt idx="219">
                  <c:v>0.96554200000000001</c:v>
                </c:pt>
                <c:pt idx="220">
                  <c:v>0.97770849999999998</c:v>
                </c:pt>
                <c:pt idx="221">
                  <c:v>0.97045320000000002</c:v>
                </c:pt>
                <c:pt idx="222">
                  <c:v>1.0255829999999999</c:v>
                </c:pt>
                <c:pt idx="223">
                  <c:v>0.99912939999999995</c:v>
                </c:pt>
                <c:pt idx="224">
                  <c:v>1.036535</c:v>
                </c:pt>
                <c:pt idx="225">
                  <c:v>0.97338780000000003</c:v>
                </c:pt>
                <c:pt idx="226">
                  <c:v>1.000022</c:v>
                </c:pt>
                <c:pt idx="227">
                  <c:v>0.98981569999999997</c:v>
                </c:pt>
                <c:pt idx="228">
                  <c:v>0.96173889999999995</c:v>
                </c:pt>
                <c:pt idx="229">
                  <c:v>0.9833885</c:v>
                </c:pt>
                <c:pt idx="230">
                  <c:v>0.97630879999999998</c:v>
                </c:pt>
                <c:pt idx="231">
                  <c:v>0.96159340000000004</c:v>
                </c:pt>
                <c:pt idx="232">
                  <c:v>0.97005830000000004</c:v>
                </c:pt>
                <c:pt idx="233">
                  <c:v>1.0149109999999999</c:v>
                </c:pt>
                <c:pt idx="234">
                  <c:v>1.039812</c:v>
                </c:pt>
                <c:pt idx="235">
                  <c:v>0.98896379999999995</c:v>
                </c:pt>
                <c:pt idx="236">
                  <c:v>1.016283</c:v>
                </c:pt>
                <c:pt idx="237">
                  <c:v>0.96040740000000002</c:v>
                </c:pt>
                <c:pt idx="238">
                  <c:v>0.99074739999999994</c:v>
                </c:pt>
                <c:pt idx="239">
                  <c:v>0.98644370000000003</c:v>
                </c:pt>
                <c:pt idx="240">
                  <c:v>0.97827439999999999</c:v>
                </c:pt>
                <c:pt idx="241">
                  <c:v>0.99407429999999997</c:v>
                </c:pt>
                <c:pt idx="242">
                  <c:v>1.049248</c:v>
                </c:pt>
                <c:pt idx="243">
                  <c:v>1.0470109999999999</c:v>
                </c:pt>
                <c:pt idx="244">
                  <c:v>0.99505399999999999</c:v>
                </c:pt>
                <c:pt idx="245">
                  <c:v>1.0344260000000001</c:v>
                </c:pt>
                <c:pt idx="246">
                  <c:v>1.020494</c:v>
                </c:pt>
                <c:pt idx="247">
                  <c:v>0.9846393</c:v>
                </c:pt>
                <c:pt idx="248">
                  <c:v>0.98466759999999998</c:v>
                </c:pt>
                <c:pt idx="249">
                  <c:v>1.020931</c:v>
                </c:pt>
                <c:pt idx="250">
                  <c:v>0.98822710000000002</c:v>
                </c:pt>
                <c:pt idx="251">
                  <c:v>0.99586710000000001</c:v>
                </c:pt>
                <c:pt idx="252">
                  <c:v>1.0057160000000001</c:v>
                </c:pt>
                <c:pt idx="253">
                  <c:v>1.0241640000000001</c:v>
                </c:pt>
                <c:pt idx="254">
                  <c:v>0.96501990000000004</c:v>
                </c:pt>
                <c:pt idx="255">
                  <c:v>0.98574189999999995</c:v>
                </c:pt>
                <c:pt idx="256">
                  <c:v>1.011261</c:v>
                </c:pt>
                <c:pt idx="257">
                  <c:v>1.0125169999999999</c:v>
                </c:pt>
                <c:pt idx="258">
                  <c:v>0.97148610000000002</c:v>
                </c:pt>
                <c:pt idx="259">
                  <c:v>0.99867660000000003</c:v>
                </c:pt>
                <c:pt idx="260">
                  <c:v>1.0259769999999999</c:v>
                </c:pt>
                <c:pt idx="261">
                  <c:v>0.97688359999999996</c:v>
                </c:pt>
                <c:pt idx="262">
                  <c:v>1.011525</c:v>
                </c:pt>
                <c:pt idx="263">
                  <c:v>0.98382040000000004</c:v>
                </c:pt>
                <c:pt idx="264">
                  <c:v>0.98394099999999995</c:v>
                </c:pt>
                <c:pt idx="265">
                  <c:v>1.051307</c:v>
                </c:pt>
                <c:pt idx="266">
                  <c:v>1.022249</c:v>
                </c:pt>
                <c:pt idx="267">
                  <c:v>1.039882</c:v>
                </c:pt>
                <c:pt idx="268">
                  <c:v>1.006583</c:v>
                </c:pt>
                <c:pt idx="269">
                  <c:v>0.97685679999999997</c:v>
                </c:pt>
                <c:pt idx="270">
                  <c:v>1.0329330000000001</c:v>
                </c:pt>
                <c:pt idx="271">
                  <c:v>0.99777780000000005</c:v>
                </c:pt>
                <c:pt idx="272">
                  <c:v>0.98541239999999997</c:v>
                </c:pt>
                <c:pt idx="273">
                  <c:v>1.0255339999999999</c:v>
                </c:pt>
                <c:pt idx="274">
                  <c:v>1.000605</c:v>
                </c:pt>
                <c:pt idx="275">
                  <c:v>0.98692009999999997</c:v>
                </c:pt>
                <c:pt idx="276">
                  <c:v>1.0078720000000001</c:v>
                </c:pt>
                <c:pt idx="277">
                  <c:v>0.98743579999999997</c:v>
                </c:pt>
                <c:pt idx="278">
                  <c:v>1.0036659999999999</c:v>
                </c:pt>
                <c:pt idx="279">
                  <c:v>1.0051829999999999</c:v>
                </c:pt>
                <c:pt idx="280">
                  <c:v>0.97029200000000004</c:v>
                </c:pt>
                <c:pt idx="281">
                  <c:v>1.020905</c:v>
                </c:pt>
                <c:pt idx="282">
                  <c:v>1.0184200000000001</c:v>
                </c:pt>
                <c:pt idx="283">
                  <c:v>1.0117290000000001</c:v>
                </c:pt>
                <c:pt idx="284">
                  <c:v>0.97673489999999996</c:v>
                </c:pt>
                <c:pt idx="285">
                  <c:v>0.99578089999999997</c:v>
                </c:pt>
                <c:pt idx="286">
                  <c:v>0.98472599999999999</c:v>
                </c:pt>
                <c:pt idx="287">
                  <c:v>1.0220800000000001</c:v>
                </c:pt>
                <c:pt idx="288">
                  <c:v>1.0086869999999999</c:v>
                </c:pt>
                <c:pt idx="289">
                  <c:v>1.011625</c:v>
                </c:pt>
                <c:pt idx="290">
                  <c:v>1.008699</c:v>
                </c:pt>
                <c:pt idx="291">
                  <c:v>0.98762369999999999</c:v>
                </c:pt>
                <c:pt idx="292">
                  <c:v>0.99365550000000002</c:v>
                </c:pt>
                <c:pt idx="293">
                  <c:v>0.99914550000000002</c:v>
                </c:pt>
                <c:pt idx="294">
                  <c:v>1.0392669999999999</c:v>
                </c:pt>
                <c:pt idx="295">
                  <c:v>1.008542</c:v>
                </c:pt>
                <c:pt idx="296">
                  <c:v>1.027031</c:v>
                </c:pt>
                <c:pt idx="297">
                  <c:v>0.98313830000000002</c:v>
                </c:pt>
                <c:pt idx="298">
                  <c:v>0.96938930000000001</c:v>
                </c:pt>
                <c:pt idx="299">
                  <c:v>0.99735799999999997</c:v>
                </c:pt>
                <c:pt idx="300">
                  <c:v>0.98990809999999996</c:v>
                </c:pt>
                <c:pt idx="301">
                  <c:v>1.014016</c:v>
                </c:pt>
                <c:pt idx="302">
                  <c:v>1.014329</c:v>
                </c:pt>
                <c:pt idx="303">
                  <c:v>0.99131519999999995</c:v>
                </c:pt>
                <c:pt idx="304">
                  <c:v>1.002694</c:v>
                </c:pt>
                <c:pt idx="305">
                  <c:v>0.98081989999999997</c:v>
                </c:pt>
                <c:pt idx="306">
                  <c:v>0.9664239</c:v>
                </c:pt>
                <c:pt idx="307">
                  <c:v>0.99321250000000005</c:v>
                </c:pt>
                <c:pt idx="308">
                  <c:v>0.9693851</c:v>
                </c:pt>
                <c:pt idx="309">
                  <c:v>0.97061030000000004</c:v>
                </c:pt>
                <c:pt idx="310">
                  <c:v>1.014375</c:v>
                </c:pt>
                <c:pt idx="311">
                  <c:v>1.008659</c:v>
                </c:pt>
                <c:pt idx="312">
                  <c:v>1.0091650000000001</c:v>
                </c:pt>
                <c:pt idx="313">
                  <c:v>0.9977665</c:v>
                </c:pt>
                <c:pt idx="314">
                  <c:v>1.0001979999999999</c:v>
                </c:pt>
                <c:pt idx="315">
                  <c:v>1.000688</c:v>
                </c:pt>
                <c:pt idx="316">
                  <c:v>0.97182760000000001</c:v>
                </c:pt>
                <c:pt idx="317">
                  <c:v>1.0004690000000001</c:v>
                </c:pt>
                <c:pt idx="318">
                  <c:v>0.98566739999999997</c:v>
                </c:pt>
                <c:pt idx="319">
                  <c:v>0.99538070000000001</c:v>
                </c:pt>
                <c:pt idx="320">
                  <c:v>0.98882199999999998</c:v>
                </c:pt>
                <c:pt idx="321">
                  <c:v>1.040988</c:v>
                </c:pt>
                <c:pt idx="322">
                  <c:v>1.0012380000000001</c:v>
                </c:pt>
                <c:pt idx="323">
                  <c:v>0.99614670000000005</c:v>
                </c:pt>
                <c:pt idx="324">
                  <c:v>0.97178489999999995</c:v>
                </c:pt>
                <c:pt idx="325">
                  <c:v>0.97756299999999996</c:v>
                </c:pt>
                <c:pt idx="326">
                  <c:v>1.0129300000000001</c:v>
                </c:pt>
                <c:pt idx="327">
                  <c:v>0.99763290000000004</c:v>
                </c:pt>
                <c:pt idx="328">
                  <c:v>0.99960510000000002</c:v>
                </c:pt>
                <c:pt idx="329">
                  <c:v>0.97794499999999995</c:v>
                </c:pt>
                <c:pt idx="330">
                  <c:v>1.02963</c:v>
                </c:pt>
                <c:pt idx="331">
                  <c:v>0.98676269999999999</c:v>
                </c:pt>
                <c:pt idx="332">
                  <c:v>1.0087820000000001</c:v>
                </c:pt>
                <c:pt idx="333">
                  <c:v>1.0112159999999999</c:v>
                </c:pt>
                <c:pt idx="334">
                  <c:v>0.9701784</c:v>
                </c:pt>
                <c:pt idx="335">
                  <c:v>1.028327</c:v>
                </c:pt>
                <c:pt idx="336">
                  <c:v>0.9779909</c:v>
                </c:pt>
                <c:pt idx="337">
                  <c:v>0.99569110000000005</c:v>
                </c:pt>
                <c:pt idx="338">
                  <c:v>0.99377020000000005</c:v>
                </c:pt>
                <c:pt idx="339">
                  <c:v>0.99250850000000002</c:v>
                </c:pt>
                <c:pt idx="340">
                  <c:v>0.98442160000000001</c:v>
                </c:pt>
                <c:pt idx="341">
                  <c:v>1.011296</c:v>
                </c:pt>
                <c:pt idx="342">
                  <c:v>0.9864617</c:v>
                </c:pt>
                <c:pt idx="343">
                  <c:v>0.99701649999999997</c:v>
                </c:pt>
                <c:pt idx="344">
                  <c:v>1.001085</c:v>
                </c:pt>
                <c:pt idx="345">
                  <c:v>1.013925</c:v>
                </c:pt>
                <c:pt idx="346">
                  <c:v>1.004011</c:v>
                </c:pt>
                <c:pt idx="347">
                  <c:v>1.002928</c:v>
                </c:pt>
                <c:pt idx="348">
                  <c:v>1.0043230000000001</c:v>
                </c:pt>
                <c:pt idx="349">
                  <c:v>0.9652849</c:v>
                </c:pt>
                <c:pt idx="350">
                  <c:v>0.98064430000000002</c:v>
                </c:pt>
                <c:pt idx="351">
                  <c:v>0.98392259999999998</c:v>
                </c:pt>
                <c:pt idx="352">
                  <c:v>0.99563699999999999</c:v>
                </c:pt>
                <c:pt idx="353">
                  <c:v>0.99243159999999997</c:v>
                </c:pt>
                <c:pt idx="354">
                  <c:v>1.012629</c:v>
                </c:pt>
                <c:pt idx="355">
                  <c:v>1.0164869999999999</c:v>
                </c:pt>
                <c:pt idx="356">
                  <c:v>1.0173209999999999</c:v>
                </c:pt>
                <c:pt idx="357">
                  <c:v>0.99808660000000005</c:v>
                </c:pt>
                <c:pt idx="358">
                  <c:v>1.015398</c:v>
                </c:pt>
                <c:pt idx="359">
                  <c:v>1.0059750000000001</c:v>
                </c:pt>
                <c:pt idx="360">
                  <c:v>0.97026109999999999</c:v>
                </c:pt>
                <c:pt idx="361">
                  <c:v>0.99979099999999999</c:v>
                </c:pt>
                <c:pt idx="362">
                  <c:v>1.018373</c:v>
                </c:pt>
                <c:pt idx="363">
                  <c:v>1.0250459999999999</c:v>
                </c:pt>
                <c:pt idx="364">
                  <c:v>1.004975</c:v>
                </c:pt>
                <c:pt idx="365">
                  <c:v>1.0186679999999999</c:v>
                </c:pt>
                <c:pt idx="366">
                  <c:v>0.9962955</c:v>
                </c:pt>
                <c:pt idx="367">
                  <c:v>1.005115</c:v>
                </c:pt>
                <c:pt idx="368">
                  <c:v>1.011606</c:v>
                </c:pt>
                <c:pt idx="369">
                  <c:v>1.0188390000000001</c:v>
                </c:pt>
                <c:pt idx="370">
                  <c:v>1.001277</c:v>
                </c:pt>
                <c:pt idx="371">
                  <c:v>0.99399020000000005</c:v>
                </c:pt>
                <c:pt idx="372">
                  <c:v>1.0071319999999999</c:v>
                </c:pt>
                <c:pt idx="373">
                  <c:v>1.011747</c:v>
                </c:pt>
                <c:pt idx="374">
                  <c:v>0.98916459999999995</c:v>
                </c:pt>
                <c:pt idx="375">
                  <c:v>0.95665350000000005</c:v>
                </c:pt>
                <c:pt idx="376">
                  <c:v>1.0190999999999999</c:v>
                </c:pt>
                <c:pt idx="377">
                  <c:v>0.99811519999999998</c:v>
                </c:pt>
                <c:pt idx="378">
                  <c:v>1.0123180000000001</c:v>
                </c:pt>
                <c:pt idx="379">
                  <c:v>0.98528179999999999</c:v>
                </c:pt>
                <c:pt idx="380">
                  <c:v>0.99260870000000001</c:v>
                </c:pt>
                <c:pt idx="381">
                  <c:v>0.99440870000000003</c:v>
                </c:pt>
                <c:pt idx="382">
                  <c:v>1.0178100000000001</c:v>
                </c:pt>
                <c:pt idx="383">
                  <c:v>1.019177</c:v>
                </c:pt>
                <c:pt idx="384">
                  <c:v>1.007773</c:v>
                </c:pt>
                <c:pt idx="385">
                  <c:v>0.98556949999999999</c:v>
                </c:pt>
                <c:pt idx="386">
                  <c:v>0.98577990000000004</c:v>
                </c:pt>
                <c:pt idx="387">
                  <c:v>0.9786975</c:v>
                </c:pt>
                <c:pt idx="388">
                  <c:v>0.99439390000000005</c:v>
                </c:pt>
                <c:pt idx="389">
                  <c:v>1.010165</c:v>
                </c:pt>
                <c:pt idx="390">
                  <c:v>1.010194</c:v>
                </c:pt>
                <c:pt idx="391">
                  <c:v>1.027911</c:v>
                </c:pt>
                <c:pt idx="392">
                  <c:v>0.99039860000000002</c:v>
                </c:pt>
                <c:pt idx="393">
                  <c:v>0.99584220000000001</c:v>
                </c:pt>
                <c:pt idx="394">
                  <c:v>1.007514</c:v>
                </c:pt>
                <c:pt idx="395">
                  <c:v>0.97906300000000002</c:v>
                </c:pt>
                <c:pt idx="396">
                  <c:v>0.99786719999999995</c:v>
                </c:pt>
                <c:pt idx="397">
                  <c:v>1.0035909999999999</c:v>
                </c:pt>
                <c:pt idx="398">
                  <c:v>1.0040249999999999</c:v>
                </c:pt>
                <c:pt idx="399">
                  <c:v>1.006567</c:v>
                </c:pt>
                <c:pt idx="400">
                  <c:v>0.98416729999999997</c:v>
                </c:pt>
                <c:pt idx="401">
                  <c:v>0.99213459999999998</c:v>
                </c:pt>
                <c:pt idx="402">
                  <c:v>0.99419550000000001</c:v>
                </c:pt>
                <c:pt idx="403">
                  <c:v>0.99228879999999997</c:v>
                </c:pt>
                <c:pt idx="404">
                  <c:v>0.99292250000000004</c:v>
                </c:pt>
                <c:pt idx="405">
                  <c:v>1.001789</c:v>
                </c:pt>
                <c:pt idx="406">
                  <c:v>1.004626</c:v>
                </c:pt>
                <c:pt idx="407">
                  <c:v>0.99834579999999995</c:v>
                </c:pt>
                <c:pt idx="408">
                  <c:v>0.99075979999999997</c:v>
                </c:pt>
                <c:pt idx="409">
                  <c:v>1.0084070000000001</c:v>
                </c:pt>
                <c:pt idx="410">
                  <c:v>0.98471920000000002</c:v>
                </c:pt>
                <c:pt idx="411">
                  <c:v>0.98506369999999999</c:v>
                </c:pt>
                <c:pt idx="412">
                  <c:v>1.02061</c:v>
                </c:pt>
                <c:pt idx="413">
                  <c:v>1.021636</c:v>
                </c:pt>
                <c:pt idx="414">
                  <c:v>0.99851230000000002</c:v>
                </c:pt>
                <c:pt idx="415">
                  <c:v>1.001358</c:v>
                </c:pt>
                <c:pt idx="416">
                  <c:v>0.98808819999999997</c:v>
                </c:pt>
                <c:pt idx="417">
                  <c:v>1.01061</c:v>
                </c:pt>
                <c:pt idx="418">
                  <c:v>1.0225759999999999</c:v>
                </c:pt>
                <c:pt idx="419">
                  <c:v>0.98901470000000002</c:v>
                </c:pt>
                <c:pt idx="420">
                  <c:v>1.001374</c:v>
                </c:pt>
                <c:pt idx="421">
                  <c:v>1.0019370000000001</c:v>
                </c:pt>
                <c:pt idx="422">
                  <c:v>0.98622609999999999</c:v>
                </c:pt>
                <c:pt idx="423">
                  <c:v>0.98872450000000001</c:v>
                </c:pt>
                <c:pt idx="424">
                  <c:v>0.987842</c:v>
                </c:pt>
                <c:pt idx="425">
                  <c:v>1.002362</c:v>
                </c:pt>
                <c:pt idx="426">
                  <c:v>1.02668</c:v>
                </c:pt>
                <c:pt idx="427">
                  <c:v>1.0093080000000001</c:v>
                </c:pt>
                <c:pt idx="428">
                  <c:v>0.99886070000000005</c:v>
                </c:pt>
                <c:pt idx="429">
                  <c:v>1.0032099999999999</c:v>
                </c:pt>
                <c:pt idx="430">
                  <c:v>0.99388279999999996</c:v>
                </c:pt>
                <c:pt idx="431">
                  <c:v>0.99515739999999997</c:v>
                </c:pt>
                <c:pt idx="432">
                  <c:v>0.99358860000000004</c:v>
                </c:pt>
                <c:pt idx="433">
                  <c:v>1.0126820000000001</c:v>
                </c:pt>
                <c:pt idx="434">
                  <c:v>0.98806689999999997</c:v>
                </c:pt>
                <c:pt idx="435">
                  <c:v>0.98433459999999995</c:v>
                </c:pt>
                <c:pt idx="436">
                  <c:v>0.98576960000000002</c:v>
                </c:pt>
                <c:pt idx="437">
                  <c:v>0.995452</c:v>
                </c:pt>
                <c:pt idx="438">
                  <c:v>1.0120929999999999</c:v>
                </c:pt>
                <c:pt idx="439">
                  <c:v>1.01023</c:v>
                </c:pt>
                <c:pt idx="440">
                  <c:v>0.98583949999999998</c:v>
                </c:pt>
                <c:pt idx="441">
                  <c:v>1.0109699999999999</c:v>
                </c:pt>
                <c:pt idx="442">
                  <c:v>1.0023690000000001</c:v>
                </c:pt>
                <c:pt idx="443">
                  <c:v>0.98731849999999999</c:v>
                </c:pt>
                <c:pt idx="444">
                  <c:v>1.0004379999999999</c:v>
                </c:pt>
                <c:pt idx="445">
                  <c:v>0.99804559999999998</c:v>
                </c:pt>
                <c:pt idx="446">
                  <c:v>0.99566500000000002</c:v>
                </c:pt>
                <c:pt idx="447">
                  <c:v>1.004213</c:v>
                </c:pt>
                <c:pt idx="448">
                  <c:v>0.99149949999999998</c:v>
                </c:pt>
                <c:pt idx="449">
                  <c:v>1.0053810000000001</c:v>
                </c:pt>
                <c:pt idx="450">
                  <c:v>0.99219760000000001</c:v>
                </c:pt>
                <c:pt idx="451">
                  <c:v>0.98429889999999998</c:v>
                </c:pt>
                <c:pt idx="452">
                  <c:v>1.0053639999999999</c:v>
                </c:pt>
                <c:pt idx="453">
                  <c:v>1.017436</c:v>
                </c:pt>
                <c:pt idx="454">
                  <c:v>0.99690970000000001</c:v>
                </c:pt>
                <c:pt idx="455">
                  <c:v>1.0014449999999999</c:v>
                </c:pt>
                <c:pt idx="456">
                  <c:v>0.98621329999999996</c:v>
                </c:pt>
                <c:pt idx="457">
                  <c:v>0.98731429999999998</c:v>
                </c:pt>
                <c:pt idx="458">
                  <c:v>1.004535</c:v>
                </c:pt>
                <c:pt idx="459">
                  <c:v>1.00285</c:v>
                </c:pt>
                <c:pt idx="460">
                  <c:v>1.0145029999999999</c:v>
                </c:pt>
                <c:pt idx="461">
                  <c:v>0.9950715</c:v>
                </c:pt>
                <c:pt idx="462">
                  <c:v>1.0085770000000001</c:v>
                </c:pt>
                <c:pt idx="463">
                  <c:v>0.9949346</c:v>
                </c:pt>
                <c:pt idx="464">
                  <c:v>0.99555199999999999</c:v>
                </c:pt>
                <c:pt idx="465">
                  <c:v>0.99928649999999997</c:v>
                </c:pt>
                <c:pt idx="466">
                  <c:v>0.98825560000000001</c:v>
                </c:pt>
                <c:pt idx="467">
                  <c:v>1.0031829999999999</c:v>
                </c:pt>
                <c:pt idx="468">
                  <c:v>0.98070369999999996</c:v>
                </c:pt>
                <c:pt idx="469">
                  <c:v>0.9873094</c:v>
                </c:pt>
                <c:pt idx="470">
                  <c:v>0.99759659999999994</c:v>
                </c:pt>
                <c:pt idx="471">
                  <c:v>1.006262</c:v>
                </c:pt>
                <c:pt idx="472">
                  <c:v>1.0195730000000001</c:v>
                </c:pt>
                <c:pt idx="473">
                  <c:v>1.00939</c:v>
                </c:pt>
                <c:pt idx="474">
                  <c:v>0.98488430000000005</c:v>
                </c:pt>
                <c:pt idx="475">
                  <c:v>1.008596</c:v>
                </c:pt>
                <c:pt idx="476">
                  <c:v>0.99374459999999998</c:v>
                </c:pt>
                <c:pt idx="477">
                  <c:v>1.010921</c:v>
                </c:pt>
                <c:pt idx="478">
                  <c:v>1.006704</c:v>
                </c:pt>
                <c:pt idx="479">
                  <c:v>0.99021610000000004</c:v>
                </c:pt>
                <c:pt idx="480">
                  <c:v>1.0087999999999999</c:v>
                </c:pt>
                <c:pt idx="481">
                  <c:v>1.011611</c:v>
                </c:pt>
                <c:pt idx="482">
                  <c:v>0.99139449999999996</c:v>
                </c:pt>
                <c:pt idx="483">
                  <c:v>1.0045580000000001</c:v>
                </c:pt>
                <c:pt idx="484">
                  <c:v>1.0227440000000001</c:v>
                </c:pt>
                <c:pt idx="485">
                  <c:v>1.012462</c:v>
                </c:pt>
                <c:pt idx="486">
                  <c:v>0.98122860000000001</c:v>
                </c:pt>
                <c:pt idx="487">
                  <c:v>1.018775</c:v>
                </c:pt>
                <c:pt idx="488">
                  <c:v>0.9800122</c:v>
                </c:pt>
                <c:pt idx="489">
                  <c:v>1.0170840000000001</c:v>
                </c:pt>
                <c:pt idx="490">
                  <c:v>1.013258</c:v>
                </c:pt>
                <c:pt idx="491">
                  <c:v>1.0288079999999999</c:v>
                </c:pt>
                <c:pt idx="492">
                  <c:v>0.99557209999999996</c:v>
                </c:pt>
                <c:pt idx="493">
                  <c:v>1.00037</c:v>
                </c:pt>
                <c:pt idx="494">
                  <c:v>1.005274</c:v>
                </c:pt>
                <c:pt idx="495">
                  <c:v>0.99170409999999998</c:v>
                </c:pt>
                <c:pt idx="496">
                  <c:v>1.0063770000000001</c:v>
                </c:pt>
                <c:pt idx="497">
                  <c:v>0.99487479999999995</c:v>
                </c:pt>
                <c:pt idx="498">
                  <c:v>0.99923600000000001</c:v>
                </c:pt>
                <c:pt idx="499">
                  <c:v>1.0000789999999999</c:v>
                </c:pt>
                <c:pt idx="500">
                  <c:v>0.99097299999999999</c:v>
                </c:pt>
                <c:pt idx="501">
                  <c:v>0.98073239999999995</c:v>
                </c:pt>
                <c:pt idx="502">
                  <c:v>1.0223789999999999</c:v>
                </c:pt>
                <c:pt idx="503">
                  <c:v>1.0074689999999999</c:v>
                </c:pt>
                <c:pt idx="504">
                  <c:v>1.02037</c:v>
                </c:pt>
                <c:pt idx="505">
                  <c:v>1.0172270000000001</c:v>
                </c:pt>
                <c:pt idx="506">
                  <c:v>0.98940850000000002</c:v>
                </c:pt>
                <c:pt idx="507">
                  <c:v>0.9877129</c:v>
                </c:pt>
                <c:pt idx="508">
                  <c:v>0.98704369999999997</c:v>
                </c:pt>
                <c:pt idx="509">
                  <c:v>0.9564513</c:v>
                </c:pt>
                <c:pt idx="510">
                  <c:v>1.018251</c:v>
                </c:pt>
                <c:pt idx="511">
                  <c:v>1.009666</c:v>
                </c:pt>
                <c:pt idx="512">
                  <c:v>0.99080380000000001</c:v>
                </c:pt>
                <c:pt idx="513">
                  <c:v>0.9985349</c:v>
                </c:pt>
                <c:pt idx="514">
                  <c:v>0.98939049999999995</c:v>
                </c:pt>
                <c:pt idx="515">
                  <c:v>1.004005</c:v>
                </c:pt>
                <c:pt idx="516">
                  <c:v>0.9964499</c:v>
                </c:pt>
              </c:numCache>
            </c:numRef>
          </c:yVal>
          <c:smooth val="1"/>
          <c:extLst>
            <c:ext xmlns:c16="http://schemas.microsoft.com/office/drawing/2014/chart" uri="{C3380CC4-5D6E-409C-BE32-E72D297353CC}">
              <c16:uniqueId val="{00000003-A11A-4853-94BF-4F7860A73A6E}"/>
            </c:ext>
          </c:extLst>
        </c:ser>
        <c:ser>
          <c:idx val="4"/>
          <c:order val="4"/>
          <c:tx>
            <c:strRef>
              <c:f>二体分布関数!$G$1</c:f>
              <c:strCache>
                <c:ptCount val="1"/>
                <c:pt idx="0">
                  <c:v>Ti-Be</c:v>
                </c:pt>
              </c:strCache>
            </c:strRef>
          </c:tx>
          <c:spPr>
            <a:ln w="19050" cap="rnd">
              <a:solidFill>
                <a:schemeClr val="accent5"/>
              </a:solidFill>
              <a:round/>
            </a:ln>
            <a:effectLst/>
          </c:spPr>
          <c:marker>
            <c:symbol val="none"/>
          </c:marker>
          <c:xVal>
            <c:numRef>
              <c:f>二体分布関数!$B$2:$B$1034</c:f>
              <c:numCache>
                <c:formatCode>0.00E+00</c:formatCode>
                <c:ptCount val="517"/>
                <c:pt idx="0">
                  <c:v>0.06</c:v>
                </c:pt>
                <c:pt idx="1">
                  <c:v>0.12</c:v>
                </c:pt>
                <c:pt idx="2">
                  <c:v>0.18</c:v>
                </c:pt>
                <c:pt idx="3">
                  <c:v>0.24</c:v>
                </c:pt>
                <c:pt idx="4">
                  <c:v>0.3</c:v>
                </c:pt>
                <c:pt idx="5">
                  <c:v>0.36</c:v>
                </c:pt>
                <c:pt idx="6">
                  <c:v>0.42</c:v>
                </c:pt>
                <c:pt idx="7">
                  <c:v>0.48</c:v>
                </c:pt>
                <c:pt idx="8">
                  <c:v>0.54</c:v>
                </c:pt>
                <c:pt idx="9">
                  <c:v>0.6</c:v>
                </c:pt>
                <c:pt idx="10">
                  <c:v>0.66</c:v>
                </c:pt>
                <c:pt idx="11">
                  <c:v>0.72</c:v>
                </c:pt>
                <c:pt idx="12">
                  <c:v>0.78</c:v>
                </c:pt>
                <c:pt idx="13">
                  <c:v>0.84</c:v>
                </c:pt>
                <c:pt idx="14">
                  <c:v>0.9</c:v>
                </c:pt>
                <c:pt idx="15">
                  <c:v>0.96</c:v>
                </c:pt>
                <c:pt idx="16" formatCode="General">
                  <c:v>1.02</c:v>
                </c:pt>
                <c:pt idx="17" formatCode="General">
                  <c:v>1.08</c:v>
                </c:pt>
                <c:pt idx="18" formatCode="General">
                  <c:v>1.1399999999999999</c:v>
                </c:pt>
                <c:pt idx="19" formatCode="General">
                  <c:v>1.2</c:v>
                </c:pt>
                <c:pt idx="20" formatCode="General">
                  <c:v>1.26</c:v>
                </c:pt>
                <c:pt idx="21" formatCode="General">
                  <c:v>1.32</c:v>
                </c:pt>
                <c:pt idx="22" formatCode="General">
                  <c:v>1.38</c:v>
                </c:pt>
                <c:pt idx="23" formatCode="General">
                  <c:v>1.44</c:v>
                </c:pt>
                <c:pt idx="24" formatCode="General">
                  <c:v>1.5</c:v>
                </c:pt>
                <c:pt idx="25" formatCode="General">
                  <c:v>1.56</c:v>
                </c:pt>
                <c:pt idx="26" formatCode="General">
                  <c:v>1.62</c:v>
                </c:pt>
                <c:pt idx="27" formatCode="General">
                  <c:v>1.68</c:v>
                </c:pt>
                <c:pt idx="28" formatCode="General">
                  <c:v>1.74</c:v>
                </c:pt>
                <c:pt idx="29" formatCode="General">
                  <c:v>1.8</c:v>
                </c:pt>
                <c:pt idx="30" formatCode="General">
                  <c:v>1.86</c:v>
                </c:pt>
                <c:pt idx="31" formatCode="General">
                  <c:v>1.92</c:v>
                </c:pt>
                <c:pt idx="32" formatCode="General">
                  <c:v>1.98</c:v>
                </c:pt>
                <c:pt idx="33" formatCode="General">
                  <c:v>2.04</c:v>
                </c:pt>
                <c:pt idx="34" formatCode="General">
                  <c:v>2.1</c:v>
                </c:pt>
                <c:pt idx="35" formatCode="General">
                  <c:v>2.16</c:v>
                </c:pt>
                <c:pt idx="36" formatCode="General">
                  <c:v>2.2200000000000002</c:v>
                </c:pt>
                <c:pt idx="37" formatCode="General">
                  <c:v>2.2799999999999998</c:v>
                </c:pt>
                <c:pt idx="38" formatCode="General">
                  <c:v>2.34</c:v>
                </c:pt>
                <c:pt idx="39" formatCode="General">
                  <c:v>2.4</c:v>
                </c:pt>
                <c:pt idx="40" formatCode="General">
                  <c:v>2.46</c:v>
                </c:pt>
                <c:pt idx="41" formatCode="General">
                  <c:v>2.52</c:v>
                </c:pt>
                <c:pt idx="42" formatCode="General">
                  <c:v>2.58</c:v>
                </c:pt>
                <c:pt idx="43" formatCode="General">
                  <c:v>2.64</c:v>
                </c:pt>
                <c:pt idx="44" formatCode="General">
                  <c:v>2.7</c:v>
                </c:pt>
                <c:pt idx="45" formatCode="General">
                  <c:v>2.76</c:v>
                </c:pt>
                <c:pt idx="46" formatCode="General">
                  <c:v>2.82</c:v>
                </c:pt>
                <c:pt idx="47" formatCode="General">
                  <c:v>2.88</c:v>
                </c:pt>
                <c:pt idx="48" formatCode="General">
                  <c:v>2.94</c:v>
                </c:pt>
                <c:pt idx="49" formatCode="General">
                  <c:v>3</c:v>
                </c:pt>
                <c:pt idx="50" formatCode="General">
                  <c:v>3.06</c:v>
                </c:pt>
                <c:pt idx="51" formatCode="General">
                  <c:v>3.12</c:v>
                </c:pt>
                <c:pt idx="52" formatCode="General">
                  <c:v>3.18</c:v>
                </c:pt>
                <c:pt idx="53" formatCode="General">
                  <c:v>3.24</c:v>
                </c:pt>
                <c:pt idx="54" formatCode="General">
                  <c:v>3.3</c:v>
                </c:pt>
                <c:pt idx="55" formatCode="General">
                  <c:v>3.36</c:v>
                </c:pt>
                <c:pt idx="56" formatCode="General">
                  <c:v>3.42</c:v>
                </c:pt>
                <c:pt idx="57" formatCode="General">
                  <c:v>3.48</c:v>
                </c:pt>
                <c:pt idx="58" formatCode="General">
                  <c:v>3.54</c:v>
                </c:pt>
                <c:pt idx="59" formatCode="General">
                  <c:v>3.6</c:v>
                </c:pt>
                <c:pt idx="60" formatCode="General">
                  <c:v>3.66</c:v>
                </c:pt>
                <c:pt idx="61" formatCode="General">
                  <c:v>3.72</c:v>
                </c:pt>
                <c:pt idx="62" formatCode="General">
                  <c:v>3.78</c:v>
                </c:pt>
                <c:pt idx="63" formatCode="General">
                  <c:v>3.84</c:v>
                </c:pt>
                <c:pt idx="64" formatCode="General">
                  <c:v>3.9</c:v>
                </c:pt>
                <c:pt idx="65" formatCode="General">
                  <c:v>3.96</c:v>
                </c:pt>
                <c:pt idx="66" formatCode="General">
                  <c:v>4.0199999999999996</c:v>
                </c:pt>
                <c:pt idx="67" formatCode="General">
                  <c:v>4.08</c:v>
                </c:pt>
                <c:pt idx="68" formatCode="General">
                  <c:v>4.1399999999999997</c:v>
                </c:pt>
                <c:pt idx="69" formatCode="General">
                  <c:v>4.2</c:v>
                </c:pt>
                <c:pt idx="70" formatCode="General">
                  <c:v>4.26</c:v>
                </c:pt>
                <c:pt idx="71" formatCode="General">
                  <c:v>4.32</c:v>
                </c:pt>
                <c:pt idx="72" formatCode="General">
                  <c:v>4.38</c:v>
                </c:pt>
                <c:pt idx="73" formatCode="General">
                  <c:v>4.4400000000000004</c:v>
                </c:pt>
                <c:pt idx="74" formatCode="General">
                  <c:v>4.5</c:v>
                </c:pt>
                <c:pt idx="75" formatCode="General">
                  <c:v>4.5599999999999996</c:v>
                </c:pt>
                <c:pt idx="76" formatCode="General">
                  <c:v>4.62</c:v>
                </c:pt>
                <c:pt idx="77" formatCode="General">
                  <c:v>4.68</c:v>
                </c:pt>
                <c:pt idx="78" formatCode="General">
                  <c:v>4.74</c:v>
                </c:pt>
                <c:pt idx="79" formatCode="General">
                  <c:v>4.8</c:v>
                </c:pt>
                <c:pt idx="80" formatCode="General">
                  <c:v>4.8600000000000003</c:v>
                </c:pt>
                <c:pt idx="81" formatCode="General">
                  <c:v>4.92</c:v>
                </c:pt>
                <c:pt idx="82" formatCode="General">
                  <c:v>4.9800000000000004</c:v>
                </c:pt>
                <c:pt idx="83" formatCode="General">
                  <c:v>5.04</c:v>
                </c:pt>
                <c:pt idx="84" formatCode="General">
                  <c:v>5.0999999999999996</c:v>
                </c:pt>
                <c:pt idx="85" formatCode="General">
                  <c:v>5.16</c:v>
                </c:pt>
                <c:pt idx="86" formatCode="General">
                  <c:v>5.22</c:v>
                </c:pt>
                <c:pt idx="87" formatCode="General">
                  <c:v>5.28</c:v>
                </c:pt>
                <c:pt idx="88" formatCode="General">
                  <c:v>5.34</c:v>
                </c:pt>
                <c:pt idx="89" formatCode="General">
                  <c:v>5.4</c:v>
                </c:pt>
                <c:pt idx="90" formatCode="General">
                  <c:v>5.46</c:v>
                </c:pt>
                <c:pt idx="91" formatCode="General">
                  <c:v>5.52</c:v>
                </c:pt>
                <c:pt idx="92" formatCode="General">
                  <c:v>5.58</c:v>
                </c:pt>
                <c:pt idx="93" formatCode="General">
                  <c:v>5.64</c:v>
                </c:pt>
                <c:pt idx="94" formatCode="General">
                  <c:v>5.7</c:v>
                </c:pt>
                <c:pt idx="95" formatCode="General">
                  <c:v>5.76</c:v>
                </c:pt>
                <c:pt idx="96" formatCode="General">
                  <c:v>5.82</c:v>
                </c:pt>
                <c:pt idx="97" formatCode="General">
                  <c:v>5.88</c:v>
                </c:pt>
                <c:pt idx="98" formatCode="General">
                  <c:v>5.94</c:v>
                </c:pt>
                <c:pt idx="99" formatCode="General">
                  <c:v>6</c:v>
                </c:pt>
                <c:pt idx="100" formatCode="General">
                  <c:v>6.06</c:v>
                </c:pt>
                <c:pt idx="101" formatCode="General">
                  <c:v>6.12</c:v>
                </c:pt>
                <c:pt idx="102" formatCode="General">
                  <c:v>6.18</c:v>
                </c:pt>
                <c:pt idx="103" formatCode="General">
                  <c:v>6.24</c:v>
                </c:pt>
                <c:pt idx="104" formatCode="General">
                  <c:v>6.3</c:v>
                </c:pt>
                <c:pt idx="105" formatCode="General">
                  <c:v>6.36</c:v>
                </c:pt>
                <c:pt idx="106" formatCode="General">
                  <c:v>6.42</c:v>
                </c:pt>
                <c:pt idx="107" formatCode="General">
                  <c:v>6.48</c:v>
                </c:pt>
                <c:pt idx="108" formatCode="General">
                  <c:v>6.54</c:v>
                </c:pt>
                <c:pt idx="109" formatCode="General">
                  <c:v>6.6</c:v>
                </c:pt>
                <c:pt idx="110" formatCode="General">
                  <c:v>6.66</c:v>
                </c:pt>
                <c:pt idx="111" formatCode="General">
                  <c:v>6.72</c:v>
                </c:pt>
                <c:pt idx="112" formatCode="General">
                  <c:v>6.78</c:v>
                </c:pt>
                <c:pt idx="113" formatCode="General">
                  <c:v>6.84</c:v>
                </c:pt>
                <c:pt idx="114" formatCode="General">
                  <c:v>6.9</c:v>
                </c:pt>
                <c:pt idx="115" formatCode="General">
                  <c:v>6.96</c:v>
                </c:pt>
                <c:pt idx="116" formatCode="General">
                  <c:v>7.02</c:v>
                </c:pt>
                <c:pt idx="117" formatCode="General">
                  <c:v>7.08</c:v>
                </c:pt>
                <c:pt idx="118" formatCode="General">
                  <c:v>7.14</c:v>
                </c:pt>
                <c:pt idx="119" formatCode="General">
                  <c:v>7.2</c:v>
                </c:pt>
                <c:pt idx="120" formatCode="General">
                  <c:v>7.26</c:v>
                </c:pt>
                <c:pt idx="121" formatCode="General">
                  <c:v>7.32</c:v>
                </c:pt>
                <c:pt idx="122" formatCode="General">
                  <c:v>7.38</c:v>
                </c:pt>
                <c:pt idx="123" formatCode="General">
                  <c:v>7.44</c:v>
                </c:pt>
                <c:pt idx="124" formatCode="General">
                  <c:v>7.5</c:v>
                </c:pt>
                <c:pt idx="125" formatCode="General">
                  <c:v>7.56</c:v>
                </c:pt>
                <c:pt idx="126" formatCode="General">
                  <c:v>7.62</c:v>
                </c:pt>
                <c:pt idx="127" formatCode="General">
                  <c:v>7.68</c:v>
                </c:pt>
                <c:pt idx="128" formatCode="General">
                  <c:v>7.74</c:v>
                </c:pt>
                <c:pt idx="129" formatCode="General">
                  <c:v>7.8</c:v>
                </c:pt>
                <c:pt idx="130" formatCode="General">
                  <c:v>7.86</c:v>
                </c:pt>
                <c:pt idx="131" formatCode="General">
                  <c:v>7.92</c:v>
                </c:pt>
                <c:pt idx="132" formatCode="General">
                  <c:v>7.98</c:v>
                </c:pt>
                <c:pt idx="133" formatCode="General">
                  <c:v>8.0399999999999991</c:v>
                </c:pt>
                <c:pt idx="134" formatCode="General">
                  <c:v>8.0999990000000004</c:v>
                </c:pt>
                <c:pt idx="135" formatCode="General">
                  <c:v>8.16</c:v>
                </c:pt>
                <c:pt idx="136" formatCode="General">
                  <c:v>8.2200000000000006</c:v>
                </c:pt>
                <c:pt idx="137" formatCode="General">
                  <c:v>8.2799999999999994</c:v>
                </c:pt>
                <c:pt idx="138" formatCode="General">
                  <c:v>8.34</c:v>
                </c:pt>
                <c:pt idx="139" formatCode="General">
                  <c:v>8.4</c:v>
                </c:pt>
                <c:pt idx="140" formatCode="General">
                  <c:v>8.4600000000000009</c:v>
                </c:pt>
                <c:pt idx="141" formatCode="General">
                  <c:v>8.52</c:v>
                </c:pt>
                <c:pt idx="142" formatCode="General">
                  <c:v>8.58</c:v>
                </c:pt>
                <c:pt idx="143" formatCode="General">
                  <c:v>8.6399989999999995</c:v>
                </c:pt>
                <c:pt idx="144" formatCode="General">
                  <c:v>8.6999999999999993</c:v>
                </c:pt>
                <c:pt idx="145" formatCode="General">
                  <c:v>8.76</c:v>
                </c:pt>
                <c:pt idx="146" formatCode="General">
                  <c:v>8.82</c:v>
                </c:pt>
                <c:pt idx="147" formatCode="General">
                  <c:v>8.8800000000000008</c:v>
                </c:pt>
                <c:pt idx="148" formatCode="General">
                  <c:v>8.94</c:v>
                </c:pt>
                <c:pt idx="149" formatCode="General">
                  <c:v>9</c:v>
                </c:pt>
                <c:pt idx="150" formatCode="General">
                  <c:v>9.0599989999999995</c:v>
                </c:pt>
                <c:pt idx="151" formatCode="General">
                  <c:v>9.1199999999999992</c:v>
                </c:pt>
                <c:pt idx="152" formatCode="General">
                  <c:v>9.1799990000000005</c:v>
                </c:pt>
                <c:pt idx="153" formatCode="General">
                  <c:v>9.24</c:v>
                </c:pt>
                <c:pt idx="154" formatCode="General">
                  <c:v>9.3000000000000007</c:v>
                </c:pt>
                <c:pt idx="155" formatCode="General">
                  <c:v>9.36</c:v>
                </c:pt>
                <c:pt idx="156" formatCode="General">
                  <c:v>9.42</c:v>
                </c:pt>
                <c:pt idx="157" formatCode="General">
                  <c:v>9.48</c:v>
                </c:pt>
                <c:pt idx="158" formatCode="General">
                  <c:v>9.5399999999999991</c:v>
                </c:pt>
                <c:pt idx="159" formatCode="General">
                  <c:v>9.5999990000000004</c:v>
                </c:pt>
                <c:pt idx="160" formatCode="General">
                  <c:v>9.66</c:v>
                </c:pt>
                <c:pt idx="161" formatCode="General">
                  <c:v>9.7199989999999996</c:v>
                </c:pt>
                <c:pt idx="162" formatCode="General">
                  <c:v>9.7799999999999994</c:v>
                </c:pt>
                <c:pt idx="163" formatCode="General">
                  <c:v>9.84</c:v>
                </c:pt>
                <c:pt idx="164" formatCode="General">
                  <c:v>9.9</c:v>
                </c:pt>
                <c:pt idx="165" formatCode="General">
                  <c:v>9.9600000000000009</c:v>
                </c:pt>
                <c:pt idx="166" formatCode="General">
                  <c:v>10.02</c:v>
                </c:pt>
                <c:pt idx="167" formatCode="General">
                  <c:v>10.08</c:v>
                </c:pt>
                <c:pt idx="168" formatCode="General">
                  <c:v>10.14</c:v>
                </c:pt>
                <c:pt idx="169" formatCode="General">
                  <c:v>10.199999999999999</c:v>
                </c:pt>
                <c:pt idx="170" formatCode="General">
                  <c:v>10.26</c:v>
                </c:pt>
                <c:pt idx="171" formatCode="General">
                  <c:v>10.32</c:v>
                </c:pt>
                <c:pt idx="172" formatCode="General">
                  <c:v>10.38</c:v>
                </c:pt>
                <c:pt idx="173" formatCode="General">
                  <c:v>10.44</c:v>
                </c:pt>
                <c:pt idx="174" formatCode="General">
                  <c:v>10.5</c:v>
                </c:pt>
                <c:pt idx="175" formatCode="General">
                  <c:v>10.56</c:v>
                </c:pt>
                <c:pt idx="176" formatCode="General">
                  <c:v>10.62</c:v>
                </c:pt>
                <c:pt idx="177" formatCode="General">
                  <c:v>10.68</c:v>
                </c:pt>
                <c:pt idx="178" formatCode="General">
                  <c:v>10.74</c:v>
                </c:pt>
                <c:pt idx="179" formatCode="General">
                  <c:v>10.8</c:v>
                </c:pt>
                <c:pt idx="180" formatCode="General">
                  <c:v>10.86</c:v>
                </c:pt>
                <c:pt idx="181" formatCode="General">
                  <c:v>10.92</c:v>
                </c:pt>
                <c:pt idx="182" formatCode="General">
                  <c:v>10.98</c:v>
                </c:pt>
                <c:pt idx="183" formatCode="General">
                  <c:v>11.04</c:v>
                </c:pt>
                <c:pt idx="184" formatCode="General">
                  <c:v>11.1</c:v>
                </c:pt>
                <c:pt idx="185" formatCode="General">
                  <c:v>11.16</c:v>
                </c:pt>
                <c:pt idx="186" formatCode="General">
                  <c:v>11.22</c:v>
                </c:pt>
                <c:pt idx="187" formatCode="General">
                  <c:v>11.28</c:v>
                </c:pt>
                <c:pt idx="188" formatCode="General">
                  <c:v>11.34</c:v>
                </c:pt>
                <c:pt idx="189" formatCode="General">
                  <c:v>11.4</c:v>
                </c:pt>
                <c:pt idx="190" formatCode="General">
                  <c:v>11.46</c:v>
                </c:pt>
                <c:pt idx="191" formatCode="General">
                  <c:v>11.52</c:v>
                </c:pt>
                <c:pt idx="192" formatCode="General">
                  <c:v>11.58</c:v>
                </c:pt>
                <c:pt idx="193" formatCode="General">
                  <c:v>11.64</c:v>
                </c:pt>
                <c:pt idx="194" formatCode="General">
                  <c:v>11.7</c:v>
                </c:pt>
                <c:pt idx="195" formatCode="General">
                  <c:v>11.76</c:v>
                </c:pt>
                <c:pt idx="196" formatCode="General">
                  <c:v>11.82</c:v>
                </c:pt>
                <c:pt idx="197" formatCode="General">
                  <c:v>11.88</c:v>
                </c:pt>
                <c:pt idx="198" formatCode="General">
                  <c:v>11.94</c:v>
                </c:pt>
                <c:pt idx="199" formatCode="General">
                  <c:v>12</c:v>
                </c:pt>
                <c:pt idx="200" formatCode="General">
                  <c:v>12.06</c:v>
                </c:pt>
                <c:pt idx="201" formatCode="General">
                  <c:v>12.12</c:v>
                </c:pt>
                <c:pt idx="202" formatCode="General">
                  <c:v>12.18</c:v>
                </c:pt>
                <c:pt idx="203" formatCode="General">
                  <c:v>12.24</c:v>
                </c:pt>
                <c:pt idx="204" formatCode="General">
                  <c:v>12.3</c:v>
                </c:pt>
                <c:pt idx="205" formatCode="General">
                  <c:v>12.36</c:v>
                </c:pt>
                <c:pt idx="206" formatCode="General">
                  <c:v>12.42</c:v>
                </c:pt>
                <c:pt idx="207" formatCode="General">
                  <c:v>12.48</c:v>
                </c:pt>
                <c:pt idx="208" formatCode="General">
                  <c:v>12.54</c:v>
                </c:pt>
                <c:pt idx="209" formatCode="General">
                  <c:v>12.6</c:v>
                </c:pt>
                <c:pt idx="210" formatCode="General">
                  <c:v>12.66</c:v>
                </c:pt>
                <c:pt idx="211" formatCode="General">
                  <c:v>12.72</c:v>
                </c:pt>
                <c:pt idx="212" formatCode="General">
                  <c:v>12.78</c:v>
                </c:pt>
                <c:pt idx="213" formatCode="General">
                  <c:v>12.84</c:v>
                </c:pt>
                <c:pt idx="214" formatCode="General">
                  <c:v>12.9</c:v>
                </c:pt>
                <c:pt idx="215" formatCode="General">
                  <c:v>12.96</c:v>
                </c:pt>
                <c:pt idx="216" formatCode="General">
                  <c:v>13.02</c:v>
                </c:pt>
                <c:pt idx="217" formatCode="General">
                  <c:v>13.08</c:v>
                </c:pt>
                <c:pt idx="218" formatCode="General">
                  <c:v>13.14</c:v>
                </c:pt>
                <c:pt idx="219" formatCode="General">
                  <c:v>13.2</c:v>
                </c:pt>
                <c:pt idx="220" formatCode="General">
                  <c:v>13.26</c:v>
                </c:pt>
                <c:pt idx="221" formatCode="General">
                  <c:v>13.32</c:v>
                </c:pt>
                <c:pt idx="222" formatCode="General">
                  <c:v>13.38</c:v>
                </c:pt>
                <c:pt idx="223" formatCode="General">
                  <c:v>13.44</c:v>
                </c:pt>
                <c:pt idx="224" formatCode="General">
                  <c:v>13.5</c:v>
                </c:pt>
                <c:pt idx="225" formatCode="General">
                  <c:v>13.56</c:v>
                </c:pt>
                <c:pt idx="226" formatCode="General">
                  <c:v>13.62</c:v>
                </c:pt>
                <c:pt idx="227" formatCode="General">
                  <c:v>13.68</c:v>
                </c:pt>
                <c:pt idx="228" formatCode="General">
                  <c:v>13.74</c:v>
                </c:pt>
                <c:pt idx="229" formatCode="General">
                  <c:v>13.8</c:v>
                </c:pt>
                <c:pt idx="230" formatCode="General">
                  <c:v>13.86</c:v>
                </c:pt>
                <c:pt idx="231" formatCode="General">
                  <c:v>13.92</c:v>
                </c:pt>
                <c:pt idx="232" formatCode="General">
                  <c:v>13.98</c:v>
                </c:pt>
                <c:pt idx="233" formatCode="General">
                  <c:v>14.04</c:v>
                </c:pt>
                <c:pt idx="234" formatCode="General">
                  <c:v>14.1</c:v>
                </c:pt>
                <c:pt idx="235" formatCode="General">
                  <c:v>14.16</c:v>
                </c:pt>
                <c:pt idx="236" formatCode="General">
                  <c:v>14.22</c:v>
                </c:pt>
                <c:pt idx="237" formatCode="General">
                  <c:v>14.28</c:v>
                </c:pt>
                <c:pt idx="238" formatCode="General">
                  <c:v>14.34</c:v>
                </c:pt>
                <c:pt idx="239" formatCode="General">
                  <c:v>14.4</c:v>
                </c:pt>
                <c:pt idx="240" formatCode="General">
                  <c:v>14.46</c:v>
                </c:pt>
                <c:pt idx="241" formatCode="General">
                  <c:v>14.52</c:v>
                </c:pt>
                <c:pt idx="242" formatCode="General">
                  <c:v>14.58</c:v>
                </c:pt>
                <c:pt idx="243" formatCode="General">
                  <c:v>14.64</c:v>
                </c:pt>
                <c:pt idx="244" formatCode="General">
                  <c:v>14.7</c:v>
                </c:pt>
                <c:pt idx="245" formatCode="General">
                  <c:v>14.76</c:v>
                </c:pt>
                <c:pt idx="246" formatCode="General">
                  <c:v>14.82</c:v>
                </c:pt>
                <c:pt idx="247" formatCode="General">
                  <c:v>14.88</c:v>
                </c:pt>
                <c:pt idx="248" formatCode="General">
                  <c:v>14.94</c:v>
                </c:pt>
                <c:pt idx="249" formatCode="General">
                  <c:v>15</c:v>
                </c:pt>
                <c:pt idx="250" formatCode="General">
                  <c:v>15.06</c:v>
                </c:pt>
                <c:pt idx="251" formatCode="General">
                  <c:v>15.12</c:v>
                </c:pt>
                <c:pt idx="252" formatCode="General">
                  <c:v>15.18</c:v>
                </c:pt>
                <c:pt idx="253" formatCode="General">
                  <c:v>15.24</c:v>
                </c:pt>
                <c:pt idx="254" formatCode="General">
                  <c:v>15.3</c:v>
                </c:pt>
                <c:pt idx="255" formatCode="General">
                  <c:v>15.36</c:v>
                </c:pt>
                <c:pt idx="256" formatCode="General">
                  <c:v>15.42</c:v>
                </c:pt>
                <c:pt idx="257" formatCode="General">
                  <c:v>15.48</c:v>
                </c:pt>
                <c:pt idx="258" formatCode="General">
                  <c:v>15.54</c:v>
                </c:pt>
                <c:pt idx="259" formatCode="General">
                  <c:v>15.6</c:v>
                </c:pt>
                <c:pt idx="260" formatCode="General">
                  <c:v>15.66</c:v>
                </c:pt>
                <c:pt idx="261" formatCode="General">
                  <c:v>15.72</c:v>
                </c:pt>
                <c:pt idx="262" formatCode="General">
                  <c:v>15.78</c:v>
                </c:pt>
                <c:pt idx="263" formatCode="General">
                  <c:v>15.84</c:v>
                </c:pt>
                <c:pt idx="264" formatCode="General">
                  <c:v>15.9</c:v>
                </c:pt>
                <c:pt idx="265" formatCode="General">
                  <c:v>15.96</c:v>
                </c:pt>
                <c:pt idx="266" formatCode="General">
                  <c:v>16.02</c:v>
                </c:pt>
                <c:pt idx="267" formatCode="General">
                  <c:v>16.079999999999998</c:v>
                </c:pt>
                <c:pt idx="268" formatCode="General">
                  <c:v>16.14</c:v>
                </c:pt>
                <c:pt idx="269" formatCode="General">
                  <c:v>16.2</c:v>
                </c:pt>
                <c:pt idx="270" formatCode="General">
                  <c:v>16.260000000000002</c:v>
                </c:pt>
                <c:pt idx="271" formatCode="General">
                  <c:v>16.32</c:v>
                </c:pt>
                <c:pt idx="272" formatCode="General">
                  <c:v>16.38</c:v>
                </c:pt>
                <c:pt idx="273" formatCode="General">
                  <c:v>16.440000000000001</c:v>
                </c:pt>
                <c:pt idx="274" formatCode="General">
                  <c:v>16.5</c:v>
                </c:pt>
                <c:pt idx="275" formatCode="General">
                  <c:v>16.559999999999999</c:v>
                </c:pt>
                <c:pt idx="276" formatCode="General">
                  <c:v>16.62</c:v>
                </c:pt>
                <c:pt idx="277" formatCode="General">
                  <c:v>16.68</c:v>
                </c:pt>
                <c:pt idx="278" formatCode="General">
                  <c:v>16.739999999999998</c:v>
                </c:pt>
                <c:pt idx="279" formatCode="General">
                  <c:v>16.8</c:v>
                </c:pt>
                <c:pt idx="280" formatCode="General">
                  <c:v>16.86</c:v>
                </c:pt>
                <c:pt idx="281" formatCode="General">
                  <c:v>16.920000000000002</c:v>
                </c:pt>
                <c:pt idx="282" formatCode="General">
                  <c:v>16.98</c:v>
                </c:pt>
                <c:pt idx="283" formatCode="General">
                  <c:v>17.04</c:v>
                </c:pt>
                <c:pt idx="284" formatCode="General">
                  <c:v>17.100000000000001</c:v>
                </c:pt>
                <c:pt idx="285" formatCode="General">
                  <c:v>17.16</c:v>
                </c:pt>
                <c:pt idx="286" formatCode="General">
                  <c:v>17.22</c:v>
                </c:pt>
                <c:pt idx="287" formatCode="General">
                  <c:v>17.28</c:v>
                </c:pt>
                <c:pt idx="288" formatCode="General">
                  <c:v>17.34</c:v>
                </c:pt>
                <c:pt idx="289" formatCode="General">
                  <c:v>17.399999999999999</c:v>
                </c:pt>
                <c:pt idx="290" formatCode="General">
                  <c:v>17.46</c:v>
                </c:pt>
                <c:pt idx="291" formatCode="General">
                  <c:v>17.52</c:v>
                </c:pt>
                <c:pt idx="292" formatCode="General">
                  <c:v>17.579999999999998</c:v>
                </c:pt>
                <c:pt idx="293" formatCode="General">
                  <c:v>17.64</c:v>
                </c:pt>
                <c:pt idx="294" formatCode="General">
                  <c:v>17.7</c:v>
                </c:pt>
                <c:pt idx="295" formatCode="General">
                  <c:v>17.760000000000002</c:v>
                </c:pt>
                <c:pt idx="296" formatCode="General">
                  <c:v>17.82</c:v>
                </c:pt>
                <c:pt idx="297" formatCode="General">
                  <c:v>17.88</c:v>
                </c:pt>
                <c:pt idx="298" formatCode="General">
                  <c:v>17.940000000000001</c:v>
                </c:pt>
                <c:pt idx="299" formatCode="General">
                  <c:v>18</c:v>
                </c:pt>
                <c:pt idx="300" formatCode="General">
                  <c:v>18.059999999999999</c:v>
                </c:pt>
                <c:pt idx="301" formatCode="General">
                  <c:v>18.12</c:v>
                </c:pt>
                <c:pt idx="302" formatCode="General">
                  <c:v>18.18</c:v>
                </c:pt>
                <c:pt idx="303" formatCode="General">
                  <c:v>18.239999999999998</c:v>
                </c:pt>
                <c:pt idx="304" formatCode="General">
                  <c:v>18.3</c:v>
                </c:pt>
                <c:pt idx="305" formatCode="General">
                  <c:v>18.36</c:v>
                </c:pt>
                <c:pt idx="306" formatCode="General">
                  <c:v>18.420000000000002</c:v>
                </c:pt>
                <c:pt idx="307" formatCode="General">
                  <c:v>18.48</c:v>
                </c:pt>
                <c:pt idx="308" formatCode="General">
                  <c:v>18.54</c:v>
                </c:pt>
                <c:pt idx="309" formatCode="General">
                  <c:v>18.600000000000001</c:v>
                </c:pt>
                <c:pt idx="310" formatCode="General">
                  <c:v>18.66</c:v>
                </c:pt>
                <c:pt idx="311" formatCode="General">
                  <c:v>18.72</c:v>
                </c:pt>
                <c:pt idx="312" formatCode="General">
                  <c:v>18.78</c:v>
                </c:pt>
                <c:pt idx="313" formatCode="General">
                  <c:v>18.84</c:v>
                </c:pt>
                <c:pt idx="314" formatCode="General">
                  <c:v>18.899999999999999</c:v>
                </c:pt>
                <c:pt idx="315" formatCode="General">
                  <c:v>18.96</c:v>
                </c:pt>
                <c:pt idx="316" formatCode="General">
                  <c:v>19.02</c:v>
                </c:pt>
                <c:pt idx="317" formatCode="General">
                  <c:v>19.079999999999998</c:v>
                </c:pt>
                <c:pt idx="318" formatCode="General">
                  <c:v>19.14</c:v>
                </c:pt>
                <c:pt idx="319" formatCode="General">
                  <c:v>19.2</c:v>
                </c:pt>
                <c:pt idx="320" formatCode="General">
                  <c:v>19.260000000000002</c:v>
                </c:pt>
                <c:pt idx="321" formatCode="General">
                  <c:v>19.32</c:v>
                </c:pt>
                <c:pt idx="322" formatCode="General">
                  <c:v>19.38</c:v>
                </c:pt>
                <c:pt idx="323" formatCode="General">
                  <c:v>19.440000000000001</c:v>
                </c:pt>
                <c:pt idx="324" formatCode="General">
                  <c:v>19.5</c:v>
                </c:pt>
                <c:pt idx="325" formatCode="General">
                  <c:v>19.559999999999999</c:v>
                </c:pt>
                <c:pt idx="326" formatCode="General">
                  <c:v>19.62</c:v>
                </c:pt>
                <c:pt idx="327" formatCode="General">
                  <c:v>19.68</c:v>
                </c:pt>
                <c:pt idx="328" formatCode="General">
                  <c:v>19.739999999999998</c:v>
                </c:pt>
                <c:pt idx="329" formatCode="General">
                  <c:v>19.8</c:v>
                </c:pt>
                <c:pt idx="330" formatCode="General">
                  <c:v>19.86</c:v>
                </c:pt>
                <c:pt idx="331" formatCode="General">
                  <c:v>19.920000000000002</c:v>
                </c:pt>
                <c:pt idx="332" formatCode="General">
                  <c:v>19.98</c:v>
                </c:pt>
                <c:pt idx="333" formatCode="General">
                  <c:v>20.04</c:v>
                </c:pt>
                <c:pt idx="334" formatCode="General">
                  <c:v>20.100000000000001</c:v>
                </c:pt>
                <c:pt idx="335" formatCode="General">
                  <c:v>20.16</c:v>
                </c:pt>
                <c:pt idx="336" formatCode="General">
                  <c:v>20.22</c:v>
                </c:pt>
                <c:pt idx="337" formatCode="General">
                  <c:v>20.28</c:v>
                </c:pt>
                <c:pt idx="338" formatCode="General">
                  <c:v>20.34</c:v>
                </c:pt>
                <c:pt idx="339" formatCode="General">
                  <c:v>20.399999999999999</c:v>
                </c:pt>
                <c:pt idx="340" formatCode="General">
                  <c:v>20.46</c:v>
                </c:pt>
                <c:pt idx="341" formatCode="General">
                  <c:v>20.52</c:v>
                </c:pt>
                <c:pt idx="342" formatCode="General">
                  <c:v>20.58</c:v>
                </c:pt>
                <c:pt idx="343" formatCode="General">
                  <c:v>20.64</c:v>
                </c:pt>
                <c:pt idx="344" formatCode="General">
                  <c:v>20.7</c:v>
                </c:pt>
                <c:pt idx="345" formatCode="General">
                  <c:v>20.76</c:v>
                </c:pt>
                <c:pt idx="346" formatCode="General">
                  <c:v>20.82</c:v>
                </c:pt>
                <c:pt idx="347" formatCode="General">
                  <c:v>20.88</c:v>
                </c:pt>
                <c:pt idx="348" formatCode="General">
                  <c:v>20.94</c:v>
                </c:pt>
                <c:pt idx="349" formatCode="General">
                  <c:v>21</c:v>
                </c:pt>
                <c:pt idx="350" formatCode="General">
                  <c:v>21.06</c:v>
                </c:pt>
                <c:pt idx="351" formatCode="General">
                  <c:v>21.12</c:v>
                </c:pt>
                <c:pt idx="352" formatCode="General">
                  <c:v>21.18</c:v>
                </c:pt>
                <c:pt idx="353" formatCode="General">
                  <c:v>21.24</c:v>
                </c:pt>
                <c:pt idx="354" formatCode="General">
                  <c:v>21.3</c:v>
                </c:pt>
                <c:pt idx="355" formatCode="General">
                  <c:v>21.36</c:v>
                </c:pt>
                <c:pt idx="356" formatCode="General">
                  <c:v>21.42</c:v>
                </c:pt>
                <c:pt idx="357" formatCode="General">
                  <c:v>21.48</c:v>
                </c:pt>
                <c:pt idx="358" formatCode="General">
                  <c:v>21.54</c:v>
                </c:pt>
                <c:pt idx="359" formatCode="General">
                  <c:v>21.6</c:v>
                </c:pt>
                <c:pt idx="360" formatCode="General">
                  <c:v>21.66</c:v>
                </c:pt>
                <c:pt idx="361" formatCode="General">
                  <c:v>21.72</c:v>
                </c:pt>
                <c:pt idx="362" formatCode="General">
                  <c:v>21.78</c:v>
                </c:pt>
                <c:pt idx="363" formatCode="General">
                  <c:v>21.84</c:v>
                </c:pt>
                <c:pt idx="364" formatCode="General">
                  <c:v>21.9</c:v>
                </c:pt>
                <c:pt idx="365" formatCode="General">
                  <c:v>21.96</c:v>
                </c:pt>
                <c:pt idx="366" formatCode="General">
                  <c:v>22.02</c:v>
                </c:pt>
                <c:pt idx="367" formatCode="General">
                  <c:v>22.08</c:v>
                </c:pt>
                <c:pt idx="368" formatCode="General">
                  <c:v>22.14</c:v>
                </c:pt>
                <c:pt idx="369" formatCode="General">
                  <c:v>22.2</c:v>
                </c:pt>
                <c:pt idx="370" formatCode="General">
                  <c:v>22.26</c:v>
                </c:pt>
                <c:pt idx="371" formatCode="General">
                  <c:v>22.32</c:v>
                </c:pt>
                <c:pt idx="372" formatCode="General">
                  <c:v>22.38</c:v>
                </c:pt>
                <c:pt idx="373" formatCode="General">
                  <c:v>22.44</c:v>
                </c:pt>
                <c:pt idx="374" formatCode="General">
                  <c:v>22.5</c:v>
                </c:pt>
                <c:pt idx="375" formatCode="General">
                  <c:v>22.56</c:v>
                </c:pt>
                <c:pt idx="376" formatCode="General">
                  <c:v>22.62</c:v>
                </c:pt>
                <c:pt idx="377" formatCode="General">
                  <c:v>22.68</c:v>
                </c:pt>
                <c:pt idx="378" formatCode="General">
                  <c:v>22.74</c:v>
                </c:pt>
                <c:pt idx="379" formatCode="General">
                  <c:v>22.8</c:v>
                </c:pt>
                <c:pt idx="380" formatCode="General">
                  <c:v>22.86</c:v>
                </c:pt>
                <c:pt idx="381" formatCode="General">
                  <c:v>22.92</c:v>
                </c:pt>
                <c:pt idx="382" formatCode="General">
                  <c:v>22.98</c:v>
                </c:pt>
                <c:pt idx="383" formatCode="General">
                  <c:v>23.04</c:v>
                </c:pt>
                <c:pt idx="384" formatCode="General">
                  <c:v>23.1</c:v>
                </c:pt>
                <c:pt idx="385" formatCode="General">
                  <c:v>23.16</c:v>
                </c:pt>
                <c:pt idx="386" formatCode="General">
                  <c:v>23.22</c:v>
                </c:pt>
                <c:pt idx="387" formatCode="General">
                  <c:v>23.28</c:v>
                </c:pt>
                <c:pt idx="388" formatCode="General">
                  <c:v>23.34</c:v>
                </c:pt>
                <c:pt idx="389" formatCode="General">
                  <c:v>23.4</c:v>
                </c:pt>
                <c:pt idx="390" formatCode="General">
                  <c:v>23.46</c:v>
                </c:pt>
                <c:pt idx="391" formatCode="General">
                  <c:v>23.52</c:v>
                </c:pt>
                <c:pt idx="392" formatCode="General">
                  <c:v>23.58</c:v>
                </c:pt>
                <c:pt idx="393" formatCode="General">
                  <c:v>23.64</c:v>
                </c:pt>
                <c:pt idx="394" formatCode="General">
                  <c:v>23.7</c:v>
                </c:pt>
                <c:pt idx="395" formatCode="General">
                  <c:v>23.76</c:v>
                </c:pt>
                <c:pt idx="396" formatCode="General">
                  <c:v>23.82</c:v>
                </c:pt>
                <c:pt idx="397" formatCode="General">
                  <c:v>23.88</c:v>
                </c:pt>
                <c:pt idx="398" formatCode="General">
                  <c:v>23.94</c:v>
                </c:pt>
                <c:pt idx="399" formatCode="General">
                  <c:v>24</c:v>
                </c:pt>
                <c:pt idx="400" formatCode="General">
                  <c:v>24.06</c:v>
                </c:pt>
                <c:pt idx="401" formatCode="General">
                  <c:v>24.12</c:v>
                </c:pt>
                <c:pt idx="402" formatCode="General">
                  <c:v>24.18</c:v>
                </c:pt>
                <c:pt idx="403" formatCode="General">
                  <c:v>24.24</c:v>
                </c:pt>
                <c:pt idx="404" formatCode="General">
                  <c:v>24.3</c:v>
                </c:pt>
                <c:pt idx="405" formatCode="General">
                  <c:v>24.36</c:v>
                </c:pt>
                <c:pt idx="406" formatCode="General">
                  <c:v>24.42</c:v>
                </c:pt>
                <c:pt idx="407" formatCode="General">
                  <c:v>24.48</c:v>
                </c:pt>
                <c:pt idx="408" formatCode="General">
                  <c:v>24.54</c:v>
                </c:pt>
                <c:pt idx="409" formatCode="General">
                  <c:v>24.6</c:v>
                </c:pt>
                <c:pt idx="410" formatCode="General">
                  <c:v>24.66</c:v>
                </c:pt>
                <c:pt idx="411" formatCode="General">
                  <c:v>24.72</c:v>
                </c:pt>
                <c:pt idx="412" formatCode="General">
                  <c:v>24.78</c:v>
                </c:pt>
                <c:pt idx="413" formatCode="General">
                  <c:v>24.84</c:v>
                </c:pt>
                <c:pt idx="414" formatCode="General">
                  <c:v>24.9</c:v>
                </c:pt>
                <c:pt idx="415" formatCode="General">
                  <c:v>24.96</c:v>
                </c:pt>
                <c:pt idx="416" formatCode="General">
                  <c:v>25.02</c:v>
                </c:pt>
                <c:pt idx="417" formatCode="General">
                  <c:v>25.08</c:v>
                </c:pt>
                <c:pt idx="418" formatCode="General">
                  <c:v>25.14</c:v>
                </c:pt>
                <c:pt idx="419" formatCode="General">
                  <c:v>25.2</c:v>
                </c:pt>
                <c:pt idx="420" formatCode="General">
                  <c:v>25.26</c:v>
                </c:pt>
                <c:pt idx="421" formatCode="General">
                  <c:v>25.32</c:v>
                </c:pt>
                <c:pt idx="422" formatCode="General">
                  <c:v>25.38</c:v>
                </c:pt>
                <c:pt idx="423" formatCode="General">
                  <c:v>25.44</c:v>
                </c:pt>
                <c:pt idx="424" formatCode="General">
                  <c:v>25.5</c:v>
                </c:pt>
                <c:pt idx="425" formatCode="General">
                  <c:v>25.56</c:v>
                </c:pt>
                <c:pt idx="426" formatCode="General">
                  <c:v>25.62</c:v>
                </c:pt>
                <c:pt idx="427" formatCode="General">
                  <c:v>25.68</c:v>
                </c:pt>
                <c:pt idx="428" formatCode="General">
                  <c:v>25.74</c:v>
                </c:pt>
                <c:pt idx="429" formatCode="General">
                  <c:v>25.8</c:v>
                </c:pt>
                <c:pt idx="430" formatCode="General">
                  <c:v>25.86</c:v>
                </c:pt>
                <c:pt idx="431" formatCode="General">
                  <c:v>25.92</c:v>
                </c:pt>
                <c:pt idx="432" formatCode="General">
                  <c:v>25.98</c:v>
                </c:pt>
                <c:pt idx="433" formatCode="General">
                  <c:v>26.04</c:v>
                </c:pt>
                <c:pt idx="434" formatCode="General">
                  <c:v>26.1</c:v>
                </c:pt>
                <c:pt idx="435" formatCode="General">
                  <c:v>26.16</c:v>
                </c:pt>
                <c:pt idx="436" formatCode="General">
                  <c:v>26.22</c:v>
                </c:pt>
                <c:pt idx="437" formatCode="General">
                  <c:v>26.28</c:v>
                </c:pt>
                <c:pt idx="438" formatCode="General">
                  <c:v>26.34</c:v>
                </c:pt>
                <c:pt idx="439" formatCode="General">
                  <c:v>26.4</c:v>
                </c:pt>
                <c:pt idx="440" formatCode="General">
                  <c:v>26.46</c:v>
                </c:pt>
                <c:pt idx="441" formatCode="General">
                  <c:v>26.52</c:v>
                </c:pt>
                <c:pt idx="442" formatCode="General">
                  <c:v>26.58</c:v>
                </c:pt>
                <c:pt idx="443" formatCode="General">
                  <c:v>26.64</c:v>
                </c:pt>
                <c:pt idx="444" formatCode="General">
                  <c:v>26.7</c:v>
                </c:pt>
                <c:pt idx="445" formatCode="General">
                  <c:v>26.76</c:v>
                </c:pt>
                <c:pt idx="446" formatCode="General">
                  <c:v>26.82</c:v>
                </c:pt>
                <c:pt idx="447" formatCode="General">
                  <c:v>26.88</c:v>
                </c:pt>
                <c:pt idx="448" formatCode="General">
                  <c:v>26.94</c:v>
                </c:pt>
                <c:pt idx="449" formatCode="General">
                  <c:v>27</c:v>
                </c:pt>
                <c:pt idx="450" formatCode="General">
                  <c:v>27.06</c:v>
                </c:pt>
                <c:pt idx="451" formatCode="General">
                  <c:v>27.12</c:v>
                </c:pt>
                <c:pt idx="452" formatCode="General">
                  <c:v>27.18</c:v>
                </c:pt>
                <c:pt idx="453" formatCode="General">
                  <c:v>27.24</c:v>
                </c:pt>
                <c:pt idx="454" formatCode="General">
                  <c:v>27.3</c:v>
                </c:pt>
                <c:pt idx="455" formatCode="General">
                  <c:v>27.36</c:v>
                </c:pt>
                <c:pt idx="456" formatCode="General">
                  <c:v>27.42</c:v>
                </c:pt>
                <c:pt idx="457" formatCode="General">
                  <c:v>27.48</c:v>
                </c:pt>
                <c:pt idx="458" formatCode="General">
                  <c:v>27.54</c:v>
                </c:pt>
                <c:pt idx="459" formatCode="General">
                  <c:v>27.6</c:v>
                </c:pt>
                <c:pt idx="460" formatCode="General">
                  <c:v>27.66</c:v>
                </c:pt>
                <c:pt idx="461" formatCode="General">
                  <c:v>27.72</c:v>
                </c:pt>
                <c:pt idx="462" formatCode="General">
                  <c:v>27.78</c:v>
                </c:pt>
                <c:pt idx="463" formatCode="General">
                  <c:v>27.84</c:v>
                </c:pt>
                <c:pt idx="464" formatCode="General">
                  <c:v>27.9</c:v>
                </c:pt>
                <c:pt idx="465" formatCode="General">
                  <c:v>27.96</c:v>
                </c:pt>
                <c:pt idx="466" formatCode="General">
                  <c:v>28.02</c:v>
                </c:pt>
                <c:pt idx="467" formatCode="General">
                  <c:v>28.08</c:v>
                </c:pt>
                <c:pt idx="468" formatCode="General">
                  <c:v>28.14</c:v>
                </c:pt>
                <c:pt idx="469" formatCode="General">
                  <c:v>28.2</c:v>
                </c:pt>
                <c:pt idx="470" formatCode="General">
                  <c:v>28.26</c:v>
                </c:pt>
                <c:pt idx="471" formatCode="General">
                  <c:v>28.32</c:v>
                </c:pt>
                <c:pt idx="472" formatCode="General">
                  <c:v>28.38</c:v>
                </c:pt>
                <c:pt idx="473" formatCode="General">
                  <c:v>28.44</c:v>
                </c:pt>
                <c:pt idx="474" formatCode="General">
                  <c:v>28.5</c:v>
                </c:pt>
                <c:pt idx="475" formatCode="General">
                  <c:v>28.56</c:v>
                </c:pt>
                <c:pt idx="476" formatCode="General">
                  <c:v>28.62</c:v>
                </c:pt>
                <c:pt idx="477" formatCode="General">
                  <c:v>28.68</c:v>
                </c:pt>
                <c:pt idx="478" formatCode="General">
                  <c:v>28.74</c:v>
                </c:pt>
                <c:pt idx="479" formatCode="General">
                  <c:v>28.8</c:v>
                </c:pt>
                <c:pt idx="480" formatCode="General">
                  <c:v>28.86</c:v>
                </c:pt>
                <c:pt idx="481" formatCode="General">
                  <c:v>28.92</c:v>
                </c:pt>
                <c:pt idx="482" formatCode="General">
                  <c:v>28.98</c:v>
                </c:pt>
                <c:pt idx="483" formatCode="General">
                  <c:v>29.04</c:v>
                </c:pt>
                <c:pt idx="484" formatCode="General">
                  <c:v>29.1</c:v>
                </c:pt>
                <c:pt idx="485" formatCode="General">
                  <c:v>29.16</c:v>
                </c:pt>
                <c:pt idx="486" formatCode="General">
                  <c:v>29.22</c:v>
                </c:pt>
                <c:pt idx="487" formatCode="General">
                  <c:v>29.28</c:v>
                </c:pt>
                <c:pt idx="488" formatCode="General">
                  <c:v>29.34</c:v>
                </c:pt>
                <c:pt idx="489" formatCode="General">
                  <c:v>29.4</c:v>
                </c:pt>
                <c:pt idx="490" formatCode="General">
                  <c:v>29.46</c:v>
                </c:pt>
                <c:pt idx="491" formatCode="General">
                  <c:v>29.52</c:v>
                </c:pt>
                <c:pt idx="492" formatCode="General">
                  <c:v>29.58</c:v>
                </c:pt>
                <c:pt idx="493" formatCode="General">
                  <c:v>29.64</c:v>
                </c:pt>
                <c:pt idx="494" formatCode="General">
                  <c:v>29.7</c:v>
                </c:pt>
                <c:pt idx="495" formatCode="General">
                  <c:v>29.76</c:v>
                </c:pt>
                <c:pt idx="496" formatCode="General">
                  <c:v>29.82</c:v>
                </c:pt>
                <c:pt idx="497" formatCode="General">
                  <c:v>29.88</c:v>
                </c:pt>
                <c:pt idx="498" formatCode="General">
                  <c:v>29.94</c:v>
                </c:pt>
                <c:pt idx="499" formatCode="General">
                  <c:v>30</c:v>
                </c:pt>
                <c:pt idx="500" formatCode="General">
                  <c:v>30.06</c:v>
                </c:pt>
                <c:pt idx="501" formatCode="General">
                  <c:v>30.12</c:v>
                </c:pt>
                <c:pt idx="502" formatCode="General">
                  <c:v>30.18</c:v>
                </c:pt>
                <c:pt idx="503" formatCode="General">
                  <c:v>30.24</c:v>
                </c:pt>
                <c:pt idx="504" formatCode="General">
                  <c:v>30.3</c:v>
                </c:pt>
                <c:pt idx="505" formatCode="General">
                  <c:v>30.36</c:v>
                </c:pt>
                <c:pt idx="506" formatCode="General">
                  <c:v>30.42</c:v>
                </c:pt>
                <c:pt idx="507" formatCode="General">
                  <c:v>30.48</c:v>
                </c:pt>
                <c:pt idx="508" formatCode="General">
                  <c:v>30.54</c:v>
                </c:pt>
                <c:pt idx="509" formatCode="General">
                  <c:v>30.6</c:v>
                </c:pt>
                <c:pt idx="510" formatCode="General">
                  <c:v>30.66</c:v>
                </c:pt>
                <c:pt idx="511" formatCode="General">
                  <c:v>30.72</c:v>
                </c:pt>
                <c:pt idx="512" formatCode="General">
                  <c:v>30.78</c:v>
                </c:pt>
                <c:pt idx="513" formatCode="General">
                  <c:v>30.84</c:v>
                </c:pt>
                <c:pt idx="514" formatCode="General">
                  <c:v>30.9</c:v>
                </c:pt>
                <c:pt idx="515" formatCode="General">
                  <c:v>30.96</c:v>
                </c:pt>
                <c:pt idx="516" formatCode="General">
                  <c:v>31.02</c:v>
                </c:pt>
              </c:numCache>
            </c:numRef>
          </c:xVal>
          <c:yVal>
            <c:numRef>
              <c:f>二体分布関数!$G$2:$G$1034</c:f>
              <c:numCache>
                <c:formatCode>0.00E+00</c:formatCode>
                <c:ptCount val="517"/>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2.604967E-2</c:v>
                </c:pt>
                <c:pt idx="39">
                  <c:v>1.4928870000000001</c:v>
                </c:pt>
                <c:pt idx="40">
                  <c:v>5.569337</c:v>
                </c:pt>
                <c:pt idx="41">
                  <c:v>7.2710650000000001</c:v>
                </c:pt>
                <c:pt idx="42">
                  <c:v>5.5837450000000004</c:v>
                </c:pt>
                <c:pt idx="43">
                  <c:v>3.7394159999999999</c:v>
                </c:pt>
                <c:pt idx="44">
                  <c:v>2.4877359999999999</c:v>
                </c:pt>
                <c:pt idx="45">
                  <c:v>1.511377</c:v>
                </c:pt>
                <c:pt idx="46">
                  <c:v>0.97114560000000005</c:v>
                </c:pt>
                <c:pt idx="47">
                  <c:v>0.83283450000000003</c:v>
                </c:pt>
                <c:pt idx="48">
                  <c:v>0.58937260000000002</c:v>
                </c:pt>
                <c:pt idx="49">
                  <c:v>0.51848740000000004</c:v>
                </c:pt>
                <c:pt idx="50">
                  <c:v>0.40695330000000002</c:v>
                </c:pt>
                <c:pt idx="51">
                  <c:v>0.37889220000000001</c:v>
                </c:pt>
                <c:pt idx="52">
                  <c:v>0.36674479999999998</c:v>
                </c:pt>
                <c:pt idx="53">
                  <c:v>0.3396998</c:v>
                </c:pt>
                <c:pt idx="54">
                  <c:v>0.32745980000000002</c:v>
                </c:pt>
                <c:pt idx="55">
                  <c:v>0.33572410000000003</c:v>
                </c:pt>
                <c:pt idx="56">
                  <c:v>0.33275900000000003</c:v>
                </c:pt>
                <c:pt idx="57">
                  <c:v>0.39205440000000003</c:v>
                </c:pt>
                <c:pt idx="58">
                  <c:v>0.41790339999999998</c:v>
                </c:pt>
                <c:pt idx="59">
                  <c:v>0.43710870000000002</c:v>
                </c:pt>
                <c:pt idx="60">
                  <c:v>0.43658590000000003</c:v>
                </c:pt>
                <c:pt idx="61">
                  <c:v>0.47120990000000001</c:v>
                </c:pt>
                <c:pt idx="62">
                  <c:v>0.4749099</c:v>
                </c:pt>
                <c:pt idx="63">
                  <c:v>0.58594159999999995</c:v>
                </c:pt>
                <c:pt idx="64">
                  <c:v>0.5787696</c:v>
                </c:pt>
                <c:pt idx="65">
                  <c:v>0.66402119999999998</c:v>
                </c:pt>
                <c:pt idx="66">
                  <c:v>0.73639770000000004</c:v>
                </c:pt>
                <c:pt idx="67">
                  <c:v>0.96584760000000003</c:v>
                </c:pt>
                <c:pt idx="68">
                  <c:v>1.0593250000000001</c:v>
                </c:pt>
                <c:pt idx="69">
                  <c:v>1.1343970000000001</c:v>
                </c:pt>
                <c:pt idx="70">
                  <c:v>1.2812060000000001</c:v>
                </c:pt>
                <c:pt idx="71">
                  <c:v>1.3408599999999999</c:v>
                </c:pt>
                <c:pt idx="72">
                  <c:v>1.303315</c:v>
                </c:pt>
                <c:pt idx="73">
                  <c:v>1.408909</c:v>
                </c:pt>
                <c:pt idx="74">
                  <c:v>1.369577</c:v>
                </c:pt>
                <c:pt idx="75">
                  <c:v>1.363173</c:v>
                </c:pt>
                <c:pt idx="76">
                  <c:v>1.3652299999999999</c:v>
                </c:pt>
                <c:pt idx="77">
                  <c:v>1.2671829999999999</c:v>
                </c:pt>
                <c:pt idx="78">
                  <c:v>1.185422</c:v>
                </c:pt>
                <c:pt idx="79">
                  <c:v>1.127669</c:v>
                </c:pt>
                <c:pt idx="80">
                  <c:v>1.092233</c:v>
                </c:pt>
                <c:pt idx="81">
                  <c:v>1.061547</c:v>
                </c:pt>
                <c:pt idx="82">
                  <c:v>1.0270840000000001</c:v>
                </c:pt>
                <c:pt idx="83">
                  <c:v>0.99555510000000003</c:v>
                </c:pt>
                <c:pt idx="84">
                  <c:v>1.044346</c:v>
                </c:pt>
                <c:pt idx="85">
                  <c:v>1.082193</c:v>
                </c:pt>
                <c:pt idx="86">
                  <c:v>1.1718789999999999</c:v>
                </c:pt>
                <c:pt idx="87">
                  <c:v>1.196564</c:v>
                </c:pt>
                <c:pt idx="88">
                  <c:v>1.1919789999999999</c:v>
                </c:pt>
                <c:pt idx="89">
                  <c:v>1.18241</c:v>
                </c:pt>
                <c:pt idx="90">
                  <c:v>1.177756</c:v>
                </c:pt>
                <c:pt idx="91">
                  <c:v>1.1074839999999999</c:v>
                </c:pt>
                <c:pt idx="92">
                  <c:v>0.97188209999999997</c:v>
                </c:pt>
                <c:pt idx="93">
                  <c:v>0.87572130000000004</c:v>
                </c:pt>
                <c:pt idx="94">
                  <c:v>0.77271029999999996</c:v>
                </c:pt>
                <c:pt idx="95">
                  <c:v>0.74625470000000005</c:v>
                </c:pt>
                <c:pt idx="96">
                  <c:v>0.75681639999999994</c:v>
                </c:pt>
                <c:pt idx="97">
                  <c:v>0.72907299999999997</c:v>
                </c:pt>
                <c:pt idx="98">
                  <c:v>0.70055780000000001</c:v>
                </c:pt>
                <c:pt idx="99">
                  <c:v>0.73076859999999999</c:v>
                </c:pt>
                <c:pt idx="100">
                  <c:v>0.77518849999999995</c:v>
                </c:pt>
                <c:pt idx="101">
                  <c:v>0.76441590000000004</c:v>
                </c:pt>
                <c:pt idx="102">
                  <c:v>0.83608099999999996</c:v>
                </c:pt>
                <c:pt idx="103">
                  <c:v>0.8331636</c:v>
                </c:pt>
                <c:pt idx="104">
                  <c:v>0.88668159999999996</c:v>
                </c:pt>
                <c:pt idx="105">
                  <c:v>0.95013199999999998</c:v>
                </c:pt>
                <c:pt idx="106">
                  <c:v>0.95420970000000005</c:v>
                </c:pt>
                <c:pt idx="107">
                  <c:v>1.005533</c:v>
                </c:pt>
                <c:pt idx="108">
                  <c:v>1.0681609999999999</c:v>
                </c:pt>
                <c:pt idx="109">
                  <c:v>1.1152569999999999</c:v>
                </c:pt>
                <c:pt idx="110">
                  <c:v>1.0483929999999999</c:v>
                </c:pt>
                <c:pt idx="111">
                  <c:v>1.0699160000000001</c:v>
                </c:pt>
                <c:pt idx="112">
                  <c:v>1.0869709999999999</c:v>
                </c:pt>
                <c:pt idx="113">
                  <c:v>1.1093630000000001</c:v>
                </c:pt>
                <c:pt idx="114">
                  <c:v>1.1359509999999999</c:v>
                </c:pt>
                <c:pt idx="115">
                  <c:v>1.135381</c:v>
                </c:pt>
                <c:pt idx="116">
                  <c:v>1.1478950000000001</c:v>
                </c:pt>
                <c:pt idx="117">
                  <c:v>1.1630769999999999</c:v>
                </c:pt>
                <c:pt idx="118">
                  <c:v>1.1024400000000001</c:v>
                </c:pt>
                <c:pt idx="119">
                  <c:v>1.1309199999999999</c:v>
                </c:pt>
                <c:pt idx="120">
                  <c:v>1.104573</c:v>
                </c:pt>
                <c:pt idx="121">
                  <c:v>1.118865</c:v>
                </c:pt>
                <c:pt idx="122">
                  <c:v>1.0666990000000001</c:v>
                </c:pt>
                <c:pt idx="123">
                  <c:v>1.0683389999999999</c:v>
                </c:pt>
                <c:pt idx="124">
                  <c:v>1.029577</c:v>
                </c:pt>
                <c:pt idx="125">
                  <c:v>1.02257</c:v>
                </c:pt>
                <c:pt idx="126">
                  <c:v>0.96827620000000003</c:v>
                </c:pt>
                <c:pt idx="127">
                  <c:v>0.95804290000000003</c:v>
                </c:pt>
                <c:pt idx="128">
                  <c:v>0.95277140000000005</c:v>
                </c:pt>
                <c:pt idx="129">
                  <c:v>0.93247590000000002</c:v>
                </c:pt>
                <c:pt idx="130">
                  <c:v>0.94171309999999997</c:v>
                </c:pt>
                <c:pt idx="131">
                  <c:v>0.90345869999999995</c:v>
                </c:pt>
                <c:pt idx="132">
                  <c:v>0.92128399999999999</c:v>
                </c:pt>
                <c:pt idx="133">
                  <c:v>0.94509880000000002</c:v>
                </c:pt>
                <c:pt idx="134">
                  <c:v>0.92928580000000005</c:v>
                </c:pt>
                <c:pt idx="135">
                  <c:v>0.9318902</c:v>
                </c:pt>
                <c:pt idx="136">
                  <c:v>0.9255738</c:v>
                </c:pt>
                <c:pt idx="137">
                  <c:v>0.94995689999999999</c:v>
                </c:pt>
                <c:pt idx="138">
                  <c:v>0.93750960000000005</c:v>
                </c:pt>
                <c:pt idx="139">
                  <c:v>0.94524699999999995</c:v>
                </c:pt>
                <c:pt idx="140">
                  <c:v>0.95067829999999998</c:v>
                </c:pt>
                <c:pt idx="141">
                  <c:v>0.94295010000000001</c:v>
                </c:pt>
                <c:pt idx="142">
                  <c:v>0.98932260000000005</c:v>
                </c:pt>
                <c:pt idx="143">
                  <c:v>0.95925090000000002</c:v>
                </c:pt>
                <c:pt idx="144">
                  <c:v>0.96787299999999998</c:v>
                </c:pt>
                <c:pt idx="145">
                  <c:v>0.98944730000000003</c:v>
                </c:pt>
                <c:pt idx="146">
                  <c:v>0.99934489999999998</c:v>
                </c:pt>
                <c:pt idx="147">
                  <c:v>1.0166379999999999</c:v>
                </c:pt>
                <c:pt idx="148">
                  <c:v>1.0040579999999999</c:v>
                </c:pt>
                <c:pt idx="149">
                  <c:v>0.99977199999999999</c:v>
                </c:pt>
                <c:pt idx="150">
                  <c:v>1.0339910000000001</c:v>
                </c:pt>
                <c:pt idx="151">
                  <c:v>1.0277810000000001</c:v>
                </c:pt>
                <c:pt idx="152">
                  <c:v>1.077018</c:v>
                </c:pt>
                <c:pt idx="153">
                  <c:v>1.052575</c:v>
                </c:pt>
                <c:pt idx="154">
                  <c:v>1.0343249999999999</c:v>
                </c:pt>
                <c:pt idx="155">
                  <c:v>1.0404119999999999</c:v>
                </c:pt>
                <c:pt idx="156">
                  <c:v>1.0598099999999999</c:v>
                </c:pt>
                <c:pt idx="157">
                  <c:v>1.0326059999999999</c:v>
                </c:pt>
                <c:pt idx="158">
                  <c:v>1.019434</c:v>
                </c:pt>
                <c:pt idx="159">
                  <c:v>1.0449839999999999</c:v>
                </c:pt>
                <c:pt idx="160">
                  <c:v>1.0257099999999999</c:v>
                </c:pt>
                <c:pt idx="161">
                  <c:v>1.0033799999999999</c:v>
                </c:pt>
                <c:pt idx="162">
                  <c:v>1.014329</c:v>
                </c:pt>
                <c:pt idx="163">
                  <c:v>1.0059959999999999</c:v>
                </c:pt>
                <c:pt idx="164">
                  <c:v>1.011512</c:v>
                </c:pt>
                <c:pt idx="165">
                  <c:v>1.0338719999999999</c:v>
                </c:pt>
                <c:pt idx="166">
                  <c:v>1.0038689999999999</c:v>
                </c:pt>
                <c:pt idx="167">
                  <c:v>0.99476169999999997</c:v>
                </c:pt>
                <c:pt idx="168">
                  <c:v>0.98163690000000003</c:v>
                </c:pt>
                <c:pt idx="169">
                  <c:v>0.98598730000000001</c:v>
                </c:pt>
                <c:pt idx="170">
                  <c:v>0.98629750000000005</c:v>
                </c:pt>
                <c:pt idx="171">
                  <c:v>0.97543630000000003</c:v>
                </c:pt>
                <c:pt idx="172">
                  <c:v>0.97327059999999999</c:v>
                </c:pt>
                <c:pt idx="173">
                  <c:v>0.98529920000000004</c:v>
                </c:pt>
                <c:pt idx="174">
                  <c:v>0.96298090000000003</c:v>
                </c:pt>
                <c:pt idx="175">
                  <c:v>0.97783520000000002</c:v>
                </c:pt>
                <c:pt idx="176">
                  <c:v>0.95615729999999999</c:v>
                </c:pt>
                <c:pt idx="177">
                  <c:v>0.97760219999999998</c:v>
                </c:pt>
                <c:pt idx="178">
                  <c:v>0.97200969999999998</c:v>
                </c:pt>
                <c:pt idx="179">
                  <c:v>0.95582370000000005</c:v>
                </c:pt>
                <c:pt idx="180">
                  <c:v>1.0017910000000001</c:v>
                </c:pt>
                <c:pt idx="181">
                  <c:v>0.99098359999999996</c:v>
                </c:pt>
                <c:pt idx="182">
                  <c:v>1.009255</c:v>
                </c:pt>
                <c:pt idx="183">
                  <c:v>1.0232270000000001</c:v>
                </c:pt>
                <c:pt idx="184">
                  <c:v>1.0118640000000001</c:v>
                </c:pt>
                <c:pt idx="185">
                  <c:v>1.0260469999999999</c:v>
                </c:pt>
                <c:pt idx="186">
                  <c:v>1.0126740000000001</c:v>
                </c:pt>
                <c:pt idx="187">
                  <c:v>1.0144219999999999</c:v>
                </c:pt>
                <c:pt idx="188">
                  <c:v>1.0163930000000001</c:v>
                </c:pt>
                <c:pt idx="189">
                  <c:v>1.0182659999999999</c:v>
                </c:pt>
                <c:pt idx="190">
                  <c:v>1.013528</c:v>
                </c:pt>
                <c:pt idx="191">
                  <c:v>1.0300229999999999</c:v>
                </c:pt>
                <c:pt idx="192">
                  <c:v>1.0260629999999999</c:v>
                </c:pt>
                <c:pt idx="193">
                  <c:v>0.98828970000000005</c:v>
                </c:pt>
                <c:pt idx="194">
                  <c:v>1.0060169999999999</c:v>
                </c:pt>
                <c:pt idx="195">
                  <c:v>0.99120969999999997</c:v>
                </c:pt>
                <c:pt idx="196">
                  <c:v>1.0014460000000001</c:v>
                </c:pt>
                <c:pt idx="197">
                  <c:v>1.0284629999999999</c:v>
                </c:pt>
                <c:pt idx="198">
                  <c:v>1.029731</c:v>
                </c:pt>
                <c:pt idx="199">
                  <c:v>1.0177609999999999</c:v>
                </c:pt>
                <c:pt idx="200">
                  <c:v>1.0111619999999999</c:v>
                </c:pt>
                <c:pt idx="201">
                  <c:v>1.0071410000000001</c:v>
                </c:pt>
                <c:pt idx="202">
                  <c:v>1.0097430000000001</c:v>
                </c:pt>
                <c:pt idx="203">
                  <c:v>1.0146930000000001</c:v>
                </c:pt>
                <c:pt idx="204">
                  <c:v>1.013034</c:v>
                </c:pt>
                <c:pt idx="205">
                  <c:v>0.99948820000000005</c:v>
                </c:pt>
                <c:pt idx="206">
                  <c:v>0.98404199999999997</c:v>
                </c:pt>
                <c:pt idx="207">
                  <c:v>0.9908266</c:v>
                </c:pt>
                <c:pt idx="208">
                  <c:v>0.99186439999999998</c:v>
                </c:pt>
                <c:pt idx="209">
                  <c:v>0.97563759999999999</c:v>
                </c:pt>
                <c:pt idx="210">
                  <c:v>0.98535600000000001</c:v>
                </c:pt>
                <c:pt idx="211">
                  <c:v>0.97205189999999997</c:v>
                </c:pt>
                <c:pt idx="212">
                  <c:v>0.99551020000000001</c:v>
                </c:pt>
                <c:pt idx="213">
                  <c:v>0.97547450000000002</c:v>
                </c:pt>
                <c:pt idx="214">
                  <c:v>0.97327909999999995</c:v>
                </c:pt>
                <c:pt idx="215">
                  <c:v>0.97302350000000004</c:v>
                </c:pt>
                <c:pt idx="216">
                  <c:v>1.0133620000000001</c:v>
                </c:pt>
                <c:pt idx="217">
                  <c:v>0.97764419999999996</c:v>
                </c:pt>
                <c:pt idx="218">
                  <c:v>0.98584970000000005</c:v>
                </c:pt>
                <c:pt idx="219">
                  <c:v>1.0075499999999999</c:v>
                </c:pt>
                <c:pt idx="220">
                  <c:v>1.001234</c:v>
                </c:pt>
                <c:pt idx="221">
                  <c:v>1.0095769999999999</c:v>
                </c:pt>
                <c:pt idx="222">
                  <c:v>0.99598969999999998</c:v>
                </c:pt>
                <c:pt idx="223">
                  <c:v>1.0049410000000001</c:v>
                </c:pt>
                <c:pt idx="224">
                  <c:v>1.001395</c:v>
                </c:pt>
                <c:pt idx="225">
                  <c:v>0.99388299999999996</c:v>
                </c:pt>
                <c:pt idx="226">
                  <c:v>0.98723269999999996</c:v>
                </c:pt>
                <c:pt idx="227">
                  <c:v>1.016812</c:v>
                </c:pt>
                <c:pt idx="228">
                  <c:v>1.0111889999999999</c:v>
                </c:pt>
                <c:pt idx="229">
                  <c:v>1.0083009999999999</c:v>
                </c:pt>
                <c:pt idx="230">
                  <c:v>1.004894</c:v>
                </c:pt>
                <c:pt idx="231">
                  <c:v>1.0052939999999999</c:v>
                </c:pt>
                <c:pt idx="232">
                  <c:v>1.01712</c:v>
                </c:pt>
                <c:pt idx="233">
                  <c:v>1.0128900000000001</c:v>
                </c:pt>
                <c:pt idx="234">
                  <c:v>1.0268379999999999</c:v>
                </c:pt>
                <c:pt idx="235">
                  <c:v>1.004739</c:v>
                </c:pt>
                <c:pt idx="236">
                  <c:v>0.99385920000000005</c:v>
                </c:pt>
                <c:pt idx="237">
                  <c:v>1.006211</c:v>
                </c:pt>
                <c:pt idx="238">
                  <c:v>0.99245709999999998</c:v>
                </c:pt>
                <c:pt idx="239">
                  <c:v>0.98970720000000001</c:v>
                </c:pt>
                <c:pt idx="240">
                  <c:v>1.0019769999999999</c:v>
                </c:pt>
                <c:pt idx="241">
                  <c:v>0.9985463</c:v>
                </c:pt>
                <c:pt idx="242">
                  <c:v>1.000794</c:v>
                </c:pt>
                <c:pt idx="243">
                  <c:v>1.00183</c:v>
                </c:pt>
                <c:pt idx="244">
                  <c:v>1.0005520000000001</c:v>
                </c:pt>
                <c:pt idx="245">
                  <c:v>0.99467930000000004</c:v>
                </c:pt>
                <c:pt idx="246">
                  <c:v>0.99378569999999999</c:v>
                </c:pt>
                <c:pt idx="247">
                  <c:v>0.9877203</c:v>
                </c:pt>
                <c:pt idx="248">
                  <c:v>0.99870119999999996</c:v>
                </c:pt>
                <c:pt idx="249">
                  <c:v>0.99244829999999995</c:v>
                </c:pt>
                <c:pt idx="250">
                  <c:v>0.98509519999999995</c:v>
                </c:pt>
                <c:pt idx="251">
                  <c:v>0.99458500000000005</c:v>
                </c:pt>
                <c:pt idx="252">
                  <c:v>0.98930280000000004</c:v>
                </c:pt>
                <c:pt idx="253">
                  <c:v>0.97415830000000003</c:v>
                </c:pt>
                <c:pt idx="254">
                  <c:v>0.99769730000000001</c:v>
                </c:pt>
                <c:pt idx="255">
                  <c:v>1.004256</c:v>
                </c:pt>
                <c:pt idx="256">
                  <c:v>1.013682</c:v>
                </c:pt>
                <c:pt idx="257">
                  <c:v>1.0065200000000001</c:v>
                </c:pt>
                <c:pt idx="258">
                  <c:v>1.010491</c:v>
                </c:pt>
                <c:pt idx="259">
                  <c:v>0.99913280000000004</c:v>
                </c:pt>
                <c:pt idx="260">
                  <c:v>1.0032080000000001</c:v>
                </c:pt>
                <c:pt idx="261">
                  <c:v>1.0013369999999999</c:v>
                </c:pt>
                <c:pt idx="262">
                  <c:v>1.009531</c:v>
                </c:pt>
                <c:pt idx="263">
                  <c:v>1.0217959999999999</c:v>
                </c:pt>
                <c:pt idx="264">
                  <c:v>1.0086170000000001</c:v>
                </c:pt>
                <c:pt idx="265">
                  <c:v>1.012888</c:v>
                </c:pt>
                <c:pt idx="266">
                  <c:v>1.008332</c:v>
                </c:pt>
                <c:pt idx="267">
                  <c:v>1.006338</c:v>
                </c:pt>
                <c:pt idx="268">
                  <c:v>0.99292499999999995</c:v>
                </c:pt>
                <c:pt idx="269">
                  <c:v>0.99761900000000003</c:v>
                </c:pt>
                <c:pt idx="270">
                  <c:v>1.0019089999999999</c:v>
                </c:pt>
                <c:pt idx="271">
                  <c:v>1.020875</c:v>
                </c:pt>
                <c:pt idx="272">
                  <c:v>1.0212319999999999</c:v>
                </c:pt>
                <c:pt idx="273">
                  <c:v>1.011077</c:v>
                </c:pt>
                <c:pt idx="274">
                  <c:v>0.99131239999999998</c:v>
                </c:pt>
                <c:pt idx="275">
                  <c:v>0.99149849999999995</c:v>
                </c:pt>
                <c:pt idx="276">
                  <c:v>1.0003610000000001</c:v>
                </c:pt>
                <c:pt idx="277">
                  <c:v>1.008265</c:v>
                </c:pt>
                <c:pt idx="278">
                  <c:v>1.0034510000000001</c:v>
                </c:pt>
                <c:pt idx="279">
                  <c:v>0.99535720000000005</c:v>
                </c:pt>
                <c:pt idx="280">
                  <c:v>0.98670829999999998</c:v>
                </c:pt>
                <c:pt idx="281">
                  <c:v>1.008551</c:v>
                </c:pt>
                <c:pt idx="282">
                  <c:v>1.0103409999999999</c:v>
                </c:pt>
                <c:pt idx="283">
                  <c:v>0.98934279999999997</c:v>
                </c:pt>
                <c:pt idx="284">
                  <c:v>0.99816199999999999</c:v>
                </c:pt>
                <c:pt idx="285">
                  <c:v>0.98572700000000002</c:v>
                </c:pt>
                <c:pt idx="286">
                  <c:v>1.001136</c:v>
                </c:pt>
                <c:pt idx="287">
                  <c:v>0.99583330000000003</c:v>
                </c:pt>
                <c:pt idx="288">
                  <c:v>1.0079979999999999</c:v>
                </c:pt>
                <c:pt idx="289">
                  <c:v>0.99392369999999997</c:v>
                </c:pt>
                <c:pt idx="290">
                  <c:v>0.99779969999999996</c:v>
                </c:pt>
                <c:pt idx="291">
                  <c:v>1.0002709999999999</c:v>
                </c:pt>
                <c:pt idx="292">
                  <c:v>1.0030159999999999</c:v>
                </c:pt>
                <c:pt idx="293">
                  <c:v>1.0153920000000001</c:v>
                </c:pt>
                <c:pt idx="294">
                  <c:v>0.9960966</c:v>
                </c:pt>
                <c:pt idx="295">
                  <c:v>0.99480429999999997</c:v>
                </c:pt>
                <c:pt idx="296">
                  <c:v>0.99755000000000005</c:v>
                </c:pt>
                <c:pt idx="297">
                  <c:v>1.0108809999999999</c:v>
                </c:pt>
                <c:pt idx="298">
                  <c:v>1.0004580000000001</c:v>
                </c:pt>
                <c:pt idx="299">
                  <c:v>1.0043660000000001</c:v>
                </c:pt>
                <c:pt idx="300">
                  <c:v>1.01501</c:v>
                </c:pt>
                <c:pt idx="301">
                  <c:v>0.99607239999999997</c:v>
                </c:pt>
                <c:pt idx="302">
                  <c:v>1.0161439999999999</c:v>
                </c:pt>
                <c:pt idx="303">
                  <c:v>1.0021199999999999</c:v>
                </c:pt>
                <c:pt idx="304">
                  <c:v>0.99787130000000002</c:v>
                </c:pt>
                <c:pt idx="305">
                  <c:v>1.021223</c:v>
                </c:pt>
                <c:pt idx="306">
                  <c:v>1.005152</c:v>
                </c:pt>
                <c:pt idx="307">
                  <c:v>1.002335</c:v>
                </c:pt>
                <c:pt idx="308">
                  <c:v>0.99455389999999999</c:v>
                </c:pt>
                <c:pt idx="309">
                  <c:v>1.0055240000000001</c:v>
                </c:pt>
                <c:pt idx="310">
                  <c:v>1.005037</c:v>
                </c:pt>
                <c:pt idx="311">
                  <c:v>1.0012799999999999</c:v>
                </c:pt>
                <c:pt idx="312">
                  <c:v>1.0056389999999999</c:v>
                </c:pt>
                <c:pt idx="313">
                  <c:v>1.0012529999999999</c:v>
                </c:pt>
                <c:pt idx="314">
                  <c:v>0.99097009999999996</c:v>
                </c:pt>
                <c:pt idx="315">
                  <c:v>1.0021679999999999</c:v>
                </c:pt>
                <c:pt idx="316">
                  <c:v>0.99365789999999998</c:v>
                </c:pt>
                <c:pt idx="317">
                  <c:v>0.99749399999999999</c:v>
                </c:pt>
                <c:pt idx="318">
                  <c:v>0.98796810000000002</c:v>
                </c:pt>
                <c:pt idx="319">
                  <c:v>0.9899289</c:v>
                </c:pt>
                <c:pt idx="320">
                  <c:v>1.0020089999999999</c:v>
                </c:pt>
                <c:pt idx="321">
                  <c:v>0.99317449999999996</c:v>
                </c:pt>
                <c:pt idx="322">
                  <c:v>0.98502679999999998</c:v>
                </c:pt>
                <c:pt idx="323">
                  <c:v>0.99901490000000004</c:v>
                </c:pt>
                <c:pt idx="324">
                  <c:v>0.99057220000000001</c:v>
                </c:pt>
                <c:pt idx="325">
                  <c:v>1.002081</c:v>
                </c:pt>
                <c:pt idx="326">
                  <c:v>1.008084</c:v>
                </c:pt>
                <c:pt idx="327">
                  <c:v>0.99894749999999999</c:v>
                </c:pt>
                <c:pt idx="328">
                  <c:v>1.0042850000000001</c:v>
                </c:pt>
                <c:pt idx="329">
                  <c:v>1.010006</c:v>
                </c:pt>
                <c:pt idx="330">
                  <c:v>1.0086660000000001</c:v>
                </c:pt>
                <c:pt idx="331">
                  <c:v>1.0037290000000001</c:v>
                </c:pt>
                <c:pt idx="332">
                  <c:v>1.0064900000000001</c:v>
                </c:pt>
                <c:pt idx="333">
                  <c:v>1.01539</c:v>
                </c:pt>
                <c:pt idx="334">
                  <c:v>1.009185</c:v>
                </c:pt>
                <c:pt idx="335">
                  <c:v>0.99461350000000004</c:v>
                </c:pt>
                <c:pt idx="336">
                  <c:v>0.99744189999999999</c:v>
                </c:pt>
                <c:pt idx="337">
                  <c:v>1.0073049999999999</c:v>
                </c:pt>
                <c:pt idx="338">
                  <c:v>0.99708549999999996</c:v>
                </c:pt>
                <c:pt idx="339">
                  <c:v>0.99641939999999996</c:v>
                </c:pt>
                <c:pt idx="340">
                  <c:v>1.000076</c:v>
                </c:pt>
                <c:pt idx="341">
                  <c:v>0.99428490000000003</c:v>
                </c:pt>
                <c:pt idx="342">
                  <c:v>0.99609769999999997</c:v>
                </c:pt>
                <c:pt idx="343">
                  <c:v>1.0142800000000001</c:v>
                </c:pt>
                <c:pt idx="344">
                  <c:v>0.98833930000000003</c:v>
                </c:pt>
                <c:pt idx="345">
                  <c:v>0.99440810000000002</c:v>
                </c:pt>
                <c:pt idx="346">
                  <c:v>0.99615960000000003</c:v>
                </c:pt>
                <c:pt idx="347">
                  <c:v>0.99824849999999998</c:v>
                </c:pt>
                <c:pt idx="348">
                  <c:v>0.9916066</c:v>
                </c:pt>
                <c:pt idx="349">
                  <c:v>0.99791629999999998</c:v>
                </c:pt>
                <c:pt idx="350">
                  <c:v>1.008365</c:v>
                </c:pt>
                <c:pt idx="351">
                  <c:v>1.0124660000000001</c:v>
                </c:pt>
                <c:pt idx="352">
                  <c:v>0.99792530000000002</c:v>
                </c:pt>
                <c:pt idx="353">
                  <c:v>0.99414729999999996</c:v>
                </c:pt>
                <c:pt idx="354">
                  <c:v>1.0004120000000001</c:v>
                </c:pt>
                <c:pt idx="355">
                  <c:v>1.004804</c:v>
                </c:pt>
                <c:pt idx="356">
                  <c:v>1.001892</c:v>
                </c:pt>
                <c:pt idx="357">
                  <c:v>1.0141020000000001</c:v>
                </c:pt>
                <c:pt idx="358">
                  <c:v>0.99040899999999998</c:v>
                </c:pt>
                <c:pt idx="359">
                  <c:v>1.001206</c:v>
                </c:pt>
                <c:pt idx="360">
                  <c:v>1.008697</c:v>
                </c:pt>
                <c:pt idx="361">
                  <c:v>1.010216</c:v>
                </c:pt>
                <c:pt idx="362">
                  <c:v>1.0062040000000001</c:v>
                </c:pt>
                <c:pt idx="363">
                  <c:v>0.98919109999999999</c:v>
                </c:pt>
                <c:pt idx="364">
                  <c:v>0.99949900000000003</c:v>
                </c:pt>
                <c:pt idx="365">
                  <c:v>1.004313</c:v>
                </c:pt>
                <c:pt idx="366">
                  <c:v>0.99485500000000004</c:v>
                </c:pt>
                <c:pt idx="367">
                  <c:v>1.0015769999999999</c:v>
                </c:pt>
                <c:pt idx="368">
                  <c:v>0.99623899999999999</c:v>
                </c:pt>
                <c:pt idx="369">
                  <c:v>1.0073589999999999</c:v>
                </c:pt>
                <c:pt idx="370">
                  <c:v>1.012505</c:v>
                </c:pt>
                <c:pt idx="371">
                  <c:v>1.000688</c:v>
                </c:pt>
                <c:pt idx="372">
                  <c:v>0.99817719999999999</c:v>
                </c:pt>
                <c:pt idx="373">
                  <c:v>1.0068079999999999</c:v>
                </c:pt>
                <c:pt idx="374">
                  <c:v>1.005954</c:v>
                </c:pt>
                <c:pt idx="375">
                  <c:v>1.001851</c:v>
                </c:pt>
                <c:pt idx="376">
                  <c:v>0.99618510000000005</c:v>
                </c:pt>
                <c:pt idx="377">
                  <c:v>0.99397179999999996</c:v>
                </c:pt>
                <c:pt idx="378">
                  <c:v>0.99803350000000002</c:v>
                </c:pt>
                <c:pt idx="379">
                  <c:v>0.99161169999999998</c:v>
                </c:pt>
                <c:pt idx="380">
                  <c:v>0.99456310000000003</c:v>
                </c:pt>
                <c:pt idx="381">
                  <c:v>1.010426</c:v>
                </c:pt>
                <c:pt idx="382">
                  <c:v>1.0120260000000001</c:v>
                </c:pt>
                <c:pt idx="383">
                  <c:v>1.0046889999999999</c:v>
                </c:pt>
                <c:pt idx="384">
                  <c:v>0.99451160000000005</c:v>
                </c:pt>
                <c:pt idx="385">
                  <c:v>0.99544390000000005</c:v>
                </c:pt>
                <c:pt idx="386">
                  <c:v>1.0036860000000001</c:v>
                </c:pt>
                <c:pt idx="387">
                  <c:v>0.99404420000000004</c:v>
                </c:pt>
                <c:pt idx="388">
                  <c:v>0.99552379999999996</c:v>
                </c:pt>
                <c:pt idx="389">
                  <c:v>1.0028550000000001</c:v>
                </c:pt>
                <c:pt idx="390">
                  <c:v>0.99917599999999995</c:v>
                </c:pt>
                <c:pt idx="391">
                  <c:v>0.99828410000000001</c:v>
                </c:pt>
                <c:pt idx="392">
                  <c:v>0.99463959999999996</c:v>
                </c:pt>
                <c:pt idx="393">
                  <c:v>0.99874949999999996</c:v>
                </c:pt>
                <c:pt idx="394">
                  <c:v>1.010025</c:v>
                </c:pt>
                <c:pt idx="395">
                  <c:v>1.002078</c:v>
                </c:pt>
                <c:pt idx="396">
                  <c:v>1.0058</c:v>
                </c:pt>
                <c:pt idx="397">
                  <c:v>0.98988849999999995</c:v>
                </c:pt>
                <c:pt idx="398">
                  <c:v>1.007404</c:v>
                </c:pt>
                <c:pt idx="399">
                  <c:v>0.99692519999999996</c:v>
                </c:pt>
                <c:pt idx="400">
                  <c:v>1.003153</c:v>
                </c:pt>
                <c:pt idx="401">
                  <c:v>0.98871149999999997</c:v>
                </c:pt>
                <c:pt idx="402">
                  <c:v>1.0015510000000001</c:v>
                </c:pt>
                <c:pt idx="403">
                  <c:v>1.0031540000000001</c:v>
                </c:pt>
                <c:pt idx="404">
                  <c:v>0.99558360000000001</c:v>
                </c:pt>
                <c:pt idx="405">
                  <c:v>0.99538990000000005</c:v>
                </c:pt>
                <c:pt idx="406">
                  <c:v>0.99583529999999998</c:v>
                </c:pt>
                <c:pt idx="407">
                  <c:v>1.0011950000000001</c:v>
                </c:pt>
                <c:pt idx="408">
                  <c:v>1.0071669999999999</c:v>
                </c:pt>
                <c:pt idx="409">
                  <c:v>0.98666949999999998</c:v>
                </c:pt>
                <c:pt idx="410">
                  <c:v>0.99444030000000005</c:v>
                </c:pt>
                <c:pt idx="411">
                  <c:v>0.99608819999999998</c:v>
                </c:pt>
                <c:pt idx="412">
                  <c:v>1.0095229999999999</c:v>
                </c:pt>
                <c:pt idx="413">
                  <c:v>1.003099</c:v>
                </c:pt>
                <c:pt idx="414">
                  <c:v>0.99751520000000005</c:v>
                </c:pt>
                <c:pt idx="415">
                  <c:v>0.99318309999999999</c:v>
                </c:pt>
                <c:pt idx="416">
                  <c:v>1.0000789999999999</c:v>
                </c:pt>
                <c:pt idx="417">
                  <c:v>1.000386</c:v>
                </c:pt>
                <c:pt idx="418">
                  <c:v>1.0108999999999999</c:v>
                </c:pt>
                <c:pt idx="419">
                  <c:v>0.99344860000000001</c:v>
                </c:pt>
                <c:pt idx="420">
                  <c:v>0.99397230000000003</c:v>
                </c:pt>
                <c:pt idx="421">
                  <c:v>0.99762669999999998</c:v>
                </c:pt>
                <c:pt idx="422">
                  <c:v>0.99876799999999999</c:v>
                </c:pt>
                <c:pt idx="423">
                  <c:v>0.9989114</c:v>
                </c:pt>
                <c:pt idx="424">
                  <c:v>0.989672</c:v>
                </c:pt>
                <c:pt idx="425">
                  <c:v>1.002748</c:v>
                </c:pt>
                <c:pt idx="426">
                  <c:v>0.99703220000000004</c:v>
                </c:pt>
                <c:pt idx="427">
                  <c:v>0.99784799999999996</c:v>
                </c:pt>
                <c:pt idx="428">
                  <c:v>0.99280170000000001</c:v>
                </c:pt>
                <c:pt idx="429">
                  <c:v>0.99617960000000005</c:v>
                </c:pt>
                <c:pt idx="430">
                  <c:v>0.99323830000000002</c:v>
                </c:pt>
                <c:pt idx="431">
                  <c:v>1.0045390000000001</c:v>
                </c:pt>
                <c:pt idx="432">
                  <c:v>1.004041</c:v>
                </c:pt>
                <c:pt idx="433">
                  <c:v>0.99704479999999995</c:v>
                </c:pt>
                <c:pt idx="434">
                  <c:v>1.0082009999999999</c:v>
                </c:pt>
                <c:pt idx="435">
                  <c:v>0.99277230000000005</c:v>
                </c:pt>
                <c:pt idx="436">
                  <c:v>0.98743360000000002</c:v>
                </c:pt>
                <c:pt idx="437">
                  <c:v>1.001932</c:v>
                </c:pt>
                <c:pt idx="438">
                  <c:v>1.0048029999999999</c:v>
                </c:pt>
                <c:pt idx="439">
                  <c:v>0.98989090000000002</c:v>
                </c:pt>
                <c:pt idx="440">
                  <c:v>1.0031030000000001</c:v>
                </c:pt>
                <c:pt idx="441">
                  <c:v>1.0057259999999999</c:v>
                </c:pt>
                <c:pt idx="442">
                  <c:v>0.99461409999999995</c:v>
                </c:pt>
                <c:pt idx="443">
                  <c:v>0.99972930000000004</c:v>
                </c:pt>
                <c:pt idx="444">
                  <c:v>0.99378350000000004</c:v>
                </c:pt>
                <c:pt idx="445">
                  <c:v>0.99946270000000004</c:v>
                </c:pt>
                <c:pt idx="446">
                  <c:v>1.0055339999999999</c:v>
                </c:pt>
                <c:pt idx="447">
                  <c:v>1.0096810000000001</c:v>
                </c:pt>
                <c:pt idx="448">
                  <c:v>1.001959</c:v>
                </c:pt>
                <c:pt idx="449">
                  <c:v>0.99753899999999995</c:v>
                </c:pt>
                <c:pt idx="450">
                  <c:v>1.002165</c:v>
                </c:pt>
                <c:pt idx="451">
                  <c:v>1.008569</c:v>
                </c:pt>
                <c:pt idx="452">
                  <c:v>1.007541</c:v>
                </c:pt>
                <c:pt idx="453">
                  <c:v>1.0001690000000001</c:v>
                </c:pt>
                <c:pt idx="454">
                  <c:v>1.004308</c:v>
                </c:pt>
                <c:pt idx="455">
                  <c:v>1.0006159999999999</c:v>
                </c:pt>
                <c:pt idx="456">
                  <c:v>1.0014460000000001</c:v>
                </c:pt>
                <c:pt idx="457">
                  <c:v>1.0071699999999999</c:v>
                </c:pt>
                <c:pt idx="458">
                  <c:v>1.0013620000000001</c:v>
                </c:pt>
                <c:pt idx="459">
                  <c:v>1.0080610000000001</c:v>
                </c:pt>
                <c:pt idx="460">
                  <c:v>1.0051570000000001</c:v>
                </c:pt>
                <c:pt idx="461">
                  <c:v>1.0023489999999999</c:v>
                </c:pt>
                <c:pt idx="462">
                  <c:v>1.0066059999999999</c:v>
                </c:pt>
                <c:pt idx="463">
                  <c:v>1.002035</c:v>
                </c:pt>
                <c:pt idx="464">
                  <c:v>0.98992840000000004</c:v>
                </c:pt>
                <c:pt idx="465">
                  <c:v>1.0106820000000001</c:v>
                </c:pt>
                <c:pt idx="466">
                  <c:v>0.99190149999999999</c:v>
                </c:pt>
                <c:pt idx="467">
                  <c:v>1.0040009999999999</c:v>
                </c:pt>
                <c:pt idx="468">
                  <c:v>1.0055400000000001</c:v>
                </c:pt>
                <c:pt idx="469">
                  <c:v>0.99575610000000003</c:v>
                </c:pt>
                <c:pt idx="470">
                  <c:v>0.99339500000000003</c:v>
                </c:pt>
                <c:pt idx="471">
                  <c:v>1.0023519999999999</c:v>
                </c:pt>
                <c:pt idx="472">
                  <c:v>0.9993069</c:v>
                </c:pt>
                <c:pt idx="473">
                  <c:v>1.0045930000000001</c:v>
                </c:pt>
                <c:pt idx="474">
                  <c:v>0.9836338</c:v>
                </c:pt>
                <c:pt idx="475">
                  <c:v>0.99804250000000005</c:v>
                </c:pt>
                <c:pt idx="476">
                  <c:v>1.0044850000000001</c:v>
                </c:pt>
                <c:pt idx="477">
                  <c:v>1.0065550000000001</c:v>
                </c:pt>
                <c:pt idx="478">
                  <c:v>0.99549790000000005</c:v>
                </c:pt>
                <c:pt idx="479">
                  <c:v>0.99562919999999999</c:v>
                </c:pt>
                <c:pt idx="480">
                  <c:v>0.99937180000000003</c:v>
                </c:pt>
                <c:pt idx="481">
                  <c:v>1.0022219999999999</c:v>
                </c:pt>
                <c:pt idx="482">
                  <c:v>1.0045059999999999</c:v>
                </c:pt>
                <c:pt idx="483">
                  <c:v>0.99939310000000003</c:v>
                </c:pt>
                <c:pt idx="484">
                  <c:v>1.006057</c:v>
                </c:pt>
                <c:pt idx="485">
                  <c:v>1.003215</c:v>
                </c:pt>
                <c:pt idx="486">
                  <c:v>1.00552</c:v>
                </c:pt>
                <c:pt idx="487">
                  <c:v>0.9996678</c:v>
                </c:pt>
                <c:pt idx="488">
                  <c:v>1.002874</c:v>
                </c:pt>
                <c:pt idx="489">
                  <c:v>0.99484810000000001</c:v>
                </c:pt>
                <c:pt idx="490">
                  <c:v>1.0062500000000001</c:v>
                </c:pt>
                <c:pt idx="491">
                  <c:v>1.0017419999999999</c:v>
                </c:pt>
                <c:pt idx="492">
                  <c:v>0.99665789999999999</c:v>
                </c:pt>
                <c:pt idx="493">
                  <c:v>0.98777910000000002</c:v>
                </c:pt>
                <c:pt idx="494">
                  <c:v>0.99511190000000005</c:v>
                </c:pt>
                <c:pt idx="495">
                  <c:v>0.99805219999999994</c:v>
                </c:pt>
                <c:pt idx="496">
                  <c:v>1.004856</c:v>
                </c:pt>
                <c:pt idx="497">
                  <c:v>0.99164940000000001</c:v>
                </c:pt>
                <c:pt idx="498">
                  <c:v>0.99211179999999999</c:v>
                </c:pt>
                <c:pt idx="499">
                  <c:v>0.99573239999999996</c:v>
                </c:pt>
                <c:pt idx="500">
                  <c:v>0.99863979999999997</c:v>
                </c:pt>
                <c:pt idx="501">
                  <c:v>1.0036719999999999</c:v>
                </c:pt>
                <c:pt idx="502">
                  <c:v>1.002594</c:v>
                </c:pt>
                <c:pt idx="503">
                  <c:v>0.99864169999999997</c:v>
                </c:pt>
                <c:pt idx="504">
                  <c:v>0.99193830000000005</c:v>
                </c:pt>
                <c:pt idx="505">
                  <c:v>1.0010209999999999</c:v>
                </c:pt>
                <c:pt idx="506">
                  <c:v>0.99676810000000005</c:v>
                </c:pt>
                <c:pt idx="507">
                  <c:v>1.0022139999999999</c:v>
                </c:pt>
                <c:pt idx="508">
                  <c:v>0.99008640000000003</c:v>
                </c:pt>
                <c:pt idx="509">
                  <c:v>0.99826409999999999</c:v>
                </c:pt>
                <c:pt idx="510">
                  <c:v>1.0118549999999999</c:v>
                </c:pt>
                <c:pt idx="511">
                  <c:v>1.000759</c:v>
                </c:pt>
                <c:pt idx="512">
                  <c:v>1.0008619999999999</c:v>
                </c:pt>
                <c:pt idx="513">
                  <c:v>1.0071270000000001</c:v>
                </c:pt>
                <c:pt idx="514">
                  <c:v>1.00275</c:v>
                </c:pt>
                <c:pt idx="515">
                  <c:v>1.0014609999999999</c:v>
                </c:pt>
                <c:pt idx="516">
                  <c:v>1.0089840000000001</c:v>
                </c:pt>
              </c:numCache>
            </c:numRef>
          </c:yVal>
          <c:smooth val="1"/>
          <c:extLst>
            <c:ext xmlns:c16="http://schemas.microsoft.com/office/drawing/2014/chart" uri="{C3380CC4-5D6E-409C-BE32-E72D297353CC}">
              <c16:uniqueId val="{00000004-A11A-4853-94BF-4F7860A73A6E}"/>
            </c:ext>
          </c:extLst>
        </c:ser>
        <c:ser>
          <c:idx val="5"/>
          <c:order val="5"/>
          <c:tx>
            <c:strRef>
              <c:f>二体分布関数!$H$1</c:f>
              <c:strCache>
                <c:ptCount val="1"/>
                <c:pt idx="0">
                  <c:v>Be-Be</c:v>
                </c:pt>
              </c:strCache>
            </c:strRef>
          </c:tx>
          <c:spPr>
            <a:ln w="19050" cap="rnd">
              <a:solidFill>
                <a:schemeClr val="accent6"/>
              </a:solidFill>
              <a:round/>
            </a:ln>
            <a:effectLst/>
          </c:spPr>
          <c:marker>
            <c:symbol val="none"/>
          </c:marker>
          <c:xVal>
            <c:numRef>
              <c:f>二体分布関数!$B$2:$B$1034</c:f>
              <c:numCache>
                <c:formatCode>0.00E+00</c:formatCode>
                <c:ptCount val="517"/>
                <c:pt idx="0">
                  <c:v>0.06</c:v>
                </c:pt>
                <c:pt idx="1">
                  <c:v>0.12</c:v>
                </c:pt>
                <c:pt idx="2">
                  <c:v>0.18</c:v>
                </c:pt>
                <c:pt idx="3">
                  <c:v>0.24</c:v>
                </c:pt>
                <c:pt idx="4">
                  <c:v>0.3</c:v>
                </c:pt>
                <c:pt idx="5">
                  <c:v>0.36</c:v>
                </c:pt>
                <c:pt idx="6">
                  <c:v>0.42</c:v>
                </c:pt>
                <c:pt idx="7">
                  <c:v>0.48</c:v>
                </c:pt>
                <c:pt idx="8">
                  <c:v>0.54</c:v>
                </c:pt>
                <c:pt idx="9">
                  <c:v>0.6</c:v>
                </c:pt>
                <c:pt idx="10">
                  <c:v>0.66</c:v>
                </c:pt>
                <c:pt idx="11">
                  <c:v>0.72</c:v>
                </c:pt>
                <c:pt idx="12">
                  <c:v>0.78</c:v>
                </c:pt>
                <c:pt idx="13">
                  <c:v>0.84</c:v>
                </c:pt>
                <c:pt idx="14">
                  <c:v>0.9</c:v>
                </c:pt>
                <c:pt idx="15">
                  <c:v>0.96</c:v>
                </c:pt>
                <c:pt idx="16" formatCode="General">
                  <c:v>1.02</c:v>
                </c:pt>
                <c:pt idx="17" formatCode="General">
                  <c:v>1.08</c:v>
                </c:pt>
                <c:pt idx="18" formatCode="General">
                  <c:v>1.1399999999999999</c:v>
                </c:pt>
                <c:pt idx="19" formatCode="General">
                  <c:v>1.2</c:v>
                </c:pt>
                <c:pt idx="20" formatCode="General">
                  <c:v>1.26</c:v>
                </c:pt>
                <c:pt idx="21" formatCode="General">
                  <c:v>1.32</c:v>
                </c:pt>
                <c:pt idx="22" formatCode="General">
                  <c:v>1.38</c:v>
                </c:pt>
                <c:pt idx="23" formatCode="General">
                  <c:v>1.44</c:v>
                </c:pt>
                <c:pt idx="24" formatCode="General">
                  <c:v>1.5</c:v>
                </c:pt>
                <c:pt idx="25" formatCode="General">
                  <c:v>1.56</c:v>
                </c:pt>
                <c:pt idx="26" formatCode="General">
                  <c:v>1.62</c:v>
                </c:pt>
                <c:pt idx="27" formatCode="General">
                  <c:v>1.68</c:v>
                </c:pt>
                <c:pt idx="28" formatCode="General">
                  <c:v>1.74</c:v>
                </c:pt>
                <c:pt idx="29" formatCode="General">
                  <c:v>1.8</c:v>
                </c:pt>
                <c:pt idx="30" formatCode="General">
                  <c:v>1.86</c:v>
                </c:pt>
                <c:pt idx="31" formatCode="General">
                  <c:v>1.92</c:v>
                </c:pt>
                <c:pt idx="32" formatCode="General">
                  <c:v>1.98</c:v>
                </c:pt>
                <c:pt idx="33" formatCode="General">
                  <c:v>2.04</c:v>
                </c:pt>
                <c:pt idx="34" formatCode="General">
                  <c:v>2.1</c:v>
                </c:pt>
                <c:pt idx="35" formatCode="General">
                  <c:v>2.16</c:v>
                </c:pt>
                <c:pt idx="36" formatCode="General">
                  <c:v>2.2200000000000002</c:v>
                </c:pt>
                <c:pt idx="37" formatCode="General">
                  <c:v>2.2799999999999998</c:v>
                </c:pt>
                <c:pt idx="38" formatCode="General">
                  <c:v>2.34</c:v>
                </c:pt>
                <c:pt idx="39" formatCode="General">
                  <c:v>2.4</c:v>
                </c:pt>
                <c:pt idx="40" formatCode="General">
                  <c:v>2.46</c:v>
                </c:pt>
                <c:pt idx="41" formatCode="General">
                  <c:v>2.52</c:v>
                </c:pt>
                <c:pt idx="42" formatCode="General">
                  <c:v>2.58</c:v>
                </c:pt>
                <c:pt idx="43" formatCode="General">
                  <c:v>2.64</c:v>
                </c:pt>
                <c:pt idx="44" formatCode="General">
                  <c:v>2.7</c:v>
                </c:pt>
                <c:pt idx="45" formatCode="General">
                  <c:v>2.76</c:v>
                </c:pt>
                <c:pt idx="46" formatCode="General">
                  <c:v>2.82</c:v>
                </c:pt>
                <c:pt idx="47" formatCode="General">
                  <c:v>2.88</c:v>
                </c:pt>
                <c:pt idx="48" formatCode="General">
                  <c:v>2.94</c:v>
                </c:pt>
                <c:pt idx="49" formatCode="General">
                  <c:v>3</c:v>
                </c:pt>
                <c:pt idx="50" formatCode="General">
                  <c:v>3.06</c:v>
                </c:pt>
                <c:pt idx="51" formatCode="General">
                  <c:v>3.12</c:v>
                </c:pt>
                <c:pt idx="52" formatCode="General">
                  <c:v>3.18</c:v>
                </c:pt>
                <c:pt idx="53" formatCode="General">
                  <c:v>3.24</c:v>
                </c:pt>
                <c:pt idx="54" formatCode="General">
                  <c:v>3.3</c:v>
                </c:pt>
                <c:pt idx="55" formatCode="General">
                  <c:v>3.36</c:v>
                </c:pt>
                <c:pt idx="56" formatCode="General">
                  <c:v>3.42</c:v>
                </c:pt>
                <c:pt idx="57" formatCode="General">
                  <c:v>3.48</c:v>
                </c:pt>
                <c:pt idx="58" formatCode="General">
                  <c:v>3.54</c:v>
                </c:pt>
                <c:pt idx="59" formatCode="General">
                  <c:v>3.6</c:v>
                </c:pt>
                <c:pt idx="60" formatCode="General">
                  <c:v>3.66</c:v>
                </c:pt>
                <c:pt idx="61" formatCode="General">
                  <c:v>3.72</c:v>
                </c:pt>
                <c:pt idx="62" formatCode="General">
                  <c:v>3.78</c:v>
                </c:pt>
                <c:pt idx="63" formatCode="General">
                  <c:v>3.84</c:v>
                </c:pt>
                <c:pt idx="64" formatCode="General">
                  <c:v>3.9</c:v>
                </c:pt>
                <c:pt idx="65" formatCode="General">
                  <c:v>3.96</c:v>
                </c:pt>
                <c:pt idx="66" formatCode="General">
                  <c:v>4.0199999999999996</c:v>
                </c:pt>
                <c:pt idx="67" formatCode="General">
                  <c:v>4.08</c:v>
                </c:pt>
                <c:pt idx="68" formatCode="General">
                  <c:v>4.1399999999999997</c:v>
                </c:pt>
                <c:pt idx="69" formatCode="General">
                  <c:v>4.2</c:v>
                </c:pt>
                <c:pt idx="70" formatCode="General">
                  <c:v>4.26</c:v>
                </c:pt>
                <c:pt idx="71" formatCode="General">
                  <c:v>4.32</c:v>
                </c:pt>
                <c:pt idx="72" formatCode="General">
                  <c:v>4.38</c:v>
                </c:pt>
                <c:pt idx="73" formatCode="General">
                  <c:v>4.4400000000000004</c:v>
                </c:pt>
                <c:pt idx="74" formatCode="General">
                  <c:v>4.5</c:v>
                </c:pt>
                <c:pt idx="75" formatCode="General">
                  <c:v>4.5599999999999996</c:v>
                </c:pt>
                <c:pt idx="76" formatCode="General">
                  <c:v>4.62</c:v>
                </c:pt>
                <c:pt idx="77" formatCode="General">
                  <c:v>4.68</c:v>
                </c:pt>
                <c:pt idx="78" formatCode="General">
                  <c:v>4.74</c:v>
                </c:pt>
                <c:pt idx="79" formatCode="General">
                  <c:v>4.8</c:v>
                </c:pt>
                <c:pt idx="80" formatCode="General">
                  <c:v>4.8600000000000003</c:v>
                </c:pt>
                <c:pt idx="81" formatCode="General">
                  <c:v>4.92</c:v>
                </c:pt>
                <c:pt idx="82" formatCode="General">
                  <c:v>4.9800000000000004</c:v>
                </c:pt>
                <c:pt idx="83" formatCode="General">
                  <c:v>5.04</c:v>
                </c:pt>
                <c:pt idx="84" formatCode="General">
                  <c:v>5.0999999999999996</c:v>
                </c:pt>
                <c:pt idx="85" formatCode="General">
                  <c:v>5.16</c:v>
                </c:pt>
                <c:pt idx="86" formatCode="General">
                  <c:v>5.22</c:v>
                </c:pt>
                <c:pt idx="87" formatCode="General">
                  <c:v>5.28</c:v>
                </c:pt>
                <c:pt idx="88" formatCode="General">
                  <c:v>5.34</c:v>
                </c:pt>
                <c:pt idx="89" formatCode="General">
                  <c:v>5.4</c:v>
                </c:pt>
                <c:pt idx="90" formatCode="General">
                  <c:v>5.46</c:v>
                </c:pt>
                <c:pt idx="91" formatCode="General">
                  <c:v>5.52</c:v>
                </c:pt>
                <c:pt idx="92" formatCode="General">
                  <c:v>5.58</c:v>
                </c:pt>
                <c:pt idx="93" formatCode="General">
                  <c:v>5.64</c:v>
                </c:pt>
                <c:pt idx="94" formatCode="General">
                  <c:v>5.7</c:v>
                </c:pt>
                <c:pt idx="95" formatCode="General">
                  <c:v>5.76</c:v>
                </c:pt>
                <c:pt idx="96" formatCode="General">
                  <c:v>5.82</c:v>
                </c:pt>
                <c:pt idx="97" formatCode="General">
                  <c:v>5.88</c:v>
                </c:pt>
                <c:pt idx="98" formatCode="General">
                  <c:v>5.94</c:v>
                </c:pt>
                <c:pt idx="99" formatCode="General">
                  <c:v>6</c:v>
                </c:pt>
                <c:pt idx="100" formatCode="General">
                  <c:v>6.06</c:v>
                </c:pt>
                <c:pt idx="101" formatCode="General">
                  <c:v>6.12</c:v>
                </c:pt>
                <c:pt idx="102" formatCode="General">
                  <c:v>6.18</c:v>
                </c:pt>
                <c:pt idx="103" formatCode="General">
                  <c:v>6.24</c:v>
                </c:pt>
                <c:pt idx="104" formatCode="General">
                  <c:v>6.3</c:v>
                </c:pt>
                <c:pt idx="105" formatCode="General">
                  <c:v>6.36</c:v>
                </c:pt>
                <c:pt idx="106" formatCode="General">
                  <c:v>6.42</c:v>
                </c:pt>
                <c:pt idx="107" formatCode="General">
                  <c:v>6.48</c:v>
                </c:pt>
                <c:pt idx="108" formatCode="General">
                  <c:v>6.54</c:v>
                </c:pt>
                <c:pt idx="109" formatCode="General">
                  <c:v>6.6</c:v>
                </c:pt>
                <c:pt idx="110" formatCode="General">
                  <c:v>6.66</c:v>
                </c:pt>
                <c:pt idx="111" formatCode="General">
                  <c:v>6.72</c:v>
                </c:pt>
                <c:pt idx="112" formatCode="General">
                  <c:v>6.78</c:v>
                </c:pt>
                <c:pt idx="113" formatCode="General">
                  <c:v>6.84</c:v>
                </c:pt>
                <c:pt idx="114" formatCode="General">
                  <c:v>6.9</c:v>
                </c:pt>
                <c:pt idx="115" formatCode="General">
                  <c:v>6.96</c:v>
                </c:pt>
                <c:pt idx="116" formatCode="General">
                  <c:v>7.02</c:v>
                </c:pt>
                <c:pt idx="117" formatCode="General">
                  <c:v>7.08</c:v>
                </c:pt>
                <c:pt idx="118" formatCode="General">
                  <c:v>7.14</c:v>
                </c:pt>
                <c:pt idx="119" formatCode="General">
                  <c:v>7.2</c:v>
                </c:pt>
                <c:pt idx="120" formatCode="General">
                  <c:v>7.26</c:v>
                </c:pt>
                <c:pt idx="121" formatCode="General">
                  <c:v>7.32</c:v>
                </c:pt>
                <c:pt idx="122" formatCode="General">
                  <c:v>7.38</c:v>
                </c:pt>
                <c:pt idx="123" formatCode="General">
                  <c:v>7.44</c:v>
                </c:pt>
                <c:pt idx="124" formatCode="General">
                  <c:v>7.5</c:v>
                </c:pt>
                <c:pt idx="125" formatCode="General">
                  <c:v>7.56</c:v>
                </c:pt>
                <c:pt idx="126" formatCode="General">
                  <c:v>7.62</c:v>
                </c:pt>
                <c:pt idx="127" formatCode="General">
                  <c:v>7.68</c:v>
                </c:pt>
                <c:pt idx="128" formatCode="General">
                  <c:v>7.74</c:v>
                </c:pt>
                <c:pt idx="129" formatCode="General">
                  <c:v>7.8</c:v>
                </c:pt>
                <c:pt idx="130" formatCode="General">
                  <c:v>7.86</c:v>
                </c:pt>
                <c:pt idx="131" formatCode="General">
                  <c:v>7.92</c:v>
                </c:pt>
                <c:pt idx="132" formatCode="General">
                  <c:v>7.98</c:v>
                </c:pt>
                <c:pt idx="133" formatCode="General">
                  <c:v>8.0399999999999991</c:v>
                </c:pt>
                <c:pt idx="134" formatCode="General">
                  <c:v>8.0999990000000004</c:v>
                </c:pt>
                <c:pt idx="135" formatCode="General">
                  <c:v>8.16</c:v>
                </c:pt>
                <c:pt idx="136" formatCode="General">
                  <c:v>8.2200000000000006</c:v>
                </c:pt>
                <c:pt idx="137" formatCode="General">
                  <c:v>8.2799999999999994</c:v>
                </c:pt>
                <c:pt idx="138" formatCode="General">
                  <c:v>8.34</c:v>
                </c:pt>
                <c:pt idx="139" formatCode="General">
                  <c:v>8.4</c:v>
                </c:pt>
                <c:pt idx="140" formatCode="General">
                  <c:v>8.4600000000000009</c:v>
                </c:pt>
                <c:pt idx="141" formatCode="General">
                  <c:v>8.52</c:v>
                </c:pt>
                <c:pt idx="142" formatCode="General">
                  <c:v>8.58</c:v>
                </c:pt>
                <c:pt idx="143" formatCode="General">
                  <c:v>8.6399989999999995</c:v>
                </c:pt>
                <c:pt idx="144" formatCode="General">
                  <c:v>8.6999999999999993</c:v>
                </c:pt>
                <c:pt idx="145" formatCode="General">
                  <c:v>8.76</c:v>
                </c:pt>
                <c:pt idx="146" formatCode="General">
                  <c:v>8.82</c:v>
                </c:pt>
                <c:pt idx="147" formatCode="General">
                  <c:v>8.8800000000000008</c:v>
                </c:pt>
                <c:pt idx="148" formatCode="General">
                  <c:v>8.94</c:v>
                </c:pt>
                <c:pt idx="149" formatCode="General">
                  <c:v>9</c:v>
                </c:pt>
                <c:pt idx="150" formatCode="General">
                  <c:v>9.0599989999999995</c:v>
                </c:pt>
                <c:pt idx="151" formatCode="General">
                  <c:v>9.1199999999999992</c:v>
                </c:pt>
                <c:pt idx="152" formatCode="General">
                  <c:v>9.1799990000000005</c:v>
                </c:pt>
                <c:pt idx="153" formatCode="General">
                  <c:v>9.24</c:v>
                </c:pt>
                <c:pt idx="154" formatCode="General">
                  <c:v>9.3000000000000007</c:v>
                </c:pt>
                <c:pt idx="155" formatCode="General">
                  <c:v>9.36</c:v>
                </c:pt>
                <c:pt idx="156" formatCode="General">
                  <c:v>9.42</c:v>
                </c:pt>
                <c:pt idx="157" formatCode="General">
                  <c:v>9.48</c:v>
                </c:pt>
                <c:pt idx="158" formatCode="General">
                  <c:v>9.5399999999999991</c:v>
                </c:pt>
                <c:pt idx="159" formatCode="General">
                  <c:v>9.5999990000000004</c:v>
                </c:pt>
                <c:pt idx="160" formatCode="General">
                  <c:v>9.66</c:v>
                </c:pt>
                <c:pt idx="161" formatCode="General">
                  <c:v>9.7199989999999996</c:v>
                </c:pt>
                <c:pt idx="162" formatCode="General">
                  <c:v>9.7799999999999994</c:v>
                </c:pt>
                <c:pt idx="163" formatCode="General">
                  <c:v>9.84</c:v>
                </c:pt>
                <c:pt idx="164" formatCode="General">
                  <c:v>9.9</c:v>
                </c:pt>
                <c:pt idx="165" formatCode="General">
                  <c:v>9.9600000000000009</c:v>
                </c:pt>
                <c:pt idx="166" formatCode="General">
                  <c:v>10.02</c:v>
                </c:pt>
                <c:pt idx="167" formatCode="General">
                  <c:v>10.08</c:v>
                </c:pt>
                <c:pt idx="168" formatCode="General">
                  <c:v>10.14</c:v>
                </c:pt>
                <c:pt idx="169" formatCode="General">
                  <c:v>10.199999999999999</c:v>
                </c:pt>
                <c:pt idx="170" formatCode="General">
                  <c:v>10.26</c:v>
                </c:pt>
                <c:pt idx="171" formatCode="General">
                  <c:v>10.32</c:v>
                </c:pt>
                <c:pt idx="172" formatCode="General">
                  <c:v>10.38</c:v>
                </c:pt>
                <c:pt idx="173" formatCode="General">
                  <c:v>10.44</c:v>
                </c:pt>
                <c:pt idx="174" formatCode="General">
                  <c:v>10.5</c:v>
                </c:pt>
                <c:pt idx="175" formatCode="General">
                  <c:v>10.56</c:v>
                </c:pt>
                <c:pt idx="176" formatCode="General">
                  <c:v>10.62</c:v>
                </c:pt>
                <c:pt idx="177" formatCode="General">
                  <c:v>10.68</c:v>
                </c:pt>
                <c:pt idx="178" formatCode="General">
                  <c:v>10.74</c:v>
                </c:pt>
                <c:pt idx="179" formatCode="General">
                  <c:v>10.8</c:v>
                </c:pt>
                <c:pt idx="180" formatCode="General">
                  <c:v>10.86</c:v>
                </c:pt>
                <c:pt idx="181" formatCode="General">
                  <c:v>10.92</c:v>
                </c:pt>
                <c:pt idx="182" formatCode="General">
                  <c:v>10.98</c:v>
                </c:pt>
                <c:pt idx="183" formatCode="General">
                  <c:v>11.04</c:v>
                </c:pt>
                <c:pt idx="184" formatCode="General">
                  <c:v>11.1</c:v>
                </c:pt>
                <c:pt idx="185" formatCode="General">
                  <c:v>11.16</c:v>
                </c:pt>
                <c:pt idx="186" formatCode="General">
                  <c:v>11.22</c:v>
                </c:pt>
                <c:pt idx="187" formatCode="General">
                  <c:v>11.28</c:v>
                </c:pt>
                <c:pt idx="188" formatCode="General">
                  <c:v>11.34</c:v>
                </c:pt>
                <c:pt idx="189" formatCode="General">
                  <c:v>11.4</c:v>
                </c:pt>
                <c:pt idx="190" formatCode="General">
                  <c:v>11.46</c:v>
                </c:pt>
                <c:pt idx="191" formatCode="General">
                  <c:v>11.52</c:v>
                </c:pt>
                <c:pt idx="192" formatCode="General">
                  <c:v>11.58</c:v>
                </c:pt>
                <c:pt idx="193" formatCode="General">
                  <c:v>11.64</c:v>
                </c:pt>
                <c:pt idx="194" formatCode="General">
                  <c:v>11.7</c:v>
                </c:pt>
                <c:pt idx="195" formatCode="General">
                  <c:v>11.76</c:v>
                </c:pt>
                <c:pt idx="196" formatCode="General">
                  <c:v>11.82</c:v>
                </c:pt>
                <c:pt idx="197" formatCode="General">
                  <c:v>11.88</c:v>
                </c:pt>
                <c:pt idx="198" formatCode="General">
                  <c:v>11.94</c:v>
                </c:pt>
                <c:pt idx="199" formatCode="General">
                  <c:v>12</c:v>
                </c:pt>
                <c:pt idx="200" formatCode="General">
                  <c:v>12.06</c:v>
                </c:pt>
                <c:pt idx="201" formatCode="General">
                  <c:v>12.12</c:v>
                </c:pt>
                <c:pt idx="202" formatCode="General">
                  <c:v>12.18</c:v>
                </c:pt>
                <c:pt idx="203" formatCode="General">
                  <c:v>12.24</c:v>
                </c:pt>
                <c:pt idx="204" formatCode="General">
                  <c:v>12.3</c:v>
                </c:pt>
                <c:pt idx="205" formatCode="General">
                  <c:v>12.36</c:v>
                </c:pt>
                <c:pt idx="206" formatCode="General">
                  <c:v>12.42</c:v>
                </c:pt>
                <c:pt idx="207" formatCode="General">
                  <c:v>12.48</c:v>
                </c:pt>
                <c:pt idx="208" formatCode="General">
                  <c:v>12.54</c:v>
                </c:pt>
                <c:pt idx="209" formatCode="General">
                  <c:v>12.6</c:v>
                </c:pt>
                <c:pt idx="210" formatCode="General">
                  <c:v>12.66</c:v>
                </c:pt>
                <c:pt idx="211" formatCode="General">
                  <c:v>12.72</c:v>
                </c:pt>
                <c:pt idx="212" formatCode="General">
                  <c:v>12.78</c:v>
                </c:pt>
                <c:pt idx="213" formatCode="General">
                  <c:v>12.84</c:v>
                </c:pt>
                <c:pt idx="214" formatCode="General">
                  <c:v>12.9</c:v>
                </c:pt>
                <c:pt idx="215" formatCode="General">
                  <c:v>12.96</c:v>
                </c:pt>
                <c:pt idx="216" formatCode="General">
                  <c:v>13.02</c:v>
                </c:pt>
                <c:pt idx="217" formatCode="General">
                  <c:v>13.08</c:v>
                </c:pt>
                <c:pt idx="218" formatCode="General">
                  <c:v>13.14</c:v>
                </c:pt>
                <c:pt idx="219" formatCode="General">
                  <c:v>13.2</c:v>
                </c:pt>
                <c:pt idx="220" formatCode="General">
                  <c:v>13.26</c:v>
                </c:pt>
                <c:pt idx="221" formatCode="General">
                  <c:v>13.32</c:v>
                </c:pt>
                <c:pt idx="222" formatCode="General">
                  <c:v>13.38</c:v>
                </c:pt>
                <c:pt idx="223" formatCode="General">
                  <c:v>13.44</c:v>
                </c:pt>
                <c:pt idx="224" formatCode="General">
                  <c:v>13.5</c:v>
                </c:pt>
                <c:pt idx="225" formatCode="General">
                  <c:v>13.56</c:v>
                </c:pt>
                <c:pt idx="226" formatCode="General">
                  <c:v>13.62</c:v>
                </c:pt>
                <c:pt idx="227" formatCode="General">
                  <c:v>13.68</c:v>
                </c:pt>
                <c:pt idx="228" formatCode="General">
                  <c:v>13.74</c:v>
                </c:pt>
                <c:pt idx="229" formatCode="General">
                  <c:v>13.8</c:v>
                </c:pt>
                <c:pt idx="230" formatCode="General">
                  <c:v>13.86</c:v>
                </c:pt>
                <c:pt idx="231" formatCode="General">
                  <c:v>13.92</c:v>
                </c:pt>
                <c:pt idx="232" formatCode="General">
                  <c:v>13.98</c:v>
                </c:pt>
                <c:pt idx="233" formatCode="General">
                  <c:v>14.04</c:v>
                </c:pt>
                <c:pt idx="234" formatCode="General">
                  <c:v>14.1</c:v>
                </c:pt>
                <c:pt idx="235" formatCode="General">
                  <c:v>14.16</c:v>
                </c:pt>
                <c:pt idx="236" formatCode="General">
                  <c:v>14.22</c:v>
                </c:pt>
                <c:pt idx="237" formatCode="General">
                  <c:v>14.28</c:v>
                </c:pt>
                <c:pt idx="238" formatCode="General">
                  <c:v>14.34</c:v>
                </c:pt>
                <c:pt idx="239" formatCode="General">
                  <c:v>14.4</c:v>
                </c:pt>
                <c:pt idx="240" formatCode="General">
                  <c:v>14.46</c:v>
                </c:pt>
                <c:pt idx="241" formatCode="General">
                  <c:v>14.52</c:v>
                </c:pt>
                <c:pt idx="242" formatCode="General">
                  <c:v>14.58</c:v>
                </c:pt>
                <c:pt idx="243" formatCode="General">
                  <c:v>14.64</c:v>
                </c:pt>
                <c:pt idx="244" formatCode="General">
                  <c:v>14.7</c:v>
                </c:pt>
                <c:pt idx="245" formatCode="General">
                  <c:v>14.76</c:v>
                </c:pt>
                <c:pt idx="246" formatCode="General">
                  <c:v>14.82</c:v>
                </c:pt>
                <c:pt idx="247" formatCode="General">
                  <c:v>14.88</c:v>
                </c:pt>
                <c:pt idx="248" formatCode="General">
                  <c:v>14.94</c:v>
                </c:pt>
                <c:pt idx="249" formatCode="General">
                  <c:v>15</c:v>
                </c:pt>
                <c:pt idx="250" formatCode="General">
                  <c:v>15.06</c:v>
                </c:pt>
                <c:pt idx="251" formatCode="General">
                  <c:v>15.12</c:v>
                </c:pt>
                <c:pt idx="252" formatCode="General">
                  <c:v>15.18</c:v>
                </c:pt>
                <c:pt idx="253" formatCode="General">
                  <c:v>15.24</c:v>
                </c:pt>
                <c:pt idx="254" formatCode="General">
                  <c:v>15.3</c:v>
                </c:pt>
                <c:pt idx="255" formatCode="General">
                  <c:v>15.36</c:v>
                </c:pt>
                <c:pt idx="256" formatCode="General">
                  <c:v>15.42</c:v>
                </c:pt>
                <c:pt idx="257" formatCode="General">
                  <c:v>15.48</c:v>
                </c:pt>
                <c:pt idx="258" formatCode="General">
                  <c:v>15.54</c:v>
                </c:pt>
                <c:pt idx="259" formatCode="General">
                  <c:v>15.6</c:v>
                </c:pt>
                <c:pt idx="260" formatCode="General">
                  <c:v>15.66</c:v>
                </c:pt>
                <c:pt idx="261" formatCode="General">
                  <c:v>15.72</c:v>
                </c:pt>
                <c:pt idx="262" formatCode="General">
                  <c:v>15.78</c:v>
                </c:pt>
                <c:pt idx="263" formatCode="General">
                  <c:v>15.84</c:v>
                </c:pt>
                <c:pt idx="264" formatCode="General">
                  <c:v>15.9</c:v>
                </c:pt>
                <c:pt idx="265" formatCode="General">
                  <c:v>15.96</c:v>
                </c:pt>
                <c:pt idx="266" formatCode="General">
                  <c:v>16.02</c:v>
                </c:pt>
                <c:pt idx="267" formatCode="General">
                  <c:v>16.079999999999998</c:v>
                </c:pt>
                <c:pt idx="268" formatCode="General">
                  <c:v>16.14</c:v>
                </c:pt>
                <c:pt idx="269" formatCode="General">
                  <c:v>16.2</c:v>
                </c:pt>
                <c:pt idx="270" formatCode="General">
                  <c:v>16.260000000000002</c:v>
                </c:pt>
                <c:pt idx="271" formatCode="General">
                  <c:v>16.32</c:v>
                </c:pt>
                <c:pt idx="272" formatCode="General">
                  <c:v>16.38</c:v>
                </c:pt>
                <c:pt idx="273" formatCode="General">
                  <c:v>16.440000000000001</c:v>
                </c:pt>
                <c:pt idx="274" formatCode="General">
                  <c:v>16.5</c:v>
                </c:pt>
                <c:pt idx="275" formatCode="General">
                  <c:v>16.559999999999999</c:v>
                </c:pt>
                <c:pt idx="276" formatCode="General">
                  <c:v>16.62</c:v>
                </c:pt>
                <c:pt idx="277" formatCode="General">
                  <c:v>16.68</c:v>
                </c:pt>
                <c:pt idx="278" formatCode="General">
                  <c:v>16.739999999999998</c:v>
                </c:pt>
                <c:pt idx="279" formatCode="General">
                  <c:v>16.8</c:v>
                </c:pt>
                <c:pt idx="280" formatCode="General">
                  <c:v>16.86</c:v>
                </c:pt>
                <c:pt idx="281" formatCode="General">
                  <c:v>16.920000000000002</c:v>
                </c:pt>
                <c:pt idx="282" formatCode="General">
                  <c:v>16.98</c:v>
                </c:pt>
                <c:pt idx="283" formatCode="General">
                  <c:v>17.04</c:v>
                </c:pt>
                <c:pt idx="284" formatCode="General">
                  <c:v>17.100000000000001</c:v>
                </c:pt>
                <c:pt idx="285" formatCode="General">
                  <c:v>17.16</c:v>
                </c:pt>
                <c:pt idx="286" formatCode="General">
                  <c:v>17.22</c:v>
                </c:pt>
                <c:pt idx="287" formatCode="General">
                  <c:v>17.28</c:v>
                </c:pt>
                <c:pt idx="288" formatCode="General">
                  <c:v>17.34</c:v>
                </c:pt>
                <c:pt idx="289" formatCode="General">
                  <c:v>17.399999999999999</c:v>
                </c:pt>
                <c:pt idx="290" formatCode="General">
                  <c:v>17.46</c:v>
                </c:pt>
                <c:pt idx="291" formatCode="General">
                  <c:v>17.52</c:v>
                </c:pt>
                <c:pt idx="292" formatCode="General">
                  <c:v>17.579999999999998</c:v>
                </c:pt>
                <c:pt idx="293" formatCode="General">
                  <c:v>17.64</c:v>
                </c:pt>
                <c:pt idx="294" formatCode="General">
                  <c:v>17.7</c:v>
                </c:pt>
                <c:pt idx="295" formatCode="General">
                  <c:v>17.760000000000002</c:v>
                </c:pt>
                <c:pt idx="296" formatCode="General">
                  <c:v>17.82</c:v>
                </c:pt>
                <c:pt idx="297" formatCode="General">
                  <c:v>17.88</c:v>
                </c:pt>
                <c:pt idx="298" formatCode="General">
                  <c:v>17.940000000000001</c:v>
                </c:pt>
                <c:pt idx="299" formatCode="General">
                  <c:v>18</c:v>
                </c:pt>
                <c:pt idx="300" formatCode="General">
                  <c:v>18.059999999999999</c:v>
                </c:pt>
                <c:pt idx="301" formatCode="General">
                  <c:v>18.12</c:v>
                </c:pt>
                <c:pt idx="302" formatCode="General">
                  <c:v>18.18</c:v>
                </c:pt>
                <c:pt idx="303" formatCode="General">
                  <c:v>18.239999999999998</c:v>
                </c:pt>
                <c:pt idx="304" formatCode="General">
                  <c:v>18.3</c:v>
                </c:pt>
                <c:pt idx="305" formatCode="General">
                  <c:v>18.36</c:v>
                </c:pt>
                <c:pt idx="306" formatCode="General">
                  <c:v>18.420000000000002</c:v>
                </c:pt>
                <c:pt idx="307" formatCode="General">
                  <c:v>18.48</c:v>
                </c:pt>
                <c:pt idx="308" formatCode="General">
                  <c:v>18.54</c:v>
                </c:pt>
                <c:pt idx="309" formatCode="General">
                  <c:v>18.600000000000001</c:v>
                </c:pt>
                <c:pt idx="310" formatCode="General">
                  <c:v>18.66</c:v>
                </c:pt>
                <c:pt idx="311" formatCode="General">
                  <c:v>18.72</c:v>
                </c:pt>
                <c:pt idx="312" formatCode="General">
                  <c:v>18.78</c:v>
                </c:pt>
                <c:pt idx="313" formatCode="General">
                  <c:v>18.84</c:v>
                </c:pt>
                <c:pt idx="314" formatCode="General">
                  <c:v>18.899999999999999</c:v>
                </c:pt>
                <c:pt idx="315" formatCode="General">
                  <c:v>18.96</c:v>
                </c:pt>
                <c:pt idx="316" formatCode="General">
                  <c:v>19.02</c:v>
                </c:pt>
                <c:pt idx="317" formatCode="General">
                  <c:v>19.079999999999998</c:v>
                </c:pt>
                <c:pt idx="318" formatCode="General">
                  <c:v>19.14</c:v>
                </c:pt>
                <c:pt idx="319" formatCode="General">
                  <c:v>19.2</c:v>
                </c:pt>
                <c:pt idx="320" formatCode="General">
                  <c:v>19.260000000000002</c:v>
                </c:pt>
                <c:pt idx="321" formatCode="General">
                  <c:v>19.32</c:v>
                </c:pt>
                <c:pt idx="322" formatCode="General">
                  <c:v>19.38</c:v>
                </c:pt>
                <c:pt idx="323" formatCode="General">
                  <c:v>19.440000000000001</c:v>
                </c:pt>
                <c:pt idx="324" formatCode="General">
                  <c:v>19.5</c:v>
                </c:pt>
                <c:pt idx="325" formatCode="General">
                  <c:v>19.559999999999999</c:v>
                </c:pt>
                <c:pt idx="326" formatCode="General">
                  <c:v>19.62</c:v>
                </c:pt>
                <c:pt idx="327" formatCode="General">
                  <c:v>19.68</c:v>
                </c:pt>
                <c:pt idx="328" formatCode="General">
                  <c:v>19.739999999999998</c:v>
                </c:pt>
                <c:pt idx="329" formatCode="General">
                  <c:v>19.8</c:v>
                </c:pt>
                <c:pt idx="330" formatCode="General">
                  <c:v>19.86</c:v>
                </c:pt>
                <c:pt idx="331" formatCode="General">
                  <c:v>19.920000000000002</c:v>
                </c:pt>
                <c:pt idx="332" formatCode="General">
                  <c:v>19.98</c:v>
                </c:pt>
                <c:pt idx="333" formatCode="General">
                  <c:v>20.04</c:v>
                </c:pt>
                <c:pt idx="334" formatCode="General">
                  <c:v>20.100000000000001</c:v>
                </c:pt>
                <c:pt idx="335" formatCode="General">
                  <c:v>20.16</c:v>
                </c:pt>
                <c:pt idx="336" formatCode="General">
                  <c:v>20.22</c:v>
                </c:pt>
                <c:pt idx="337" formatCode="General">
                  <c:v>20.28</c:v>
                </c:pt>
                <c:pt idx="338" formatCode="General">
                  <c:v>20.34</c:v>
                </c:pt>
                <c:pt idx="339" formatCode="General">
                  <c:v>20.399999999999999</c:v>
                </c:pt>
                <c:pt idx="340" formatCode="General">
                  <c:v>20.46</c:v>
                </c:pt>
                <c:pt idx="341" formatCode="General">
                  <c:v>20.52</c:v>
                </c:pt>
                <c:pt idx="342" formatCode="General">
                  <c:v>20.58</c:v>
                </c:pt>
                <c:pt idx="343" formatCode="General">
                  <c:v>20.64</c:v>
                </c:pt>
                <c:pt idx="344" formatCode="General">
                  <c:v>20.7</c:v>
                </c:pt>
                <c:pt idx="345" formatCode="General">
                  <c:v>20.76</c:v>
                </c:pt>
                <c:pt idx="346" formatCode="General">
                  <c:v>20.82</c:v>
                </c:pt>
                <c:pt idx="347" formatCode="General">
                  <c:v>20.88</c:v>
                </c:pt>
                <c:pt idx="348" formatCode="General">
                  <c:v>20.94</c:v>
                </c:pt>
                <c:pt idx="349" formatCode="General">
                  <c:v>21</c:v>
                </c:pt>
                <c:pt idx="350" formatCode="General">
                  <c:v>21.06</c:v>
                </c:pt>
                <c:pt idx="351" formatCode="General">
                  <c:v>21.12</c:v>
                </c:pt>
                <c:pt idx="352" formatCode="General">
                  <c:v>21.18</c:v>
                </c:pt>
                <c:pt idx="353" formatCode="General">
                  <c:v>21.24</c:v>
                </c:pt>
                <c:pt idx="354" formatCode="General">
                  <c:v>21.3</c:v>
                </c:pt>
                <c:pt idx="355" formatCode="General">
                  <c:v>21.36</c:v>
                </c:pt>
                <c:pt idx="356" formatCode="General">
                  <c:v>21.42</c:v>
                </c:pt>
                <c:pt idx="357" formatCode="General">
                  <c:v>21.48</c:v>
                </c:pt>
                <c:pt idx="358" formatCode="General">
                  <c:v>21.54</c:v>
                </c:pt>
                <c:pt idx="359" formatCode="General">
                  <c:v>21.6</c:v>
                </c:pt>
                <c:pt idx="360" formatCode="General">
                  <c:v>21.66</c:v>
                </c:pt>
                <c:pt idx="361" formatCode="General">
                  <c:v>21.72</c:v>
                </c:pt>
                <c:pt idx="362" formatCode="General">
                  <c:v>21.78</c:v>
                </c:pt>
                <c:pt idx="363" formatCode="General">
                  <c:v>21.84</c:v>
                </c:pt>
                <c:pt idx="364" formatCode="General">
                  <c:v>21.9</c:v>
                </c:pt>
                <c:pt idx="365" formatCode="General">
                  <c:v>21.96</c:v>
                </c:pt>
                <c:pt idx="366" formatCode="General">
                  <c:v>22.02</c:v>
                </c:pt>
                <c:pt idx="367" formatCode="General">
                  <c:v>22.08</c:v>
                </c:pt>
                <c:pt idx="368" formatCode="General">
                  <c:v>22.14</c:v>
                </c:pt>
                <c:pt idx="369" formatCode="General">
                  <c:v>22.2</c:v>
                </c:pt>
                <c:pt idx="370" formatCode="General">
                  <c:v>22.26</c:v>
                </c:pt>
                <c:pt idx="371" formatCode="General">
                  <c:v>22.32</c:v>
                </c:pt>
                <c:pt idx="372" formatCode="General">
                  <c:v>22.38</c:v>
                </c:pt>
                <c:pt idx="373" formatCode="General">
                  <c:v>22.44</c:v>
                </c:pt>
                <c:pt idx="374" formatCode="General">
                  <c:v>22.5</c:v>
                </c:pt>
                <c:pt idx="375" formatCode="General">
                  <c:v>22.56</c:v>
                </c:pt>
                <c:pt idx="376" formatCode="General">
                  <c:v>22.62</c:v>
                </c:pt>
                <c:pt idx="377" formatCode="General">
                  <c:v>22.68</c:v>
                </c:pt>
                <c:pt idx="378" formatCode="General">
                  <c:v>22.74</c:v>
                </c:pt>
                <c:pt idx="379" formatCode="General">
                  <c:v>22.8</c:v>
                </c:pt>
                <c:pt idx="380" formatCode="General">
                  <c:v>22.86</c:v>
                </c:pt>
                <c:pt idx="381" formatCode="General">
                  <c:v>22.92</c:v>
                </c:pt>
                <c:pt idx="382" formatCode="General">
                  <c:v>22.98</c:v>
                </c:pt>
                <c:pt idx="383" formatCode="General">
                  <c:v>23.04</c:v>
                </c:pt>
                <c:pt idx="384" formatCode="General">
                  <c:v>23.1</c:v>
                </c:pt>
                <c:pt idx="385" formatCode="General">
                  <c:v>23.16</c:v>
                </c:pt>
                <c:pt idx="386" formatCode="General">
                  <c:v>23.22</c:v>
                </c:pt>
                <c:pt idx="387" formatCode="General">
                  <c:v>23.28</c:v>
                </c:pt>
                <c:pt idx="388" formatCode="General">
                  <c:v>23.34</c:v>
                </c:pt>
                <c:pt idx="389" formatCode="General">
                  <c:v>23.4</c:v>
                </c:pt>
                <c:pt idx="390" formatCode="General">
                  <c:v>23.46</c:v>
                </c:pt>
                <c:pt idx="391" formatCode="General">
                  <c:v>23.52</c:v>
                </c:pt>
                <c:pt idx="392" formatCode="General">
                  <c:v>23.58</c:v>
                </c:pt>
                <c:pt idx="393" formatCode="General">
                  <c:v>23.64</c:v>
                </c:pt>
                <c:pt idx="394" formatCode="General">
                  <c:v>23.7</c:v>
                </c:pt>
                <c:pt idx="395" formatCode="General">
                  <c:v>23.76</c:v>
                </c:pt>
                <c:pt idx="396" formatCode="General">
                  <c:v>23.82</c:v>
                </c:pt>
                <c:pt idx="397" formatCode="General">
                  <c:v>23.88</c:v>
                </c:pt>
                <c:pt idx="398" formatCode="General">
                  <c:v>23.94</c:v>
                </c:pt>
                <c:pt idx="399" formatCode="General">
                  <c:v>24</c:v>
                </c:pt>
                <c:pt idx="400" formatCode="General">
                  <c:v>24.06</c:v>
                </c:pt>
                <c:pt idx="401" formatCode="General">
                  <c:v>24.12</c:v>
                </c:pt>
                <c:pt idx="402" formatCode="General">
                  <c:v>24.18</c:v>
                </c:pt>
                <c:pt idx="403" formatCode="General">
                  <c:v>24.24</c:v>
                </c:pt>
                <c:pt idx="404" formatCode="General">
                  <c:v>24.3</c:v>
                </c:pt>
                <c:pt idx="405" formatCode="General">
                  <c:v>24.36</c:v>
                </c:pt>
                <c:pt idx="406" formatCode="General">
                  <c:v>24.42</c:v>
                </c:pt>
                <c:pt idx="407" formatCode="General">
                  <c:v>24.48</c:v>
                </c:pt>
                <c:pt idx="408" formatCode="General">
                  <c:v>24.54</c:v>
                </c:pt>
                <c:pt idx="409" formatCode="General">
                  <c:v>24.6</c:v>
                </c:pt>
                <c:pt idx="410" formatCode="General">
                  <c:v>24.66</c:v>
                </c:pt>
                <c:pt idx="411" formatCode="General">
                  <c:v>24.72</c:v>
                </c:pt>
                <c:pt idx="412" formatCode="General">
                  <c:v>24.78</c:v>
                </c:pt>
                <c:pt idx="413" formatCode="General">
                  <c:v>24.84</c:v>
                </c:pt>
                <c:pt idx="414" formatCode="General">
                  <c:v>24.9</c:v>
                </c:pt>
                <c:pt idx="415" formatCode="General">
                  <c:v>24.96</c:v>
                </c:pt>
                <c:pt idx="416" formatCode="General">
                  <c:v>25.02</c:v>
                </c:pt>
                <c:pt idx="417" formatCode="General">
                  <c:v>25.08</c:v>
                </c:pt>
                <c:pt idx="418" formatCode="General">
                  <c:v>25.14</c:v>
                </c:pt>
                <c:pt idx="419" formatCode="General">
                  <c:v>25.2</c:v>
                </c:pt>
                <c:pt idx="420" formatCode="General">
                  <c:v>25.26</c:v>
                </c:pt>
                <c:pt idx="421" formatCode="General">
                  <c:v>25.32</c:v>
                </c:pt>
                <c:pt idx="422" formatCode="General">
                  <c:v>25.38</c:v>
                </c:pt>
                <c:pt idx="423" formatCode="General">
                  <c:v>25.44</c:v>
                </c:pt>
                <c:pt idx="424" formatCode="General">
                  <c:v>25.5</c:v>
                </c:pt>
                <c:pt idx="425" formatCode="General">
                  <c:v>25.56</c:v>
                </c:pt>
                <c:pt idx="426" formatCode="General">
                  <c:v>25.62</c:v>
                </c:pt>
                <c:pt idx="427" formatCode="General">
                  <c:v>25.68</c:v>
                </c:pt>
                <c:pt idx="428" formatCode="General">
                  <c:v>25.74</c:v>
                </c:pt>
                <c:pt idx="429" formatCode="General">
                  <c:v>25.8</c:v>
                </c:pt>
                <c:pt idx="430" formatCode="General">
                  <c:v>25.86</c:v>
                </c:pt>
                <c:pt idx="431" formatCode="General">
                  <c:v>25.92</c:v>
                </c:pt>
                <c:pt idx="432" formatCode="General">
                  <c:v>25.98</c:v>
                </c:pt>
                <c:pt idx="433" formatCode="General">
                  <c:v>26.04</c:v>
                </c:pt>
                <c:pt idx="434" formatCode="General">
                  <c:v>26.1</c:v>
                </c:pt>
                <c:pt idx="435" formatCode="General">
                  <c:v>26.16</c:v>
                </c:pt>
                <c:pt idx="436" formatCode="General">
                  <c:v>26.22</c:v>
                </c:pt>
                <c:pt idx="437" formatCode="General">
                  <c:v>26.28</c:v>
                </c:pt>
                <c:pt idx="438" formatCode="General">
                  <c:v>26.34</c:v>
                </c:pt>
                <c:pt idx="439" formatCode="General">
                  <c:v>26.4</c:v>
                </c:pt>
                <c:pt idx="440" formatCode="General">
                  <c:v>26.46</c:v>
                </c:pt>
                <c:pt idx="441" formatCode="General">
                  <c:v>26.52</c:v>
                </c:pt>
                <c:pt idx="442" formatCode="General">
                  <c:v>26.58</c:v>
                </c:pt>
                <c:pt idx="443" formatCode="General">
                  <c:v>26.64</c:v>
                </c:pt>
                <c:pt idx="444" formatCode="General">
                  <c:v>26.7</c:v>
                </c:pt>
                <c:pt idx="445" formatCode="General">
                  <c:v>26.76</c:v>
                </c:pt>
                <c:pt idx="446" formatCode="General">
                  <c:v>26.82</c:v>
                </c:pt>
                <c:pt idx="447" formatCode="General">
                  <c:v>26.88</c:v>
                </c:pt>
                <c:pt idx="448" formatCode="General">
                  <c:v>26.94</c:v>
                </c:pt>
                <c:pt idx="449" formatCode="General">
                  <c:v>27</c:v>
                </c:pt>
                <c:pt idx="450" formatCode="General">
                  <c:v>27.06</c:v>
                </c:pt>
                <c:pt idx="451" formatCode="General">
                  <c:v>27.12</c:v>
                </c:pt>
                <c:pt idx="452" formatCode="General">
                  <c:v>27.18</c:v>
                </c:pt>
                <c:pt idx="453" formatCode="General">
                  <c:v>27.24</c:v>
                </c:pt>
                <c:pt idx="454" formatCode="General">
                  <c:v>27.3</c:v>
                </c:pt>
                <c:pt idx="455" formatCode="General">
                  <c:v>27.36</c:v>
                </c:pt>
                <c:pt idx="456" formatCode="General">
                  <c:v>27.42</c:v>
                </c:pt>
                <c:pt idx="457" formatCode="General">
                  <c:v>27.48</c:v>
                </c:pt>
                <c:pt idx="458" formatCode="General">
                  <c:v>27.54</c:v>
                </c:pt>
                <c:pt idx="459" formatCode="General">
                  <c:v>27.6</c:v>
                </c:pt>
                <c:pt idx="460" formatCode="General">
                  <c:v>27.66</c:v>
                </c:pt>
                <c:pt idx="461" formatCode="General">
                  <c:v>27.72</c:v>
                </c:pt>
                <c:pt idx="462" formatCode="General">
                  <c:v>27.78</c:v>
                </c:pt>
                <c:pt idx="463" formatCode="General">
                  <c:v>27.84</c:v>
                </c:pt>
                <c:pt idx="464" formatCode="General">
                  <c:v>27.9</c:v>
                </c:pt>
                <c:pt idx="465" formatCode="General">
                  <c:v>27.96</c:v>
                </c:pt>
                <c:pt idx="466" formatCode="General">
                  <c:v>28.02</c:v>
                </c:pt>
                <c:pt idx="467" formatCode="General">
                  <c:v>28.08</c:v>
                </c:pt>
                <c:pt idx="468" formatCode="General">
                  <c:v>28.14</c:v>
                </c:pt>
                <c:pt idx="469" formatCode="General">
                  <c:v>28.2</c:v>
                </c:pt>
                <c:pt idx="470" formatCode="General">
                  <c:v>28.26</c:v>
                </c:pt>
                <c:pt idx="471" formatCode="General">
                  <c:v>28.32</c:v>
                </c:pt>
                <c:pt idx="472" formatCode="General">
                  <c:v>28.38</c:v>
                </c:pt>
                <c:pt idx="473" formatCode="General">
                  <c:v>28.44</c:v>
                </c:pt>
                <c:pt idx="474" formatCode="General">
                  <c:v>28.5</c:v>
                </c:pt>
                <c:pt idx="475" formatCode="General">
                  <c:v>28.56</c:v>
                </c:pt>
                <c:pt idx="476" formatCode="General">
                  <c:v>28.62</c:v>
                </c:pt>
                <c:pt idx="477" formatCode="General">
                  <c:v>28.68</c:v>
                </c:pt>
                <c:pt idx="478" formatCode="General">
                  <c:v>28.74</c:v>
                </c:pt>
                <c:pt idx="479" formatCode="General">
                  <c:v>28.8</c:v>
                </c:pt>
                <c:pt idx="480" formatCode="General">
                  <c:v>28.86</c:v>
                </c:pt>
                <c:pt idx="481" formatCode="General">
                  <c:v>28.92</c:v>
                </c:pt>
                <c:pt idx="482" formatCode="General">
                  <c:v>28.98</c:v>
                </c:pt>
                <c:pt idx="483" formatCode="General">
                  <c:v>29.04</c:v>
                </c:pt>
                <c:pt idx="484" formatCode="General">
                  <c:v>29.1</c:v>
                </c:pt>
                <c:pt idx="485" formatCode="General">
                  <c:v>29.16</c:v>
                </c:pt>
                <c:pt idx="486" formatCode="General">
                  <c:v>29.22</c:v>
                </c:pt>
                <c:pt idx="487" formatCode="General">
                  <c:v>29.28</c:v>
                </c:pt>
                <c:pt idx="488" formatCode="General">
                  <c:v>29.34</c:v>
                </c:pt>
                <c:pt idx="489" formatCode="General">
                  <c:v>29.4</c:v>
                </c:pt>
                <c:pt idx="490" formatCode="General">
                  <c:v>29.46</c:v>
                </c:pt>
                <c:pt idx="491" formatCode="General">
                  <c:v>29.52</c:v>
                </c:pt>
                <c:pt idx="492" formatCode="General">
                  <c:v>29.58</c:v>
                </c:pt>
                <c:pt idx="493" formatCode="General">
                  <c:v>29.64</c:v>
                </c:pt>
                <c:pt idx="494" formatCode="General">
                  <c:v>29.7</c:v>
                </c:pt>
                <c:pt idx="495" formatCode="General">
                  <c:v>29.76</c:v>
                </c:pt>
                <c:pt idx="496" formatCode="General">
                  <c:v>29.82</c:v>
                </c:pt>
                <c:pt idx="497" formatCode="General">
                  <c:v>29.88</c:v>
                </c:pt>
                <c:pt idx="498" formatCode="General">
                  <c:v>29.94</c:v>
                </c:pt>
                <c:pt idx="499" formatCode="General">
                  <c:v>30</c:v>
                </c:pt>
                <c:pt idx="500" formatCode="General">
                  <c:v>30.06</c:v>
                </c:pt>
                <c:pt idx="501" formatCode="General">
                  <c:v>30.12</c:v>
                </c:pt>
                <c:pt idx="502" formatCode="General">
                  <c:v>30.18</c:v>
                </c:pt>
                <c:pt idx="503" formatCode="General">
                  <c:v>30.24</c:v>
                </c:pt>
                <c:pt idx="504" formatCode="General">
                  <c:v>30.3</c:v>
                </c:pt>
                <c:pt idx="505" formatCode="General">
                  <c:v>30.36</c:v>
                </c:pt>
                <c:pt idx="506" formatCode="General">
                  <c:v>30.42</c:v>
                </c:pt>
                <c:pt idx="507" formatCode="General">
                  <c:v>30.48</c:v>
                </c:pt>
                <c:pt idx="508" formatCode="General">
                  <c:v>30.54</c:v>
                </c:pt>
                <c:pt idx="509" formatCode="General">
                  <c:v>30.6</c:v>
                </c:pt>
                <c:pt idx="510" formatCode="General">
                  <c:v>30.66</c:v>
                </c:pt>
                <c:pt idx="511" formatCode="General">
                  <c:v>30.72</c:v>
                </c:pt>
                <c:pt idx="512" formatCode="General">
                  <c:v>30.78</c:v>
                </c:pt>
                <c:pt idx="513" formatCode="General">
                  <c:v>30.84</c:v>
                </c:pt>
                <c:pt idx="514" formatCode="General">
                  <c:v>30.9</c:v>
                </c:pt>
                <c:pt idx="515" formatCode="General">
                  <c:v>30.96</c:v>
                </c:pt>
                <c:pt idx="516" formatCode="General">
                  <c:v>31.02</c:v>
                </c:pt>
              </c:numCache>
            </c:numRef>
          </c:xVal>
          <c:yVal>
            <c:numRef>
              <c:f>二体分布関数!$H$2:$H$1034</c:f>
              <c:numCache>
                <c:formatCode>0.00E+00</c:formatCode>
                <c:ptCount val="517"/>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0.38769419999999999</c:v>
                </c:pt>
                <c:pt idx="35">
                  <c:v>4.0990729999999997</c:v>
                </c:pt>
                <c:pt idx="36">
                  <c:v>7.6073839999999997</c:v>
                </c:pt>
                <c:pt idx="37">
                  <c:v>6.4393739999999999</c:v>
                </c:pt>
                <c:pt idx="38">
                  <c:v>4.4562480000000004</c:v>
                </c:pt>
                <c:pt idx="39">
                  <c:v>2.561245</c:v>
                </c:pt>
                <c:pt idx="40">
                  <c:v>1.475214</c:v>
                </c:pt>
                <c:pt idx="41">
                  <c:v>0.97310180000000002</c:v>
                </c:pt>
                <c:pt idx="42">
                  <c:v>0.73939310000000003</c:v>
                </c:pt>
                <c:pt idx="43">
                  <c:v>0.55371959999999998</c:v>
                </c:pt>
                <c:pt idx="44">
                  <c:v>0.42886829999999998</c:v>
                </c:pt>
                <c:pt idx="45">
                  <c:v>0.42645749999999999</c:v>
                </c:pt>
                <c:pt idx="46">
                  <c:v>0.38700390000000001</c:v>
                </c:pt>
                <c:pt idx="47">
                  <c:v>0.3842989</c:v>
                </c:pt>
                <c:pt idx="48">
                  <c:v>0.32638610000000001</c:v>
                </c:pt>
                <c:pt idx="49">
                  <c:v>0.36095579999999999</c:v>
                </c:pt>
                <c:pt idx="50">
                  <c:v>0.3665042</c:v>
                </c:pt>
                <c:pt idx="51">
                  <c:v>0.34627079999999999</c:v>
                </c:pt>
                <c:pt idx="52">
                  <c:v>0.32970450000000001</c:v>
                </c:pt>
                <c:pt idx="53">
                  <c:v>0.38392009999999999</c:v>
                </c:pt>
                <c:pt idx="54">
                  <c:v>0.40933829999999999</c:v>
                </c:pt>
                <c:pt idx="55">
                  <c:v>0.4586751</c:v>
                </c:pt>
                <c:pt idx="56">
                  <c:v>0.49910729999999998</c:v>
                </c:pt>
                <c:pt idx="57">
                  <c:v>0.49717240000000001</c:v>
                </c:pt>
                <c:pt idx="58">
                  <c:v>0.55745319999999998</c:v>
                </c:pt>
                <c:pt idx="59">
                  <c:v>0.67095640000000001</c:v>
                </c:pt>
                <c:pt idx="60">
                  <c:v>0.68378369999999999</c:v>
                </c:pt>
                <c:pt idx="61">
                  <c:v>0.84812030000000005</c:v>
                </c:pt>
                <c:pt idx="62">
                  <c:v>0.93851019999999996</c:v>
                </c:pt>
                <c:pt idx="63">
                  <c:v>1.1048770000000001</c:v>
                </c:pt>
                <c:pt idx="64">
                  <c:v>1.1811480000000001</c:v>
                </c:pt>
                <c:pt idx="65">
                  <c:v>1.2344109999999999</c:v>
                </c:pt>
                <c:pt idx="66">
                  <c:v>1.2386490000000001</c:v>
                </c:pt>
                <c:pt idx="67">
                  <c:v>1.339683</c:v>
                </c:pt>
                <c:pt idx="68">
                  <c:v>1.3046960000000001</c:v>
                </c:pt>
                <c:pt idx="69">
                  <c:v>1.3389979999999999</c:v>
                </c:pt>
                <c:pt idx="70">
                  <c:v>1.2678970000000001</c:v>
                </c:pt>
                <c:pt idx="71">
                  <c:v>1.225724</c:v>
                </c:pt>
                <c:pt idx="72">
                  <c:v>1.286591</c:v>
                </c:pt>
                <c:pt idx="73">
                  <c:v>1.207449</c:v>
                </c:pt>
                <c:pt idx="74">
                  <c:v>1.1235980000000001</c:v>
                </c:pt>
                <c:pt idx="75">
                  <c:v>1.088938</c:v>
                </c:pt>
                <c:pt idx="76">
                  <c:v>1.0476780000000001</c:v>
                </c:pt>
                <c:pt idx="77">
                  <c:v>0.99366370000000004</c:v>
                </c:pt>
                <c:pt idx="78">
                  <c:v>0.99312840000000002</c:v>
                </c:pt>
                <c:pt idx="79">
                  <c:v>1.0161629999999999</c:v>
                </c:pt>
                <c:pt idx="80">
                  <c:v>1.0439689999999999</c:v>
                </c:pt>
                <c:pt idx="81">
                  <c:v>1.11856</c:v>
                </c:pt>
                <c:pt idx="82">
                  <c:v>1.1385529999999999</c:v>
                </c:pt>
                <c:pt idx="83">
                  <c:v>1.171225</c:v>
                </c:pt>
                <c:pt idx="84">
                  <c:v>1.2095670000000001</c:v>
                </c:pt>
                <c:pt idx="85">
                  <c:v>1.1705920000000001</c:v>
                </c:pt>
                <c:pt idx="86">
                  <c:v>1.1308389999999999</c:v>
                </c:pt>
                <c:pt idx="87">
                  <c:v>1.0115350000000001</c:v>
                </c:pt>
                <c:pt idx="88">
                  <c:v>0.9302551</c:v>
                </c:pt>
                <c:pt idx="89">
                  <c:v>0.87493500000000002</c:v>
                </c:pt>
                <c:pt idx="90">
                  <c:v>0.80419240000000003</c:v>
                </c:pt>
                <c:pt idx="91">
                  <c:v>0.80444119999999997</c:v>
                </c:pt>
                <c:pt idx="92">
                  <c:v>0.7268289</c:v>
                </c:pt>
                <c:pt idx="93">
                  <c:v>0.71912569999999998</c:v>
                </c:pt>
                <c:pt idx="94">
                  <c:v>0.73639370000000004</c:v>
                </c:pt>
                <c:pt idx="95">
                  <c:v>0.756471</c:v>
                </c:pt>
                <c:pt idx="96">
                  <c:v>0.79792289999999999</c:v>
                </c:pt>
                <c:pt idx="97">
                  <c:v>0.82481740000000003</c:v>
                </c:pt>
                <c:pt idx="98">
                  <c:v>0.85912140000000004</c:v>
                </c:pt>
                <c:pt idx="99">
                  <c:v>0.92276720000000001</c:v>
                </c:pt>
                <c:pt idx="100">
                  <c:v>0.92952780000000002</c:v>
                </c:pt>
                <c:pt idx="101">
                  <c:v>0.98769370000000001</c:v>
                </c:pt>
                <c:pt idx="102">
                  <c:v>0.99163250000000003</c:v>
                </c:pt>
                <c:pt idx="103">
                  <c:v>1.0344450000000001</c:v>
                </c:pt>
                <c:pt idx="104">
                  <c:v>1.041606</c:v>
                </c:pt>
                <c:pt idx="105">
                  <c:v>1.0588820000000001</c:v>
                </c:pt>
                <c:pt idx="106">
                  <c:v>1.0617030000000001</c:v>
                </c:pt>
                <c:pt idx="107">
                  <c:v>1.083434</c:v>
                </c:pt>
                <c:pt idx="108">
                  <c:v>1.076495</c:v>
                </c:pt>
                <c:pt idx="109">
                  <c:v>1.090937</c:v>
                </c:pt>
                <c:pt idx="110">
                  <c:v>1.1008309999999999</c:v>
                </c:pt>
                <c:pt idx="111">
                  <c:v>1.0964069999999999</c:v>
                </c:pt>
                <c:pt idx="112">
                  <c:v>1.1124229999999999</c:v>
                </c:pt>
                <c:pt idx="113">
                  <c:v>1.1010850000000001</c:v>
                </c:pt>
                <c:pt idx="114">
                  <c:v>1.1428149999999999</c:v>
                </c:pt>
                <c:pt idx="115">
                  <c:v>1.1032789999999999</c:v>
                </c:pt>
                <c:pt idx="116">
                  <c:v>1.1305970000000001</c:v>
                </c:pt>
                <c:pt idx="117">
                  <c:v>1.066441</c:v>
                </c:pt>
                <c:pt idx="118">
                  <c:v>1.070154</c:v>
                </c:pt>
                <c:pt idx="119">
                  <c:v>1.0585180000000001</c:v>
                </c:pt>
                <c:pt idx="120">
                  <c:v>1.0112030000000001</c:v>
                </c:pt>
                <c:pt idx="121">
                  <c:v>0.9682539</c:v>
                </c:pt>
                <c:pt idx="122">
                  <c:v>0.96513150000000003</c:v>
                </c:pt>
                <c:pt idx="123">
                  <c:v>0.98360599999999998</c:v>
                </c:pt>
                <c:pt idx="124">
                  <c:v>0.93970549999999997</c:v>
                </c:pt>
                <c:pt idx="125">
                  <c:v>0.93745650000000003</c:v>
                </c:pt>
                <c:pt idx="126">
                  <c:v>0.96545020000000004</c:v>
                </c:pt>
                <c:pt idx="127">
                  <c:v>0.98293299999999995</c:v>
                </c:pt>
                <c:pt idx="128">
                  <c:v>0.94716239999999996</c:v>
                </c:pt>
                <c:pt idx="129">
                  <c:v>0.95653509999999997</c:v>
                </c:pt>
                <c:pt idx="130">
                  <c:v>0.96314</c:v>
                </c:pt>
                <c:pt idx="131">
                  <c:v>0.94568180000000002</c:v>
                </c:pt>
                <c:pt idx="132">
                  <c:v>0.94282999999999995</c:v>
                </c:pt>
                <c:pt idx="133">
                  <c:v>0.94298070000000001</c:v>
                </c:pt>
                <c:pt idx="134">
                  <c:v>0.94581570000000004</c:v>
                </c:pt>
                <c:pt idx="135">
                  <c:v>0.93709359999999997</c:v>
                </c:pt>
                <c:pt idx="136">
                  <c:v>0.96087909999999999</c:v>
                </c:pt>
                <c:pt idx="137">
                  <c:v>0.98085089999999997</c:v>
                </c:pt>
                <c:pt idx="138">
                  <c:v>0.97802639999999996</c:v>
                </c:pt>
                <c:pt idx="139">
                  <c:v>0.96375840000000002</c:v>
                </c:pt>
                <c:pt idx="140">
                  <c:v>0.99774580000000002</c:v>
                </c:pt>
                <c:pt idx="141">
                  <c:v>1.004942</c:v>
                </c:pt>
                <c:pt idx="142">
                  <c:v>0.98745190000000005</c:v>
                </c:pt>
                <c:pt idx="143">
                  <c:v>1.0117419999999999</c:v>
                </c:pt>
                <c:pt idx="144">
                  <c:v>1.018327</c:v>
                </c:pt>
                <c:pt idx="145">
                  <c:v>1.0227280000000001</c:v>
                </c:pt>
                <c:pt idx="146">
                  <c:v>1.0130999999999999</c:v>
                </c:pt>
                <c:pt idx="147">
                  <c:v>1.0451459999999999</c:v>
                </c:pt>
                <c:pt idx="148">
                  <c:v>1.0299419999999999</c:v>
                </c:pt>
                <c:pt idx="149">
                  <c:v>1.0492760000000001</c:v>
                </c:pt>
                <c:pt idx="150">
                  <c:v>1.0482199999999999</c:v>
                </c:pt>
                <c:pt idx="151">
                  <c:v>1.0426960000000001</c:v>
                </c:pt>
                <c:pt idx="152">
                  <c:v>1.0422990000000001</c:v>
                </c:pt>
                <c:pt idx="153">
                  <c:v>1.0405359999999999</c:v>
                </c:pt>
                <c:pt idx="154">
                  <c:v>1.034637</c:v>
                </c:pt>
                <c:pt idx="155">
                  <c:v>0.99799539999999998</c:v>
                </c:pt>
                <c:pt idx="156">
                  <c:v>1.047946</c:v>
                </c:pt>
                <c:pt idx="157">
                  <c:v>1.0124359999999999</c:v>
                </c:pt>
                <c:pt idx="158">
                  <c:v>1.015978</c:v>
                </c:pt>
                <c:pt idx="159">
                  <c:v>1.0290269999999999</c:v>
                </c:pt>
                <c:pt idx="160">
                  <c:v>0.98055389999999998</c:v>
                </c:pt>
                <c:pt idx="161">
                  <c:v>1.0167029999999999</c:v>
                </c:pt>
                <c:pt idx="162">
                  <c:v>1.0045219999999999</c:v>
                </c:pt>
                <c:pt idx="163">
                  <c:v>1.002526</c:v>
                </c:pt>
                <c:pt idx="164">
                  <c:v>0.98305900000000002</c:v>
                </c:pt>
                <c:pt idx="165">
                  <c:v>0.98331590000000002</c:v>
                </c:pt>
                <c:pt idx="166">
                  <c:v>0.98106320000000002</c:v>
                </c:pt>
                <c:pt idx="167">
                  <c:v>0.96689440000000004</c:v>
                </c:pt>
                <c:pt idx="168">
                  <c:v>0.97829200000000005</c:v>
                </c:pt>
                <c:pt idx="169">
                  <c:v>0.96986870000000003</c:v>
                </c:pt>
                <c:pt idx="170">
                  <c:v>0.97445320000000002</c:v>
                </c:pt>
                <c:pt idx="171">
                  <c:v>0.97496680000000002</c:v>
                </c:pt>
                <c:pt idx="172">
                  <c:v>0.96474839999999995</c:v>
                </c:pt>
                <c:pt idx="173">
                  <c:v>0.97565369999999996</c:v>
                </c:pt>
                <c:pt idx="174">
                  <c:v>0.97129270000000001</c:v>
                </c:pt>
                <c:pt idx="175">
                  <c:v>0.97211499999999995</c:v>
                </c:pt>
                <c:pt idx="176">
                  <c:v>0.99202360000000001</c:v>
                </c:pt>
                <c:pt idx="177">
                  <c:v>0.98776149999999996</c:v>
                </c:pt>
                <c:pt idx="178">
                  <c:v>0.98628519999999997</c:v>
                </c:pt>
                <c:pt idx="179">
                  <c:v>1.0135749999999999</c:v>
                </c:pt>
                <c:pt idx="180">
                  <c:v>1.0026139999999999</c:v>
                </c:pt>
                <c:pt idx="181">
                  <c:v>0.98220379999999996</c:v>
                </c:pt>
                <c:pt idx="182">
                  <c:v>1.006955</c:v>
                </c:pt>
                <c:pt idx="183">
                  <c:v>1.0038549999999999</c:v>
                </c:pt>
                <c:pt idx="184">
                  <c:v>1.0027470000000001</c:v>
                </c:pt>
                <c:pt idx="185">
                  <c:v>1.0097419999999999</c:v>
                </c:pt>
                <c:pt idx="186">
                  <c:v>1.026233</c:v>
                </c:pt>
                <c:pt idx="187">
                  <c:v>0.99787559999999997</c:v>
                </c:pt>
                <c:pt idx="188">
                  <c:v>1.0230539999999999</c:v>
                </c:pt>
                <c:pt idx="189">
                  <c:v>1.011374</c:v>
                </c:pt>
                <c:pt idx="190">
                  <c:v>1.0151319999999999</c:v>
                </c:pt>
                <c:pt idx="191">
                  <c:v>1.029709</c:v>
                </c:pt>
                <c:pt idx="192">
                  <c:v>1.021161</c:v>
                </c:pt>
                <c:pt idx="193">
                  <c:v>1.028329</c:v>
                </c:pt>
                <c:pt idx="194">
                  <c:v>1.031013</c:v>
                </c:pt>
                <c:pt idx="195">
                  <c:v>0.99199510000000002</c:v>
                </c:pt>
                <c:pt idx="196">
                  <c:v>1.0100100000000001</c:v>
                </c:pt>
                <c:pt idx="197">
                  <c:v>1.024497</c:v>
                </c:pt>
                <c:pt idx="198">
                  <c:v>1.0140549999999999</c:v>
                </c:pt>
                <c:pt idx="199">
                  <c:v>1.017255</c:v>
                </c:pt>
                <c:pt idx="200">
                  <c:v>0.99724999999999997</c:v>
                </c:pt>
                <c:pt idx="201">
                  <c:v>0.99122520000000003</c:v>
                </c:pt>
                <c:pt idx="202">
                  <c:v>0.99399700000000002</c:v>
                </c:pt>
                <c:pt idx="203">
                  <c:v>0.9972375</c:v>
                </c:pt>
                <c:pt idx="204">
                  <c:v>0.98825870000000005</c:v>
                </c:pt>
                <c:pt idx="205">
                  <c:v>0.97812770000000004</c:v>
                </c:pt>
                <c:pt idx="206">
                  <c:v>0.99403580000000002</c:v>
                </c:pt>
                <c:pt idx="207">
                  <c:v>0.9768945</c:v>
                </c:pt>
                <c:pt idx="208">
                  <c:v>0.99040260000000002</c:v>
                </c:pt>
                <c:pt idx="209">
                  <c:v>0.98191569999999995</c:v>
                </c:pt>
                <c:pt idx="210">
                  <c:v>0.97316400000000003</c:v>
                </c:pt>
                <c:pt idx="211">
                  <c:v>0.98778220000000005</c:v>
                </c:pt>
                <c:pt idx="212">
                  <c:v>0.99834500000000004</c:v>
                </c:pt>
                <c:pt idx="213">
                  <c:v>0.99948170000000003</c:v>
                </c:pt>
                <c:pt idx="214">
                  <c:v>0.98697659999999998</c:v>
                </c:pt>
                <c:pt idx="215">
                  <c:v>1.005854</c:v>
                </c:pt>
                <c:pt idx="216">
                  <c:v>1.0016480000000001</c:v>
                </c:pt>
                <c:pt idx="217">
                  <c:v>1.002759</c:v>
                </c:pt>
                <c:pt idx="218">
                  <c:v>0.99213709999999999</c:v>
                </c:pt>
                <c:pt idx="219">
                  <c:v>0.99456350000000004</c:v>
                </c:pt>
                <c:pt idx="220">
                  <c:v>1.013854</c:v>
                </c:pt>
                <c:pt idx="221">
                  <c:v>1.015617</c:v>
                </c:pt>
                <c:pt idx="222">
                  <c:v>1.0061880000000001</c:v>
                </c:pt>
                <c:pt idx="223">
                  <c:v>1.009935</c:v>
                </c:pt>
                <c:pt idx="224">
                  <c:v>1.0051330000000001</c:v>
                </c:pt>
                <c:pt idx="225">
                  <c:v>1.012464</c:v>
                </c:pt>
                <c:pt idx="226">
                  <c:v>1.0161389999999999</c:v>
                </c:pt>
                <c:pt idx="227">
                  <c:v>1.011617</c:v>
                </c:pt>
                <c:pt idx="228">
                  <c:v>1.0118579999999999</c:v>
                </c:pt>
                <c:pt idx="229">
                  <c:v>1.008337</c:v>
                </c:pt>
                <c:pt idx="230">
                  <c:v>1.003314</c:v>
                </c:pt>
                <c:pt idx="231">
                  <c:v>1.0047680000000001</c:v>
                </c:pt>
                <c:pt idx="232">
                  <c:v>1.0111600000000001</c:v>
                </c:pt>
                <c:pt idx="233">
                  <c:v>1.0069969999999999</c:v>
                </c:pt>
                <c:pt idx="234">
                  <c:v>1.006246</c:v>
                </c:pt>
                <c:pt idx="235">
                  <c:v>1.014853</c:v>
                </c:pt>
                <c:pt idx="236">
                  <c:v>1.013374</c:v>
                </c:pt>
                <c:pt idx="237">
                  <c:v>0.99960550000000004</c:v>
                </c:pt>
                <c:pt idx="238">
                  <c:v>0.99832580000000004</c:v>
                </c:pt>
                <c:pt idx="239">
                  <c:v>0.98961149999999998</c:v>
                </c:pt>
                <c:pt idx="240">
                  <c:v>0.99309809999999998</c:v>
                </c:pt>
                <c:pt idx="241">
                  <c:v>0.99533490000000002</c:v>
                </c:pt>
                <c:pt idx="242">
                  <c:v>0.99508819999999998</c:v>
                </c:pt>
                <c:pt idx="243">
                  <c:v>0.9883731</c:v>
                </c:pt>
                <c:pt idx="244">
                  <c:v>0.99823770000000001</c:v>
                </c:pt>
                <c:pt idx="245">
                  <c:v>0.97926279999999999</c:v>
                </c:pt>
                <c:pt idx="246">
                  <c:v>0.98997800000000002</c:v>
                </c:pt>
                <c:pt idx="247">
                  <c:v>1.018526</c:v>
                </c:pt>
                <c:pt idx="248">
                  <c:v>0.9962993</c:v>
                </c:pt>
                <c:pt idx="249">
                  <c:v>0.99702979999999997</c:v>
                </c:pt>
                <c:pt idx="250">
                  <c:v>0.9897473</c:v>
                </c:pt>
                <c:pt idx="251">
                  <c:v>1.0057339999999999</c:v>
                </c:pt>
                <c:pt idx="252">
                  <c:v>0.99207540000000005</c:v>
                </c:pt>
                <c:pt idx="253">
                  <c:v>0.98864370000000001</c:v>
                </c:pt>
                <c:pt idx="254">
                  <c:v>0.99582630000000005</c:v>
                </c:pt>
                <c:pt idx="255">
                  <c:v>0.9947395</c:v>
                </c:pt>
                <c:pt idx="256">
                  <c:v>1.007919</c:v>
                </c:pt>
                <c:pt idx="257">
                  <c:v>1.0053190000000001</c:v>
                </c:pt>
                <c:pt idx="258">
                  <c:v>1.004955</c:v>
                </c:pt>
                <c:pt idx="259">
                  <c:v>1.0014050000000001</c:v>
                </c:pt>
                <c:pt idx="260">
                  <c:v>1.0059469999999999</c:v>
                </c:pt>
                <c:pt idx="261">
                  <c:v>0.9941314</c:v>
                </c:pt>
                <c:pt idx="262">
                  <c:v>1.008216</c:v>
                </c:pt>
                <c:pt idx="263">
                  <c:v>1.004486</c:v>
                </c:pt>
                <c:pt idx="264">
                  <c:v>1.0035860000000001</c:v>
                </c:pt>
                <c:pt idx="265">
                  <c:v>1.003822</c:v>
                </c:pt>
                <c:pt idx="266">
                  <c:v>0.99241469999999998</c:v>
                </c:pt>
                <c:pt idx="267">
                  <c:v>1.012418</c:v>
                </c:pt>
                <c:pt idx="268">
                  <c:v>1.0006390000000001</c:v>
                </c:pt>
                <c:pt idx="269">
                  <c:v>1.0142279999999999</c:v>
                </c:pt>
                <c:pt idx="270">
                  <c:v>0.99825739999999996</c:v>
                </c:pt>
                <c:pt idx="271">
                  <c:v>0.99877199999999999</c:v>
                </c:pt>
                <c:pt idx="272">
                  <c:v>0.99488239999999994</c:v>
                </c:pt>
                <c:pt idx="273">
                  <c:v>0.99115839999999999</c:v>
                </c:pt>
                <c:pt idx="274">
                  <c:v>1.0029840000000001</c:v>
                </c:pt>
                <c:pt idx="275">
                  <c:v>0.98918229999999996</c:v>
                </c:pt>
                <c:pt idx="276">
                  <c:v>1.000048</c:v>
                </c:pt>
                <c:pt idx="277">
                  <c:v>1.002524</c:v>
                </c:pt>
                <c:pt idx="278">
                  <c:v>0.99526329999999996</c:v>
                </c:pt>
                <c:pt idx="279">
                  <c:v>1.0040910000000001</c:v>
                </c:pt>
                <c:pt idx="280">
                  <c:v>1.0049060000000001</c:v>
                </c:pt>
                <c:pt idx="281">
                  <c:v>1.0049589999999999</c:v>
                </c:pt>
                <c:pt idx="282">
                  <c:v>0.99795370000000005</c:v>
                </c:pt>
                <c:pt idx="283">
                  <c:v>1.0068379999999999</c:v>
                </c:pt>
                <c:pt idx="284">
                  <c:v>1.00417</c:v>
                </c:pt>
                <c:pt idx="285">
                  <c:v>0.9843442</c:v>
                </c:pt>
                <c:pt idx="286">
                  <c:v>0.98692849999999999</c:v>
                </c:pt>
                <c:pt idx="287">
                  <c:v>0.99076209999999998</c:v>
                </c:pt>
                <c:pt idx="288">
                  <c:v>0.99187879999999995</c:v>
                </c:pt>
                <c:pt idx="289">
                  <c:v>0.98904369999999997</c:v>
                </c:pt>
                <c:pt idx="290">
                  <c:v>0.99916430000000001</c:v>
                </c:pt>
                <c:pt idx="291">
                  <c:v>0.99826090000000001</c:v>
                </c:pt>
                <c:pt idx="292">
                  <c:v>1.00529</c:v>
                </c:pt>
                <c:pt idx="293">
                  <c:v>1.0005040000000001</c:v>
                </c:pt>
                <c:pt idx="294">
                  <c:v>1.0114700000000001</c:v>
                </c:pt>
                <c:pt idx="295">
                  <c:v>0.99694139999999998</c:v>
                </c:pt>
                <c:pt idx="296">
                  <c:v>1.0003930000000001</c:v>
                </c:pt>
                <c:pt idx="297">
                  <c:v>1.003279</c:v>
                </c:pt>
                <c:pt idx="298">
                  <c:v>1.0035240000000001</c:v>
                </c:pt>
                <c:pt idx="299">
                  <c:v>1.0002</c:v>
                </c:pt>
                <c:pt idx="300">
                  <c:v>1.007457</c:v>
                </c:pt>
                <c:pt idx="301">
                  <c:v>0.99276129999999996</c:v>
                </c:pt>
                <c:pt idx="302">
                  <c:v>1.0014810000000001</c:v>
                </c:pt>
                <c:pt idx="303">
                  <c:v>0.99035079999999998</c:v>
                </c:pt>
                <c:pt idx="304">
                  <c:v>0.99809029999999999</c:v>
                </c:pt>
                <c:pt idx="305">
                  <c:v>1.003498</c:v>
                </c:pt>
                <c:pt idx="306">
                  <c:v>0.99412719999999999</c:v>
                </c:pt>
                <c:pt idx="307">
                  <c:v>0.99533539999999998</c:v>
                </c:pt>
                <c:pt idx="308">
                  <c:v>0.99618739999999995</c:v>
                </c:pt>
                <c:pt idx="309">
                  <c:v>1.00248</c:v>
                </c:pt>
                <c:pt idx="310">
                  <c:v>1.01074</c:v>
                </c:pt>
                <c:pt idx="311">
                  <c:v>1.001169</c:v>
                </c:pt>
                <c:pt idx="312">
                  <c:v>1.0052749999999999</c:v>
                </c:pt>
                <c:pt idx="313">
                  <c:v>1.003493</c:v>
                </c:pt>
                <c:pt idx="314">
                  <c:v>0.99333640000000001</c:v>
                </c:pt>
                <c:pt idx="315">
                  <c:v>0.99602869999999999</c:v>
                </c:pt>
                <c:pt idx="316">
                  <c:v>0.99211780000000005</c:v>
                </c:pt>
                <c:pt idx="317">
                  <c:v>1.0072920000000001</c:v>
                </c:pt>
                <c:pt idx="318">
                  <c:v>1.000453</c:v>
                </c:pt>
                <c:pt idx="319">
                  <c:v>1.007131</c:v>
                </c:pt>
                <c:pt idx="320">
                  <c:v>0.99796830000000003</c:v>
                </c:pt>
                <c:pt idx="321">
                  <c:v>0.98981609999999998</c:v>
                </c:pt>
                <c:pt idx="322">
                  <c:v>0.99992309999999995</c:v>
                </c:pt>
                <c:pt idx="323">
                  <c:v>0.99540839999999997</c:v>
                </c:pt>
                <c:pt idx="324">
                  <c:v>0.99308229999999997</c:v>
                </c:pt>
                <c:pt idx="325">
                  <c:v>0.99791649999999998</c:v>
                </c:pt>
                <c:pt idx="326">
                  <c:v>1.0083200000000001</c:v>
                </c:pt>
                <c:pt idx="327">
                  <c:v>1.0022759999999999</c:v>
                </c:pt>
                <c:pt idx="328">
                  <c:v>0.99923280000000003</c:v>
                </c:pt>
                <c:pt idx="329">
                  <c:v>0.99380900000000005</c:v>
                </c:pt>
                <c:pt idx="330">
                  <c:v>1.006888</c:v>
                </c:pt>
                <c:pt idx="331">
                  <c:v>1.0104340000000001</c:v>
                </c:pt>
                <c:pt idx="332">
                  <c:v>1.0090859999999999</c:v>
                </c:pt>
                <c:pt idx="333">
                  <c:v>1.008618</c:v>
                </c:pt>
                <c:pt idx="334">
                  <c:v>0.99099700000000002</c:v>
                </c:pt>
                <c:pt idx="335">
                  <c:v>1.000883</c:v>
                </c:pt>
                <c:pt idx="336">
                  <c:v>0.99946299999999999</c:v>
                </c:pt>
                <c:pt idx="337">
                  <c:v>0.99937810000000005</c:v>
                </c:pt>
                <c:pt idx="338">
                  <c:v>1.002081</c:v>
                </c:pt>
                <c:pt idx="339">
                  <c:v>1.003738</c:v>
                </c:pt>
                <c:pt idx="340">
                  <c:v>1.00915</c:v>
                </c:pt>
                <c:pt idx="341">
                  <c:v>1.001546</c:v>
                </c:pt>
                <c:pt idx="342">
                  <c:v>1.004365</c:v>
                </c:pt>
                <c:pt idx="343">
                  <c:v>1.0031220000000001</c:v>
                </c:pt>
                <c:pt idx="344">
                  <c:v>1.003358</c:v>
                </c:pt>
                <c:pt idx="345">
                  <c:v>1.0005980000000001</c:v>
                </c:pt>
                <c:pt idx="346">
                  <c:v>0.99841769999999996</c:v>
                </c:pt>
                <c:pt idx="347">
                  <c:v>0.99478889999999998</c:v>
                </c:pt>
                <c:pt idx="348">
                  <c:v>0.99661670000000002</c:v>
                </c:pt>
                <c:pt idx="349">
                  <c:v>1.0004839999999999</c:v>
                </c:pt>
                <c:pt idx="350">
                  <c:v>1.004705</c:v>
                </c:pt>
                <c:pt idx="351">
                  <c:v>0.99591059999999998</c:v>
                </c:pt>
                <c:pt idx="352">
                  <c:v>1.0029090000000001</c:v>
                </c:pt>
                <c:pt idx="353">
                  <c:v>1.0012300000000001</c:v>
                </c:pt>
                <c:pt idx="354">
                  <c:v>0.99691640000000004</c:v>
                </c:pt>
                <c:pt idx="355">
                  <c:v>0.99889919999999999</c:v>
                </c:pt>
                <c:pt idx="356">
                  <c:v>0.99661169999999999</c:v>
                </c:pt>
                <c:pt idx="357">
                  <c:v>0.99393710000000002</c:v>
                </c:pt>
                <c:pt idx="358">
                  <c:v>0.99883149999999998</c:v>
                </c:pt>
                <c:pt idx="359">
                  <c:v>1.001719</c:v>
                </c:pt>
                <c:pt idx="360">
                  <c:v>1.000186</c:v>
                </c:pt>
                <c:pt idx="361">
                  <c:v>0.99443490000000001</c:v>
                </c:pt>
                <c:pt idx="362">
                  <c:v>0.99807760000000001</c:v>
                </c:pt>
                <c:pt idx="363">
                  <c:v>1.00187</c:v>
                </c:pt>
                <c:pt idx="364">
                  <c:v>0.99363780000000002</c:v>
                </c:pt>
                <c:pt idx="365">
                  <c:v>1.00759</c:v>
                </c:pt>
                <c:pt idx="366">
                  <c:v>0.99500330000000003</c:v>
                </c:pt>
                <c:pt idx="367">
                  <c:v>1.0073650000000001</c:v>
                </c:pt>
                <c:pt idx="368">
                  <c:v>1.00241</c:v>
                </c:pt>
                <c:pt idx="369">
                  <c:v>1.00478</c:v>
                </c:pt>
                <c:pt idx="370">
                  <c:v>1.0052620000000001</c:v>
                </c:pt>
                <c:pt idx="371">
                  <c:v>1.0000119999999999</c:v>
                </c:pt>
                <c:pt idx="372">
                  <c:v>0.99816819999999995</c:v>
                </c:pt>
                <c:pt idx="373">
                  <c:v>1.0081180000000001</c:v>
                </c:pt>
                <c:pt idx="374">
                  <c:v>0.99850209999999995</c:v>
                </c:pt>
                <c:pt idx="375">
                  <c:v>0.99442180000000002</c:v>
                </c:pt>
                <c:pt idx="376">
                  <c:v>0.99442850000000005</c:v>
                </c:pt>
                <c:pt idx="377">
                  <c:v>0.99321040000000005</c:v>
                </c:pt>
                <c:pt idx="378">
                  <c:v>1.0011080000000001</c:v>
                </c:pt>
                <c:pt idx="379">
                  <c:v>1.0012730000000001</c:v>
                </c:pt>
                <c:pt idx="380">
                  <c:v>0.99499550000000003</c:v>
                </c:pt>
                <c:pt idx="381">
                  <c:v>1.005091</c:v>
                </c:pt>
                <c:pt idx="382">
                  <c:v>0.99510779999999999</c:v>
                </c:pt>
                <c:pt idx="383">
                  <c:v>0.99490120000000004</c:v>
                </c:pt>
                <c:pt idx="384">
                  <c:v>0.98919029999999997</c:v>
                </c:pt>
                <c:pt idx="385">
                  <c:v>1.006067</c:v>
                </c:pt>
                <c:pt idx="386">
                  <c:v>0.99509809999999999</c:v>
                </c:pt>
                <c:pt idx="387">
                  <c:v>1.00762</c:v>
                </c:pt>
                <c:pt idx="388">
                  <c:v>0.99693140000000002</c:v>
                </c:pt>
                <c:pt idx="389">
                  <c:v>0.99916369999999999</c:v>
                </c:pt>
                <c:pt idx="390">
                  <c:v>1.0069520000000001</c:v>
                </c:pt>
                <c:pt idx="391">
                  <c:v>0.99599280000000001</c:v>
                </c:pt>
                <c:pt idx="392">
                  <c:v>0.99899190000000004</c:v>
                </c:pt>
                <c:pt idx="393">
                  <c:v>0.99460479999999996</c:v>
                </c:pt>
                <c:pt idx="394">
                  <c:v>1.009927</c:v>
                </c:pt>
                <c:pt idx="395">
                  <c:v>0.9967203</c:v>
                </c:pt>
                <c:pt idx="396">
                  <c:v>1.005417</c:v>
                </c:pt>
                <c:pt idx="397">
                  <c:v>0.99715830000000005</c:v>
                </c:pt>
                <c:pt idx="398">
                  <c:v>0.99504320000000002</c:v>
                </c:pt>
                <c:pt idx="399">
                  <c:v>1.0034959999999999</c:v>
                </c:pt>
                <c:pt idx="400">
                  <c:v>0.99862379999999995</c:v>
                </c:pt>
                <c:pt idx="401">
                  <c:v>0.99943479999999996</c:v>
                </c:pt>
                <c:pt idx="402">
                  <c:v>0.9926218</c:v>
                </c:pt>
                <c:pt idx="403">
                  <c:v>0.99135139999999999</c:v>
                </c:pt>
                <c:pt idx="404">
                  <c:v>0.99415609999999999</c:v>
                </c:pt>
                <c:pt idx="405">
                  <c:v>1.002046</c:v>
                </c:pt>
                <c:pt idx="406">
                  <c:v>1.0049920000000001</c:v>
                </c:pt>
                <c:pt idx="407">
                  <c:v>0.9973206</c:v>
                </c:pt>
                <c:pt idx="408">
                  <c:v>0.99610019999999999</c:v>
                </c:pt>
                <c:pt idx="409">
                  <c:v>1.0010349999999999</c:v>
                </c:pt>
                <c:pt idx="410">
                  <c:v>0.99984519999999999</c:v>
                </c:pt>
                <c:pt idx="411">
                  <c:v>0.99871500000000002</c:v>
                </c:pt>
                <c:pt idx="412">
                  <c:v>1.0006269999999999</c:v>
                </c:pt>
                <c:pt idx="413">
                  <c:v>1.0078530000000001</c:v>
                </c:pt>
                <c:pt idx="414">
                  <c:v>0.99370440000000004</c:v>
                </c:pt>
                <c:pt idx="415">
                  <c:v>1.0013609999999999</c:v>
                </c:pt>
                <c:pt idx="416">
                  <c:v>1.0010520000000001</c:v>
                </c:pt>
                <c:pt idx="417">
                  <c:v>0.99995699999999998</c:v>
                </c:pt>
                <c:pt idx="418">
                  <c:v>0.99812679999999998</c:v>
                </c:pt>
                <c:pt idx="419">
                  <c:v>1.006958</c:v>
                </c:pt>
                <c:pt idx="420">
                  <c:v>1.0024090000000001</c:v>
                </c:pt>
                <c:pt idx="421">
                  <c:v>0.99554940000000003</c:v>
                </c:pt>
                <c:pt idx="422">
                  <c:v>1.0019400000000001</c:v>
                </c:pt>
                <c:pt idx="423">
                  <c:v>0.99948380000000003</c:v>
                </c:pt>
                <c:pt idx="424">
                  <c:v>0.99820419999999999</c:v>
                </c:pt>
                <c:pt idx="425">
                  <c:v>0.99954279999999995</c:v>
                </c:pt>
                <c:pt idx="426">
                  <c:v>1.000839</c:v>
                </c:pt>
                <c:pt idx="427">
                  <c:v>1.0044280000000001</c:v>
                </c:pt>
                <c:pt idx="428">
                  <c:v>1.0064789999999999</c:v>
                </c:pt>
                <c:pt idx="429">
                  <c:v>0.99495929999999999</c:v>
                </c:pt>
                <c:pt idx="430">
                  <c:v>1.000904</c:v>
                </c:pt>
                <c:pt idx="431">
                  <c:v>0.99971100000000002</c:v>
                </c:pt>
                <c:pt idx="432">
                  <c:v>1.0058290000000001</c:v>
                </c:pt>
                <c:pt idx="433">
                  <c:v>1.007431</c:v>
                </c:pt>
                <c:pt idx="434">
                  <c:v>0.99423459999999997</c:v>
                </c:pt>
                <c:pt idx="435">
                  <c:v>0.99688909999999997</c:v>
                </c:pt>
                <c:pt idx="436">
                  <c:v>0.99812330000000005</c:v>
                </c:pt>
                <c:pt idx="437">
                  <c:v>0.99374770000000001</c:v>
                </c:pt>
                <c:pt idx="438">
                  <c:v>0.99390800000000001</c:v>
                </c:pt>
                <c:pt idx="439">
                  <c:v>0.99225169999999996</c:v>
                </c:pt>
                <c:pt idx="440">
                  <c:v>1.0006999999999999</c:v>
                </c:pt>
                <c:pt idx="441">
                  <c:v>1.0040089999999999</c:v>
                </c:pt>
                <c:pt idx="442">
                  <c:v>0.99114919999999995</c:v>
                </c:pt>
                <c:pt idx="443">
                  <c:v>1.0027969999999999</c:v>
                </c:pt>
                <c:pt idx="444">
                  <c:v>1.0015849999999999</c:v>
                </c:pt>
                <c:pt idx="445">
                  <c:v>1.004569</c:v>
                </c:pt>
                <c:pt idx="446">
                  <c:v>0.99792270000000005</c:v>
                </c:pt>
                <c:pt idx="447">
                  <c:v>0.99869569999999996</c:v>
                </c:pt>
                <c:pt idx="448">
                  <c:v>1.006705</c:v>
                </c:pt>
                <c:pt idx="449">
                  <c:v>0.99102769999999996</c:v>
                </c:pt>
                <c:pt idx="450">
                  <c:v>1.0037339999999999</c:v>
                </c:pt>
                <c:pt idx="451">
                  <c:v>0.99705569999999999</c:v>
                </c:pt>
                <c:pt idx="452">
                  <c:v>0.9983457</c:v>
                </c:pt>
                <c:pt idx="453">
                  <c:v>1.005787</c:v>
                </c:pt>
                <c:pt idx="454">
                  <c:v>1.000977</c:v>
                </c:pt>
                <c:pt idx="455">
                  <c:v>0.99962660000000003</c:v>
                </c:pt>
                <c:pt idx="456">
                  <c:v>1.0041260000000001</c:v>
                </c:pt>
                <c:pt idx="457">
                  <c:v>1.001428</c:v>
                </c:pt>
                <c:pt idx="458">
                  <c:v>0.99681140000000001</c:v>
                </c:pt>
                <c:pt idx="459">
                  <c:v>1.002936</c:v>
                </c:pt>
                <c:pt idx="460">
                  <c:v>0.9996427</c:v>
                </c:pt>
                <c:pt idx="461">
                  <c:v>0.9947319</c:v>
                </c:pt>
                <c:pt idx="462">
                  <c:v>1.0043029999999999</c:v>
                </c:pt>
                <c:pt idx="463">
                  <c:v>0.99720549999999997</c:v>
                </c:pt>
                <c:pt idx="464">
                  <c:v>1.0030410000000001</c:v>
                </c:pt>
                <c:pt idx="465">
                  <c:v>0.99645980000000001</c:v>
                </c:pt>
                <c:pt idx="466">
                  <c:v>0.99989709999999998</c:v>
                </c:pt>
                <c:pt idx="467">
                  <c:v>1.0009410000000001</c:v>
                </c:pt>
                <c:pt idx="468">
                  <c:v>0.99570579999999997</c:v>
                </c:pt>
                <c:pt idx="469">
                  <c:v>0.99548179999999997</c:v>
                </c:pt>
                <c:pt idx="470">
                  <c:v>0.99960899999999997</c:v>
                </c:pt>
                <c:pt idx="471">
                  <c:v>0.99974830000000003</c:v>
                </c:pt>
                <c:pt idx="472">
                  <c:v>1.000075</c:v>
                </c:pt>
                <c:pt idx="473">
                  <c:v>1.003107</c:v>
                </c:pt>
                <c:pt idx="474">
                  <c:v>0.99857220000000002</c:v>
                </c:pt>
                <c:pt idx="475">
                  <c:v>1.0017780000000001</c:v>
                </c:pt>
                <c:pt idx="476">
                  <c:v>0.99808870000000005</c:v>
                </c:pt>
                <c:pt idx="477">
                  <c:v>0.99353089999999999</c:v>
                </c:pt>
                <c:pt idx="478">
                  <c:v>0.99706099999999998</c:v>
                </c:pt>
                <c:pt idx="479">
                  <c:v>1.0074000000000001</c:v>
                </c:pt>
                <c:pt idx="480">
                  <c:v>1.002262</c:v>
                </c:pt>
                <c:pt idx="481">
                  <c:v>1.00373</c:v>
                </c:pt>
                <c:pt idx="482">
                  <c:v>1.003315</c:v>
                </c:pt>
                <c:pt idx="483">
                  <c:v>0.99836270000000005</c:v>
                </c:pt>
                <c:pt idx="484">
                  <c:v>1.001476</c:v>
                </c:pt>
                <c:pt idx="485">
                  <c:v>0.99701390000000001</c:v>
                </c:pt>
                <c:pt idx="486">
                  <c:v>1.005512</c:v>
                </c:pt>
                <c:pt idx="487">
                  <c:v>0.99951429999999997</c:v>
                </c:pt>
                <c:pt idx="488">
                  <c:v>1.0005520000000001</c:v>
                </c:pt>
                <c:pt idx="489">
                  <c:v>1.006759</c:v>
                </c:pt>
                <c:pt idx="490">
                  <c:v>1.0091920000000001</c:v>
                </c:pt>
                <c:pt idx="491">
                  <c:v>0.9997258</c:v>
                </c:pt>
                <c:pt idx="492">
                  <c:v>1.0010760000000001</c:v>
                </c:pt>
                <c:pt idx="493">
                  <c:v>0.99781969999999998</c:v>
                </c:pt>
                <c:pt idx="494">
                  <c:v>0.99789050000000001</c:v>
                </c:pt>
                <c:pt idx="495">
                  <c:v>0.9955946</c:v>
                </c:pt>
                <c:pt idx="496">
                  <c:v>0.99866549999999998</c:v>
                </c:pt>
                <c:pt idx="497">
                  <c:v>0.9944672</c:v>
                </c:pt>
                <c:pt idx="498">
                  <c:v>0.99460009999999999</c:v>
                </c:pt>
                <c:pt idx="499">
                  <c:v>0.99891700000000005</c:v>
                </c:pt>
                <c:pt idx="500">
                  <c:v>0.99709590000000003</c:v>
                </c:pt>
                <c:pt idx="501">
                  <c:v>1.0007740000000001</c:v>
                </c:pt>
                <c:pt idx="502">
                  <c:v>0.99737520000000002</c:v>
                </c:pt>
                <c:pt idx="503">
                  <c:v>1.004921</c:v>
                </c:pt>
                <c:pt idx="504">
                  <c:v>0.9992685</c:v>
                </c:pt>
                <c:pt idx="505">
                  <c:v>0.995336</c:v>
                </c:pt>
                <c:pt idx="506">
                  <c:v>0.99579519999999999</c:v>
                </c:pt>
                <c:pt idx="507">
                  <c:v>0.99888549999999998</c:v>
                </c:pt>
                <c:pt idx="508">
                  <c:v>1.005204</c:v>
                </c:pt>
                <c:pt idx="509">
                  <c:v>1.002062</c:v>
                </c:pt>
                <c:pt idx="510">
                  <c:v>1.002418</c:v>
                </c:pt>
                <c:pt idx="511">
                  <c:v>0.99255340000000003</c:v>
                </c:pt>
                <c:pt idx="512">
                  <c:v>0.99656400000000001</c:v>
                </c:pt>
                <c:pt idx="513">
                  <c:v>0.99939310000000003</c:v>
                </c:pt>
                <c:pt idx="514">
                  <c:v>0.99252249999999997</c:v>
                </c:pt>
                <c:pt idx="515">
                  <c:v>1.005511</c:v>
                </c:pt>
                <c:pt idx="516">
                  <c:v>0.99701770000000001</c:v>
                </c:pt>
              </c:numCache>
            </c:numRef>
          </c:yVal>
          <c:smooth val="1"/>
          <c:extLst>
            <c:ext xmlns:c16="http://schemas.microsoft.com/office/drawing/2014/chart" uri="{C3380CC4-5D6E-409C-BE32-E72D297353CC}">
              <c16:uniqueId val="{00000005-A11A-4853-94BF-4F7860A73A6E}"/>
            </c:ext>
          </c:extLst>
        </c:ser>
        <c:dLbls>
          <c:showLegendKey val="0"/>
          <c:showVal val="0"/>
          <c:showCatName val="0"/>
          <c:showSerName val="0"/>
          <c:showPercent val="0"/>
          <c:showBubbleSize val="0"/>
        </c:dLbls>
        <c:axId val="1485821104"/>
        <c:axId val="1485821584"/>
      </c:scatterChart>
      <c:valAx>
        <c:axId val="1485821104"/>
        <c:scaling>
          <c:orientation val="minMax"/>
          <c:max val="4"/>
          <c:min val="2"/>
        </c:scaling>
        <c:delete val="0"/>
        <c:axPos val="b"/>
        <c:majorGridlines>
          <c:spPr>
            <a:ln w="9525" cap="flat" cmpd="sng" algn="ctr">
              <a:noFill/>
              <a:round/>
            </a:ln>
            <a:effectLst/>
          </c:spPr>
        </c:majorGridlines>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ltLang="ja-JP" sz="1000" b="0" i="0" u="none" strike="noStrike" kern="1200" baseline="0" dirty="0">
                    <a:solidFill>
                      <a:srgbClr val="000000">
                        <a:lumMod val="65000"/>
                        <a:lumOff val="35000"/>
                      </a:srgbClr>
                    </a:solidFill>
                  </a:rPr>
                  <a:t>r[</a:t>
                </a:r>
                <a:r>
                  <a:rPr lang="en-US" altLang="ja-JP" sz="1000" b="0" i="0" u="none" strike="noStrike" kern="1200" baseline="0" dirty="0">
                    <a:solidFill>
                      <a:srgbClr val="000000">
                        <a:lumMod val="65000"/>
                        <a:lumOff val="35000"/>
                      </a:srgbClr>
                    </a:solidFill>
                    <a:latin typeface="Yu Gothic UI" panose="020B0500000000000000" pitchFamily="50" charset="-128"/>
                    <a:ea typeface="Yu Gothic UI" panose="020B0500000000000000" pitchFamily="50" charset="-128"/>
                  </a:rPr>
                  <a:t>Å</a:t>
                </a:r>
                <a:r>
                  <a:rPr lang="en-US" altLang="ja-JP" sz="1000" b="0" i="0" u="none" strike="noStrike" kern="1200" baseline="0" dirty="0">
                    <a:solidFill>
                      <a:srgbClr val="000000">
                        <a:lumMod val="65000"/>
                        <a:lumOff val="35000"/>
                      </a:srgbClr>
                    </a:solidFill>
                  </a:rPr>
                  <a:t>]</a:t>
                </a:r>
                <a:endParaRPr lang="ja-JP" altLang="en-US" sz="1000" b="0" i="0" u="none" strike="noStrike" kern="1200" baseline="0" dirty="0">
                  <a:solidFill>
                    <a:srgbClr val="000000">
                      <a:lumMod val="65000"/>
                      <a:lumOff val="35000"/>
                    </a:srgbClr>
                  </a:solidFill>
                </a:endParaRPr>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ja-JP" altLang="en-US"/>
            </a:p>
          </c:txPr>
        </c:title>
        <c:numFmt formatCode="General" sourceLinked="0"/>
        <c:majorTickMark val="none"/>
        <c:minorTickMark val="none"/>
        <c:tickLblPos val="low"/>
        <c:spPr>
          <a:noFill/>
          <a:ln w="9525" cap="flat" cmpd="sng" algn="ctr">
            <a:no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ja-JP"/>
          </a:p>
        </c:txPr>
        <c:crossAx val="1485821584"/>
        <c:crosses val="autoZero"/>
        <c:crossBetween val="midCat"/>
      </c:valAx>
      <c:valAx>
        <c:axId val="1485821584"/>
        <c:scaling>
          <c:orientation val="minMax"/>
        </c:scaling>
        <c:delete val="0"/>
        <c:axPos val="l"/>
        <c:majorGridlines>
          <c:spPr>
            <a:ln w="9525" cap="flat" cmpd="sng" algn="ctr">
              <a:no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ltLang="ja-JP" sz="1000" b="0" i="0" u="none" strike="noStrike" kern="1200" baseline="0" dirty="0">
                    <a:solidFill>
                      <a:srgbClr val="000000">
                        <a:lumMod val="65000"/>
                        <a:lumOff val="35000"/>
                      </a:srgbClr>
                    </a:solidFill>
                  </a:rPr>
                  <a:t>g(r)</a:t>
                </a:r>
                <a:endParaRPr lang="ja-JP" altLang="en-US" sz="1000" b="0" i="0" u="none" strike="noStrike" kern="1200" baseline="0" dirty="0">
                  <a:solidFill>
                    <a:srgbClr val="000000">
                      <a:lumMod val="65000"/>
                      <a:lumOff val="35000"/>
                    </a:srgbClr>
                  </a:solidFill>
                </a:endParaRPr>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ja-JP" altLang="en-US"/>
            </a:p>
          </c:txPr>
        </c:title>
        <c:numFmt formatCode="General" sourceLinked="0"/>
        <c:majorTickMark val="none"/>
        <c:minorTickMark val="none"/>
        <c:tickLblPos val="nextTo"/>
        <c:spPr>
          <a:noFill/>
          <a:ln w="9525" cap="flat" cmpd="sng" algn="ctr">
            <a:no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ja-JP"/>
          </a:p>
        </c:txPr>
        <c:crossAx val="1485821104"/>
        <c:crosses val="autoZero"/>
        <c:crossBetween val="midCat"/>
      </c:valAx>
      <c:spPr>
        <a:noFill/>
        <a:ln>
          <a:solidFill>
            <a:schemeClr val="tx1"/>
          </a:solidFill>
        </a:ln>
        <a:effectLst/>
      </c:spPr>
    </c:plotArea>
    <c:legend>
      <c:legendPos val="r"/>
      <c:layout>
        <c:manualLayout>
          <c:xMode val="edge"/>
          <c:yMode val="edge"/>
          <c:x val="0.75668259932954507"/>
          <c:y val="0.10220490731341511"/>
          <c:w val="0.14321552533669984"/>
          <c:h val="0.47038656753271696"/>
        </c:manualLayout>
      </c:layout>
      <c:overlay val="1"/>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ja-JP"/>
        </a:p>
      </c:txPr>
    </c:legend>
    <c:plotVisOnly val="1"/>
    <c:dispBlanksAs val="gap"/>
    <c:showDLblsOverMax val="0"/>
  </c:chart>
  <c:spPr>
    <a:noFill/>
    <a:ln>
      <a:noFill/>
    </a:ln>
    <a:effectLst/>
  </c:spPr>
  <c:txPr>
    <a:bodyPr/>
    <a:lstStyle/>
    <a:p>
      <a:pPr>
        <a:defRPr/>
      </a:pPr>
      <a:endParaRPr lang="ja-JP"/>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barChart>
        <c:barDir val="bar"/>
        <c:grouping val="clustered"/>
        <c:varyColors val="0"/>
        <c:ser>
          <c:idx val="0"/>
          <c:order val="0"/>
          <c:spPr>
            <a:solidFill>
              <a:schemeClr val="accent1"/>
            </a:solidFill>
            <a:ln>
              <a:noFill/>
            </a:ln>
            <a:effectLst/>
          </c:spPr>
          <c:invertIfNegative val="0"/>
          <c:cat>
            <c:strRef>
              <c:f>'input _std_Ti'!$A$2:$A$9</c:f>
              <c:strCache>
                <c:ptCount val="8"/>
                <c:pt idx="0">
                  <c:v>&lt;0  1 10  2&gt;</c:v>
                </c:pt>
                <c:pt idx="1">
                  <c:v>&lt;0  3  6  4&gt;</c:v>
                </c:pt>
                <c:pt idx="2">
                  <c:v>&lt;0  2  8  2&gt;</c:v>
                </c:pt>
                <c:pt idx="3">
                  <c:v>&lt;0  0 12  0&gt;</c:v>
                </c:pt>
                <c:pt idx="4">
                  <c:v>&lt;0  2  8  4&gt;</c:v>
                </c:pt>
                <c:pt idx="5">
                  <c:v>&lt;0  1 10  3&gt;</c:v>
                </c:pt>
                <c:pt idx="6">
                  <c:v>&lt;0  3  8  2&gt;</c:v>
                </c:pt>
                <c:pt idx="7">
                  <c:v>&lt;0  2  8  3&gt;</c:v>
                </c:pt>
              </c:strCache>
            </c:strRef>
          </c:cat>
          <c:val>
            <c:numRef>
              <c:f>'input _std_Ti'!$B$2:$B$9</c:f>
              <c:numCache>
                <c:formatCode>General</c:formatCode>
                <c:ptCount val="8"/>
                <c:pt idx="0">
                  <c:v>221</c:v>
                </c:pt>
                <c:pt idx="1">
                  <c:v>152</c:v>
                </c:pt>
                <c:pt idx="2">
                  <c:v>115</c:v>
                </c:pt>
                <c:pt idx="3">
                  <c:v>106</c:v>
                </c:pt>
                <c:pt idx="4">
                  <c:v>80</c:v>
                </c:pt>
                <c:pt idx="5">
                  <c:v>79</c:v>
                </c:pt>
                <c:pt idx="6">
                  <c:v>77</c:v>
                </c:pt>
                <c:pt idx="7">
                  <c:v>66</c:v>
                </c:pt>
              </c:numCache>
            </c:numRef>
          </c:val>
          <c:extLst>
            <c:ext xmlns:c16="http://schemas.microsoft.com/office/drawing/2014/chart" uri="{C3380CC4-5D6E-409C-BE32-E72D297353CC}">
              <c16:uniqueId val="{00000000-48C9-41AF-8331-AD18F0060989}"/>
            </c:ext>
          </c:extLst>
        </c:ser>
        <c:dLbls>
          <c:showLegendKey val="0"/>
          <c:showVal val="0"/>
          <c:showCatName val="0"/>
          <c:showSerName val="0"/>
          <c:showPercent val="0"/>
          <c:showBubbleSize val="0"/>
        </c:dLbls>
        <c:gapWidth val="182"/>
        <c:axId val="1779001551"/>
        <c:axId val="1779009231"/>
      </c:barChart>
      <c:catAx>
        <c:axId val="1779001551"/>
        <c:scaling>
          <c:orientation val="minMax"/>
        </c:scaling>
        <c:delete val="0"/>
        <c:axPos val="l"/>
        <c:title>
          <c:tx>
            <c:rich>
              <a:bodyPr rot="-5400000" spcFirstLastPara="1" vertOverflow="ellipsis" vert="horz" wrap="square" anchor="ctr" anchorCtr="1"/>
              <a:lstStyle/>
              <a:p>
                <a:pPr>
                  <a:defRPr sz="1050" b="0" i="0" u="none" strike="noStrike" kern="1200" baseline="0">
                    <a:solidFill>
                      <a:schemeClr val="tx1"/>
                    </a:solidFill>
                    <a:latin typeface="+mn-lt"/>
                    <a:ea typeface="+mn-ea"/>
                    <a:cs typeface="+mn-cs"/>
                  </a:defRPr>
                </a:pPr>
                <a:r>
                  <a:rPr lang="en-US"/>
                  <a:t>Voronoi Index</a:t>
                </a:r>
              </a:p>
            </c:rich>
          </c:tx>
          <c:overlay val="0"/>
          <c:spPr>
            <a:noFill/>
            <a:ln>
              <a:noFill/>
            </a:ln>
            <a:effectLst/>
          </c:spPr>
          <c:txPr>
            <a:bodyPr rot="-5400000" spcFirstLastPara="1" vertOverflow="ellipsis" vert="horz" wrap="square" anchor="ctr" anchorCtr="1"/>
            <a:lstStyle/>
            <a:p>
              <a:pPr>
                <a:defRPr sz="1050" b="0" i="0" u="none" strike="noStrike" kern="1200" baseline="0">
                  <a:solidFill>
                    <a:schemeClr val="tx1"/>
                  </a:solidFill>
                  <a:latin typeface="+mn-lt"/>
                  <a:ea typeface="+mn-ea"/>
                  <a:cs typeface="+mn-cs"/>
                </a:defRPr>
              </a:pPr>
              <a:endParaRPr lang="ja-JP"/>
            </a:p>
          </c:txPr>
        </c:title>
        <c:numFmt formatCode="General" sourceLinked="1"/>
        <c:majorTickMark val="none"/>
        <c:minorTickMark val="none"/>
        <c:tickLblPos val="nextTo"/>
        <c:spPr>
          <a:noFill/>
          <a:ln w="9525" cap="flat" cmpd="sng" algn="ctr">
            <a:noFill/>
            <a:round/>
          </a:ln>
          <a:effectLst/>
        </c:spPr>
        <c:txPr>
          <a:bodyPr rot="-60000000" spcFirstLastPara="1" vertOverflow="ellipsis" vert="horz" wrap="square" anchor="ctr" anchorCtr="1"/>
          <a:lstStyle/>
          <a:p>
            <a:pPr>
              <a:defRPr sz="1050" b="0" i="0" u="none" strike="noStrike" kern="1200" baseline="0">
                <a:solidFill>
                  <a:schemeClr val="tx1"/>
                </a:solidFill>
                <a:latin typeface="+mn-lt"/>
                <a:ea typeface="+mn-ea"/>
                <a:cs typeface="+mn-cs"/>
              </a:defRPr>
            </a:pPr>
            <a:endParaRPr lang="ja-JP"/>
          </a:p>
        </c:txPr>
        <c:crossAx val="1779009231"/>
        <c:crosses val="autoZero"/>
        <c:auto val="1"/>
        <c:lblAlgn val="ctr"/>
        <c:lblOffset val="100"/>
        <c:noMultiLvlLbl val="0"/>
      </c:catAx>
      <c:valAx>
        <c:axId val="1779009231"/>
        <c:scaling>
          <c:orientation val="minMax"/>
        </c:scaling>
        <c:delete val="0"/>
        <c:axPos val="b"/>
        <c:majorGridlines>
          <c:spPr>
            <a:ln w="9525" cap="flat" cmpd="sng" algn="ctr">
              <a:noFill/>
              <a:round/>
            </a:ln>
            <a:effectLst/>
          </c:spPr>
        </c:majorGridlines>
        <c:title>
          <c:tx>
            <c:rich>
              <a:bodyPr rot="0" spcFirstLastPara="1" vertOverflow="ellipsis" vert="horz" wrap="square" anchor="ctr" anchorCtr="1"/>
              <a:lstStyle/>
              <a:p>
                <a:pPr>
                  <a:defRPr sz="1050" b="0" i="0" u="none" strike="noStrike" kern="1200" baseline="0">
                    <a:solidFill>
                      <a:schemeClr val="tx1"/>
                    </a:solidFill>
                    <a:latin typeface="+mn-lt"/>
                    <a:ea typeface="+mn-ea"/>
                    <a:cs typeface="+mn-cs"/>
                  </a:defRPr>
                </a:pPr>
                <a:r>
                  <a:rPr lang="en-US"/>
                  <a:t>Number</a:t>
                </a:r>
                <a:endParaRPr lang="ja-JP"/>
              </a:p>
            </c:rich>
          </c:tx>
          <c:overlay val="0"/>
          <c:spPr>
            <a:noFill/>
            <a:ln>
              <a:noFill/>
            </a:ln>
            <a:effectLst/>
          </c:spPr>
          <c:txPr>
            <a:bodyPr rot="0" spcFirstLastPara="1" vertOverflow="ellipsis" vert="horz" wrap="square" anchor="ctr" anchorCtr="1"/>
            <a:lstStyle/>
            <a:p>
              <a:pPr>
                <a:defRPr sz="1050" b="0" i="0" u="none" strike="noStrike" kern="1200" baseline="0">
                  <a:solidFill>
                    <a:schemeClr val="tx1"/>
                  </a:solidFill>
                  <a:latin typeface="+mn-lt"/>
                  <a:ea typeface="+mn-ea"/>
                  <a:cs typeface="+mn-cs"/>
                </a:defRPr>
              </a:pPr>
              <a:endParaRPr lang="ja-JP" altLang="en-US"/>
            </a:p>
          </c:txPr>
        </c:title>
        <c:numFmt formatCode="General" sourceLinked="1"/>
        <c:majorTickMark val="out"/>
        <c:minorTickMark val="none"/>
        <c:tickLblPos val="nextTo"/>
        <c:spPr>
          <a:noFill/>
          <a:ln>
            <a:solidFill>
              <a:srgbClr val="4472C4"/>
            </a:solidFill>
          </a:ln>
          <a:effectLst/>
        </c:spPr>
        <c:txPr>
          <a:bodyPr rot="-60000000" spcFirstLastPara="1" vertOverflow="ellipsis" vert="horz" wrap="square" anchor="ctr" anchorCtr="1"/>
          <a:lstStyle/>
          <a:p>
            <a:pPr>
              <a:defRPr sz="1050" b="0" i="0" u="none" strike="noStrike" kern="1200" baseline="0">
                <a:solidFill>
                  <a:schemeClr val="tx1"/>
                </a:solidFill>
                <a:latin typeface="+mn-lt"/>
                <a:ea typeface="+mn-ea"/>
                <a:cs typeface="+mn-cs"/>
              </a:defRPr>
            </a:pPr>
            <a:endParaRPr lang="ja-JP"/>
          </a:p>
        </c:txPr>
        <c:crossAx val="1779001551"/>
        <c:crosses val="autoZero"/>
        <c:crossBetween val="between"/>
      </c:valAx>
      <c:spPr>
        <a:noFill/>
        <a:ln>
          <a:solidFill>
            <a:sysClr val="windowText" lastClr="000000"/>
          </a:solid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sz="1050">
          <a:solidFill>
            <a:schemeClr val="tx1"/>
          </a:solidFill>
        </a:defRPr>
      </a:pPr>
      <a:endParaRPr lang="ja-JP"/>
    </a:p>
  </c:txPr>
  <c:externalData r:id="rId4">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barChart>
        <c:barDir val="bar"/>
        <c:grouping val="clustered"/>
        <c:varyColors val="0"/>
        <c:ser>
          <c:idx val="0"/>
          <c:order val="0"/>
          <c:spPr>
            <a:solidFill>
              <a:schemeClr val="accent1"/>
            </a:solidFill>
            <a:ln>
              <a:noFill/>
            </a:ln>
            <a:effectLst/>
          </c:spPr>
          <c:invertIfNegative val="0"/>
          <c:cat>
            <c:strRef>
              <c:f>'input _std_Be'!$A$2:$A$9</c:f>
              <c:strCache>
                <c:ptCount val="8"/>
                <c:pt idx="0">
                  <c:v>&lt;0  2  8  1&gt;</c:v>
                </c:pt>
                <c:pt idx="1">
                  <c:v>&lt;0  2  8  0&gt;</c:v>
                </c:pt>
                <c:pt idx="2">
                  <c:v>&lt;0  3  6  1&gt;</c:v>
                </c:pt>
                <c:pt idx="3">
                  <c:v>&lt;0  3  6  0&gt;</c:v>
                </c:pt>
                <c:pt idx="4">
                  <c:v>&lt;0  0 12  0&gt;</c:v>
                </c:pt>
                <c:pt idx="5">
                  <c:v>&lt;0  4  6  0&gt;</c:v>
                </c:pt>
                <c:pt idx="6">
                  <c:v>&lt;0  2  8  2&gt;</c:v>
                </c:pt>
                <c:pt idx="7">
                  <c:v>&lt;0  3  6  2&gt;</c:v>
                </c:pt>
              </c:strCache>
            </c:strRef>
          </c:cat>
          <c:val>
            <c:numRef>
              <c:f>'input _std_Be'!$B$2:$B$9</c:f>
              <c:numCache>
                <c:formatCode>General</c:formatCode>
                <c:ptCount val="8"/>
                <c:pt idx="0">
                  <c:v>1104</c:v>
                </c:pt>
                <c:pt idx="1">
                  <c:v>953</c:v>
                </c:pt>
                <c:pt idx="2">
                  <c:v>787</c:v>
                </c:pt>
                <c:pt idx="3">
                  <c:v>533</c:v>
                </c:pt>
                <c:pt idx="4">
                  <c:v>472</c:v>
                </c:pt>
                <c:pt idx="5">
                  <c:v>377</c:v>
                </c:pt>
                <c:pt idx="6">
                  <c:v>336</c:v>
                </c:pt>
                <c:pt idx="7">
                  <c:v>239</c:v>
                </c:pt>
              </c:numCache>
            </c:numRef>
          </c:val>
          <c:extLst>
            <c:ext xmlns:c16="http://schemas.microsoft.com/office/drawing/2014/chart" uri="{C3380CC4-5D6E-409C-BE32-E72D297353CC}">
              <c16:uniqueId val="{00000000-C404-4845-B419-B769AE94724E}"/>
            </c:ext>
          </c:extLst>
        </c:ser>
        <c:dLbls>
          <c:showLegendKey val="0"/>
          <c:showVal val="0"/>
          <c:showCatName val="0"/>
          <c:showSerName val="0"/>
          <c:showPercent val="0"/>
          <c:showBubbleSize val="0"/>
        </c:dLbls>
        <c:gapWidth val="182"/>
        <c:axId val="1034929631"/>
        <c:axId val="1034930591"/>
      </c:barChart>
      <c:catAx>
        <c:axId val="1034929631"/>
        <c:scaling>
          <c:orientation val="minMax"/>
        </c:scaling>
        <c:delete val="0"/>
        <c:axPos val="l"/>
        <c:title>
          <c:tx>
            <c:rich>
              <a:bodyPr rot="-5400000" spcFirstLastPara="1" vertOverflow="ellipsis" vert="horz" wrap="square" anchor="ctr" anchorCtr="1"/>
              <a:lstStyle/>
              <a:p>
                <a:pPr>
                  <a:defRPr sz="1050" b="0" i="0" u="none" strike="noStrike" kern="1200" baseline="0">
                    <a:solidFill>
                      <a:schemeClr val="tx1"/>
                    </a:solidFill>
                    <a:latin typeface="+mn-lt"/>
                    <a:ea typeface="+mn-ea"/>
                    <a:cs typeface="+mn-cs"/>
                  </a:defRPr>
                </a:pPr>
                <a:r>
                  <a:rPr lang="en-US"/>
                  <a:t>Voronoi Index</a:t>
                </a:r>
                <a:endParaRPr lang="ja-JP"/>
              </a:p>
            </c:rich>
          </c:tx>
          <c:overlay val="0"/>
          <c:spPr>
            <a:noFill/>
            <a:ln>
              <a:noFill/>
            </a:ln>
            <a:effectLst/>
          </c:spPr>
          <c:txPr>
            <a:bodyPr rot="-5400000" spcFirstLastPara="1" vertOverflow="ellipsis" vert="horz" wrap="square" anchor="ctr" anchorCtr="1"/>
            <a:lstStyle/>
            <a:p>
              <a:pPr>
                <a:defRPr sz="1050" b="0" i="0" u="none" strike="noStrike" kern="1200" baseline="0">
                  <a:solidFill>
                    <a:schemeClr val="tx1"/>
                  </a:solidFill>
                  <a:latin typeface="+mn-lt"/>
                  <a:ea typeface="+mn-ea"/>
                  <a:cs typeface="+mn-cs"/>
                </a:defRPr>
              </a:pPr>
              <a:endParaRPr lang="ja-JP" altLang="en-US"/>
            </a:p>
          </c:txPr>
        </c:title>
        <c:numFmt formatCode="General" sourceLinked="1"/>
        <c:majorTickMark val="none"/>
        <c:minorTickMark val="none"/>
        <c:tickLblPos val="nextTo"/>
        <c:spPr>
          <a:noFill/>
          <a:ln w="9525" cap="flat" cmpd="sng" algn="ctr">
            <a:noFill/>
            <a:round/>
          </a:ln>
          <a:effectLst/>
        </c:spPr>
        <c:txPr>
          <a:bodyPr rot="-60000000" spcFirstLastPara="1" vertOverflow="ellipsis" vert="horz" wrap="square" anchor="ctr" anchorCtr="1"/>
          <a:lstStyle/>
          <a:p>
            <a:pPr>
              <a:defRPr sz="1050" b="0" i="0" u="none" strike="noStrike" kern="1200" baseline="0">
                <a:solidFill>
                  <a:schemeClr val="tx1"/>
                </a:solidFill>
                <a:latin typeface="+mn-lt"/>
                <a:ea typeface="+mn-ea"/>
                <a:cs typeface="+mn-cs"/>
              </a:defRPr>
            </a:pPr>
            <a:endParaRPr lang="ja-JP"/>
          </a:p>
        </c:txPr>
        <c:crossAx val="1034930591"/>
        <c:crosses val="autoZero"/>
        <c:auto val="1"/>
        <c:lblAlgn val="ctr"/>
        <c:lblOffset val="100"/>
        <c:noMultiLvlLbl val="0"/>
      </c:catAx>
      <c:valAx>
        <c:axId val="1034930591"/>
        <c:scaling>
          <c:orientation val="minMax"/>
        </c:scaling>
        <c:delete val="0"/>
        <c:axPos val="b"/>
        <c:majorGridlines>
          <c:spPr>
            <a:ln w="9525" cap="flat" cmpd="sng" algn="ctr">
              <a:noFill/>
              <a:round/>
            </a:ln>
            <a:effectLst/>
          </c:spPr>
        </c:majorGridlines>
        <c:title>
          <c:tx>
            <c:rich>
              <a:bodyPr rot="0" spcFirstLastPara="1" vertOverflow="ellipsis" vert="horz" wrap="square" anchor="ctr" anchorCtr="1"/>
              <a:lstStyle/>
              <a:p>
                <a:pPr>
                  <a:defRPr sz="1050" b="0" i="0" u="none" strike="noStrike" kern="1200" baseline="0">
                    <a:solidFill>
                      <a:schemeClr val="tx1"/>
                    </a:solidFill>
                    <a:latin typeface="+mn-lt"/>
                    <a:ea typeface="+mn-ea"/>
                    <a:cs typeface="+mn-cs"/>
                  </a:defRPr>
                </a:pPr>
                <a:r>
                  <a:rPr lang="en-US"/>
                  <a:t>Number</a:t>
                </a:r>
                <a:endParaRPr lang="ja-JP"/>
              </a:p>
            </c:rich>
          </c:tx>
          <c:overlay val="0"/>
          <c:spPr>
            <a:noFill/>
            <a:ln>
              <a:noFill/>
            </a:ln>
            <a:effectLst/>
          </c:spPr>
          <c:txPr>
            <a:bodyPr rot="0" spcFirstLastPara="1" vertOverflow="ellipsis" vert="horz" wrap="square" anchor="ctr" anchorCtr="1"/>
            <a:lstStyle/>
            <a:p>
              <a:pPr>
                <a:defRPr sz="1050" b="0" i="0" u="none" strike="noStrike" kern="1200" baseline="0">
                  <a:solidFill>
                    <a:schemeClr val="tx1"/>
                  </a:solidFill>
                  <a:latin typeface="+mn-lt"/>
                  <a:ea typeface="+mn-ea"/>
                  <a:cs typeface="+mn-cs"/>
                </a:defRPr>
              </a:pPr>
              <a:endParaRPr lang="ja-JP" altLang="en-US"/>
            </a:p>
          </c:txPr>
        </c:title>
        <c:numFmt formatCode="General" sourceLinked="1"/>
        <c:majorTickMark val="out"/>
        <c:minorTickMark val="none"/>
        <c:tickLblPos val="nextTo"/>
        <c:spPr>
          <a:noFill/>
          <a:ln>
            <a:solidFill>
              <a:sysClr val="windowText" lastClr="000000"/>
            </a:solidFill>
          </a:ln>
          <a:effectLst/>
        </c:spPr>
        <c:txPr>
          <a:bodyPr rot="-60000000" spcFirstLastPara="1" vertOverflow="ellipsis" vert="horz" wrap="square" anchor="ctr" anchorCtr="1"/>
          <a:lstStyle/>
          <a:p>
            <a:pPr>
              <a:defRPr sz="1050" b="0" i="0" u="none" strike="noStrike" kern="1200" baseline="0">
                <a:solidFill>
                  <a:schemeClr val="tx1"/>
                </a:solidFill>
                <a:latin typeface="+mn-lt"/>
                <a:ea typeface="+mn-ea"/>
                <a:cs typeface="+mn-cs"/>
              </a:defRPr>
            </a:pPr>
            <a:endParaRPr lang="ja-JP"/>
          </a:p>
        </c:txPr>
        <c:crossAx val="1034929631"/>
        <c:crosses val="autoZero"/>
        <c:crossBetween val="between"/>
      </c:valAx>
      <c:spPr>
        <a:noFill/>
        <a:ln>
          <a:solidFill>
            <a:sysClr val="windowText" lastClr="000000"/>
          </a:solid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sz="1050">
          <a:solidFill>
            <a:schemeClr val="tx1"/>
          </a:solidFill>
        </a:defRPr>
      </a:pPr>
      <a:endParaRPr lang="ja-JP"/>
    </a:p>
  </c:txPr>
  <c:externalData r:id="rId4">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barChart>
        <c:barDir val="bar"/>
        <c:grouping val="clustered"/>
        <c:varyColors val="0"/>
        <c:ser>
          <c:idx val="0"/>
          <c:order val="0"/>
          <c:spPr>
            <a:solidFill>
              <a:schemeClr val="accent1"/>
            </a:solidFill>
            <a:ln>
              <a:noFill/>
            </a:ln>
            <a:effectLst/>
          </c:spPr>
          <c:invertIfNegative val="0"/>
          <c:cat>
            <c:strRef>
              <c:f>'input _std_Zr'!$A$2:$A$9</c:f>
              <c:strCache>
                <c:ptCount val="8"/>
                <c:pt idx="0">
                  <c:v>&lt;0  2  8  4&gt;</c:v>
                </c:pt>
                <c:pt idx="1">
                  <c:v>&lt;0  1 10  4&gt;</c:v>
                </c:pt>
                <c:pt idx="2">
                  <c:v>&lt;0  2  8  5&gt;</c:v>
                </c:pt>
                <c:pt idx="3">
                  <c:v>&lt;0  1 10  3&gt;</c:v>
                </c:pt>
                <c:pt idx="4">
                  <c:v>&lt;0  1 10  2&gt;</c:v>
                </c:pt>
                <c:pt idx="5">
                  <c:v>&lt;0  2 10  3&gt;</c:v>
                </c:pt>
                <c:pt idx="6">
                  <c:v>&lt;0  2 10  2&gt;</c:v>
                </c:pt>
                <c:pt idx="7">
                  <c:v>&lt;0  3  6  4&gt;</c:v>
                </c:pt>
              </c:strCache>
            </c:strRef>
          </c:cat>
          <c:val>
            <c:numRef>
              <c:f>'input _std_Zr'!$B$2:$B$9</c:f>
              <c:numCache>
                <c:formatCode>General</c:formatCode>
                <c:ptCount val="8"/>
                <c:pt idx="0">
                  <c:v>383</c:v>
                </c:pt>
                <c:pt idx="1">
                  <c:v>306</c:v>
                </c:pt>
                <c:pt idx="2">
                  <c:v>300</c:v>
                </c:pt>
                <c:pt idx="3">
                  <c:v>265</c:v>
                </c:pt>
                <c:pt idx="4">
                  <c:v>248</c:v>
                </c:pt>
                <c:pt idx="5">
                  <c:v>190</c:v>
                </c:pt>
                <c:pt idx="6">
                  <c:v>181</c:v>
                </c:pt>
                <c:pt idx="7">
                  <c:v>172</c:v>
                </c:pt>
              </c:numCache>
            </c:numRef>
          </c:val>
          <c:extLst>
            <c:ext xmlns:c16="http://schemas.microsoft.com/office/drawing/2014/chart" uri="{C3380CC4-5D6E-409C-BE32-E72D297353CC}">
              <c16:uniqueId val="{00000000-AC57-4CDF-A0C9-EF0AB7E4ACDD}"/>
            </c:ext>
          </c:extLst>
        </c:ser>
        <c:dLbls>
          <c:showLegendKey val="0"/>
          <c:showVal val="0"/>
          <c:showCatName val="0"/>
          <c:showSerName val="0"/>
          <c:showPercent val="0"/>
          <c:showBubbleSize val="0"/>
        </c:dLbls>
        <c:gapWidth val="182"/>
        <c:axId val="1456956031"/>
        <c:axId val="1456956511"/>
      </c:barChart>
      <c:catAx>
        <c:axId val="1456956031"/>
        <c:scaling>
          <c:orientation val="minMax"/>
        </c:scaling>
        <c:delete val="0"/>
        <c:axPos val="l"/>
        <c:title>
          <c:tx>
            <c:rich>
              <a:bodyPr rot="-5400000" spcFirstLastPara="1" vertOverflow="ellipsis" vert="horz" wrap="square" anchor="ctr" anchorCtr="1"/>
              <a:lstStyle/>
              <a:p>
                <a:pPr>
                  <a:defRPr sz="1000" b="0" i="0" u="none" strike="noStrike" kern="1200" baseline="0">
                    <a:solidFill>
                      <a:schemeClr val="tx1"/>
                    </a:solidFill>
                    <a:latin typeface="+mn-lt"/>
                    <a:ea typeface="+mn-ea"/>
                    <a:cs typeface="+mn-cs"/>
                  </a:defRPr>
                </a:pPr>
                <a:r>
                  <a:rPr lang="en-US"/>
                  <a:t>Voronoi Index</a:t>
                </a:r>
                <a:endParaRPr lang="ja-JP"/>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ja-JP" altLang="en-US"/>
            </a:p>
          </c:txPr>
        </c:title>
        <c:numFmt formatCode="General" sourceLinked="1"/>
        <c:majorTickMark val="none"/>
        <c:minorTickMark val="none"/>
        <c:tickLblPos val="nextTo"/>
        <c:spPr>
          <a:noFill/>
          <a:ln w="9525" cap="flat" cmpd="sng" algn="ctr">
            <a:noFill/>
            <a:round/>
          </a:ln>
          <a:effectLst/>
        </c:spPr>
        <c:txPr>
          <a:bodyPr rot="-60000000" spcFirstLastPara="1" vertOverflow="ellipsis" vert="horz" wrap="square" anchor="ctr" anchorCtr="1"/>
          <a:lstStyle/>
          <a:p>
            <a:pPr>
              <a:defRPr sz="1050" b="0" i="0" u="none" strike="noStrike" kern="1200" baseline="0">
                <a:solidFill>
                  <a:schemeClr val="tx1"/>
                </a:solidFill>
                <a:latin typeface="+mn-lt"/>
                <a:ea typeface="+mn-ea"/>
                <a:cs typeface="+mn-cs"/>
              </a:defRPr>
            </a:pPr>
            <a:endParaRPr lang="ja-JP"/>
          </a:p>
        </c:txPr>
        <c:crossAx val="1456956511"/>
        <c:crosses val="autoZero"/>
        <c:auto val="1"/>
        <c:lblAlgn val="ctr"/>
        <c:lblOffset val="100"/>
        <c:noMultiLvlLbl val="0"/>
      </c:catAx>
      <c:valAx>
        <c:axId val="1456956511"/>
        <c:scaling>
          <c:orientation val="minMax"/>
        </c:scaling>
        <c:delete val="0"/>
        <c:axPos val="b"/>
        <c:majorGridlines>
          <c:spPr>
            <a:ln w="9525" cap="flat" cmpd="sng" algn="ctr">
              <a:noFill/>
              <a:round/>
            </a:ln>
            <a:effectLst/>
          </c:spPr>
        </c:majorGridlines>
        <c:title>
          <c:tx>
            <c:rich>
              <a:bodyPr rot="0" spcFirstLastPara="1" vertOverflow="ellipsis" vert="horz" wrap="square" anchor="ctr" anchorCtr="1"/>
              <a:lstStyle/>
              <a:p>
                <a:pPr>
                  <a:defRPr sz="1000" b="0" i="0" u="none" strike="noStrike" kern="1200" baseline="0">
                    <a:solidFill>
                      <a:schemeClr val="tx1"/>
                    </a:solidFill>
                    <a:latin typeface="+mn-lt"/>
                    <a:ea typeface="+mn-ea"/>
                    <a:cs typeface="+mn-cs"/>
                  </a:defRPr>
                </a:pPr>
                <a:r>
                  <a:rPr lang="en-US"/>
                  <a:t>Number</a:t>
                </a:r>
                <a:endParaRPr lang="ja-JP"/>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ja-JP" altLang="en-US"/>
            </a:p>
          </c:txPr>
        </c:title>
        <c:numFmt formatCode="General" sourceLinked="1"/>
        <c:majorTickMark val="out"/>
        <c:minorTickMark val="none"/>
        <c:tickLblPos val="nextTo"/>
        <c:spPr>
          <a:noFill/>
          <a:ln>
            <a:solidFill>
              <a:sysClr val="windowText" lastClr="000000"/>
            </a:solidFill>
          </a:ln>
          <a:effectLst/>
        </c:spPr>
        <c:txPr>
          <a:bodyPr rot="-60000000" spcFirstLastPara="1" vertOverflow="ellipsis" vert="horz" wrap="square" anchor="ctr" anchorCtr="1"/>
          <a:lstStyle/>
          <a:p>
            <a:pPr>
              <a:defRPr sz="1050" b="0" i="0" u="none" strike="noStrike" kern="1200" baseline="0">
                <a:solidFill>
                  <a:schemeClr val="tx1"/>
                </a:solidFill>
                <a:latin typeface="+mn-lt"/>
                <a:ea typeface="+mn-ea"/>
                <a:cs typeface="+mn-cs"/>
              </a:defRPr>
            </a:pPr>
            <a:endParaRPr lang="ja-JP"/>
          </a:p>
        </c:txPr>
        <c:crossAx val="1456956031"/>
        <c:crosses val="autoZero"/>
        <c:crossBetween val="between"/>
      </c:valAx>
      <c:spPr>
        <a:noFill/>
        <a:ln>
          <a:solidFill>
            <a:sysClr val="windowText" lastClr="000000"/>
          </a:solid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solidFill>
            <a:schemeClr val="tx1"/>
          </a:solidFill>
        </a:defRPr>
      </a:pPr>
      <a:endParaRPr lang="ja-JP"/>
    </a:p>
  </c:txPr>
  <c:externalData r:id="rId4">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scatterChart>
        <c:scatterStyle val="smoothMarker"/>
        <c:varyColors val="0"/>
        <c:ser>
          <c:idx val="0"/>
          <c:order val="0"/>
          <c:tx>
            <c:strRef>
              <c:f>二体分布関数!$C$1</c:f>
              <c:strCache>
                <c:ptCount val="1"/>
                <c:pt idx="0">
                  <c:v>Zr-Zr</c:v>
                </c:pt>
              </c:strCache>
            </c:strRef>
          </c:tx>
          <c:spPr>
            <a:ln w="19050" cap="rnd">
              <a:solidFill>
                <a:schemeClr val="accent1"/>
              </a:solidFill>
              <a:round/>
            </a:ln>
            <a:effectLst/>
          </c:spPr>
          <c:marker>
            <c:symbol val="none"/>
          </c:marker>
          <c:xVal>
            <c:numRef>
              <c:f>二体分布関数!$B$2:$B$1550</c:f>
              <c:numCache>
                <c:formatCode>0.00E+00</c:formatCode>
                <c:ptCount val="517"/>
                <c:pt idx="0">
                  <c:v>0.06</c:v>
                </c:pt>
                <c:pt idx="1">
                  <c:v>0.12</c:v>
                </c:pt>
                <c:pt idx="2">
                  <c:v>0.18</c:v>
                </c:pt>
                <c:pt idx="3">
                  <c:v>0.24</c:v>
                </c:pt>
                <c:pt idx="4">
                  <c:v>0.3</c:v>
                </c:pt>
                <c:pt idx="5">
                  <c:v>0.36</c:v>
                </c:pt>
                <c:pt idx="6">
                  <c:v>0.42</c:v>
                </c:pt>
                <c:pt idx="7">
                  <c:v>0.48</c:v>
                </c:pt>
                <c:pt idx="8">
                  <c:v>0.54</c:v>
                </c:pt>
                <c:pt idx="9">
                  <c:v>0.6</c:v>
                </c:pt>
                <c:pt idx="10">
                  <c:v>0.66</c:v>
                </c:pt>
                <c:pt idx="11">
                  <c:v>0.72</c:v>
                </c:pt>
                <c:pt idx="12">
                  <c:v>0.78</c:v>
                </c:pt>
                <c:pt idx="13">
                  <c:v>0.84</c:v>
                </c:pt>
                <c:pt idx="14">
                  <c:v>0.9</c:v>
                </c:pt>
                <c:pt idx="15">
                  <c:v>0.96</c:v>
                </c:pt>
                <c:pt idx="16" formatCode="General">
                  <c:v>1.02</c:v>
                </c:pt>
                <c:pt idx="17" formatCode="General">
                  <c:v>1.08</c:v>
                </c:pt>
                <c:pt idx="18" formatCode="General">
                  <c:v>1.1399999999999999</c:v>
                </c:pt>
                <c:pt idx="19" formatCode="General">
                  <c:v>1.2</c:v>
                </c:pt>
                <c:pt idx="20" formatCode="General">
                  <c:v>1.26</c:v>
                </c:pt>
                <c:pt idx="21" formatCode="General">
                  <c:v>1.32</c:v>
                </c:pt>
                <c:pt idx="22" formatCode="General">
                  <c:v>1.38</c:v>
                </c:pt>
                <c:pt idx="23" formatCode="General">
                  <c:v>1.44</c:v>
                </c:pt>
                <c:pt idx="24" formatCode="General">
                  <c:v>1.5</c:v>
                </c:pt>
                <c:pt idx="25" formatCode="General">
                  <c:v>1.56</c:v>
                </c:pt>
                <c:pt idx="26" formatCode="General">
                  <c:v>1.62</c:v>
                </c:pt>
                <c:pt idx="27" formatCode="General">
                  <c:v>1.68</c:v>
                </c:pt>
                <c:pt idx="28" formatCode="General">
                  <c:v>1.74</c:v>
                </c:pt>
                <c:pt idx="29" formatCode="General">
                  <c:v>1.8</c:v>
                </c:pt>
                <c:pt idx="30" formatCode="General">
                  <c:v>1.86</c:v>
                </c:pt>
                <c:pt idx="31" formatCode="General">
                  <c:v>1.92</c:v>
                </c:pt>
                <c:pt idx="32" formatCode="General">
                  <c:v>1.98</c:v>
                </c:pt>
                <c:pt idx="33" formatCode="General">
                  <c:v>2.04</c:v>
                </c:pt>
                <c:pt idx="34" formatCode="General">
                  <c:v>2.1</c:v>
                </c:pt>
                <c:pt idx="35" formatCode="General">
                  <c:v>2.16</c:v>
                </c:pt>
                <c:pt idx="36" formatCode="General">
                  <c:v>2.2200000000000002</c:v>
                </c:pt>
                <c:pt idx="37" formatCode="General">
                  <c:v>2.2799999999999998</c:v>
                </c:pt>
                <c:pt idx="38" formatCode="General">
                  <c:v>2.34</c:v>
                </c:pt>
                <c:pt idx="39" formatCode="General">
                  <c:v>2.4</c:v>
                </c:pt>
                <c:pt idx="40" formatCode="General">
                  <c:v>2.46</c:v>
                </c:pt>
                <c:pt idx="41" formatCode="General">
                  <c:v>2.52</c:v>
                </c:pt>
                <c:pt idx="42" formatCode="General">
                  <c:v>2.58</c:v>
                </c:pt>
                <c:pt idx="43" formatCode="General">
                  <c:v>2.64</c:v>
                </c:pt>
                <c:pt idx="44" formatCode="General">
                  <c:v>2.7</c:v>
                </c:pt>
                <c:pt idx="45" formatCode="General">
                  <c:v>2.76</c:v>
                </c:pt>
                <c:pt idx="46" formatCode="General">
                  <c:v>2.82</c:v>
                </c:pt>
                <c:pt idx="47" formatCode="General">
                  <c:v>2.88</c:v>
                </c:pt>
                <c:pt idx="48" formatCode="General">
                  <c:v>2.94</c:v>
                </c:pt>
                <c:pt idx="49" formatCode="General">
                  <c:v>3</c:v>
                </c:pt>
                <c:pt idx="50" formatCode="General">
                  <c:v>3.06</c:v>
                </c:pt>
                <c:pt idx="51" formatCode="General">
                  <c:v>3.12</c:v>
                </c:pt>
                <c:pt idx="52" formatCode="General">
                  <c:v>3.18</c:v>
                </c:pt>
                <c:pt idx="53" formatCode="General">
                  <c:v>3.24</c:v>
                </c:pt>
                <c:pt idx="54" formatCode="General">
                  <c:v>3.3</c:v>
                </c:pt>
                <c:pt idx="55" formatCode="General">
                  <c:v>3.36</c:v>
                </c:pt>
                <c:pt idx="56" formatCode="General">
                  <c:v>3.42</c:v>
                </c:pt>
                <c:pt idx="57" formatCode="General">
                  <c:v>3.48</c:v>
                </c:pt>
                <c:pt idx="58" formatCode="General">
                  <c:v>3.54</c:v>
                </c:pt>
                <c:pt idx="59" formatCode="General">
                  <c:v>3.6</c:v>
                </c:pt>
                <c:pt idx="60" formatCode="General">
                  <c:v>3.66</c:v>
                </c:pt>
                <c:pt idx="61" formatCode="General">
                  <c:v>3.72</c:v>
                </c:pt>
                <c:pt idx="62" formatCode="General">
                  <c:v>3.78</c:v>
                </c:pt>
                <c:pt idx="63" formatCode="General">
                  <c:v>3.84</c:v>
                </c:pt>
                <c:pt idx="64" formatCode="General">
                  <c:v>3.9</c:v>
                </c:pt>
                <c:pt idx="65" formatCode="General">
                  <c:v>3.96</c:v>
                </c:pt>
                <c:pt idx="66" formatCode="General">
                  <c:v>4.0199999999999996</c:v>
                </c:pt>
                <c:pt idx="67" formatCode="General">
                  <c:v>4.08</c:v>
                </c:pt>
                <c:pt idx="68" formatCode="General">
                  <c:v>4.1399999999999997</c:v>
                </c:pt>
                <c:pt idx="69" formatCode="General">
                  <c:v>4.2</c:v>
                </c:pt>
                <c:pt idx="70" formatCode="General">
                  <c:v>4.26</c:v>
                </c:pt>
                <c:pt idx="71" formatCode="General">
                  <c:v>4.32</c:v>
                </c:pt>
                <c:pt idx="72" formatCode="General">
                  <c:v>4.38</c:v>
                </c:pt>
                <c:pt idx="73" formatCode="General">
                  <c:v>4.4400000000000004</c:v>
                </c:pt>
                <c:pt idx="74" formatCode="General">
                  <c:v>4.5</c:v>
                </c:pt>
                <c:pt idx="75" formatCode="General">
                  <c:v>4.5599999999999996</c:v>
                </c:pt>
                <c:pt idx="76" formatCode="General">
                  <c:v>4.62</c:v>
                </c:pt>
                <c:pt idx="77" formatCode="General">
                  <c:v>4.68</c:v>
                </c:pt>
                <c:pt idx="78" formatCode="General">
                  <c:v>4.74</c:v>
                </c:pt>
                <c:pt idx="79" formatCode="General">
                  <c:v>4.8</c:v>
                </c:pt>
                <c:pt idx="80" formatCode="General">
                  <c:v>4.8600000000000003</c:v>
                </c:pt>
                <c:pt idx="81" formatCode="General">
                  <c:v>4.92</c:v>
                </c:pt>
                <c:pt idx="82" formatCode="General">
                  <c:v>4.9800000000000004</c:v>
                </c:pt>
                <c:pt idx="83" formatCode="General">
                  <c:v>5.04</c:v>
                </c:pt>
                <c:pt idx="84" formatCode="General">
                  <c:v>5.0999999999999996</c:v>
                </c:pt>
                <c:pt idx="85" formatCode="General">
                  <c:v>5.16</c:v>
                </c:pt>
                <c:pt idx="86" formatCode="General">
                  <c:v>5.22</c:v>
                </c:pt>
                <c:pt idx="87" formatCode="General">
                  <c:v>5.28</c:v>
                </c:pt>
                <c:pt idx="88" formatCode="General">
                  <c:v>5.34</c:v>
                </c:pt>
                <c:pt idx="89" formatCode="General">
                  <c:v>5.4</c:v>
                </c:pt>
                <c:pt idx="90" formatCode="General">
                  <c:v>5.46</c:v>
                </c:pt>
                <c:pt idx="91" formatCode="General">
                  <c:v>5.52</c:v>
                </c:pt>
                <c:pt idx="92" formatCode="General">
                  <c:v>5.58</c:v>
                </c:pt>
                <c:pt idx="93" formatCode="General">
                  <c:v>5.64</c:v>
                </c:pt>
                <c:pt idx="94" formatCode="General">
                  <c:v>5.7</c:v>
                </c:pt>
                <c:pt idx="95" formatCode="General">
                  <c:v>5.76</c:v>
                </c:pt>
                <c:pt idx="96" formatCode="General">
                  <c:v>5.82</c:v>
                </c:pt>
                <c:pt idx="97" formatCode="General">
                  <c:v>5.88</c:v>
                </c:pt>
                <c:pt idx="98" formatCode="General">
                  <c:v>5.94</c:v>
                </c:pt>
                <c:pt idx="99" formatCode="General">
                  <c:v>6</c:v>
                </c:pt>
                <c:pt idx="100" formatCode="General">
                  <c:v>6.06</c:v>
                </c:pt>
                <c:pt idx="101" formatCode="General">
                  <c:v>6.12</c:v>
                </c:pt>
                <c:pt idx="102" formatCode="General">
                  <c:v>6.18</c:v>
                </c:pt>
                <c:pt idx="103" formatCode="General">
                  <c:v>6.24</c:v>
                </c:pt>
                <c:pt idx="104" formatCode="General">
                  <c:v>6.3</c:v>
                </c:pt>
                <c:pt idx="105" formatCode="General">
                  <c:v>6.36</c:v>
                </c:pt>
                <c:pt idx="106" formatCode="General">
                  <c:v>6.42</c:v>
                </c:pt>
                <c:pt idx="107" formatCode="General">
                  <c:v>6.48</c:v>
                </c:pt>
                <c:pt idx="108" formatCode="General">
                  <c:v>6.54</c:v>
                </c:pt>
                <c:pt idx="109" formatCode="General">
                  <c:v>6.6</c:v>
                </c:pt>
                <c:pt idx="110" formatCode="General">
                  <c:v>6.66</c:v>
                </c:pt>
                <c:pt idx="111" formatCode="General">
                  <c:v>6.72</c:v>
                </c:pt>
                <c:pt idx="112" formatCode="General">
                  <c:v>6.78</c:v>
                </c:pt>
                <c:pt idx="113" formatCode="General">
                  <c:v>6.84</c:v>
                </c:pt>
                <c:pt idx="114" formatCode="General">
                  <c:v>6.9</c:v>
                </c:pt>
                <c:pt idx="115" formatCode="General">
                  <c:v>6.96</c:v>
                </c:pt>
                <c:pt idx="116" formatCode="General">
                  <c:v>7.02</c:v>
                </c:pt>
                <c:pt idx="117" formatCode="General">
                  <c:v>7.08</c:v>
                </c:pt>
                <c:pt idx="118" formatCode="General">
                  <c:v>7.14</c:v>
                </c:pt>
                <c:pt idx="119" formatCode="General">
                  <c:v>7.2</c:v>
                </c:pt>
                <c:pt idx="120" formatCode="General">
                  <c:v>7.26</c:v>
                </c:pt>
                <c:pt idx="121" formatCode="General">
                  <c:v>7.32</c:v>
                </c:pt>
                <c:pt idx="122" formatCode="General">
                  <c:v>7.38</c:v>
                </c:pt>
                <c:pt idx="123" formatCode="General">
                  <c:v>7.44</c:v>
                </c:pt>
                <c:pt idx="124" formatCode="General">
                  <c:v>7.5</c:v>
                </c:pt>
                <c:pt idx="125" formatCode="General">
                  <c:v>7.56</c:v>
                </c:pt>
                <c:pt idx="126" formatCode="General">
                  <c:v>7.62</c:v>
                </c:pt>
                <c:pt idx="127" formatCode="General">
                  <c:v>7.68</c:v>
                </c:pt>
                <c:pt idx="128" formatCode="General">
                  <c:v>7.74</c:v>
                </c:pt>
                <c:pt idx="129" formatCode="General">
                  <c:v>7.8</c:v>
                </c:pt>
                <c:pt idx="130" formatCode="General">
                  <c:v>7.86</c:v>
                </c:pt>
                <c:pt idx="131" formatCode="General">
                  <c:v>7.92</c:v>
                </c:pt>
                <c:pt idx="132" formatCode="General">
                  <c:v>7.98</c:v>
                </c:pt>
                <c:pt idx="133" formatCode="General">
                  <c:v>8.0399999999999991</c:v>
                </c:pt>
                <c:pt idx="134" formatCode="General">
                  <c:v>8.0999990000000004</c:v>
                </c:pt>
                <c:pt idx="135" formatCode="General">
                  <c:v>8.16</c:v>
                </c:pt>
                <c:pt idx="136" formatCode="General">
                  <c:v>8.2200000000000006</c:v>
                </c:pt>
                <c:pt idx="137" formatCode="General">
                  <c:v>8.2799999999999994</c:v>
                </c:pt>
                <c:pt idx="138" formatCode="General">
                  <c:v>8.34</c:v>
                </c:pt>
                <c:pt idx="139" formatCode="General">
                  <c:v>8.4</c:v>
                </c:pt>
                <c:pt idx="140" formatCode="General">
                  <c:v>8.4600000000000009</c:v>
                </c:pt>
                <c:pt idx="141" formatCode="General">
                  <c:v>8.52</c:v>
                </c:pt>
                <c:pt idx="142" formatCode="General">
                  <c:v>8.58</c:v>
                </c:pt>
                <c:pt idx="143" formatCode="General">
                  <c:v>8.6399989999999995</c:v>
                </c:pt>
                <c:pt idx="144" formatCode="General">
                  <c:v>8.6999999999999993</c:v>
                </c:pt>
                <c:pt idx="145" formatCode="General">
                  <c:v>8.76</c:v>
                </c:pt>
                <c:pt idx="146" formatCode="General">
                  <c:v>8.82</c:v>
                </c:pt>
                <c:pt idx="147" formatCode="General">
                  <c:v>8.8800000000000008</c:v>
                </c:pt>
                <c:pt idx="148" formatCode="General">
                  <c:v>8.94</c:v>
                </c:pt>
                <c:pt idx="149" formatCode="General">
                  <c:v>9</c:v>
                </c:pt>
                <c:pt idx="150" formatCode="General">
                  <c:v>9.0599989999999995</c:v>
                </c:pt>
                <c:pt idx="151" formatCode="General">
                  <c:v>9.1199999999999992</c:v>
                </c:pt>
                <c:pt idx="152" formatCode="General">
                  <c:v>9.1799990000000005</c:v>
                </c:pt>
                <c:pt idx="153" formatCode="General">
                  <c:v>9.24</c:v>
                </c:pt>
                <c:pt idx="154" formatCode="General">
                  <c:v>9.3000000000000007</c:v>
                </c:pt>
                <c:pt idx="155" formatCode="General">
                  <c:v>9.36</c:v>
                </c:pt>
                <c:pt idx="156" formatCode="General">
                  <c:v>9.42</c:v>
                </c:pt>
                <c:pt idx="157" formatCode="General">
                  <c:v>9.48</c:v>
                </c:pt>
                <c:pt idx="158" formatCode="General">
                  <c:v>9.5399999999999991</c:v>
                </c:pt>
                <c:pt idx="159" formatCode="General">
                  <c:v>9.5999990000000004</c:v>
                </c:pt>
                <c:pt idx="160" formatCode="General">
                  <c:v>9.66</c:v>
                </c:pt>
                <c:pt idx="161" formatCode="General">
                  <c:v>9.7199989999999996</c:v>
                </c:pt>
                <c:pt idx="162" formatCode="General">
                  <c:v>9.7799999999999994</c:v>
                </c:pt>
                <c:pt idx="163" formatCode="General">
                  <c:v>9.84</c:v>
                </c:pt>
                <c:pt idx="164" formatCode="General">
                  <c:v>9.9</c:v>
                </c:pt>
                <c:pt idx="165" formatCode="General">
                  <c:v>9.9600000000000009</c:v>
                </c:pt>
                <c:pt idx="166" formatCode="General">
                  <c:v>10.02</c:v>
                </c:pt>
                <c:pt idx="167" formatCode="General">
                  <c:v>10.08</c:v>
                </c:pt>
                <c:pt idx="168" formatCode="General">
                  <c:v>10.14</c:v>
                </c:pt>
                <c:pt idx="169" formatCode="General">
                  <c:v>10.199999999999999</c:v>
                </c:pt>
                <c:pt idx="170" formatCode="General">
                  <c:v>10.26</c:v>
                </c:pt>
                <c:pt idx="171" formatCode="General">
                  <c:v>10.32</c:v>
                </c:pt>
                <c:pt idx="172" formatCode="General">
                  <c:v>10.38</c:v>
                </c:pt>
                <c:pt idx="173" formatCode="General">
                  <c:v>10.44</c:v>
                </c:pt>
                <c:pt idx="174" formatCode="General">
                  <c:v>10.5</c:v>
                </c:pt>
                <c:pt idx="175" formatCode="General">
                  <c:v>10.56</c:v>
                </c:pt>
                <c:pt idx="176" formatCode="General">
                  <c:v>10.62</c:v>
                </c:pt>
                <c:pt idx="177" formatCode="General">
                  <c:v>10.68</c:v>
                </c:pt>
                <c:pt idx="178" formatCode="General">
                  <c:v>10.74</c:v>
                </c:pt>
                <c:pt idx="179" formatCode="General">
                  <c:v>10.8</c:v>
                </c:pt>
                <c:pt idx="180" formatCode="General">
                  <c:v>10.86</c:v>
                </c:pt>
                <c:pt idx="181" formatCode="General">
                  <c:v>10.92</c:v>
                </c:pt>
                <c:pt idx="182" formatCode="General">
                  <c:v>10.98</c:v>
                </c:pt>
                <c:pt idx="183" formatCode="General">
                  <c:v>11.04</c:v>
                </c:pt>
                <c:pt idx="184" formatCode="General">
                  <c:v>11.1</c:v>
                </c:pt>
                <c:pt idx="185" formatCode="General">
                  <c:v>11.16</c:v>
                </c:pt>
                <c:pt idx="186" formatCode="General">
                  <c:v>11.22</c:v>
                </c:pt>
                <c:pt idx="187" formatCode="General">
                  <c:v>11.28</c:v>
                </c:pt>
                <c:pt idx="188" formatCode="General">
                  <c:v>11.34</c:v>
                </c:pt>
                <c:pt idx="189" formatCode="General">
                  <c:v>11.4</c:v>
                </c:pt>
                <c:pt idx="190" formatCode="General">
                  <c:v>11.46</c:v>
                </c:pt>
                <c:pt idx="191" formatCode="General">
                  <c:v>11.52</c:v>
                </c:pt>
                <c:pt idx="192" formatCode="General">
                  <c:v>11.58</c:v>
                </c:pt>
                <c:pt idx="193" formatCode="General">
                  <c:v>11.64</c:v>
                </c:pt>
                <c:pt idx="194" formatCode="General">
                  <c:v>11.7</c:v>
                </c:pt>
                <c:pt idx="195" formatCode="General">
                  <c:v>11.76</c:v>
                </c:pt>
                <c:pt idx="196" formatCode="General">
                  <c:v>11.82</c:v>
                </c:pt>
                <c:pt idx="197" formatCode="General">
                  <c:v>11.88</c:v>
                </c:pt>
                <c:pt idx="198" formatCode="General">
                  <c:v>11.94</c:v>
                </c:pt>
                <c:pt idx="199" formatCode="General">
                  <c:v>12</c:v>
                </c:pt>
                <c:pt idx="200" formatCode="General">
                  <c:v>12.06</c:v>
                </c:pt>
                <c:pt idx="201" formatCode="General">
                  <c:v>12.12</c:v>
                </c:pt>
                <c:pt idx="202" formatCode="General">
                  <c:v>12.18</c:v>
                </c:pt>
                <c:pt idx="203" formatCode="General">
                  <c:v>12.24</c:v>
                </c:pt>
                <c:pt idx="204" formatCode="General">
                  <c:v>12.3</c:v>
                </c:pt>
                <c:pt idx="205" formatCode="General">
                  <c:v>12.36</c:v>
                </c:pt>
                <c:pt idx="206" formatCode="General">
                  <c:v>12.42</c:v>
                </c:pt>
                <c:pt idx="207" formatCode="General">
                  <c:v>12.48</c:v>
                </c:pt>
                <c:pt idx="208" formatCode="General">
                  <c:v>12.54</c:v>
                </c:pt>
                <c:pt idx="209" formatCode="General">
                  <c:v>12.6</c:v>
                </c:pt>
                <c:pt idx="210" formatCode="General">
                  <c:v>12.66</c:v>
                </c:pt>
                <c:pt idx="211" formatCode="General">
                  <c:v>12.72</c:v>
                </c:pt>
                <c:pt idx="212" formatCode="General">
                  <c:v>12.78</c:v>
                </c:pt>
                <c:pt idx="213" formatCode="General">
                  <c:v>12.84</c:v>
                </c:pt>
                <c:pt idx="214" formatCode="General">
                  <c:v>12.9</c:v>
                </c:pt>
                <c:pt idx="215" formatCode="General">
                  <c:v>12.96</c:v>
                </c:pt>
                <c:pt idx="216" formatCode="General">
                  <c:v>13.02</c:v>
                </c:pt>
                <c:pt idx="217" formatCode="General">
                  <c:v>13.08</c:v>
                </c:pt>
                <c:pt idx="218" formatCode="General">
                  <c:v>13.14</c:v>
                </c:pt>
                <c:pt idx="219" formatCode="General">
                  <c:v>13.2</c:v>
                </c:pt>
                <c:pt idx="220" formatCode="General">
                  <c:v>13.26</c:v>
                </c:pt>
                <c:pt idx="221" formatCode="General">
                  <c:v>13.32</c:v>
                </c:pt>
                <c:pt idx="222" formatCode="General">
                  <c:v>13.38</c:v>
                </c:pt>
                <c:pt idx="223" formatCode="General">
                  <c:v>13.44</c:v>
                </c:pt>
                <c:pt idx="224" formatCode="General">
                  <c:v>13.5</c:v>
                </c:pt>
                <c:pt idx="225" formatCode="General">
                  <c:v>13.56</c:v>
                </c:pt>
                <c:pt idx="226" formatCode="General">
                  <c:v>13.62</c:v>
                </c:pt>
                <c:pt idx="227" formatCode="General">
                  <c:v>13.68</c:v>
                </c:pt>
                <c:pt idx="228" formatCode="General">
                  <c:v>13.74</c:v>
                </c:pt>
                <c:pt idx="229" formatCode="General">
                  <c:v>13.8</c:v>
                </c:pt>
                <c:pt idx="230" formatCode="General">
                  <c:v>13.86</c:v>
                </c:pt>
                <c:pt idx="231" formatCode="General">
                  <c:v>13.92</c:v>
                </c:pt>
                <c:pt idx="232" formatCode="General">
                  <c:v>13.98</c:v>
                </c:pt>
                <c:pt idx="233" formatCode="General">
                  <c:v>14.04</c:v>
                </c:pt>
                <c:pt idx="234" formatCode="General">
                  <c:v>14.1</c:v>
                </c:pt>
                <c:pt idx="235" formatCode="General">
                  <c:v>14.16</c:v>
                </c:pt>
                <c:pt idx="236" formatCode="General">
                  <c:v>14.22</c:v>
                </c:pt>
                <c:pt idx="237" formatCode="General">
                  <c:v>14.28</c:v>
                </c:pt>
                <c:pt idx="238" formatCode="General">
                  <c:v>14.34</c:v>
                </c:pt>
                <c:pt idx="239" formatCode="General">
                  <c:v>14.4</c:v>
                </c:pt>
                <c:pt idx="240" formatCode="General">
                  <c:v>14.46</c:v>
                </c:pt>
                <c:pt idx="241" formatCode="General">
                  <c:v>14.52</c:v>
                </c:pt>
                <c:pt idx="242" formatCode="General">
                  <c:v>14.58</c:v>
                </c:pt>
                <c:pt idx="243" formatCode="General">
                  <c:v>14.64</c:v>
                </c:pt>
                <c:pt idx="244" formatCode="General">
                  <c:v>14.7</c:v>
                </c:pt>
                <c:pt idx="245" formatCode="General">
                  <c:v>14.76</c:v>
                </c:pt>
                <c:pt idx="246" formatCode="General">
                  <c:v>14.82</c:v>
                </c:pt>
                <c:pt idx="247" formatCode="General">
                  <c:v>14.88</c:v>
                </c:pt>
                <c:pt idx="248" formatCode="General">
                  <c:v>14.94</c:v>
                </c:pt>
                <c:pt idx="249" formatCode="General">
                  <c:v>15</c:v>
                </c:pt>
                <c:pt idx="250" formatCode="General">
                  <c:v>15.06</c:v>
                </c:pt>
                <c:pt idx="251" formatCode="General">
                  <c:v>15.12</c:v>
                </c:pt>
                <c:pt idx="252" formatCode="General">
                  <c:v>15.18</c:v>
                </c:pt>
                <c:pt idx="253" formatCode="General">
                  <c:v>15.24</c:v>
                </c:pt>
                <c:pt idx="254" formatCode="General">
                  <c:v>15.3</c:v>
                </c:pt>
                <c:pt idx="255" formatCode="General">
                  <c:v>15.36</c:v>
                </c:pt>
                <c:pt idx="256" formatCode="General">
                  <c:v>15.42</c:v>
                </c:pt>
                <c:pt idx="257" formatCode="General">
                  <c:v>15.48</c:v>
                </c:pt>
                <c:pt idx="258" formatCode="General">
                  <c:v>15.54</c:v>
                </c:pt>
                <c:pt idx="259" formatCode="General">
                  <c:v>15.6</c:v>
                </c:pt>
                <c:pt idx="260" formatCode="General">
                  <c:v>15.66</c:v>
                </c:pt>
                <c:pt idx="261" formatCode="General">
                  <c:v>15.72</c:v>
                </c:pt>
                <c:pt idx="262" formatCode="General">
                  <c:v>15.78</c:v>
                </c:pt>
                <c:pt idx="263" formatCode="General">
                  <c:v>15.84</c:v>
                </c:pt>
                <c:pt idx="264" formatCode="General">
                  <c:v>15.9</c:v>
                </c:pt>
                <c:pt idx="265" formatCode="General">
                  <c:v>15.96</c:v>
                </c:pt>
                <c:pt idx="266" formatCode="General">
                  <c:v>16.02</c:v>
                </c:pt>
                <c:pt idx="267" formatCode="General">
                  <c:v>16.079999999999998</c:v>
                </c:pt>
                <c:pt idx="268" formatCode="General">
                  <c:v>16.14</c:v>
                </c:pt>
                <c:pt idx="269" formatCode="General">
                  <c:v>16.2</c:v>
                </c:pt>
                <c:pt idx="270" formatCode="General">
                  <c:v>16.260000000000002</c:v>
                </c:pt>
                <c:pt idx="271" formatCode="General">
                  <c:v>16.32</c:v>
                </c:pt>
                <c:pt idx="272" formatCode="General">
                  <c:v>16.38</c:v>
                </c:pt>
                <c:pt idx="273" formatCode="General">
                  <c:v>16.440000000000001</c:v>
                </c:pt>
                <c:pt idx="274" formatCode="General">
                  <c:v>16.5</c:v>
                </c:pt>
                <c:pt idx="275" formatCode="General">
                  <c:v>16.559999999999999</c:v>
                </c:pt>
                <c:pt idx="276" formatCode="General">
                  <c:v>16.62</c:v>
                </c:pt>
                <c:pt idx="277" formatCode="General">
                  <c:v>16.68</c:v>
                </c:pt>
                <c:pt idx="278" formatCode="General">
                  <c:v>16.739999999999998</c:v>
                </c:pt>
                <c:pt idx="279" formatCode="General">
                  <c:v>16.8</c:v>
                </c:pt>
                <c:pt idx="280" formatCode="General">
                  <c:v>16.86</c:v>
                </c:pt>
                <c:pt idx="281" formatCode="General">
                  <c:v>16.920000000000002</c:v>
                </c:pt>
                <c:pt idx="282" formatCode="General">
                  <c:v>16.98</c:v>
                </c:pt>
                <c:pt idx="283" formatCode="General">
                  <c:v>17.04</c:v>
                </c:pt>
                <c:pt idx="284" formatCode="General">
                  <c:v>17.100000000000001</c:v>
                </c:pt>
                <c:pt idx="285" formatCode="General">
                  <c:v>17.16</c:v>
                </c:pt>
                <c:pt idx="286" formatCode="General">
                  <c:v>17.22</c:v>
                </c:pt>
                <c:pt idx="287" formatCode="General">
                  <c:v>17.28</c:v>
                </c:pt>
                <c:pt idx="288" formatCode="General">
                  <c:v>17.34</c:v>
                </c:pt>
                <c:pt idx="289" formatCode="General">
                  <c:v>17.399999999999999</c:v>
                </c:pt>
                <c:pt idx="290" formatCode="General">
                  <c:v>17.46</c:v>
                </c:pt>
                <c:pt idx="291" formatCode="General">
                  <c:v>17.52</c:v>
                </c:pt>
                <c:pt idx="292" formatCode="General">
                  <c:v>17.579999999999998</c:v>
                </c:pt>
                <c:pt idx="293" formatCode="General">
                  <c:v>17.64</c:v>
                </c:pt>
                <c:pt idx="294" formatCode="General">
                  <c:v>17.7</c:v>
                </c:pt>
                <c:pt idx="295" formatCode="General">
                  <c:v>17.760000000000002</c:v>
                </c:pt>
                <c:pt idx="296" formatCode="General">
                  <c:v>17.82</c:v>
                </c:pt>
                <c:pt idx="297" formatCode="General">
                  <c:v>17.88</c:v>
                </c:pt>
                <c:pt idx="298" formatCode="General">
                  <c:v>17.940000000000001</c:v>
                </c:pt>
                <c:pt idx="299" formatCode="General">
                  <c:v>18</c:v>
                </c:pt>
                <c:pt idx="300" formatCode="General">
                  <c:v>18.059999999999999</c:v>
                </c:pt>
                <c:pt idx="301" formatCode="General">
                  <c:v>18.12</c:v>
                </c:pt>
                <c:pt idx="302" formatCode="General">
                  <c:v>18.18</c:v>
                </c:pt>
                <c:pt idx="303" formatCode="General">
                  <c:v>18.239999999999998</c:v>
                </c:pt>
                <c:pt idx="304" formatCode="General">
                  <c:v>18.3</c:v>
                </c:pt>
                <c:pt idx="305" formatCode="General">
                  <c:v>18.36</c:v>
                </c:pt>
                <c:pt idx="306" formatCode="General">
                  <c:v>18.420000000000002</c:v>
                </c:pt>
                <c:pt idx="307" formatCode="General">
                  <c:v>18.48</c:v>
                </c:pt>
                <c:pt idx="308" formatCode="General">
                  <c:v>18.54</c:v>
                </c:pt>
                <c:pt idx="309" formatCode="General">
                  <c:v>18.600000000000001</c:v>
                </c:pt>
                <c:pt idx="310" formatCode="General">
                  <c:v>18.66</c:v>
                </c:pt>
                <c:pt idx="311" formatCode="General">
                  <c:v>18.72</c:v>
                </c:pt>
                <c:pt idx="312" formatCode="General">
                  <c:v>18.78</c:v>
                </c:pt>
                <c:pt idx="313" formatCode="General">
                  <c:v>18.84</c:v>
                </c:pt>
                <c:pt idx="314" formatCode="General">
                  <c:v>18.899999999999999</c:v>
                </c:pt>
                <c:pt idx="315" formatCode="General">
                  <c:v>18.96</c:v>
                </c:pt>
                <c:pt idx="316" formatCode="General">
                  <c:v>19.02</c:v>
                </c:pt>
                <c:pt idx="317" formatCode="General">
                  <c:v>19.079999999999998</c:v>
                </c:pt>
                <c:pt idx="318" formatCode="General">
                  <c:v>19.14</c:v>
                </c:pt>
                <c:pt idx="319" formatCode="General">
                  <c:v>19.2</c:v>
                </c:pt>
                <c:pt idx="320" formatCode="General">
                  <c:v>19.260000000000002</c:v>
                </c:pt>
                <c:pt idx="321" formatCode="General">
                  <c:v>19.32</c:v>
                </c:pt>
                <c:pt idx="322" formatCode="General">
                  <c:v>19.38</c:v>
                </c:pt>
                <c:pt idx="323" formatCode="General">
                  <c:v>19.440000000000001</c:v>
                </c:pt>
                <c:pt idx="324" formatCode="General">
                  <c:v>19.5</c:v>
                </c:pt>
                <c:pt idx="325" formatCode="General">
                  <c:v>19.559999999999999</c:v>
                </c:pt>
                <c:pt idx="326" formatCode="General">
                  <c:v>19.62</c:v>
                </c:pt>
                <c:pt idx="327" formatCode="General">
                  <c:v>19.68</c:v>
                </c:pt>
                <c:pt idx="328" formatCode="General">
                  <c:v>19.739999999999998</c:v>
                </c:pt>
                <c:pt idx="329" formatCode="General">
                  <c:v>19.8</c:v>
                </c:pt>
                <c:pt idx="330" formatCode="General">
                  <c:v>19.86</c:v>
                </c:pt>
                <c:pt idx="331" formatCode="General">
                  <c:v>19.920000000000002</c:v>
                </c:pt>
                <c:pt idx="332" formatCode="General">
                  <c:v>19.98</c:v>
                </c:pt>
                <c:pt idx="333" formatCode="General">
                  <c:v>20.04</c:v>
                </c:pt>
                <c:pt idx="334" formatCode="General">
                  <c:v>20.100000000000001</c:v>
                </c:pt>
                <c:pt idx="335" formatCode="General">
                  <c:v>20.16</c:v>
                </c:pt>
                <c:pt idx="336" formatCode="General">
                  <c:v>20.22</c:v>
                </c:pt>
                <c:pt idx="337" formatCode="General">
                  <c:v>20.28</c:v>
                </c:pt>
                <c:pt idx="338" formatCode="General">
                  <c:v>20.34</c:v>
                </c:pt>
                <c:pt idx="339" formatCode="General">
                  <c:v>20.399999999999999</c:v>
                </c:pt>
                <c:pt idx="340" formatCode="General">
                  <c:v>20.46</c:v>
                </c:pt>
                <c:pt idx="341" formatCode="General">
                  <c:v>20.52</c:v>
                </c:pt>
                <c:pt idx="342" formatCode="General">
                  <c:v>20.58</c:v>
                </c:pt>
                <c:pt idx="343" formatCode="General">
                  <c:v>20.64</c:v>
                </c:pt>
                <c:pt idx="344" formatCode="General">
                  <c:v>20.7</c:v>
                </c:pt>
                <c:pt idx="345" formatCode="General">
                  <c:v>20.76</c:v>
                </c:pt>
                <c:pt idx="346" formatCode="General">
                  <c:v>20.82</c:v>
                </c:pt>
                <c:pt idx="347" formatCode="General">
                  <c:v>20.88</c:v>
                </c:pt>
                <c:pt idx="348" formatCode="General">
                  <c:v>20.94</c:v>
                </c:pt>
                <c:pt idx="349" formatCode="General">
                  <c:v>21</c:v>
                </c:pt>
                <c:pt idx="350" formatCode="General">
                  <c:v>21.06</c:v>
                </c:pt>
                <c:pt idx="351" formatCode="General">
                  <c:v>21.12</c:v>
                </c:pt>
                <c:pt idx="352" formatCode="General">
                  <c:v>21.18</c:v>
                </c:pt>
                <c:pt idx="353" formatCode="General">
                  <c:v>21.24</c:v>
                </c:pt>
                <c:pt idx="354" formatCode="General">
                  <c:v>21.3</c:v>
                </c:pt>
                <c:pt idx="355" formatCode="General">
                  <c:v>21.36</c:v>
                </c:pt>
                <c:pt idx="356" formatCode="General">
                  <c:v>21.42</c:v>
                </c:pt>
                <c:pt idx="357" formatCode="General">
                  <c:v>21.48</c:v>
                </c:pt>
                <c:pt idx="358" formatCode="General">
                  <c:v>21.54</c:v>
                </c:pt>
                <c:pt idx="359" formatCode="General">
                  <c:v>21.6</c:v>
                </c:pt>
                <c:pt idx="360" formatCode="General">
                  <c:v>21.66</c:v>
                </c:pt>
                <c:pt idx="361" formatCode="General">
                  <c:v>21.72</c:v>
                </c:pt>
                <c:pt idx="362" formatCode="General">
                  <c:v>21.78</c:v>
                </c:pt>
                <c:pt idx="363" formatCode="General">
                  <c:v>21.84</c:v>
                </c:pt>
                <c:pt idx="364" formatCode="General">
                  <c:v>21.9</c:v>
                </c:pt>
                <c:pt idx="365" formatCode="General">
                  <c:v>21.96</c:v>
                </c:pt>
                <c:pt idx="366" formatCode="General">
                  <c:v>22.02</c:v>
                </c:pt>
                <c:pt idx="367" formatCode="General">
                  <c:v>22.08</c:v>
                </c:pt>
                <c:pt idx="368" formatCode="General">
                  <c:v>22.14</c:v>
                </c:pt>
                <c:pt idx="369" formatCode="General">
                  <c:v>22.2</c:v>
                </c:pt>
                <c:pt idx="370" formatCode="General">
                  <c:v>22.26</c:v>
                </c:pt>
                <c:pt idx="371" formatCode="General">
                  <c:v>22.32</c:v>
                </c:pt>
                <c:pt idx="372" formatCode="General">
                  <c:v>22.38</c:v>
                </c:pt>
                <c:pt idx="373" formatCode="General">
                  <c:v>22.44</c:v>
                </c:pt>
                <c:pt idx="374" formatCode="General">
                  <c:v>22.5</c:v>
                </c:pt>
                <c:pt idx="375" formatCode="General">
                  <c:v>22.56</c:v>
                </c:pt>
                <c:pt idx="376" formatCode="General">
                  <c:v>22.62</c:v>
                </c:pt>
                <c:pt idx="377" formatCode="General">
                  <c:v>22.68</c:v>
                </c:pt>
                <c:pt idx="378" formatCode="General">
                  <c:v>22.74</c:v>
                </c:pt>
                <c:pt idx="379" formatCode="General">
                  <c:v>22.8</c:v>
                </c:pt>
                <c:pt idx="380" formatCode="General">
                  <c:v>22.86</c:v>
                </c:pt>
                <c:pt idx="381" formatCode="General">
                  <c:v>22.92</c:v>
                </c:pt>
                <c:pt idx="382" formatCode="General">
                  <c:v>22.98</c:v>
                </c:pt>
                <c:pt idx="383" formatCode="General">
                  <c:v>23.04</c:v>
                </c:pt>
                <c:pt idx="384" formatCode="General">
                  <c:v>23.1</c:v>
                </c:pt>
                <c:pt idx="385" formatCode="General">
                  <c:v>23.16</c:v>
                </c:pt>
                <c:pt idx="386" formatCode="General">
                  <c:v>23.22</c:v>
                </c:pt>
                <c:pt idx="387" formatCode="General">
                  <c:v>23.28</c:v>
                </c:pt>
                <c:pt idx="388" formatCode="General">
                  <c:v>23.34</c:v>
                </c:pt>
                <c:pt idx="389" formatCode="General">
                  <c:v>23.4</c:v>
                </c:pt>
                <c:pt idx="390" formatCode="General">
                  <c:v>23.46</c:v>
                </c:pt>
                <c:pt idx="391" formatCode="General">
                  <c:v>23.52</c:v>
                </c:pt>
                <c:pt idx="392" formatCode="General">
                  <c:v>23.58</c:v>
                </c:pt>
                <c:pt idx="393" formatCode="General">
                  <c:v>23.64</c:v>
                </c:pt>
                <c:pt idx="394" formatCode="General">
                  <c:v>23.7</c:v>
                </c:pt>
                <c:pt idx="395" formatCode="General">
                  <c:v>23.76</c:v>
                </c:pt>
                <c:pt idx="396" formatCode="General">
                  <c:v>23.82</c:v>
                </c:pt>
                <c:pt idx="397" formatCode="General">
                  <c:v>23.88</c:v>
                </c:pt>
                <c:pt idx="398" formatCode="General">
                  <c:v>23.94</c:v>
                </c:pt>
                <c:pt idx="399" formatCode="General">
                  <c:v>24</c:v>
                </c:pt>
                <c:pt idx="400" formatCode="General">
                  <c:v>24.06</c:v>
                </c:pt>
                <c:pt idx="401" formatCode="General">
                  <c:v>24.12</c:v>
                </c:pt>
                <c:pt idx="402" formatCode="General">
                  <c:v>24.18</c:v>
                </c:pt>
                <c:pt idx="403" formatCode="General">
                  <c:v>24.24</c:v>
                </c:pt>
                <c:pt idx="404" formatCode="General">
                  <c:v>24.3</c:v>
                </c:pt>
                <c:pt idx="405" formatCode="General">
                  <c:v>24.36</c:v>
                </c:pt>
                <c:pt idx="406" formatCode="General">
                  <c:v>24.42</c:v>
                </c:pt>
                <c:pt idx="407" formatCode="General">
                  <c:v>24.48</c:v>
                </c:pt>
                <c:pt idx="408" formatCode="General">
                  <c:v>24.54</c:v>
                </c:pt>
                <c:pt idx="409" formatCode="General">
                  <c:v>24.6</c:v>
                </c:pt>
                <c:pt idx="410" formatCode="General">
                  <c:v>24.66</c:v>
                </c:pt>
                <c:pt idx="411" formatCode="General">
                  <c:v>24.72</c:v>
                </c:pt>
                <c:pt idx="412" formatCode="General">
                  <c:v>24.78</c:v>
                </c:pt>
                <c:pt idx="413" formatCode="General">
                  <c:v>24.84</c:v>
                </c:pt>
                <c:pt idx="414" formatCode="General">
                  <c:v>24.9</c:v>
                </c:pt>
                <c:pt idx="415" formatCode="General">
                  <c:v>24.96</c:v>
                </c:pt>
                <c:pt idx="416" formatCode="General">
                  <c:v>25.02</c:v>
                </c:pt>
                <c:pt idx="417" formatCode="General">
                  <c:v>25.08</c:v>
                </c:pt>
                <c:pt idx="418" formatCode="General">
                  <c:v>25.14</c:v>
                </c:pt>
                <c:pt idx="419" formatCode="General">
                  <c:v>25.2</c:v>
                </c:pt>
                <c:pt idx="420" formatCode="General">
                  <c:v>25.26</c:v>
                </c:pt>
                <c:pt idx="421" formatCode="General">
                  <c:v>25.32</c:v>
                </c:pt>
                <c:pt idx="422" formatCode="General">
                  <c:v>25.38</c:v>
                </c:pt>
                <c:pt idx="423" formatCode="General">
                  <c:v>25.44</c:v>
                </c:pt>
                <c:pt idx="424" formatCode="General">
                  <c:v>25.5</c:v>
                </c:pt>
                <c:pt idx="425" formatCode="General">
                  <c:v>25.56</c:v>
                </c:pt>
                <c:pt idx="426" formatCode="General">
                  <c:v>25.62</c:v>
                </c:pt>
                <c:pt idx="427" formatCode="General">
                  <c:v>25.68</c:v>
                </c:pt>
                <c:pt idx="428" formatCode="General">
                  <c:v>25.74</c:v>
                </c:pt>
                <c:pt idx="429" formatCode="General">
                  <c:v>25.8</c:v>
                </c:pt>
                <c:pt idx="430" formatCode="General">
                  <c:v>25.86</c:v>
                </c:pt>
                <c:pt idx="431" formatCode="General">
                  <c:v>25.92</c:v>
                </c:pt>
                <c:pt idx="432" formatCode="General">
                  <c:v>25.98</c:v>
                </c:pt>
                <c:pt idx="433" formatCode="General">
                  <c:v>26.04</c:v>
                </c:pt>
                <c:pt idx="434" formatCode="General">
                  <c:v>26.1</c:v>
                </c:pt>
                <c:pt idx="435" formatCode="General">
                  <c:v>26.16</c:v>
                </c:pt>
                <c:pt idx="436" formatCode="General">
                  <c:v>26.22</c:v>
                </c:pt>
                <c:pt idx="437" formatCode="General">
                  <c:v>26.28</c:v>
                </c:pt>
                <c:pt idx="438" formatCode="General">
                  <c:v>26.34</c:v>
                </c:pt>
                <c:pt idx="439" formatCode="General">
                  <c:v>26.4</c:v>
                </c:pt>
                <c:pt idx="440" formatCode="General">
                  <c:v>26.46</c:v>
                </c:pt>
                <c:pt idx="441" formatCode="General">
                  <c:v>26.52</c:v>
                </c:pt>
                <c:pt idx="442" formatCode="General">
                  <c:v>26.58</c:v>
                </c:pt>
                <c:pt idx="443" formatCode="General">
                  <c:v>26.64</c:v>
                </c:pt>
                <c:pt idx="444" formatCode="General">
                  <c:v>26.7</c:v>
                </c:pt>
                <c:pt idx="445" formatCode="General">
                  <c:v>26.76</c:v>
                </c:pt>
                <c:pt idx="446" formatCode="General">
                  <c:v>26.82</c:v>
                </c:pt>
                <c:pt idx="447" formatCode="General">
                  <c:v>26.88</c:v>
                </c:pt>
                <c:pt idx="448" formatCode="General">
                  <c:v>26.94</c:v>
                </c:pt>
                <c:pt idx="449" formatCode="General">
                  <c:v>27</c:v>
                </c:pt>
                <c:pt idx="450" formatCode="General">
                  <c:v>27.06</c:v>
                </c:pt>
                <c:pt idx="451" formatCode="General">
                  <c:v>27.12</c:v>
                </c:pt>
                <c:pt idx="452" formatCode="General">
                  <c:v>27.18</c:v>
                </c:pt>
                <c:pt idx="453" formatCode="General">
                  <c:v>27.24</c:v>
                </c:pt>
                <c:pt idx="454" formatCode="General">
                  <c:v>27.3</c:v>
                </c:pt>
                <c:pt idx="455" formatCode="General">
                  <c:v>27.36</c:v>
                </c:pt>
                <c:pt idx="456" formatCode="General">
                  <c:v>27.42</c:v>
                </c:pt>
                <c:pt idx="457" formatCode="General">
                  <c:v>27.48</c:v>
                </c:pt>
                <c:pt idx="458" formatCode="General">
                  <c:v>27.54</c:v>
                </c:pt>
                <c:pt idx="459" formatCode="General">
                  <c:v>27.6</c:v>
                </c:pt>
                <c:pt idx="460" formatCode="General">
                  <c:v>27.66</c:v>
                </c:pt>
                <c:pt idx="461" formatCode="General">
                  <c:v>27.72</c:v>
                </c:pt>
                <c:pt idx="462" formatCode="General">
                  <c:v>27.78</c:v>
                </c:pt>
                <c:pt idx="463" formatCode="General">
                  <c:v>27.84</c:v>
                </c:pt>
                <c:pt idx="464" formatCode="General">
                  <c:v>27.9</c:v>
                </c:pt>
                <c:pt idx="465" formatCode="General">
                  <c:v>27.96</c:v>
                </c:pt>
                <c:pt idx="466" formatCode="General">
                  <c:v>28.02</c:v>
                </c:pt>
                <c:pt idx="467" formatCode="General">
                  <c:v>28.08</c:v>
                </c:pt>
                <c:pt idx="468" formatCode="General">
                  <c:v>28.14</c:v>
                </c:pt>
                <c:pt idx="469" formatCode="General">
                  <c:v>28.2</c:v>
                </c:pt>
                <c:pt idx="470" formatCode="General">
                  <c:v>28.26</c:v>
                </c:pt>
                <c:pt idx="471" formatCode="General">
                  <c:v>28.32</c:v>
                </c:pt>
                <c:pt idx="472" formatCode="General">
                  <c:v>28.38</c:v>
                </c:pt>
                <c:pt idx="473" formatCode="General">
                  <c:v>28.44</c:v>
                </c:pt>
                <c:pt idx="474" formatCode="General">
                  <c:v>28.5</c:v>
                </c:pt>
                <c:pt idx="475" formatCode="General">
                  <c:v>28.56</c:v>
                </c:pt>
                <c:pt idx="476" formatCode="General">
                  <c:v>28.62</c:v>
                </c:pt>
                <c:pt idx="477" formatCode="General">
                  <c:v>28.68</c:v>
                </c:pt>
                <c:pt idx="478" formatCode="General">
                  <c:v>28.74</c:v>
                </c:pt>
                <c:pt idx="479" formatCode="General">
                  <c:v>28.8</c:v>
                </c:pt>
                <c:pt idx="480" formatCode="General">
                  <c:v>28.86</c:v>
                </c:pt>
                <c:pt idx="481" formatCode="General">
                  <c:v>28.92</c:v>
                </c:pt>
                <c:pt idx="482" formatCode="General">
                  <c:v>28.98</c:v>
                </c:pt>
                <c:pt idx="483" formatCode="General">
                  <c:v>29.04</c:v>
                </c:pt>
                <c:pt idx="484" formatCode="General">
                  <c:v>29.1</c:v>
                </c:pt>
                <c:pt idx="485" formatCode="General">
                  <c:v>29.16</c:v>
                </c:pt>
                <c:pt idx="486" formatCode="General">
                  <c:v>29.22</c:v>
                </c:pt>
                <c:pt idx="487" formatCode="General">
                  <c:v>29.28</c:v>
                </c:pt>
                <c:pt idx="488" formatCode="General">
                  <c:v>29.34</c:v>
                </c:pt>
                <c:pt idx="489" formatCode="General">
                  <c:v>29.4</c:v>
                </c:pt>
                <c:pt idx="490" formatCode="General">
                  <c:v>29.46</c:v>
                </c:pt>
                <c:pt idx="491" formatCode="General">
                  <c:v>29.52</c:v>
                </c:pt>
                <c:pt idx="492" formatCode="General">
                  <c:v>29.58</c:v>
                </c:pt>
                <c:pt idx="493" formatCode="General">
                  <c:v>29.64</c:v>
                </c:pt>
                <c:pt idx="494" formatCode="General">
                  <c:v>29.7</c:v>
                </c:pt>
                <c:pt idx="495" formatCode="General">
                  <c:v>29.76</c:v>
                </c:pt>
                <c:pt idx="496" formatCode="General">
                  <c:v>29.82</c:v>
                </c:pt>
                <c:pt idx="497" formatCode="General">
                  <c:v>29.88</c:v>
                </c:pt>
                <c:pt idx="498" formatCode="General">
                  <c:v>29.94</c:v>
                </c:pt>
                <c:pt idx="499" formatCode="General">
                  <c:v>30</c:v>
                </c:pt>
                <c:pt idx="500" formatCode="General">
                  <c:v>30.06</c:v>
                </c:pt>
                <c:pt idx="501" formatCode="General">
                  <c:v>30.12</c:v>
                </c:pt>
                <c:pt idx="502" formatCode="General">
                  <c:v>30.18</c:v>
                </c:pt>
                <c:pt idx="503" formatCode="General">
                  <c:v>30.24</c:v>
                </c:pt>
                <c:pt idx="504" formatCode="General">
                  <c:v>30.3</c:v>
                </c:pt>
                <c:pt idx="505" formatCode="General">
                  <c:v>30.36</c:v>
                </c:pt>
                <c:pt idx="506" formatCode="General">
                  <c:v>30.42</c:v>
                </c:pt>
                <c:pt idx="507" formatCode="General">
                  <c:v>30.48</c:v>
                </c:pt>
                <c:pt idx="508" formatCode="General">
                  <c:v>30.54</c:v>
                </c:pt>
                <c:pt idx="509" formatCode="General">
                  <c:v>30.6</c:v>
                </c:pt>
                <c:pt idx="510" formatCode="General">
                  <c:v>30.66</c:v>
                </c:pt>
                <c:pt idx="511" formatCode="General">
                  <c:v>30.72</c:v>
                </c:pt>
                <c:pt idx="512" formatCode="General">
                  <c:v>30.78</c:v>
                </c:pt>
                <c:pt idx="513" formatCode="General">
                  <c:v>30.84</c:v>
                </c:pt>
                <c:pt idx="514" formatCode="General">
                  <c:v>30.9</c:v>
                </c:pt>
                <c:pt idx="515" formatCode="General">
                  <c:v>30.96</c:v>
                </c:pt>
                <c:pt idx="516" formatCode="General">
                  <c:v>31.02</c:v>
                </c:pt>
              </c:numCache>
            </c:numRef>
          </c:xVal>
          <c:yVal>
            <c:numRef>
              <c:f>二体分布関数!$C$2:$C$1550</c:f>
              <c:numCache>
                <c:formatCode>0.00E+00</c:formatCode>
                <c:ptCount val="517"/>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3.844355E-2</c:v>
                </c:pt>
                <c:pt idx="46" formatCode="General">
                  <c:v>1.0697700000000001</c:v>
                </c:pt>
                <c:pt idx="47" formatCode="General">
                  <c:v>4.4945519999999997</c:v>
                </c:pt>
                <c:pt idx="48" formatCode="General">
                  <c:v>6.7405119999999998</c:v>
                </c:pt>
                <c:pt idx="49" formatCode="General">
                  <c:v>5.9546029999999996</c:v>
                </c:pt>
                <c:pt idx="50" formatCode="General">
                  <c:v>4.2581360000000004</c:v>
                </c:pt>
                <c:pt idx="51" formatCode="General">
                  <c:v>2.8865639999999999</c:v>
                </c:pt>
                <c:pt idx="52" formatCode="General">
                  <c:v>1.899745</c:v>
                </c:pt>
                <c:pt idx="53" formatCode="General">
                  <c:v>1.31534</c:v>
                </c:pt>
                <c:pt idx="54">
                  <c:v>0.95062290000000005</c:v>
                </c:pt>
                <c:pt idx="55">
                  <c:v>0.76003960000000004</c:v>
                </c:pt>
                <c:pt idx="56">
                  <c:v>0.59089100000000006</c:v>
                </c:pt>
                <c:pt idx="57">
                  <c:v>0.49693690000000001</c:v>
                </c:pt>
                <c:pt idx="58">
                  <c:v>0.46504489999999998</c:v>
                </c:pt>
                <c:pt idx="59">
                  <c:v>0.36945489999999997</c:v>
                </c:pt>
                <c:pt idx="60">
                  <c:v>0.36727900000000002</c:v>
                </c:pt>
                <c:pt idx="61">
                  <c:v>0.31531870000000001</c:v>
                </c:pt>
                <c:pt idx="62">
                  <c:v>0.37199969999999999</c:v>
                </c:pt>
                <c:pt idx="63">
                  <c:v>0.29989169999999998</c:v>
                </c:pt>
                <c:pt idx="64">
                  <c:v>0.327318</c:v>
                </c:pt>
                <c:pt idx="65">
                  <c:v>0.28479330000000003</c:v>
                </c:pt>
                <c:pt idx="66">
                  <c:v>0.29538350000000002</c:v>
                </c:pt>
                <c:pt idx="67">
                  <c:v>0.36944510000000003</c:v>
                </c:pt>
                <c:pt idx="68">
                  <c:v>0.41178209999999998</c:v>
                </c:pt>
                <c:pt idx="69">
                  <c:v>0.50137160000000003</c:v>
                </c:pt>
                <c:pt idx="70">
                  <c:v>0.5454426</c:v>
                </c:pt>
                <c:pt idx="71">
                  <c:v>0.59002730000000003</c:v>
                </c:pt>
                <c:pt idx="72">
                  <c:v>0.6075566</c:v>
                </c:pt>
                <c:pt idx="73">
                  <c:v>0.68186570000000002</c:v>
                </c:pt>
                <c:pt idx="74">
                  <c:v>0.73105220000000004</c:v>
                </c:pt>
                <c:pt idx="75">
                  <c:v>0.84432940000000001</c:v>
                </c:pt>
                <c:pt idx="76">
                  <c:v>0.97689680000000001</c:v>
                </c:pt>
                <c:pt idx="77" formatCode="General">
                  <c:v>1.0696730000000001</c:v>
                </c:pt>
                <c:pt idx="78" formatCode="General">
                  <c:v>1.175065</c:v>
                </c:pt>
                <c:pt idx="79" formatCode="General">
                  <c:v>1.4344060000000001</c:v>
                </c:pt>
                <c:pt idx="80" formatCode="General">
                  <c:v>1.4519029999999999</c:v>
                </c:pt>
                <c:pt idx="81" formatCode="General">
                  <c:v>1.5413190000000001</c:v>
                </c:pt>
                <c:pt idx="82" formatCode="General">
                  <c:v>1.491414</c:v>
                </c:pt>
                <c:pt idx="83" formatCode="General">
                  <c:v>1.472256</c:v>
                </c:pt>
                <c:pt idx="84" formatCode="General">
                  <c:v>1.4203669999999999</c:v>
                </c:pt>
                <c:pt idx="85" formatCode="General">
                  <c:v>1.4920180000000001</c:v>
                </c:pt>
                <c:pt idx="86" formatCode="General">
                  <c:v>1.2940149999999999</c:v>
                </c:pt>
                <c:pt idx="87" formatCode="General">
                  <c:v>1.2595209999999999</c:v>
                </c:pt>
                <c:pt idx="88" formatCode="General">
                  <c:v>1.173351</c:v>
                </c:pt>
                <c:pt idx="89" formatCode="General">
                  <c:v>1.118296</c:v>
                </c:pt>
                <c:pt idx="90" formatCode="General">
                  <c:v>1.1090800000000001</c:v>
                </c:pt>
                <c:pt idx="91" formatCode="General">
                  <c:v>1.085582</c:v>
                </c:pt>
                <c:pt idx="92" formatCode="General">
                  <c:v>1.0642430000000001</c:v>
                </c:pt>
                <c:pt idx="93" formatCode="General">
                  <c:v>1.0859110000000001</c:v>
                </c:pt>
                <c:pt idx="94" formatCode="General">
                  <c:v>1.1478999999999999</c:v>
                </c:pt>
                <c:pt idx="95" formatCode="General">
                  <c:v>1.198256</c:v>
                </c:pt>
                <c:pt idx="96" formatCode="General">
                  <c:v>1.0833280000000001</c:v>
                </c:pt>
                <c:pt idx="97" formatCode="General">
                  <c:v>1.0600620000000001</c:v>
                </c:pt>
                <c:pt idx="98">
                  <c:v>0.98480420000000002</c:v>
                </c:pt>
                <c:pt idx="99">
                  <c:v>0.89402630000000005</c:v>
                </c:pt>
                <c:pt idx="100">
                  <c:v>0.82896159999999997</c:v>
                </c:pt>
                <c:pt idx="101">
                  <c:v>0.75609930000000003</c:v>
                </c:pt>
                <c:pt idx="102">
                  <c:v>0.71810200000000002</c:v>
                </c:pt>
                <c:pt idx="103">
                  <c:v>0.68029110000000004</c:v>
                </c:pt>
                <c:pt idx="104">
                  <c:v>0.66407450000000001</c:v>
                </c:pt>
                <c:pt idx="105">
                  <c:v>0.65739610000000004</c:v>
                </c:pt>
                <c:pt idx="106">
                  <c:v>0.66115279999999998</c:v>
                </c:pt>
                <c:pt idx="107">
                  <c:v>0.69743790000000006</c:v>
                </c:pt>
                <c:pt idx="108">
                  <c:v>0.72612410000000005</c:v>
                </c:pt>
                <c:pt idx="109">
                  <c:v>0.77348950000000005</c:v>
                </c:pt>
                <c:pt idx="110">
                  <c:v>0.83059249999999996</c:v>
                </c:pt>
                <c:pt idx="111">
                  <c:v>0.88683869999999998</c:v>
                </c:pt>
                <c:pt idx="112">
                  <c:v>0.97473799999999999</c:v>
                </c:pt>
                <c:pt idx="113" formatCode="General">
                  <c:v>1.0306360000000001</c:v>
                </c:pt>
                <c:pt idx="114" formatCode="General">
                  <c:v>1.0496970000000001</c:v>
                </c:pt>
                <c:pt idx="115" formatCode="General">
                  <c:v>1.120849</c:v>
                </c:pt>
                <c:pt idx="116" formatCode="General">
                  <c:v>1.174272</c:v>
                </c:pt>
                <c:pt idx="117" formatCode="General">
                  <c:v>1.1734420000000001</c:v>
                </c:pt>
                <c:pt idx="118" formatCode="General">
                  <c:v>1.163856</c:v>
                </c:pt>
                <c:pt idx="119" formatCode="General">
                  <c:v>1.1897329999999999</c:v>
                </c:pt>
                <c:pt idx="120" formatCode="General">
                  <c:v>1.1779280000000001</c:v>
                </c:pt>
                <c:pt idx="121" formatCode="General">
                  <c:v>1.1507719999999999</c:v>
                </c:pt>
                <c:pt idx="122" formatCode="General">
                  <c:v>1.1840250000000001</c:v>
                </c:pt>
                <c:pt idx="123" formatCode="General">
                  <c:v>1.168444</c:v>
                </c:pt>
                <c:pt idx="124" formatCode="General">
                  <c:v>1.1805410000000001</c:v>
                </c:pt>
                <c:pt idx="125" formatCode="General">
                  <c:v>1.1326700000000001</c:v>
                </c:pt>
                <c:pt idx="126" formatCode="General">
                  <c:v>1.149956</c:v>
                </c:pt>
                <c:pt idx="127" formatCode="General">
                  <c:v>1.0821590000000001</c:v>
                </c:pt>
                <c:pt idx="128" formatCode="General">
                  <c:v>1.1187309999999999</c:v>
                </c:pt>
                <c:pt idx="129" formatCode="General">
                  <c:v>1.051525</c:v>
                </c:pt>
                <c:pt idx="130" formatCode="General">
                  <c:v>1.0293699999999999</c:v>
                </c:pt>
                <c:pt idx="131" formatCode="General">
                  <c:v>1.002394</c:v>
                </c:pt>
                <c:pt idx="132">
                  <c:v>0.9694412</c:v>
                </c:pt>
                <c:pt idx="133">
                  <c:v>0.98787199999999997</c:v>
                </c:pt>
                <c:pt idx="134">
                  <c:v>0.95878439999999998</c:v>
                </c:pt>
                <c:pt idx="135">
                  <c:v>0.90427299999999999</c:v>
                </c:pt>
                <c:pt idx="136">
                  <c:v>0.92861130000000003</c:v>
                </c:pt>
                <c:pt idx="137">
                  <c:v>0.90238700000000005</c:v>
                </c:pt>
                <c:pt idx="138">
                  <c:v>0.91639649999999995</c:v>
                </c:pt>
                <c:pt idx="139">
                  <c:v>0.89567350000000001</c:v>
                </c:pt>
                <c:pt idx="140">
                  <c:v>0.89508489999999996</c:v>
                </c:pt>
                <c:pt idx="141">
                  <c:v>0.87183140000000003</c:v>
                </c:pt>
                <c:pt idx="142">
                  <c:v>0.89946219999999999</c:v>
                </c:pt>
                <c:pt idx="143">
                  <c:v>0.90505930000000001</c:v>
                </c:pt>
                <c:pt idx="144">
                  <c:v>0.90345260000000005</c:v>
                </c:pt>
                <c:pt idx="145">
                  <c:v>0.91497119999999998</c:v>
                </c:pt>
                <c:pt idx="146">
                  <c:v>0.92289379999999999</c:v>
                </c:pt>
                <c:pt idx="147">
                  <c:v>0.96524469999999996</c:v>
                </c:pt>
                <c:pt idx="148">
                  <c:v>0.94683550000000005</c:v>
                </c:pt>
                <c:pt idx="149">
                  <c:v>0.95920030000000001</c:v>
                </c:pt>
                <c:pt idx="150">
                  <c:v>0.97829129999999997</c:v>
                </c:pt>
                <c:pt idx="151" formatCode="General">
                  <c:v>1.0270790000000001</c:v>
                </c:pt>
                <c:pt idx="152" formatCode="General">
                  <c:v>1.0123070000000001</c:v>
                </c:pt>
                <c:pt idx="153" formatCode="General">
                  <c:v>1.02047</c:v>
                </c:pt>
                <c:pt idx="154" formatCode="General">
                  <c:v>1.0417130000000001</c:v>
                </c:pt>
                <c:pt idx="155" formatCode="General">
                  <c:v>1.06935</c:v>
                </c:pt>
                <c:pt idx="156" formatCode="General">
                  <c:v>1.0973550000000001</c:v>
                </c:pt>
                <c:pt idx="157" formatCode="General">
                  <c:v>1.0955649999999999</c:v>
                </c:pt>
                <c:pt idx="158" formatCode="General">
                  <c:v>1.092929</c:v>
                </c:pt>
                <c:pt idx="159" formatCode="General">
                  <c:v>1.0932930000000001</c:v>
                </c:pt>
                <c:pt idx="160" formatCode="General">
                  <c:v>1.1144320000000001</c:v>
                </c:pt>
                <c:pt idx="161" formatCode="General">
                  <c:v>1.093432</c:v>
                </c:pt>
                <c:pt idx="162" formatCode="General">
                  <c:v>1.072862</c:v>
                </c:pt>
                <c:pt idx="163" formatCode="General">
                  <c:v>1.064657</c:v>
                </c:pt>
                <c:pt idx="164" formatCode="General">
                  <c:v>1.0632950000000001</c:v>
                </c:pt>
                <c:pt idx="165" formatCode="General">
                  <c:v>1.0463899999999999</c:v>
                </c:pt>
                <c:pt idx="166" formatCode="General">
                  <c:v>1.0216449999999999</c:v>
                </c:pt>
                <c:pt idx="167" formatCode="General">
                  <c:v>1.018454</c:v>
                </c:pt>
                <c:pt idx="168" formatCode="General">
                  <c:v>1.004586</c:v>
                </c:pt>
                <c:pt idx="169">
                  <c:v>0.96859399999999996</c:v>
                </c:pt>
                <c:pt idx="170">
                  <c:v>0.97579910000000003</c:v>
                </c:pt>
                <c:pt idx="171">
                  <c:v>0.97438480000000005</c:v>
                </c:pt>
                <c:pt idx="172">
                  <c:v>0.95608590000000004</c:v>
                </c:pt>
                <c:pt idx="173">
                  <c:v>0.94015720000000003</c:v>
                </c:pt>
                <c:pt idx="174">
                  <c:v>0.97247550000000005</c:v>
                </c:pt>
                <c:pt idx="175">
                  <c:v>0.9453049</c:v>
                </c:pt>
                <c:pt idx="176">
                  <c:v>0.93088850000000001</c:v>
                </c:pt>
                <c:pt idx="177">
                  <c:v>0.93380969999999996</c:v>
                </c:pt>
                <c:pt idx="178">
                  <c:v>0.95209500000000002</c:v>
                </c:pt>
                <c:pt idx="179">
                  <c:v>0.95409949999999999</c:v>
                </c:pt>
                <c:pt idx="180">
                  <c:v>0.93030139999999995</c:v>
                </c:pt>
                <c:pt idx="181">
                  <c:v>0.94687589999999999</c:v>
                </c:pt>
                <c:pt idx="182">
                  <c:v>0.94420760000000004</c:v>
                </c:pt>
                <c:pt idx="183">
                  <c:v>0.96881320000000004</c:v>
                </c:pt>
                <c:pt idx="184">
                  <c:v>0.98118609999999995</c:v>
                </c:pt>
                <c:pt idx="185">
                  <c:v>0.98547799999999997</c:v>
                </c:pt>
                <c:pt idx="186" formatCode="General">
                  <c:v>1.006953</c:v>
                </c:pt>
                <c:pt idx="187" formatCode="General">
                  <c:v>1.001679</c:v>
                </c:pt>
                <c:pt idx="188" formatCode="General">
                  <c:v>1.008073</c:v>
                </c:pt>
                <c:pt idx="189" formatCode="General">
                  <c:v>1.020024</c:v>
                </c:pt>
                <c:pt idx="190" formatCode="General">
                  <c:v>1.0452729999999999</c:v>
                </c:pt>
                <c:pt idx="191" formatCode="General">
                  <c:v>1.024152</c:v>
                </c:pt>
                <c:pt idx="192" formatCode="General">
                  <c:v>1.024049</c:v>
                </c:pt>
                <c:pt idx="193" formatCode="General">
                  <c:v>1.0531820000000001</c:v>
                </c:pt>
                <c:pt idx="194" formatCode="General">
                  <c:v>1.0291440000000001</c:v>
                </c:pt>
                <c:pt idx="195" formatCode="General">
                  <c:v>1.0513859999999999</c:v>
                </c:pt>
                <c:pt idx="196" formatCode="General">
                  <c:v>1.0564610000000001</c:v>
                </c:pt>
                <c:pt idx="197" formatCode="General">
                  <c:v>1.0362709999999999</c:v>
                </c:pt>
                <c:pt idx="198" formatCode="General">
                  <c:v>1.0360510000000001</c:v>
                </c:pt>
                <c:pt idx="199" formatCode="General">
                  <c:v>1.0405629999999999</c:v>
                </c:pt>
                <c:pt idx="200" formatCode="General">
                  <c:v>1.028322</c:v>
                </c:pt>
                <c:pt idx="201" formatCode="General">
                  <c:v>1.0222530000000001</c:v>
                </c:pt>
                <c:pt idx="202" formatCode="General">
                  <c:v>1.0128969999999999</c:v>
                </c:pt>
                <c:pt idx="203" formatCode="General">
                  <c:v>1.0071939999999999</c:v>
                </c:pt>
                <c:pt idx="204" formatCode="General">
                  <c:v>1.00136</c:v>
                </c:pt>
                <c:pt idx="205" formatCode="General">
                  <c:v>1.01064</c:v>
                </c:pt>
                <c:pt idx="206">
                  <c:v>0.97697730000000005</c:v>
                </c:pt>
                <c:pt idx="207" formatCode="General">
                  <c:v>1.0009809999999999</c:v>
                </c:pt>
                <c:pt idx="208">
                  <c:v>0.9842554</c:v>
                </c:pt>
                <c:pt idx="209">
                  <c:v>0.9831126</c:v>
                </c:pt>
                <c:pt idx="210">
                  <c:v>0.98057680000000003</c:v>
                </c:pt>
                <c:pt idx="211">
                  <c:v>0.94881309999999996</c:v>
                </c:pt>
                <c:pt idx="212">
                  <c:v>0.97811729999999997</c:v>
                </c:pt>
                <c:pt idx="213">
                  <c:v>0.96082619999999996</c:v>
                </c:pt>
                <c:pt idx="214">
                  <c:v>0.97751509999999997</c:v>
                </c:pt>
                <c:pt idx="215">
                  <c:v>0.96586959999999999</c:v>
                </c:pt>
                <c:pt idx="216">
                  <c:v>0.96545320000000001</c:v>
                </c:pt>
                <c:pt idx="217">
                  <c:v>0.97099489999999999</c:v>
                </c:pt>
                <c:pt idx="218">
                  <c:v>0.99547719999999995</c:v>
                </c:pt>
                <c:pt idx="219">
                  <c:v>0.9930871</c:v>
                </c:pt>
                <c:pt idx="220">
                  <c:v>0.98978330000000003</c:v>
                </c:pt>
                <c:pt idx="221" formatCode="General">
                  <c:v>1.0021800000000001</c:v>
                </c:pt>
                <c:pt idx="222">
                  <c:v>0.98478690000000002</c:v>
                </c:pt>
                <c:pt idx="223">
                  <c:v>0.99190239999999996</c:v>
                </c:pt>
                <c:pt idx="224" formatCode="General">
                  <c:v>1.018618</c:v>
                </c:pt>
                <c:pt idx="225" formatCode="General">
                  <c:v>1.0025360000000001</c:v>
                </c:pt>
                <c:pt idx="226" formatCode="General">
                  <c:v>1.029007</c:v>
                </c:pt>
                <c:pt idx="227" formatCode="General">
                  <c:v>1.006777</c:v>
                </c:pt>
                <c:pt idx="228" formatCode="General">
                  <c:v>1.019255</c:v>
                </c:pt>
                <c:pt idx="229" formatCode="General">
                  <c:v>1.0085660000000001</c:v>
                </c:pt>
                <c:pt idx="230" formatCode="General">
                  <c:v>1.0234829999999999</c:v>
                </c:pt>
                <c:pt idx="231" formatCode="General">
                  <c:v>1.030473</c:v>
                </c:pt>
                <c:pt idx="232" formatCode="General">
                  <c:v>1.017301</c:v>
                </c:pt>
                <c:pt idx="233" formatCode="General">
                  <c:v>1.0211790000000001</c:v>
                </c:pt>
                <c:pt idx="234" formatCode="General">
                  <c:v>1.005509</c:v>
                </c:pt>
                <c:pt idx="235" formatCode="General">
                  <c:v>1.0146059999999999</c:v>
                </c:pt>
                <c:pt idx="236" formatCode="General">
                  <c:v>1.0389390000000001</c:v>
                </c:pt>
                <c:pt idx="237" formatCode="General">
                  <c:v>1.0226869999999999</c:v>
                </c:pt>
                <c:pt idx="238" formatCode="General">
                  <c:v>1.0125090000000001</c:v>
                </c:pt>
                <c:pt idx="239" formatCode="General">
                  <c:v>1.0061370000000001</c:v>
                </c:pt>
                <c:pt idx="240" formatCode="General">
                  <c:v>1.0124409999999999</c:v>
                </c:pt>
                <c:pt idx="241" formatCode="General">
                  <c:v>1.00298</c:v>
                </c:pt>
                <c:pt idx="242">
                  <c:v>0.996946</c:v>
                </c:pt>
                <c:pt idx="243">
                  <c:v>0.9857167</c:v>
                </c:pt>
                <c:pt idx="244">
                  <c:v>0.98927379999999998</c:v>
                </c:pt>
                <c:pt idx="245">
                  <c:v>0.98420479999999999</c:v>
                </c:pt>
                <c:pt idx="246">
                  <c:v>0.98965230000000004</c:v>
                </c:pt>
                <c:pt idx="247">
                  <c:v>0.97368529999999998</c:v>
                </c:pt>
                <c:pt idx="248">
                  <c:v>0.97729520000000003</c:v>
                </c:pt>
                <c:pt idx="249">
                  <c:v>0.9714448</c:v>
                </c:pt>
                <c:pt idx="250">
                  <c:v>0.97876260000000004</c:v>
                </c:pt>
                <c:pt idx="251">
                  <c:v>0.9750453</c:v>
                </c:pt>
                <c:pt idx="252">
                  <c:v>0.96887780000000001</c:v>
                </c:pt>
                <c:pt idx="253">
                  <c:v>0.98225819999999997</c:v>
                </c:pt>
                <c:pt idx="254">
                  <c:v>0.98295140000000003</c:v>
                </c:pt>
                <c:pt idx="255">
                  <c:v>0.99316170000000004</c:v>
                </c:pt>
                <c:pt idx="256" formatCode="General">
                  <c:v>1.0005360000000001</c:v>
                </c:pt>
                <c:pt idx="257" formatCode="General">
                  <c:v>1.004405</c:v>
                </c:pt>
                <c:pt idx="258">
                  <c:v>0.99290440000000002</c:v>
                </c:pt>
                <c:pt idx="259" formatCode="General">
                  <c:v>1.006642</c:v>
                </c:pt>
                <c:pt idx="260" formatCode="General">
                  <c:v>1.0077199999999999</c:v>
                </c:pt>
                <c:pt idx="261" formatCode="General">
                  <c:v>1.007153</c:v>
                </c:pt>
                <c:pt idx="262" formatCode="General">
                  <c:v>1.017326</c:v>
                </c:pt>
                <c:pt idx="263" formatCode="General">
                  <c:v>1.0216559999999999</c:v>
                </c:pt>
                <c:pt idx="264" formatCode="General">
                  <c:v>1.026645</c:v>
                </c:pt>
                <c:pt idx="265" formatCode="General">
                  <c:v>1.014456</c:v>
                </c:pt>
                <c:pt idx="266" formatCode="General">
                  <c:v>1.017199</c:v>
                </c:pt>
                <c:pt idx="267" formatCode="General">
                  <c:v>1.014832</c:v>
                </c:pt>
                <c:pt idx="268" formatCode="General">
                  <c:v>1.01888</c:v>
                </c:pt>
                <c:pt idx="269" formatCode="General">
                  <c:v>1.01224</c:v>
                </c:pt>
                <c:pt idx="270" formatCode="General">
                  <c:v>1.0160260000000001</c:v>
                </c:pt>
                <c:pt idx="271" formatCode="General">
                  <c:v>1.019949</c:v>
                </c:pt>
                <c:pt idx="272">
                  <c:v>0.98858670000000004</c:v>
                </c:pt>
                <c:pt idx="273" formatCode="General">
                  <c:v>1.0034350000000001</c:v>
                </c:pt>
                <c:pt idx="274" formatCode="General">
                  <c:v>1.0063690000000001</c:v>
                </c:pt>
                <c:pt idx="275" formatCode="General">
                  <c:v>1.0052840000000001</c:v>
                </c:pt>
                <c:pt idx="276" formatCode="General">
                  <c:v>1.003552</c:v>
                </c:pt>
                <c:pt idx="277">
                  <c:v>0.99413439999999997</c:v>
                </c:pt>
                <c:pt idx="278">
                  <c:v>0.99334350000000005</c:v>
                </c:pt>
                <c:pt idx="279">
                  <c:v>0.99129330000000004</c:v>
                </c:pt>
                <c:pt idx="280">
                  <c:v>0.99815889999999996</c:v>
                </c:pt>
                <c:pt idx="281">
                  <c:v>0.99129679999999998</c:v>
                </c:pt>
                <c:pt idx="282">
                  <c:v>0.99705109999999997</c:v>
                </c:pt>
                <c:pt idx="283">
                  <c:v>0.98711709999999997</c:v>
                </c:pt>
                <c:pt idx="284">
                  <c:v>0.9922706</c:v>
                </c:pt>
                <c:pt idx="285">
                  <c:v>0.97743709999999995</c:v>
                </c:pt>
                <c:pt idx="286">
                  <c:v>0.98535320000000004</c:v>
                </c:pt>
                <c:pt idx="287">
                  <c:v>0.98450510000000002</c:v>
                </c:pt>
                <c:pt idx="288">
                  <c:v>0.98057709999999998</c:v>
                </c:pt>
                <c:pt idx="289">
                  <c:v>0.99631579999999997</c:v>
                </c:pt>
                <c:pt idx="290">
                  <c:v>0.97886470000000003</c:v>
                </c:pt>
                <c:pt idx="291">
                  <c:v>0.97713289999999997</c:v>
                </c:pt>
                <c:pt idx="292">
                  <c:v>0.99520660000000005</c:v>
                </c:pt>
                <c:pt idx="293" formatCode="General">
                  <c:v>1.0035540000000001</c:v>
                </c:pt>
                <c:pt idx="294" formatCode="General">
                  <c:v>1.0054080000000001</c:v>
                </c:pt>
                <c:pt idx="295" formatCode="General">
                  <c:v>1.0065649999999999</c:v>
                </c:pt>
                <c:pt idx="296" formatCode="General">
                  <c:v>1.003118</c:v>
                </c:pt>
                <c:pt idx="297">
                  <c:v>0.99891609999999997</c:v>
                </c:pt>
                <c:pt idx="298" formatCode="General">
                  <c:v>1.018634</c:v>
                </c:pt>
                <c:pt idx="299" formatCode="General">
                  <c:v>1.016238</c:v>
                </c:pt>
                <c:pt idx="300" formatCode="General">
                  <c:v>1.0179370000000001</c:v>
                </c:pt>
                <c:pt idx="301" formatCode="General">
                  <c:v>1.011296</c:v>
                </c:pt>
                <c:pt idx="302" formatCode="General">
                  <c:v>1.028024</c:v>
                </c:pt>
                <c:pt idx="303" formatCode="General">
                  <c:v>1.0122500000000001</c:v>
                </c:pt>
                <c:pt idx="304" formatCode="General">
                  <c:v>1.019396</c:v>
                </c:pt>
                <c:pt idx="305" formatCode="General">
                  <c:v>1.0201720000000001</c:v>
                </c:pt>
                <c:pt idx="306" formatCode="General">
                  <c:v>1.015134</c:v>
                </c:pt>
                <c:pt idx="307" formatCode="General">
                  <c:v>1.0184139999999999</c:v>
                </c:pt>
                <c:pt idx="308" formatCode="General">
                  <c:v>1.01013</c:v>
                </c:pt>
                <c:pt idx="309" formatCode="General">
                  <c:v>1.000618</c:v>
                </c:pt>
                <c:pt idx="310">
                  <c:v>0.99680080000000004</c:v>
                </c:pt>
                <c:pt idx="311" formatCode="General">
                  <c:v>1.004753</c:v>
                </c:pt>
                <c:pt idx="312">
                  <c:v>0.9895832</c:v>
                </c:pt>
                <c:pt idx="313">
                  <c:v>0.99030339999999994</c:v>
                </c:pt>
                <c:pt idx="314">
                  <c:v>0.98484559999999999</c:v>
                </c:pt>
                <c:pt idx="315">
                  <c:v>0.98900929999999998</c:v>
                </c:pt>
                <c:pt idx="316">
                  <c:v>0.99318189999999995</c:v>
                </c:pt>
                <c:pt idx="317">
                  <c:v>0.99547249999999998</c:v>
                </c:pt>
                <c:pt idx="318">
                  <c:v>0.98792210000000003</c:v>
                </c:pt>
                <c:pt idx="319">
                  <c:v>0.97953279999999998</c:v>
                </c:pt>
                <c:pt idx="320">
                  <c:v>0.98129480000000002</c:v>
                </c:pt>
                <c:pt idx="321">
                  <c:v>0.99474549999999995</c:v>
                </c:pt>
                <c:pt idx="322">
                  <c:v>0.97604179999999996</c:v>
                </c:pt>
                <c:pt idx="323" formatCode="General">
                  <c:v>1.003077</c:v>
                </c:pt>
                <c:pt idx="324">
                  <c:v>0.96780129999999998</c:v>
                </c:pt>
                <c:pt idx="325" formatCode="General">
                  <c:v>1.0064610000000001</c:v>
                </c:pt>
                <c:pt idx="326">
                  <c:v>0.99331530000000001</c:v>
                </c:pt>
                <c:pt idx="327">
                  <c:v>0.99895020000000001</c:v>
                </c:pt>
                <c:pt idx="328" formatCode="General">
                  <c:v>1.0002519999999999</c:v>
                </c:pt>
                <c:pt idx="329" formatCode="General">
                  <c:v>1.000586</c:v>
                </c:pt>
                <c:pt idx="330" formatCode="General">
                  <c:v>1.0018260000000001</c:v>
                </c:pt>
                <c:pt idx="331">
                  <c:v>0.99635359999999995</c:v>
                </c:pt>
                <c:pt idx="332" formatCode="General">
                  <c:v>1.0091589999999999</c:v>
                </c:pt>
                <c:pt idx="333" formatCode="General">
                  <c:v>1.0015210000000001</c:v>
                </c:pt>
                <c:pt idx="334" formatCode="General">
                  <c:v>1.0120420000000001</c:v>
                </c:pt>
                <c:pt idx="335" formatCode="General">
                  <c:v>1.0087649999999999</c:v>
                </c:pt>
                <c:pt idx="336" formatCode="General">
                  <c:v>1.0127429999999999</c:v>
                </c:pt>
                <c:pt idx="337" formatCode="General">
                  <c:v>1.0001370000000001</c:v>
                </c:pt>
                <c:pt idx="338" formatCode="General">
                  <c:v>1.0184550000000001</c:v>
                </c:pt>
                <c:pt idx="339" formatCode="General">
                  <c:v>1.015077</c:v>
                </c:pt>
                <c:pt idx="340" formatCode="General">
                  <c:v>1.0193110000000001</c:v>
                </c:pt>
                <c:pt idx="341" formatCode="General">
                  <c:v>1.0174620000000001</c:v>
                </c:pt>
                <c:pt idx="342" formatCode="General">
                  <c:v>1.0135430000000001</c:v>
                </c:pt>
                <c:pt idx="343" formatCode="General">
                  <c:v>1.013846</c:v>
                </c:pt>
                <c:pt idx="344">
                  <c:v>0.99847730000000001</c:v>
                </c:pt>
                <c:pt idx="345" formatCode="General">
                  <c:v>1.007698</c:v>
                </c:pt>
                <c:pt idx="346" formatCode="General">
                  <c:v>1.0034860000000001</c:v>
                </c:pt>
                <c:pt idx="347" formatCode="General">
                  <c:v>1.0007159999999999</c:v>
                </c:pt>
                <c:pt idx="348" formatCode="General">
                  <c:v>1.0110859999999999</c:v>
                </c:pt>
                <c:pt idx="349">
                  <c:v>0.99117120000000003</c:v>
                </c:pt>
                <c:pt idx="350">
                  <c:v>0.9861259</c:v>
                </c:pt>
                <c:pt idx="351">
                  <c:v>0.98998529999999996</c:v>
                </c:pt>
                <c:pt idx="352">
                  <c:v>0.98993339999999996</c:v>
                </c:pt>
                <c:pt idx="353">
                  <c:v>0.99025580000000002</c:v>
                </c:pt>
                <c:pt idx="354">
                  <c:v>0.98533020000000004</c:v>
                </c:pt>
                <c:pt idx="355">
                  <c:v>0.99106749999999999</c:v>
                </c:pt>
                <c:pt idx="356">
                  <c:v>0.99283149999999998</c:v>
                </c:pt>
                <c:pt idx="357">
                  <c:v>0.98392869999999999</c:v>
                </c:pt>
                <c:pt idx="358">
                  <c:v>0.99552870000000004</c:v>
                </c:pt>
                <c:pt idx="359">
                  <c:v>0.98903280000000005</c:v>
                </c:pt>
                <c:pt idx="360">
                  <c:v>0.98265590000000003</c:v>
                </c:pt>
                <c:pt idx="361">
                  <c:v>0.9811763</c:v>
                </c:pt>
                <c:pt idx="362">
                  <c:v>0.9963978</c:v>
                </c:pt>
                <c:pt idx="363">
                  <c:v>0.99043939999999997</c:v>
                </c:pt>
                <c:pt idx="364">
                  <c:v>0.98410390000000003</c:v>
                </c:pt>
                <c:pt idx="365">
                  <c:v>0.99285299999999999</c:v>
                </c:pt>
                <c:pt idx="366">
                  <c:v>0.99774770000000002</c:v>
                </c:pt>
                <c:pt idx="367" formatCode="General">
                  <c:v>1.006389</c:v>
                </c:pt>
                <c:pt idx="368" formatCode="General">
                  <c:v>1.0193730000000001</c:v>
                </c:pt>
                <c:pt idx="369" formatCode="General">
                  <c:v>1.006086</c:v>
                </c:pt>
                <c:pt idx="370" formatCode="General">
                  <c:v>1.0083230000000001</c:v>
                </c:pt>
                <c:pt idx="371" formatCode="General">
                  <c:v>1.0185169999999999</c:v>
                </c:pt>
                <c:pt idx="372" formatCode="General">
                  <c:v>1.010637</c:v>
                </c:pt>
                <c:pt idx="373" formatCode="General">
                  <c:v>1.0075369999999999</c:v>
                </c:pt>
                <c:pt idx="374" formatCode="General">
                  <c:v>1.0216940000000001</c:v>
                </c:pt>
                <c:pt idx="375" formatCode="General">
                  <c:v>1.01549</c:v>
                </c:pt>
                <c:pt idx="376" formatCode="General">
                  <c:v>1.0099670000000001</c:v>
                </c:pt>
                <c:pt idx="377" formatCode="General">
                  <c:v>1.008815</c:v>
                </c:pt>
                <c:pt idx="378" formatCode="General">
                  <c:v>1.012022</c:v>
                </c:pt>
                <c:pt idx="379" formatCode="General">
                  <c:v>1.008815</c:v>
                </c:pt>
                <c:pt idx="380" formatCode="General">
                  <c:v>1.0033300000000001</c:v>
                </c:pt>
                <c:pt idx="381" formatCode="General">
                  <c:v>1.0140279999999999</c:v>
                </c:pt>
                <c:pt idx="382" formatCode="General">
                  <c:v>1.0072430000000001</c:v>
                </c:pt>
                <c:pt idx="383">
                  <c:v>0.99990679999999998</c:v>
                </c:pt>
                <c:pt idx="384" formatCode="General">
                  <c:v>1.0090159999999999</c:v>
                </c:pt>
                <c:pt idx="385">
                  <c:v>0.99142830000000004</c:v>
                </c:pt>
                <c:pt idx="386">
                  <c:v>0.99779929999999994</c:v>
                </c:pt>
                <c:pt idx="387">
                  <c:v>0.99444589999999999</c:v>
                </c:pt>
                <c:pt idx="388">
                  <c:v>0.98563020000000001</c:v>
                </c:pt>
                <c:pt idx="389">
                  <c:v>0.99408700000000005</c:v>
                </c:pt>
                <c:pt idx="390">
                  <c:v>0.98089389999999999</c:v>
                </c:pt>
                <c:pt idx="391">
                  <c:v>0.99283650000000001</c:v>
                </c:pt>
                <c:pt idx="392">
                  <c:v>0.99121400000000004</c:v>
                </c:pt>
                <c:pt idx="393">
                  <c:v>0.99108859999999999</c:v>
                </c:pt>
                <c:pt idx="394">
                  <c:v>0.98631139999999995</c:v>
                </c:pt>
                <c:pt idx="395">
                  <c:v>0.98571980000000003</c:v>
                </c:pt>
                <c:pt idx="396">
                  <c:v>0.98029569999999999</c:v>
                </c:pt>
                <c:pt idx="397">
                  <c:v>0.98916479999999996</c:v>
                </c:pt>
                <c:pt idx="398">
                  <c:v>0.99272079999999996</c:v>
                </c:pt>
                <c:pt idx="399" formatCode="General">
                  <c:v>1.003957</c:v>
                </c:pt>
                <c:pt idx="400">
                  <c:v>0.99498470000000006</c:v>
                </c:pt>
                <c:pt idx="401">
                  <c:v>0.99585480000000004</c:v>
                </c:pt>
                <c:pt idx="402" formatCode="General">
                  <c:v>1.006121</c:v>
                </c:pt>
                <c:pt idx="403" formatCode="General">
                  <c:v>1.010043</c:v>
                </c:pt>
                <c:pt idx="404" formatCode="General">
                  <c:v>1.005706</c:v>
                </c:pt>
                <c:pt idx="405" formatCode="General">
                  <c:v>1.0005360000000001</c:v>
                </c:pt>
                <c:pt idx="406" formatCode="General">
                  <c:v>1.0170859999999999</c:v>
                </c:pt>
                <c:pt idx="407" formatCode="General">
                  <c:v>1.010005</c:v>
                </c:pt>
                <c:pt idx="408" formatCode="General">
                  <c:v>1.004294</c:v>
                </c:pt>
                <c:pt idx="409" formatCode="General">
                  <c:v>1.009056</c:v>
                </c:pt>
                <c:pt idx="410" formatCode="General">
                  <c:v>1.007787</c:v>
                </c:pt>
                <c:pt idx="411" formatCode="General">
                  <c:v>1.010785</c:v>
                </c:pt>
                <c:pt idx="412" formatCode="General">
                  <c:v>1.0160070000000001</c:v>
                </c:pt>
                <c:pt idx="413" formatCode="General">
                  <c:v>1.0059070000000001</c:v>
                </c:pt>
                <c:pt idx="414" formatCode="General">
                  <c:v>1.012756</c:v>
                </c:pt>
                <c:pt idx="415" formatCode="General">
                  <c:v>1.0135810000000001</c:v>
                </c:pt>
                <c:pt idx="416" formatCode="General">
                  <c:v>1.0081169999999999</c:v>
                </c:pt>
                <c:pt idx="417" formatCode="General">
                  <c:v>1.002578</c:v>
                </c:pt>
                <c:pt idx="418" formatCode="General">
                  <c:v>1.00966</c:v>
                </c:pt>
                <c:pt idx="419" formatCode="General">
                  <c:v>1.0027600000000001</c:v>
                </c:pt>
                <c:pt idx="420">
                  <c:v>0.99935569999999996</c:v>
                </c:pt>
                <c:pt idx="421">
                  <c:v>0.99816510000000003</c:v>
                </c:pt>
                <c:pt idx="422">
                  <c:v>0.99999819999999995</c:v>
                </c:pt>
                <c:pt idx="423">
                  <c:v>0.99433660000000001</c:v>
                </c:pt>
                <c:pt idx="424">
                  <c:v>0.99677879999999996</c:v>
                </c:pt>
                <c:pt idx="425">
                  <c:v>0.99746140000000005</c:v>
                </c:pt>
                <c:pt idx="426">
                  <c:v>0.99511499999999997</c:v>
                </c:pt>
                <c:pt idx="427">
                  <c:v>0.99488900000000002</c:v>
                </c:pt>
                <c:pt idx="428">
                  <c:v>0.98413430000000002</c:v>
                </c:pt>
                <c:pt idx="429">
                  <c:v>0.99456509999999998</c:v>
                </c:pt>
                <c:pt idx="430">
                  <c:v>0.99019610000000002</c:v>
                </c:pt>
                <c:pt idx="431">
                  <c:v>0.98206459999999995</c:v>
                </c:pt>
                <c:pt idx="432">
                  <c:v>0.98254529999999995</c:v>
                </c:pt>
                <c:pt idx="433">
                  <c:v>0.98836639999999998</c:v>
                </c:pt>
                <c:pt idx="434">
                  <c:v>0.98597710000000005</c:v>
                </c:pt>
                <c:pt idx="435">
                  <c:v>0.98580290000000004</c:v>
                </c:pt>
                <c:pt idx="436" formatCode="General">
                  <c:v>1.0016370000000001</c:v>
                </c:pt>
                <c:pt idx="437">
                  <c:v>0.9963902</c:v>
                </c:pt>
                <c:pt idx="438">
                  <c:v>0.9916239</c:v>
                </c:pt>
                <c:pt idx="439">
                  <c:v>0.99302539999999995</c:v>
                </c:pt>
                <c:pt idx="440" formatCode="General">
                  <c:v>1.0064919999999999</c:v>
                </c:pt>
                <c:pt idx="441">
                  <c:v>0.99898699999999996</c:v>
                </c:pt>
                <c:pt idx="442" formatCode="General">
                  <c:v>1.004472</c:v>
                </c:pt>
                <c:pt idx="443" formatCode="General">
                  <c:v>1.0026759999999999</c:v>
                </c:pt>
                <c:pt idx="444" formatCode="General">
                  <c:v>1.0047889999999999</c:v>
                </c:pt>
                <c:pt idx="445" formatCode="General">
                  <c:v>1.00996</c:v>
                </c:pt>
                <c:pt idx="446" formatCode="General">
                  <c:v>1.0050190000000001</c:v>
                </c:pt>
                <c:pt idx="447" formatCode="General">
                  <c:v>1.01675</c:v>
                </c:pt>
                <c:pt idx="448" formatCode="General">
                  <c:v>1.016483</c:v>
                </c:pt>
                <c:pt idx="449" formatCode="General">
                  <c:v>1.0215920000000001</c:v>
                </c:pt>
                <c:pt idx="450" formatCode="General">
                  <c:v>1.0104070000000001</c:v>
                </c:pt>
                <c:pt idx="451" formatCode="General">
                  <c:v>1.0137259999999999</c:v>
                </c:pt>
                <c:pt idx="452">
                  <c:v>0.999305</c:v>
                </c:pt>
                <c:pt idx="453" formatCode="General">
                  <c:v>1.0127470000000001</c:v>
                </c:pt>
                <c:pt idx="454">
                  <c:v>0.99863389999999996</c:v>
                </c:pt>
                <c:pt idx="455">
                  <c:v>0.99637129999999996</c:v>
                </c:pt>
                <c:pt idx="456" formatCode="General">
                  <c:v>1.012718</c:v>
                </c:pt>
                <c:pt idx="457">
                  <c:v>0.99767450000000002</c:v>
                </c:pt>
                <c:pt idx="458" formatCode="General">
                  <c:v>1.001325</c:v>
                </c:pt>
                <c:pt idx="459">
                  <c:v>0.99976339999999997</c:v>
                </c:pt>
                <c:pt idx="460">
                  <c:v>0.99732549999999998</c:v>
                </c:pt>
                <c:pt idx="461">
                  <c:v>0.99230770000000001</c:v>
                </c:pt>
                <c:pt idx="462">
                  <c:v>0.99356630000000001</c:v>
                </c:pt>
                <c:pt idx="463">
                  <c:v>0.99814899999999995</c:v>
                </c:pt>
                <c:pt idx="464">
                  <c:v>0.98823589999999994</c:v>
                </c:pt>
                <c:pt idx="465">
                  <c:v>0.99394510000000003</c:v>
                </c:pt>
                <c:pt idx="466">
                  <c:v>0.98629849999999997</c:v>
                </c:pt>
                <c:pt idx="467">
                  <c:v>0.99107639999999997</c:v>
                </c:pt>
                <c:pt idx="468">
                  <c:v>0.98879620000000001</c:v>
                </c:pt>
                <c:pt idx="469">
                  <c:v>0.98529279999999997</c:v>
                </c:pt>
                <c:pt idx="470">
                  <c:v>0.98899749999999997</c:v>
                </c:pt>
                <c:pt idx="471">
                  <c:v>0.9874039</c:v>
                </c:pt>
                <c:pt idx="472">
                  <c:v>0.99541400000000002</c:v>
                </c:pt>
                <c:pt idx="473">
                  <c:v>0.99673999999999996</c:v>
                </c:pt>
                <c:pt idx="474">
                  <c:v>0.99802800000000003</c:v>
                </c:pt>
                <c:pt idx="475">
                  <c:v>0.99809369999999997</c:v>
                </c:pt>
                <c:pt idx="476" formatCode="General">
                  <c:v>1.014597</c:v>
                </c:pt>
                <c:pt idx="477" formatCode="General">
                  <c:v>1.0056210000000001</c:v>
                </c:pt>
                <c:pt idx="478" formatCode="General">
                  <c:v>1.01006</c:v>
                </c:pt>
                <c:pt idx="479" formatCode="General">
                  <c:v>1.0060500000000001</c:v>
                </c:pt>
                <c:pt idx="480">
                  <c:v>0.99712400000000001</c:v>
                </c:pt>
                <c:pt idx="481" formatCode="General">
                  <c:v>1.0077670000000001</c:v>
                </c:pt>
                <c:pt idx="482" formatCode="General">
                  <c:v>1.0079400000000001</c:v>
                </c:pt>
                <c:pt idx="483" formatCode="General">
                  <c:v>1.007096</c:v>
                </c:pt>
                <c:pt idx="484" formatCode="General">
                  <c:v>1.0153970000000001</c:v>
                </c:pt>
                <c:pt idx="485" formatCode="General">
                  <c:v>1.0027330000000001</c:v>
                </c:pt>
                <c:pt idx="486" formatCode="General">
                  <c:v>1.003627</c:v>
                </c:pt>
                <c:pt idx="487" formatCode="General">
                  <c:v>1.011611</c:v>
                </c:pt>
                <c:pt idx="488" formatCode="General">
                  <c:v>1.0050110000000001</c:v>
                </c:pt>
                <c:pt idx="489" formatCode="General">
                  <c:v>1.0102310000000001</c:v>
                </c:pt>
                <c:pt idx="490" formatCode="General">
                  <c:v>1.00671</c:v>
                </c:pt>
                <c:pt idx="491" formatCode="General">
                  <c:v>1.0055970000000001</c:v>
                </c:pt>
                <c:pt idx="492" formatCode="General">
                  <c:v>1.0016210000000001</c:v>
                </c:pt>
                <c:pt idx="493" formatCode="General">
                  <c:v>1.000704</c:v>
                </c:pt>
                <c:pt idx="494" formatCode="General">
                  <c:v>1.0014289999999999</c:v>
                </c:pt>
                <c:pt idx="495">
                  <c:v>0.99880049999999998</c:v>
                </c:pt>
                <c:pt idx="496">
                  <c:v>0.99471929999999997</c:v>
                </c:pt>
                <c:pt idx="497">
                  <c:v>0.99727239999999995</c:v>
                </c:pt>
                <c:pt idx="498">
                  <c:v>0.99759189999999998</c:v>
                </c:pt>
                <c:pt idx="499">
                  <c:v>0.9898633</c:v>
                </c:pt>
                <c:pt idx="500">
                  <c:v>0.9897726</c:v>
                </c:pt>
                <c:pt idx="501">
                  <c:v>0.99248309999999995</c:v>
                </c:pt>
                <c:pt idx="502">
                  <c:v>0.9950196</c:v>
                </c:pt>
                <c:pt idx="503">
                  <c:v>0.98322880000000001</c:v>
                </c:pt>
                <c:pt idx="504">
                  <c:v>0.99768040000000002</c:v>
                </c:pt>
                <c:pt idx="505">
                  <c:v>0.99372510000000003</c:v>
                </c:pt>
                <c:pt idx="506">
                  <c:v>0.98890699999999998</c:v>
                </c:pt>
                <c:pt idx="507">
                  <c:v>0.9894307</c:v>
                </c:pt>
                <c:pt idx="508" formatCode="General">
                  <c:v>1.000038</c:v>
                </c:pt>
                <c:pt idx="509">
                  <c:v>0.99122489999999996</c:v>
                </c:pt>
                <c:pt idx="510">
                  <c:v>0.99758329999999995</c:v>
                </c:pt>
                <c:pt idx="511">
                  <c:v>0.9976469</c:v>
                </c:pt>
                <c:pt idx="512" formatCode="General">
                  <c:v>1.00509</c:v>
                </c:pt>
                <c:pt idx="513">
                  <c:v>0.99631820000000004</c:v>
                </c:pt>
                <c:pt idx="514" formatCode="General">
                  <c:v>1.0013019999999999</c:v>
                </c:pt>
                <c:pt idx="515" formatCode="General">
                  <c:v>1.01322</c:v>
                </c:pt>
                <c:pt idx="516" formatCode="General">
                  <c:v>1.0023200000000001</c:v>
                </c:pt>
              </c:numCache>
            </c:numRef>
          </c:yVal>
          <c:smooth val="1"/>
          <c:extLst>
            <c:ext xmlns:c16="http://schemas.microsoft.com/office/drawing/2014/chart" uri="{C3380CC4-5D6E-409C-BE32-E72D297353CC}">
              <c16:uniqueId val="{00000000-AEC3-4920-9F18-79397C998F93}"/>
            </c:ext>
          </c:extLst>
        </c:ser>
        <c:ser>
          <c:idx val="1"/>
          <c:order val="1"/>
          <c:tx>
            <c:strRef>
              <c:f>二体分布関数!$D$1</c:f>
              <c:strCache>
                <c:ptCount val="1"/>
                <c:pt idx="0">
                  <c:v>Zr-Ti</c:v>
                </c:pt>
              </c:strCache>
            </c:strRef>
          </c:tx>
          <c:spPr>
            <a:ln w="19050" cap="rnd">
              <a:solidFill>
                <a:schemeClr val="accent2"/>
              </a:solidFill>
              <a:round/>
            </a:ln>
            <a:effectLst/>
          </c:spPr>
          <c:marker>
            <c:symbol val="none"/>
          </c:marker>
          <c:xVal>
            <c:numRef>
              <c:f>二体分布関数!$B$2:$B$1550</c:f>
              <c:numCache>
                <c:formatCode>0.00E+00</c:formatCode>
                <c:ptCount val="517"/>
                <c:pt idx="0">
                  <c:v>0.06</c:v>
                </c:pt>
                <c:pt idx="1">
                  <c:v>0.12</c:v>
                </c:pt>
                <c:pt idx="2">
                  <c:v>0.18</c:v>
                </c:pt>
                <c:pt idx="3">
                  <c:v>0.24</c:v>
                </c:pt>
                <c:pt idx="4">
                  <c:v>0.3</c:v>
                </c:pt>
                <c:pt idx="5">
                  <c:v>0.36</c:v>
                </c:pt>
                <c:pt idx="6">
                  <c:v>0.42</c:v>
                </c:pt>
                <c:pt idx="7">
                  <c:v>0.48</c:v>
                </c:pt>
                <c:pt idx="8">
                  <c:v>0.54</c:v>
                </c:pt>
                <c:pt idx="9">
                  <c:v>0.6</c:v>
                </c:pt>
                <c:pt idx="10">
                  <c:v>0.66</c:v>
                </c:pt>
                <c:pt idx="11">
                  <c:v>0.72</c:v>
                </c:pt>
                <c:pt idx="12">
                  <c:v>0.78</c:v>
                </c:pt>
                <c:pt idx="13">
                  <c:v>0.84</c:v>
                </c:pt>
                <c:pt idx="14">
                  <c:v>0.9</c:v>
                </c:pt>
                <c:pt idx="15">
                  <c:v>0.96</c:v>
                </c:pt>
                <c:pt idx="16" formatCode="General">
                  <c:v>1.02</c:v>
                </c:pt>
                <c:pt idx="17" formatCode="General">
                  <c:v>1.08</c:v>
                </c:pt>
                <c:pt idx="18" formatCode="General">
                  <c:v>1.1399999999999999</c:v>
                </c:pt>
                <c:pt idx="19" formatCode="General">
                  <c:v>1.2</c:v>
                </c:pt>
                <c:pt idx="20" formatCode="General">
                  <c:v>1.26</c:v>
                </c:pt>
                <c:pt idx="21" formatCode="General">
                  <c:v>1.32</c:v>
                </c:pt>
                <c:pt idx="22" formatCode="General">
                  <c:v>1.38</c:v>
                </c:pt>
                <c:pt idx="23" formatCode="General">
                  <c:v>1.44</c:v>
                </c:pt>
                <c:pt idx="24" formatCode="General">
                  <c:v>1.5</c:v>
                </c:pt>
                <c:pt idx="25" formatCode="General">
                  <c:v>1.56</c:v>
                </c:pt>
                <c:pt idx="26" formatCode="General">
                  <c:v>1.62</c:v>
                </c:pt>
                <c:pt idx="27" formatCode="General">
                  <c:v>1.68</c:v>
                </c:pt>
                <c:pt idx="28" formatCode="General">
                  <c:v>1.74</c:v>
                </c:pt>
                <c:pt idx="29" formatCode="General">
                  <c:v>1.8</c:v>
                </c:pt>
                <c:pt idx="30" formatCode="General">
                  <c:v>1.86</c:v>
                </c:pt>
                <c:pt idx="31" formatCode="General">
                  <c:v>1.92</c:v>
                </c:pt>
                <c:pt idx="32" formatCode="General">
                  <c:v>1.98</c:v>
                </c:pt>
                <c:pt idx="33" formatCode="General">
                  <c:v>2.04</c:v>
                </c:pt>
                <c:pt idx="34" formatCode="General">
                  <c:v>2.1</c:v>
                </c:pt>
                <c:pt idx="35" formatCode="General">
                  <c:v>2.16</c:v>
                </c:pt>
                <c:pt idx="36" formatCode="General">
                  <c:v>2.2200000000000002</c:v>
                </c:pt>
                <c:pt idx="37" formatCode="General">
                  <c:v>2.2799999999999998</c:v>
                </c:pt>
                <c:pt idx="38" formatCode="General">
                  <c:v>2.34</c:v>
                </c:pt>
                <c:pt idx="39" formatCode="General">
                  <c:v>2.4</c:v>
                </c:pt>
                <c:pt idx="40" formatCode="General">
                  <c:v>2.46</c:v>
                </c:pt>
                <c:pt idx="41" formatCode="General">
                  <c:v>2.52</c:v>
                </c:pt>
                <c:pt idx="42" formatCode="General">
                  <c:v>2.58</c:v>
                </c:pt>
                <c:pt idx="43" formatCode="General">
                  <c:v>2.64</c:v>
                </c:pt>
                <c:pt idx="44" formatCode="General">
                  <c:v>2.7</c:v>
                </c:pt>
                <c:pt idx="45" formatCode="General">
                  <c:v>2.76</c:v>
                </c:pt>
                <c:pt idx="46" formatCode="General">
                  <c:v>2.82</c:v>
                </c:pt>
                <c:pt idx="47" formatCode="General">
                  <c:v>2.88</c:v>
                </c:pt>
                <c:pt idx="48" formatCode="General">
                  <c:v>2.94</c:v>
                </c:pt>
                <c:pt idx="49" formatCode="General">
                  <c:v>3</c:v>
                </c:pt>
                <c:pt idx="50" formatCode="General">
                  <c:v>3.06</c:v>
                </c:pt>
                <c:pt idx="51" formatCode="General">
                  <c:v>3.12</c:v>
                </c:pt>
                <c:pt idx="52" formatCode="General">
                  <c:v>3.18</c:v>
                </c:pt>
                <c:pt idx="53" formatCode="General">
                  <c:v>3.24</c:v>
                </c:pt>
                <c:pt idx="54" formatCode="General">
                  <c:v>3.3</c:v>
                </c:pt>
                <c:pt idx="55" formatCode="General">
                  <c:v>3.36</c:v>
                </c:pt>
                <c:pt idx="56" formatCode="General">
                  <c:v>3.42</c:v>
                </c:pt>
                <c:pt idx="57" formatCode="General">
                  <c:v>3.48</c:v>
                </c:pt>
                <c:pt idx="58" formatCode="General">
                  <c:v>3.54</c:v>
                </c:pt>
                <c:pt idx="59" formatCode="General">
                  <c:v>3.6</c:v>
                </c:pt>
                <c:pt idx="60" formatCode="General">
                  <c:v>3.66</c:v>
                </c:pt>
                <c:pt idx="61" formatCode="General">
                  <c:v>3.72</c:v>
                </c:pt>
                <c:pt idx="62" formatCode="General">
                  <c:v>3.78</c:v>
                </c:pt>
                <c:pt idx="63" formatCode="General">
                  <c:v>3.84</c:v>
                </c:pt>
                <c:pt idx="64" formatCode="General">
                  <c:v>3.9</c:v>
                </c:pt>
                <c:pt idx="65" formatCode="General">
                  <c:v>3.96</c:v>
                </c:pt>
                <c:pt idx="66" formatCode="General">
                  <c:v>4.0199999999999996</c:v>
                </c:pt>
                <c:pt idx="67" formatCode="General">
                  <c:v>4.08</c:v>
                </c:pt>
                <c:pt idx="68" formatCode="General">
                  <c:v>4.1399999999999997</c:v>
                </c:pt>
                <c:pt idx="69" formatCode="General">
                  <c:v>4.2</c:v>
                </c:pt>
                <c:pt idx="70" formatCode="General">
                  <c:v>4.26</c:v>
                </c:pt>
                <c:pt idx="71" formatCode="General">
                  <c:v>4.32</c:v>
                </c:pt>
                <c:pt idx="72" formatCode="General">
                  <c:v>4.38</c:v>
                </c:pt>
                <c:pt idx="73" formatCode="General">
                  <c:v>4.4400000000000004</c:v>
                </c:pt>
                <c:pt idx="74" formatCode="General">
                  <c:v>4.5</c:v>
                </c:pt>
                <c:pt idx="75" formatCode="General">
                  <c:v>4.5599999999999996</c:v>
                </c:pt>
                <c:pt idx="76" formatCode="General">
                  <c:v>4.62</c:v>
                </c:pt>
                <c:pt idx="77" formatCode="General">
                  <c:v>4.68</c:v>
                </c:pt>
                <c:pt idx="78" formatCode="General">
                  <c:v>4.74</c:v>
                </c:pt>
                <c:pt idx="79" formatCode="General">
                  <c:v>4.8</c:v>
                </c:pt>
                <c:pt idx="80" formatCode="General">
                  <c:v>4.8600000000000003</c:v>
                </c:pt>
                <c:pt idx="81" formatCode="General">
                  <c:v>4.92</c:v>
                </c:pt>
                <c:pt idx="82" formatCode="General">
                  <c:v>4.9800000000000004</c:v>
                </c:pt>
                <c:pt idx="83" formatCode="General">
                  <c:v>5.04</c:v>
                </c:pt>
                <c:pt idx="84" formatCode="General">
                  <c:v>5.0999999999999996</c:v>
                </c:pt>
                <c:pt idx="85" formatCode="General">
                  <c:v>5.16</c:v>
                </c:pt>
                <c:pt idx="86" formatCode="General">
                  <c:v>5.22</c:v>
                </c:pt>
                <c:pt idx="87" formatCode="General">
                  <c:v>5.28</c:v>
                </c:pt>
                <c:pt idx="88" formatCode="General">
                  <c:v>5.34</c:v>
                </c:pt>
                <c:pt idx="89" formatCode="General">
                  <c:v>5.4</c:v>
                </c:pt>
                <c:pt idx="90" formatCode="General">
                  <c:v>5.46</c:v>
                </c:pt>
                <c:pt idx="91" formatCode="General">
                  <c:v>5.52</c:v>
                </c:pt>
                <c:pt idx="92" formatCode="General">
                  <c:v>5.58</c:v>
                </c:pt>
                <c:pt idx="93" formatCode="General">
                  <c:v>5.64</c:v>
                </c:pt>
                <c:pt idx="94" formatCode="General">
                  <c:v>5.7</c:v>
                </c:pt>
                <c:pt idx="95" formatCode="General">
                  <c:v>5.76</c:v>
                </c:pt>
                <c:pt idx="96" formatCode="General">
                  <c:v>5.82</c:v>
                </c:pt>
                <c:pt idx="97" formatCode="General">
                  <c:v>5.88</c:v>
                </c:pt>
                <c:pt idx="98" formatCode="General">
                  <c:v>5.94</c:v>
                </c:pt>
                <c:pt idx="99" formatCode="General">
                  <c:v>6</c:v>
                </c:pt>
                <c:pt idx="100" formatCode="General">
                  <c:v>6.06</c:v>
                </c:pt>
                <c:pt idx="101" formatCode="General">
                  <c:v>6.12</c:v>
                </c:pt>
                <c:pt idx="102" formatCode="General">
                  <c:v>6.18</c:v>
                </c:pt>
                <c:pt idx="103" formatCode="General">
                  <c:v>6.24</c:v>
                </c:pt>
                <c:pt idx="104" formatCode="General">
                  <c:v>6.3</c:v>
                </c:pt>
                <c:pt idx="105" formatCode="General">
                  <c:v>6.36</c:v>
                </c:pt>
                <c:pt idx="106" formatCode="General">
                  <c:v>6.42</c:v>
                </c:pt>
                <c:pt idx="107" formatCode="General">
                  <c:v>6.48</c:v>
                </c:pt>
                <c:pt idx="108" formatCode="General">
                  <c:v>6.54</c:v>
                </c:pt>
                <c:pt idx="109" formatCode="General">
                  <c:v>6.6</c:v>
                </c:pt>
                <c:pt idx="110" formatCode="General">
                  <c:v>6.66</c:v>
                </c:pt>
                <c:pt idx="111" formatCode="General">
                  <c:v>6.72</c:v>
                </c:pt>
                <c:pt idx="112" formatCode="General">
                  <c:v>6.78</c:v>
                </c:pt>
                <c:pt idx="113" formatCode="General">
                  <c:v>6.84</c:v>
                </c:pt>
                <c:pt idx="114" formatCode="General">
                  <c:v>6.9</c:v>
                </c:pt>
                <c:pt idx="115" formatCode="General">
                  <c:v>6.96</c:v>
                </c:pt>
                <c:pt idx="116" formatCode="General">
                  <c:v>7.02</c:v>
                </c:pt>
                <c:pt idx="117" formatCode="General">
                  <c:v>7.08</c:v>
                </c:pt>
                <c:pt idx="118" formatCode="General">
                  <c:v>7.14</c:v>
                </c:pt>
                <c:pt idx="119" formatCode="General">
                  <c:v>7.2</c:v>
                </c:pt>
                <c:pt idx="120" formatCode="General">
                  <c:v>7.26</c:v>
                </c:pt>
                <c:pt idx="121" formatCode="General">
                  <c:v>7.32</c:v>
                </c:pt>
                <c:pt idx="122" formatCode="General">
                  <c:v>7.38</c:v>
                </c:pt>
                <c:pt idx="123" formatCode="General">
                  <c:v>7.44</c:v>
                </c:pt>
                <c:pt idx="124" formatCode="General">
                  <c:v>7.5</c:v>
                </c:pt>
                <c:pt idx="125" formatCode="General">
                  <c:v>7.56</c:v>
                </c:pt>
                <c:pt idx="126" formatCode="General">
                  <c:v>7.62</c:v>
                </c:pt>
                <c:pt idx="127" formatCode="General">
                  <c:v>7.68</c:v>
                </c:pt>
                <c:pt idx="128" formatCode="General">
                  <c:v>7.74</c:v>
                </c:pt>
                <c:pt idx="129" formatCode="General">
                  <c:v>7.8</c:v>
                </c:pt>
                <c:pt idx="130" formatCode="General">
                  <c:v>7.86</c:v>
                </c:pt>
                <c:pt idx="131" formatCode="General">
                  <c:v>7.92</c:v>
                </c:pt>
                <c:pt idx="132" formatCode="General">
                  <c:v>7.98</c:v>
                </c:pt>
                <c:pt idx="133" formatCode="General">
                  <c:v>8.0399999999999991</c:v>
                </c:pt>
                <c:pt idx="134" formatCode="General">
                  <c:v>8.0999990000000004</c:v>
                </c:pt>
                <c:pt idx="135" formatCode="General">
                  <c:v>8.16</c:v>
                </c:pt>
                <c:pt idx="136" formatCode="General">
                  <c:v>8.2200000000000006</c:v>
                </c:pt>
                <c:pt idx="137" formatCode="General">
                  <c:v>8.2799999999999994</c:v>
                </c:pt>
                <c:pt idx="138" formatCode="General">
                  <c:v>8.34</c:v>
                </c:pt>
                <c:pt idx="139" formatCode="General">
                  <c:v>8.4</c:v>
                </c:pt>
                <c:pt idx="140" formatCode="General">
                  <c:v>8.4600000000000009</c:v>
                </c:pt>
                <c:pt idx="141" formatCode="General">
                  <c:v>8.52</c:v>
                </c:pt>
                <c:pt idx="142" formatCode="General">
                  <c:v>8.58</c:v>
                </c:pt>
                <c:pt idx="143" formatCode="General">
                  <c:v>8.6399989999999995</c:v>
                </c:pt>
                <c:pt idx="144" formatCode="General">
                  <c:v>8.6999999999999993</c:v>
                </c:pt>
                <c:pt idx="145" formatCode="General">
                  <c:v>8.76</c:v>
                </c:pt>
                <c:pt idx="146" formatCode="General">
                  <c:v>8.82</c:v>
                </c:pt>
                <c:pt idx="147" formatCode="General">
                  <c:v>8.8800000000000008</c:v>
                </c:pt>
                <c:pt idx="148" formatCode="General">
                  <c:v>8.94</c:v>
                </c:pt>
                <c:pt idx="149" formatCode="General">
                  <c:v>9</c:v>
                </c:pt>
                <c:pt idx="150" formatCode="General">
                  <c:v>9.0599989999999995</c:v>
                </c:pt>
                <c:pt idx="151" formatCode="General">
                  <c:v>9.1199999999999992</c:v>
                </c:pt>
                <c:pt idx="152" formatCode="General">
                  <c:v>9.1799990000000005</c:v>
                </c:pt>
                <c:pt idx="153" formatCode="General">
                  <c:v>9.24</c:v>
                </c:pt>
                <c:pt idx="154" formatCode="General">
                  <c:v>9.3000000000000007</c:v>
                </c:pt>
                <c:pt idx="155" formatCode="General">
                  <c:v>9.36</c:v>
                </c:pt>
                <c:pt idx="156" formatCode="General">
                  <c:v>9.42</c:v>
                </c:pt>
                <c:pt idx="157" formatCode="General">
                  <c:v>9.48</c:v>
                </c:pt>
                <c:pt idx="158" formatCode="General">
                  <c:v>9.5399999999999991</c:v>
                </c:pt>
                <c:pt idx="159" formatCode="General">
                  <c:v>9.5999990000000004</c:v>
                </c:pt>
                <c:pt idx="160" formatCode="General">
                  <c:v>9.66</c:v>
                </c:pt>
                <c:pt idx="161" formatCode="General">
                  <c:v>9.7199989999999996</c:v>
                </c:pt>
                <c:pt idx="162" formatCode="General">
                  <c:v>9.7799999999999994</c:v>
                </c:pt>
                <c:pt idx="163" formatCode="General">
                  <c:v>9.84</c:v>
                </c:pt>
                <c:pt idx="164" formatCode="General">
                  <c:v>9.9</c:v>
                </c:pt>
                <c:pt idx="165" formatCode="General">
                  <c:v>9.9600000000000009</c:v>
                </c:pt>
                <c:pt idx="166" formatCode="General">
                  <c:v>10.02</c:v>
                </c:pt>
                <c:pt idx="167" formatCode="General">
                  <c:v>10.08</c:v>
                </c:pt>
                <c:pt idx="168" formatCode="General">
                  <c:v>10.14</c:v>
                </c:pt>
                <c:pt idx="169" formatCode="General">
                  <c:v>10.199999999999999</c:v>
                </c:pt>
                <c:pt idx="170" formatCode="General">
                  <c:v>10.26</c:v>
                </c:pt>
                <c:pt idx="171" formatCode="General">
                  <c:v>10.32</c:v>
                </c:pt>
                <c:pt idx="172" formatCode="General">
                  <c:v>10.38</c:v>
                </c:pt>
                <c:pt idx="173" formatCode="General">
                  <c:v>10.44</c:v>
                </c:pt>
                <c:pt idx="174" formatCode="General">
                  <c:v>10.5</c:v>
                </c:pt>
                <c:pt idx="175" formatCode="General">
                  <c:v>10.56</c:v>
                </c:pt>
                <c:pt idx="176" formatCode="General">
                  <c:v>10.62</c:v>
                </c:pt>
                <c:pt idx="177" formatCode="General">
                  <c:v>10.68</c:v>
                </c:pt>
                <c:pt idx="178" formatCode="General">
                  <c:v>10.74</c:v>
                </c:pt>
                <c:pt idx="179" formatCode="General">
                  <c:v>10.8</c:v>
                </c:pt>
                <c:pt idx="180" formatCode="General">
                  <c:v>10.86</c:v>
                </c:pt>
                <c:pt idx="181" formatCode="General">
                  <c:v>10.92</c:v>
                </c:pt>
                <c:pt idx="182" formatCode="General">
                  <c:v>10.98</c:v>
                </c:pt>
                <c:pt idx="183" formatCode="General">
                  <c:v>11.04</c:v>
                </c:pt>
                <c:pt idx="184" formatCode="General">
                  <c:v>11.1</c:v>
                </c:pt>
                <c:pt idx="185" formatCode="General">
                  <c:v>11.16</c:v>
                </c:pt>
                <c:pt idx="186" formatCode="General">
                  <c:v>11.22</c:v>
                </c:pt>
                <c:pt idx="187" formatCode="General">
                  <c:v>11.28</c:v>
                </c:pt>
                <c:pt idx="188" formatCode="General">
                  <c:v>11.34</c:v>
                </c:pt>
                <c:pt idx="189" formatCode="General">
                  <c:v>11.4</c:v>
                </c:pt>
                <c:pt idx="190" formatCode="General">
                  <c:v>11.46</c:v>
                </c:pt>
                <c:pt idx="191" formatCode="General">
                  <c:v>11.52</c:v>
                </c:pt>
                <c:pt idx="192" formatCode="General">
                  <c:v>11.58</c:v>
                </c:pt>
                <c:pt idx="193" formatCode="General">
                  <c:v>11.64</c:v>
                </c:pt>
                <c:pt idx="194" formatCode="General">
                  <c:v>11.7</c:v>
                </c:pt>
                <c:pt idx="195" formatCode="General">
                  <c:v>11.76</c:v>
                </c:pt>
                <c:pt idx="196" formatCode="General">
                  <c:v>11.82</c:v>
                </c:pt>
                <c:pt idx="197" formatCode="General">
                  <c:v>11.88</c:v>
                </c:pt>
                <c:pt idx="198" formatCode="General">
                  <c:v>11.94</c:v>
                </c:pt>
                <c:pt idx="199" formatCode="General">
                  <c:v>12</c:v>
                </c:pt>
                <c:pt idx="200" formatCode="General">
                  <c:v>12.06</c:v>
                </c:pt>
                <c:pt idx="201" formatCode="General">
                  <c:v>12.12</c:v>
                </c:pt>
                <c:pt idx="202" formatCode="General">
                  <c:v>12.18</c:v>
                </c:pt>
                <c:pt idx="203" formatCode="General">
                  <c:v>12.24</c:v>
                </c:pt>
                <c:pt idx="204" formatCode="General">
                  <c:v>12.3</c:v>
                </c:pt>
                <c:pt idx="205" formatCode="General">
                  <c:v>12.36</c:v>
                </c:pt>
                <c:pt idx="206" formatCode="General">
                  <c:v>12.42</c:v>
                </c:pt>
                <c:pt idx="207" formatCode="General">
                  <c:v>12.48</c:v>
                </c:pt>
                <c:pt idx="208" formatCode="General">
                  <c:v>12.54</c:v>
                </c:pt>
                <c:pt idx="209" formatCode="General">
                  <c:v>12.6</c:v>
                </c:pt>
                <c:pt idx="210" formatCode="General">
                  <c:v>12.66</c:v>
                </c:pt>
                <c:pt idx="211" formatCode="General">
                  <c:v>12.72</c:v>
                </c:pt>
                <c:pt idx="212" formatCode="General">
                  <c:v>12.78</c:v>
                </c:pt>
                <c:pt idx="213" formatCode="General">
                  <c:v>12.84</c:v>
                </c:pt>
                <c:pt idx="214" formatCode="General">
                  <c:v>12.9</c:v>
                </c:pt>
                <c:pt idx="215" formatCode="General">
                  <c:v>12.96</c:v>
                </c:pt>
                <c:pt idx="216" formatCode="General">
                  <c:v>13.02</c:v>
                </c:pt>
                <c:pt idx="217" formatCode="General">
                  <c:v>13.08</c:v>
                </c:pt>
                <c:pt idx="218" formatCode="General">
                  <c:v>13.14</c:v>
                </c:pt>
                <c:pt idx="219" formatCode="General">
                  <c:v>13.2</c:v>
                </c:pt>
                <c:pt idx="220" formatCode="General">
                  <c:v>13.26</c:v>
                </c:pt>
                <c:pt idx="221" formatCode="General">
                  <c:v>13.32</c:v>
                </c:pt>
                <c:pt idx="222" formatCode="General">
                  <c:v>13.38</c:v>
                </c:pt>
                <c:pt idx="223" formatCode="General">
                  <c:v>13.44</c:v>
                </c:pt>
                <c:pt idx="224" formatCode="General">
                  <c:v>13.5</c:v>
                </c:pt>
                <c:pt idx="225" formatCode="General">
                  <c:v>13.56</c:v>
                </c:pt>
                <c:pt idx="226" formatCode="General">
                  <c:v>13.62</c:v>
                </c:pt>
                <c:pt idx="227" formatCode="General">
                  <c:v>13.68</c:v>
                </c:pt>
                <c:pt idx="228" formatCode="General">
                  <c:v>13.74</c:v>
                </c:pt>
                <c:pt idx="229" formatCode="General">
                  <c:v>13.8</c:v>
                </c:pt>
                <c:pt idx="230" formatCode="General">
                  <c:v>13.86</c:v>
                </c:pt>
                <c:pt idx="231" formatCode="General">
                  <c:v>13.92</c:v>
                </c:pt>
                <c:pt idx="232" formatCode="General">
                  <c:v>13.98</c:v>
                </c:pt>
                <c:pt idx="233" formatCode="General">
                  <c:v>14.04</c:v>
                </c:pt>
                <c:pt idx="234" formatCode="General">
                  <c:v>14.1</c:v>
                </c:pt>
                <c:pt idx="235" formatCode="General">
                  <c:v>14.16</c:v>
                </c:pt>
                <c:pt idx="236" formatCode="General">
                  <c:v>14.22</c:v>
                </c:pt>
                <c:pt idx="237" formatCode="General">
                  <c:v>14.28</c:v>
                </c:pt>
                <c:pt idx="238" formatCode="General">
                  <c:v>14.34</c:v>
                </c:pt>
                <c:pt idx="239" formatCode="General">
                  <c:v>14.4</c:v>
                </c:pt>
                <c:pt idx="240" formatCode="General">
                  <c:v>14.46</c:v>
                </c:pt>
                <c:pt idx="241" formatCode="General">
                  <c:v>14.52</c:v>
                </c:pt>
                <c:pt idx="242" formatCode="General">
                  <c:v>14.58</c:v>
                </c:pt>
                <c:pt idx="243" formatCode="General">
                  <c:v>14.64</c:v>
                </c:pt>
                <c:pt idx="244" formatCode="General">
                  <c:v>14.7</c:v>
                </c:pt>
                <c:pt idx="245" formatCode="General">
                  <c:v>14.76</c:v>
                </c:pt>
                <c:pt idx="246" formatCode="General">
                  <c:v>14.82</c:v>
                </c:pt>
                <c:pt idx="247" formatCode="General">
                  <c:v>14.88</c:v>
                </c:pt>
                <c:pt idx="248" formatCode="General">
                  <c:v>14.94</c:v>
                </c:pt>
                <c:pt idx="249" formatCode="General">
                  <c:v>15</c:v>
                </c:pt>
                <c:pt idx="250" formatCode="General">
                  <c:v>15.06</c:v>
                </c:pt>
                <c:pt idx="251" formatCode="General">
                  <c:v>15.12</c:v>
                </c:pt>
                <c:pt idx="252" formatCode="General">
                  <c:v>15.18</c:v>
                </c:pt>
                <c:pt idx="253" formatCode="General">
                  <c:v>15.24</c:v>
                </c:pt>
                <c:pt idx="254" formatCode="General">
                  <c:v>15.3</c:v>
                </c:pt>
                <c:pt idx="255" formatCode="General">
                  <c:v>15.36</c:v>
                </c:pt>
                <c:pt idx="256" formatCode="General">
                  <c:v>15.42</c:v>
                </c:pt>
                <c:pt idx="257" formatCode="General">
                  <c:v>15.48</c:v>
                </c:pt>
                <c:pt idx="258" formatCode="General">
                  <c:v>15.54</c:v>
                </c:pt>
                <c:pt idx="259" formatCode="General">
                  <c:v>15.6</c:v>
                </c:pt>
                <c:pt idx="260" formatCode="General">
                  <c:v>15.66</c:v>
                </c:pt>
                <c:pt idx="261" formatCode="General">
                  <c:v>15.72</c:v>
                </c:pt>
                <c:pt idx="262" formatCode="General">
                  <c:v>15.78</c:v>
                </c:pt>
                <c:pt idx="263" formatCode="General">
                  <c:v>15.84</c:v>
                </c:pt>
                <c:pt idx="264" formatCode="General">
                  <c:v>15.9</c:v>
                </c:pt>
                <c:pt idx="265" formatCode="General">
                  <c:v>15.96</c:v>
                </c:pt>
                <c:pt idx="266" formatCode="General">
                  <c:v>16.02</c:v>
                </c:pt>
                <c:pt idx="267" formatCode="General">
                  <c:v>16.079999999999998</c:v>
                </c:pt>
                <c:pt idx="268" formatCode="General">
                  <c:v>16.14</c:v>
                </c:pt>
                <c:pt idx="269" formatCode="General">
                  <c:v>16.2</c:v>
                </c:pt>
                <c:pt idx="270" formatCode="General">
                  <c:v>16.260000000000002</c:v>
                </c:pt>
                <c:pt idx="271" formatCode="General">
                  <c:v>16.32</c:v>
                </c:pt>
                <c:pt idx="272" formatCode="General">
                  <c:v>16.38</c:v>
                </c:pt>
                <c:pt idx="273" formatCode="General">
                  <c:v>16.440000000000001</c:v>
                </c:pt>
                <c:pt idx="274" formatCode="General">
                  <c:v>16.5</c:v>
                </c:pt>
                <c:pt idx="275" formatCode="General">
                  <c:v>16.559999999999999</c:v>
                </c:pt>
                <c:pt idx="276" formatCode="General">
                  <c:v>16.62</c:v>
                </c:pt>
                <c:pt idx="277" formatCode="General">
                  <c:v>16.68</c:v>
                </c:pt>
                <c:pt idx="278" formatCode="General">
                  <c:v>16.739999999999998</c:v>
                </c:pt>
                <c:pt idx="279" formatCode="General">
                  <c:v>16.8</c:v>
                </c:pt>
                <c:pt idx="280" formatCode="General">
                  <c:v>16.86</c:v>
                </c:pt>
                <c:pt idx="281" formatCode="General">
                  <c:v>16.920000000000002</c:v>
                </c:pt>
                <c:pt idx="282" formatCode="General">
                  <c:v>16.98</c:v>
                </c:pt>
                <c:pt idx="283" formatCode="General">
                  <c:v>17.04</c:v>
                </c:pt>
                <c:pt idx="284" formatCode="General">
                  <c:v>17.100000000000001</c:v>
                </c:pt>
                <c:pt idx="285" formatCode="General">
                  <c:v>17.16</c:v>
                </c:pt>
                <c:pt idx="286" formatCode="General">
                  <c:v>17.22</c:v>
                </c:pt>
                <c:pt idx="287" formatCode="General">
                  <c:v>17.28</c:v>
                </c:pt>
                <c:pt idx="288" formatCode="General">
                  <c:v>17.34</c:v>
                </c:pt>
                <c:pt idx="289" formatCode="General">
                  <c:v>17.399999999999999</c:v>
                </c:pt>
                <c:pt idx="290" formatCode="General">
                  <c:v>17.46</c:v>
                </c:pt>
                <c:pt idx="291" formatCode="General">
                  <c:v>17.52</c:v>
                </c:pt>
                <c:pt idx="292" formatCode="General">
                  <c:v>17.579999999999998</c:v>
                </c:pt>
                <c:pt idx="293" formatCode="General">
                  <c:v>17.64</c:v>
                </c:pt>
                <c:pt idx="294" formatCode="General">
                  <c:v>17.7</c:v>
                </c:pt>
                <c:pt idx="295" formatCode="General">
                  <c:v>17.760000000000002</c:v>
                </c:pt>
                <c:pt idx="296" formatCode="General">
                  <c:v>17.82</c:v>
                </c:pt>
                <c:pt idx="297" formatCode="General">
                  <c:v>17.88</c:v>
                </c:pt>
                <c:pt idx="298" formatCode="General">
                  <c:v>17.940000000000001</c:v>
                </c:pt>
                <c:pt idx="299" formatCode="General">
                  <c:v>18</c:v>
                </c:pt>
                <c:pt idx="300" formatCode="General">
                  <c:v>18.059999999999999</c:v>
                </c:pt>
                <c:pt idx="301" formatCode="General">
                  <c:v>18.12</c:v>
                </c:pt>
                <c:pt idx="302" formatCode="General">
                  <c:v>18.18</c:v>
                </c:pt>
                <c:pt idx="303" formatCode="General">
                  <c:v>18.239999999999998</c:v>
                </c:pt>
                <c:pt idx="304" formatCode="General">
                  <c:v>18.3</c:v>
                </c:pt>
                <c:pt idx="305" formatCode="General">
                  <c:v>18.36</c:v>
                </c:pt>
                <c:pt idx="306" formatCode="General">
                  <c:v>18.420000000000002</c:v>
                </c:pt>
                <c:pt idx="307" formatCode="General">
                  <c:v>18.48</c:v>
                </c:pt>
                <c:pt idx="308" formatCode="General">
                  <c:v>18.54</c:v>
                </c:pt>
                <c:pt idx="309" formatCode="General">
                  <c:v>18.600000000000001</c:v>
                </c:pt>
                <c:pt idx="310" formatCode="General">
                  <c:v>18.66</c:v>
                </c:pt>
                <c:pt idx="311" formatCode="General">
                  <c:v>18.72</c:v>
                </c:pt>
                <c:pt idx="312" formatCode="General">
                  <c:v>18.78</c:v>
                </c:pt>
                <c:pt idx="313" formatCode="General">
                  <c:v>18.84</c:v>
                </c:pt>
                <c:pt idx="314" formatCode="General">
                  <c:v>18.899999999999999</c:v>
                </c:pt>
                <c:pt idx="315" formatCode="General">
                  <c:v>18.96</c:v>
                </c:pt>
                <c:pt idx="316" formatCode="General">
                  <c:v>19.02</c:v>
                </c:pt>
                <c:pt idx="317" formatCode="General">
                  <c:v>19.079999999999998</c:v>
                </c:pt>
                <c:pt idx="318" formatCode="General">
                  <c:v>19.14</c:v>
                </c:pt>
                <c:pt idx="319" formatCode="General">
                  <c:v>19.2</c:v>
                </c:pt>
                <c:pt idx="320" formatCode="General">
                  <c:v>19.260000000000002</c:v>
                </c:pt>
                <c:pt idx="321" formatCode="General">
                  <c:v>19.32</c:v>
                </c:pt>
                <c:pt idx="322" formatCode="General">
                  <c:v>19.38</c:v>
                </c:pt>
                <c:pt idx="323" formatCode="General">
                  <c:v>19.440000000000001</c:v>
                </c:pt>
                <c:pt idx="324" formatCode="General">
                  <c:v>19.5</c:v>
                </c:pt>
                <c:pt idx="325" formatCode="General">
                  <c:v>19.559999999999999</c:v>
                </c:pt>
                <c:pt idx="326" formatCode="General">
                  <c:v>19.62</c:v>
                </c:pt>
                <c:pt idx="327" formatCode="General">
                  <c:v>19.68</c:v>
                </c:pt>
                <c:pt idx="328" formatCode="General">
                  <c:v>19.739999999999998</c:v>
                </c:pt>
                <c:pt idx="329" formatCode="General">
                  <c:v>19.8</c:v>
                </c:pt>
                <c:pt idx="330" formatCode="General">
                  <c:v>19.86</c:v>
                </c:pt>
                <c:pt idx="331" formatCode="General">
                  <c:v>19.920000000000002</c:v>
                </c:pt>
                <c:pt idx="332" formatCode="General">
                  <c:v>19.98</c:v>
                </c:pt>
                <c:pt idx="333" formatCode="General">
                  <c:v>20.04</c:v>
                </c:pt>
                <c:pt idx="334" formatCode="General">
                  <c:v>20.100000000000001</c:v>
                </c:pt>
                <c:pt idx="335" formatCode="General">
                  <c:v>20.16</c:v>
                </c:pt>
                <c:pt idx="336" formatCode="General">
                  <c:v>20.22</c:v>
                </c:pt>
                <c:pt idx="337" formatCode="General">
                  <c:v>20.28</c:v>
                </c:pt>
                <c:pt idx="338" formatCode="General">
                  <c:v>20.34</c:v>
                </c:pt>
                <c:pt idx="339" formatCode="General">
                  <c:v>20.399999999999999</c:v>
                </c:pt>
                <c:pt idx="340" formatCode="General">
                  <c:v>20.46</c:v>
                </c:pt>
                <c:pt idx="341" formatCode="General">
                  <c:v>20.52</c:v>
                </c:pt>
                <c:pt idx="342" formatCode="General">
                  <c:v>20.58</c:v>
                </c:pt>
                <c:pt idx="343" formatCode="General">
                  <c:v>20.64</c:v>
                </c:pt>
                <c:pt idx="344" formatCode="General">
                  <c:v>20.7</c:v>
                </c:pt>
                <c:pt idx="345" formatCode="General">
                  <c:v>20.76</c:v>
                </c:pt>
                <c:pt idx="346" formatCode="General">
                  <c:v>20.82</c:v>
                </c:pt>
                <c:pt idx="347" formatCode="General">
                  <c:v>20.88</c:v>
                </c:pt>
                <c:pt idx="348" formatCode="General">
                  <c:v>20.94</c:v>
                </c:pt>
                <c:pt idx="349" formatCode="General">
                  <c:v>21</c:v>
                </c:pt>
                <c:pt idx="350" formatCode="General">
                  <c:v>21.06</c:v>
                </c:pt>
                <c:pt idx="351" formatCode="General">
                  <c:v>21.12</c:v>
                </c:pt>
                <c:pt idx="352" formatCode="General">
                  <c:v>21.18</c:v>
                </c:pt>
                <c:pt idx="353" formatCode="General">
                  <c:v>21.24</c:v>
                </c:pt>
                <c:pt idx="354" formatCode="General">
                  <c:v>21.3</c:v>
                </c:pt>
                <c:pt idx="355" formatCode="General">
                  <c:v>21.36</c:v>
                </c:pt>
                <c:pt idx="356" formatCode="General">
                  <c:v>21.42</c:v>
                </c:pt>
                <c:pt idx="357" formatCode="General">
                  <c:v>21.48</c:v>
                </c:pt>
                <c:pt idx="358" formatCode="General">
                  <c:v>21.54</c:v>
                </c:pt>
                <c:pt idx="359" formatCode="General">
                  <c:v>21.6</c:v>
                </c:pt>
                <c:pt idx="360" formatCode="General">
                  <c:v>21.66</c:v>
                </c:pt>
                <c:pt idx="361" formatCode="General">
                  <c:v>21.72</c:v>
                </c:pt>
                <c:pt idx="362" formatCode="General">
                  <c:v>21.78</c:v>
                </c:pt>
                <c:pt idx="363" formatCode="General">
                  <c:v>21.84</c:v>
                </c:pt>
                <c:pt idx="364" formatCode="General">
                  <c:v>21.9</c:v>
                </c:pt>
                <c:pt idx="365" formatCode="General">
                  <c:v>21.96</c:v>
                </c:pt>
                <c:pt idx="366" formatCode="General">
                  <c:v>22.02</c:v>
                </c:pt>
                <c:pt idx="367" formatCode="General">
                  <c:v>22.08</c:v>
                </c:pt>
                <c:pt idx="368" formatCode="General">
                  <c:v>22.14</c:v>
                </c:pt>
                <c:pt idx="369" formatCode="General">
                  <c:v>22.2</c:v>
                </c:pt>
                <c:pt idx="370" formatCode="General">
                  <c:v>22.26</c:v>
                </c:pt>
                <c:pt idx="371" formatCode="General">
                  <c:v>22.32</c:v>
                </c:pt>
                <c:pt idx="372" formatCode="General">
                  <c:v>22.38</c:v>
                </c:pt>
                <c:pt idx="373" formatCode="General">
                  <c:v>22.44</c:v>
                </c:pt>
                <c:pt idx="374" formatCode="General">
                  <c:v>22.5</c:v>
                </c:pt>
                <c:pt idx="375" formatCode="General">
                  <c:v>22.56</c:v>
                </c:pt>
                <c:pt idx="376" formatCode="General">
                  <c:v>22.62</c:v>
                </c:pt>
                <c:pt idx="377" formatCode="General">
                  <c:v>22.68</c:v>
                </c:pt>
                <c:pt idx="378" formatCode="General">
                  <c:v>22.74</c:v>
                </c:pt>
                <c:pt idx="379" formatCode="General">
                  <c:v>22.8</c:v>
                </c:pt>
                <c:pt idx="380" formatCode="General">
                  <c:v>22.86</c:v>
                </c:pt>
                <c:pt idx="381" formatCode="General">
                  <c:v>22.92</c:v>
                </c:pt>
                <c:pt idx="382" formatCode="General">
                  <c:v>22.98</c:v>
                </c:pt>
                <c:pt idx="383" formatCode="General">
                  <c:v>23.04</c:v>
                </c:pt>
                <c:pt idx="384" formatCode="General">
                  <c:v>23.1</c:v>
                </c:pt>
                <c:pt idx="385" formatCode="General">
                  <c:v>23.16</c:v>
                </c:pt>
                <c:pt idx="386" formatCode="General">
                  <c:v>23.22</c:v>
                </c:pt>
                <c:pt idx="387" formatCode="General">
                  <c:v>23.28</c:v>
                </c:pt>
                <c:pt idx="388" formatCode="General">
                  <c:v>23.34</c:v>
                </c:pt>
                <c:pt idx="389" formatCode="General">
                  <c:v>23.4</c:v>
                </c:pt>
                <c:pt idx="390" formatCode="General">
                  <c:v>23.46</c:v>
                </c:pt>
                <c:pt idx="391" formatCode="General">
                  <c:v>23.52</c:v>
                </c:pt>
                <c:pt idx="392" formatCode="General">
                  <c:v>23.58</c:v>
                </c:pt>
                <c:pt idx="393" formatCode="General">
                  <c:v>23.64</c:v>
                </c:pt>
                <c:pt idx="394" formatCode="General">
                  <c:v>23.7</c:v>
                </c:pt>
                <c:pt idx="395" formatCode="General">
                  <c:v>23.76</c:v>
                </c:pt>
                <c:pt idx="396" formatCode="General">
                  <c:v>23.82</c:v>
                </c:pt>
                <c:pt idx="397" formatCode="General">
                  <c:v>23.88</c:v>
                </c:pt>
                <c:pt idx="398" formatCode="General">
                  <c:v>23.94</c:v>
                </c:pt>
                <c:pt idx="399" formatCode="General">
                  <c:v>24</c:v>
                </c:pt>
                <c:pt idx="400" formatCode="General">
                  <c:v>24.06</c:v>
                </c:pt>
                <c:pt idx="401" formatCode="General">
                  <c:v>24.12</c:v>
                </c:pt>
                <c:pt idx="402" formatCode="General">
                  <c:v>24.18</c:v>
                </c:pt>
                <c:pt idx="403" formatCode="General">
                  <c:v>24.24</c:v>
                </c:pt>
                <c:pt idx="404" formatCode="General">
                  <c:v>24.3</c:v>
                </c:pt>
                <c:pt idx="405" formatCode="General">
                  <c:v>24.36</c:v>
                </c:pt>
                <c:pt idx="406" formatCode="General">
                  <c:v>24.42</c:v>
                </c:pt>
                <c:pt idx="407" formatCode="General">
                  <c:v>24.48</c:v>
                </c:pt>
                <c:pt idx="408" formatCode="General">
                  <c:v>24.54</c:v>
                </c:pt>
                <c:pt idx="409" formatCode="General">
                  <c:v>24.6</c:v>
                </c:pt>
                <c:pt idx="410" formatCode="General">
                  <c:v>24.66</c:v>
                </c:pt>
                <c:pt idx="411" formatCode="General">
                  <c:v>24.72</c:v>
                </c:pt>
                <c:pt idx="412" formatCode="General">
                  <c:v>24.78</c:v>
                </c:pt>
                <c:pt idx="413" formatCode="General">
                  <c:v>24.84</c:v>
                </c:pt>
                <c:pt idx="414" formatCode="General">
                  <c:v>24.9</c:v>
                </c:pt>
                <c:pt idx="415" formatCode="General">
                  <c:v>24.96</c:v>
                </c:pt>
                <c:pt idx="416" formatCode="General">
                  <c:v>25.02</c:v>
                </c:pt>
                <c:pt idx="417" formatCode="General">
                  <c:v>25.08</c:v>
                </c:pt>
                <c:pt idx="418" formatCode="General">
                  <c:v>25.14</c:v>
                </c:pt>
                <c:pt idx="419" formatCode="General">
                  <c:v>25.2</c:v>
                </c:pt>
                <c:pt idx="420" formatCode="General">
                  <c:v>25.26</c:v>
                </c:pt>
                <c:pt idx="421" formatCode="General">
                  <c:v>25.32</c:v>
                </c:pt>
                <c:pt idx="422" formatCode="General">
                  <c:v>25.38</c:v>
                </c:pt>
                <c:pt idx="423" formatCode="General">
                  <c:v>25.44</c:v>
                </c:pt>
                <c:pt idx="424" formatCode="General">
                  <c:v>25.5</c:v>
                </c:pt>
                <c:pt idx="425" formatCode="General">
                  <c:v>25.56</c:v>
                </c:pt>
                <c:pt idx="426" formatCode="General">
                  <c:v>25.62</c:v>
                </c:pt>
                <c:pt idx="427" formatCode="General">
                  <c:v>25.68</c:v>
                </c:pt>
                <c:pt idx="428" formatCode="General">
                  <c:v>25.74</c:v>
                </c:pt>
                <c:pt idx="429" formatCode="General">
                  <c:v>25.8</c:v>
                </c:pt>
                <c:pt idx="430" formatCode="General">
                  <c:v>25.86</c:v>
                </c:pt>
                <c:pt idx="431" formatCode="General">
                  <c:v>25.92</c:v>
                </c:pt>
                <c:pt idx="432" formatCode="General">
                  <c:v>25.98</c:v>
                </c:pt>
                <c:pt idx="433" formatCode="General">
                  <c:v>26.04</c:v>
                </c:pt>
                <c:pt idx="434" formatCode="General">
                  <c:v>26.1</c:v>
                </c:pt>
                <c:pt idx="435" formatCode="General">
                  <c:v>26.16</c:v>
                </c:pt>
                <c:pt idx="436" formatCode="General">
                  <c:v>26.22</c:v>
                </c:pt>
                <c:pt idx="437" formatCode="General">
                  <c:v>26.28</c:v>
                </c:pt>
                <c:pt idx="438" formatCode="General">
                  <c:v>26.34</c:v>
                </c:pt>
                <c:pt idx="439" formatCode="General">
                  <c:v>26.4</c:v>
                </c:pt>
                <c:pt idx="440" formatCode="General">
                  <c:v>26.46</c:v>
                </c:pt>
                <c:pt idx="441" formatCode="General">
                  <c:v>26.52</c:v>
                </c:pt>
                <c:pt idx="442" formatCode="General">
                  <c:v>26.58</c:v>
                </c:pt>
                <c:pt idx="443" formatCode="General">
                  <c:v>26.64</c:v>
                </c:pt>
                <c:pt idx="444" formatCode="General">
                  <c:v>26.7</c:v>
                </c:pt>
                <c:pt idx="445" formatCode="General">
                  <c:v>26.76</c:v>
                </c:pt>
                <c:pt idx="446" formatCode="General">
                  <c:v>26.82</c:v>
                </c:pt>
                <c:pt idx="447" formatCode="General">
                  <c:v>26.88</c:v>
                </c:pt>
                <c:pt idx="448" formatCode="General">
                  <c:v>26.94</c:v>
                </c:pt>
                <c:pt idx="449" formatCode="General">
                  <c:v>27</c:v>
                </c:pt>
                <c:pt idx="450" formatCode="General">
                  <c:v>27.06</c:v>
                </c:pt>
                <c:pt idx="451" formatCode="General">
                  <c:v>27.12</c:v>
                </c:pt>
                <c:pt idx="452" formatCode="General">
                  <c:v>27.18</c:v>
                </c:pt>
                <c:pt idx="453" formatCode="General">
                  <c:v>27.24</c:v>
                </c:pt>
                <c:pt idx="454" formatCode="General">
                  <c:v>27.3</c:v>
                </c:pt>
                <c:pt idx="455" formatCode="General">
                  <c:v>27.36</c:v>
                </c:pt>
                <c:pt idx="456" formatCode="General">
                  <c:v>27.42</c:v>
                </c:pt>
                <c:pt idx="457" formatCode="General">
                  <c:v>27.48</c:v>
                </c:pt>
                <c:pt idx="458" formatCode="General">
                  <c:v>27.54</c:v>
                </c:pt>
                <c:pt idx="459" formatCode="General">
                  <c:v>27.6</c:v>
                </c:pt>
                <c:pt idx="460" formatCode="General">
                  <c:v>27.66</c:v>
                </c:pt>
                <c:pt idx="461" formatCode="General">
                  <c:v>27.72</c:v>
                </c:pt>
                <c:pt idx="462" formatCode="General">
                  <c:v>27.78</c:v>
                </c:pt>
                <c:pt idx="463" formatCode="General">
                  <c:v>27.84</c:v>
                </c:pt>
                <c:pt idx="464" formatCode="General">
                  <c:v>27.9</c:v>
                </c:pt>
                <c:pt idx="465" formatCode="General">
                  <c:v>27.96</c:v>
                </c:pt>
                <c:pt idx="466" formatCode="General">
                  <c:v>28.02</c:v>
                </c:pt>
                <c:pt idx="467" formatCode="General">
                  <c:v>28.08</c:v>
                </c:pt>
                <c:pt idx="468" formatCode="General">
                  <c:v>28.14</c:v>
                </c:pt>
                <c:pt idx="469" formatCode="General">
                  <c:v>28.2</c:v>
                </c:pt>
                <c:pt idx="470" formatCode="General">
                  <c:v>28.26</c:v>
                </c:pt>
                <c:pt idx="471" formatCode="General">
                  <c:v>28.32</c:v>
                </c:pt>
                <c:pt idx="472" formatCode="General">
                  <c:v>28.38</c:v>
                </c:pt>
                <c:pt idx="473" formatCode="General">
                  <c:v>28.44</c:v>
                </c:pt>
                <c:pt idx="474" formatCode="General">
                  <c:v>28.5</c:v>
                </c:pt>
                <c:pt idx="475" formatCode="General">
                  <c:v>28.56</c:v>
                </c:pt>
                <c:pt idx="476" formatCode="General">
                  <c:v>28.62</c:v>
                </c:pt>
                <c:pt idx="477" formatCode="General">
                  <c:v>28.68</c:v>
                </c:pt>
                <c:pt idx="478" formatCode="General">
                  <c:v>28.74</c:v>
                </c:pt>
                <c:pt idx="479" formatCode="General">
                  <c:v>28.8</c:v>
                </c:pt>
                <c:pt idx="480" formatCode="General">
                  <c:v>28.86</c:v>
                </c:pt>
                <c:pt idx="481" formatCode="General">
                  <c:v>28.92</c:v>
                </c:pt>
                <c:pt idx="482" formatCode="General">
                  <c:v>28.98</c:v>
                </c:pt>
                <c:pt idx="483" formatCode="General">
                  <c:v>29.04</c:v>
                </c:pt>
                <c:pt idx="484" formatCode="General">
                  <c:v>29.1</c:v>
                </c:pt>
                <c:pt idx="485" formatCode="General">
                  <c:v>29.16</c:v>
                </c:pt>
                <c:pt idx="486" formatCode="General">
                  <c:v>29.22</c:v>
                </c:pt>
                <c:pt idx="487" formatCode="General">
                  <c:v>29.28</c:v>
                </c:pt>
                <c:pt idx="488" formatCode="General">
                  <c:v>29.34</c:v>
                </c:pt>
                <c:pt idx="489" formatCode="General">
                  <c:v>29.4</c:v>
                </c:pt>
                <c:pt idx="490" formatCode="General">
                  <c:v>29.46</c:v>
                </c:pt>
                <c:pt idx="491" formatCode="General">
                  <c:v>29.52</c:v>
                </c:pt>
                <c:pt idx="492" formatCode="General">
                  <c:v>29.58</c:v>
                </c:pt>
                <c:pt idx="493" formatCode="General">
                  <c:v>29.64</c:v>
                </c:pt>
                <c:pt idx="494" formatCode="General">
                  <c:v>29.7</c:v>
                </c:pt>
                <c:pt idx="495" formatCode="General">
                  <c:v>29.76</c:v>
                </c:pt>
                <c:pt idx="496" formatCode="General">
                  <c:v>29.82</c:v>
                </c:pt>
                <c:pt idx="497" formatCode="General">
                  <c:v>29.88</c:v>
                </c:pt>
                <c:pt idx="498" formatCode="General">
                  <c:v>29.94</c:v>
                </c:pt>
                <c:pt idx="499" formatCode="General">
                  <c:v>30</c:v>
                </c:pt>
                <c:pt idx="500" formatCode="General">
                  <c:v>30.06</c:v>
                </c:pt>
                <c:pt idx="501" formatCode="General">
                  <c:v>30.12</c:v>
                </c:pt>
                <c:pt idx="502" formatCode="General">
                  <c:v>30.18</c:v>
                </c:pt>
                <c:pt idx="503" formatCode="General">
                  <c:v>30.24</c:v>
                </c:pt>
                <c:pt idx="504" formatCode="General">
                  <c:v>30.3</c:v>
                </c:pt>
                <c:pt idx="505" formatCode="General">
                  <c:v>30.36</c:v>
                </c:pt>
                <c:pt idx="506" formatCode="General">
                  <c:v>30.42</c:v>
                </c:pt>
                <c:pt idx="507" formatCode="General">
                  <c:v>30.48</c:v>
                </c:pt>
                <c:pt idx="508" formatCode="General">
                  <c:v>30.54</c:v>
                </c:pt>
                <c:pt idx="509" formatCode="General">
                  <c:v>30.6</c:v>
                </c:pt>
                <c:pt idx="510" formatCode="General">
                  <c:v>30.66</c:v>
                </c:pt>
                <c:pt idx="511" formatCode="General">
                  <c:v>30.72</c:v>
                </c:pt>
                <c:pt idx="512" formatCode="General">
                  <c:v>30.78</c:v>
                </c:pt>
                <c:pt idx="513" formatCode="General">
                  <c:v>30.84</c:v>
                </c:pt>
                <c:pt idx="514" formatCode="General">
                  <c:v>30.9</c:v>
                </c:pt>
                <c:pt idx="515" formatCode="General">
                  <c:v>30.96</c:v>
                </c:pt>
                <c:pt idx="516" formatCode="General">
                  <c:v>31.02</c:v>
                </c:pt>
              </c:numCache>
            </c:numRef>
          </c:xVal>
          <c:yVal>
            <c:numRef>
              <c:f>二体分布関数!$D$2:$D$1550</c:f>
              <c:numCache>
                <c:formatCode>0.00E+00</c:formatCode>
                <c:ptCount val="517"/>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1.313463E-2</c:v>
                </c:pt>
                <c:pt idx="43">
                  <c:v>3.4497130000000001E-2</c:v>
                </c:pt>
                <c:pt idx="44">
                  <c:v>0.55468079999999997</c:v>
                </c:pt>
                <c:pt idx="45" formatCode="General">
                  <c:v>3.3772099999999998</c:v>
                </c:pt>
                <c:pt idx="46" formatCode="General">
                  <c:v>6.4095979999999999</c:v>
                </c:pt>
                <c:pt idx="47" formatCode="General">
                  <c:v>6.5827679999999997</c:v>
                </c:pt>
                <c:pt idx="48" formatCode="General">
                  <c:v>4.2736000000000001</c:v>
                </c:pt>
                <c:pt idx="49" formatCode="General">
                  <c:v>2.931346</c:v>
                </c:pt>
                <c:pt idx="50" formatCode="General">
                  <c:v>1.9841709999999999</c:v>
                </c:pt>
                <c:pt idx="51" formatCode="General">
                  <c:v>1.2484440000000001</c:v>
                </c:pt>
                <c:pt idx="52">
                  <c:v>0.89917250000000004</c:v>
                </c:pt>
                <c:pt idx="53">
                  <c:v>0.72042790000000001</c:v>
                </c:pt>
                <c:pt idx="54">
                  <c:v>0.56400550000000005</c:v>
                </c:pt>
                <c:pt idx="55">
                  <c:v>0.46853509999999998</c:v>
                </c:pt>
                <c:pt idx="56">
                  <c:v>0.44663360000000002</c:v>
                </c:pt>
                <c:pt idx="57">
                  <c:v>0.34292660000000003</c:v>
                </c:pt>
                <c:pt idx="58">
                  <c:v>0.31395859999999998</c:v>
                </c:pt>
                <c:pt idx="59">
                  <c:v>0.32887919999999998</c:v>
                </c:pt>
                <c:pt idx="60">
                  <c:v>0.2676017</c:v>
                </c:pt>
                <c:pt idx="61">
                  <c:v>0.31116290000000002</c:v>
                </c:pt>
                <c:pt idx="62">
                  <c:v>0.32125019999999999</c:v>
                </c:pt>
                <c:pt idx="63">
                  <c:v>0.30387809999999998</c:v>
                </c:pt>
                <c:pt idx="64">
                  <c:v>0.37938749999999999</c:v>
                </c:pt>
                <c:pt idx="65">
                  <c:v>0.31779940000000001</c:v>
                </c:pt>
                <c:pt idx="66">
                  <c:v>0.38142199999999998</c:v>
                </c:pt>
                <c:pt idx="67">
                  <c:v>0.44644470000000003</c:v>
                </c:pt>
                <c:pt idx="68">
                  <c:v>0.51266610000000001</c:v>
                </c:pt>
                <c:pt idx="69">
                  <c:v>0.55264440000000004</c:v>
                </c:pt>
                <c:pt idx="70">
                  <c:v>0.61065849999999999</c:v>
                </c:pt>
                <c:pt idx="71">
                  <c:v>0.60552609999999996</c:v>
                </c:pt>
                <c:pt idx="72">
                  <c:v>0.76565150000000004</c:v>
                </c:pt>
                <c:pt idx="73">
                  <c:v>0.83380049999999994</c:v>
                </c:pt>
                <c:pt idx="74" formatCode="General">
                  <c:v>1.0405489999999999</c:v>
                </c:pt>
                <c:pt idx="75" formatCode="General">
                  <c:v>1.077469</c:v>
                </c:pt>
                <c:pt idx="76" formatCode="General">
                  <c:v>1.220683</c:v>
                </c:pt>
                <c:pt idx="77" formatCode="General">
                  <c:v>1.4121330000000001</c:v>
                </c:pt>
                <c:pt idx="78" formatCode="General">
                  <c:v>1.3989860000000001</c:v>
                </c:pt>
                <c:pt idx="79" formatCode="General">
                  <c:v>1.4685870000000001</c:v>
                </c:pt>
                <c:pt idx="80" formatCode="General">
                  <c:v>1.452909</c:v>
                </c:pt>
                <c:pt idx="81" formatCode="General">
                  <c:v>1.4050469999999999</c:v>
                </c:pt>
                <c:pt idx="82" formatCode="General">
                  <c:v>1.423395</c:v>
                </c:pt>
                <c:pt idx="83" formatCode="General">
                  <c:v>1.3811020000000001</c:v>
                </c:pt>
                <c:pt idx="84" formatCode="General">
                  <c:v>1.33283</c:v>
                </c:pt>
                <c:pt idx="85" formatCode="General">
                  <c:v>1.238802</c:v>
                </c:pt>
                <c:pt idx="86" formatCode="General">
                  <c:v>1.191235</c:v>
                </c:pt>
                <c:pt idx="87" formatCode="General">
                  <c:v>1.1980299999999999</c:v>
                </c:pt>
                <c:pt idx="88" formatCode="General">
                  <c:v>1.148263</c:v>
                </c:pt>
                <c:pt idx="89" formatCode="General">
                  <c:v>1.0726659999999999</c:v>
                </c:pt>
                <c:pt idx="90" formatCode="General">
                  <c:v>1.07195</c:v>
                </c:pt>
                <c:pt idx="91" formatCode="General">
                  <c:v>1.1484859999999999</c:v>
                </c:pt>
                <c:pt idx="92" formatCode="General">
                  <c:v>1.115496</c:v>
                </c:pt>
                <c:pt idx="93" formatCode="General">
                  <c:v>1.1269340000000001</c:v>
                </c:pt>
                <c:pt idx="94" formatCode="General">
                  <c:v>1.1517729999999999</c:v>
                </c:pt>
                <c:pt idx="95" formatCode="General">
                  <c:v>1.0244679999999999</c:v>
                </c:pt>
                <c:pt idx="96">
                  <c:v>0.95118389999999997</c:v>
                </c:pt>
                <c:pt idx="97">
                  <c:v>0.9072152</c:v>
                </c:pt>
                <c:pt idx="98">
                  <c:v>0.81897710000000001</c:v>
                </c:pt>
                <c:pt idx="99">
                  <c:v>0.76260629999999996</c:v>
                </c:pt>
                <c:pt idx="100">
                  <c:v>0.68805930000000004</c:v>
                </c:pt>
                <c:pt idx="101">
                  <c:v>0.64487090000000002</c:v>
                </c:pt>
                <c:pt idx="102">
                  <c:v>0.65530270000000002</c:v>
                </c:pt>
                <c:pt idx="103">
                  <c:v>0.64107740000000002</c:v>
                </c:pt>
                <c:pt idx="104">
                  <c:v>0.65756210000000004</c:v>
                </c:pt>
                <c:pt idx="105">
                  <c:v>0.67655600000000005</c:v>
                </c:pt>
                <c:pt idx="106">
                  <c:v>0.68571260000000001</c:v>
                </c:pt>
                <c:pt idx="107">
                  <c:v>0.72460769999999997</c:v>
                </c:pt>
                <c:pt idx="108">
                  <c:v>0.81153790000000003</c:v>
                </c:pt>
                <c:pt idx="109">
                  <c:v>0.8691082</c:v>
                </c:pt>
                <c:pt idx="110">
                  <c:v>0.93187359999999997</c:v>
                </c:pt>
                <c:pt idx="111">
                  <c:v>0.9593545</c:v>
                </c:pt>
                <c:pt idx="112" formatCode="General">
                  <c:v>1.0708359999999999</c:v>
                </c:pt>
                <c:pt idx="113" formatCode="General">
                  <c:v>1.0951139999999999</c:v>
                </c:pt>
                <c:pt idx="114" formatCode="General">
                  <c:v>1.16981</c:v>
                </c:pt>
                <c:pt idx="115" formatCode="General">
                  <c:v>1.1876310000000001</c:v>
                </c:pt>
                <c:pt idx="116" formatCode="General">
                  <c:v>1.1651990000000001</c:v>
                </c:pt>
                <c:pt idx="117" formatCode="General">
                  <c:v>1.212251</c:v>
                </c:pt>
                <c:pt idx="118" formatCode="General">
                  <c:v>1.1911050000000001</c:v>
                </c:pt>
                <c:pt idx="119" formatCode="General">
                  <c:v>1.170493</c:v>
                </c:pt>
                <c:pt idx="120" formatCode="General">
                  <c:v>1.1632530000000001</c:v>
                </c:pt>
                <c:pt idx="121" formatCode="General">
                  <c:v>1.16425</c:v>
                </c:pt>
                <c:pt idx="122" formatCode="General">
                  <c:v>1.1453960000000001</c:v>
                </c:pt>
                <c:pt idx="123" formatCode="General">
                  <c:v>1.1542429999999999</c:v>
                </c:pt>
                <c:pt idx="124" formatCode="General">
                  <c:v>1.1276889999999999</c:v>
                </c:pt>
                <c:pt idx="125" formatCode="General">
                  <c:v>1.099534</c:v>
                </c:pt>
                <c:pt idx="126" formatCode="General">
                  <c:v>1.0916980000000001</c:v>
                </c:pt>
                <c:pt idx="127" formatCode="General">
                  <c:v>1.060254</c:v>
                </c:pt>
                <c:pt idx="128" formatCode="General">
                  <c:v>1.0555559999999999</c:v>
                </c:pt>
                <c:pt idx="129" formatCode="General">
                  <c:v>1.0056069999999999</c:v>
                </c:pt>
                <c:pt idx="130" formatCode="General">
                  <c:v>1.022864</c:v>
                </c:pt>
                <c:pt idx="131">
                  <c:v>0.94086689999999995</c:v>
                </c:pt>
                <c:pt idx="132">
                  <c:v>0.93569619999999998</c:v>
                </c:pt>
                <c:pt idx="133">
                  <c:v>0.93598479999999995</c:v>
                </c:pt>
                <c:pt idx="134">
                  <c:v>0.93383020000000005</c:v>
                </c:pt>
                <c:pt idx="135">
                  <c:v>0.90668879999999996</c:v>
                </c:pt>
                <c:pt idx="136">
                  <c:v>0.87635549999999995</c:v>
                </c:pt>
                <c:pt idx="137">
                  <c:v>0.87294669999999996</c:v>
                </c:pt>
                <c:pt idx="138">
                  <c:v>0.89154290000000003</c:v>
                </c:pt>
                <c:pt idx="139">
                  <c:v>0.88628689999999999</c:v>
                </c:pt>
                <c:pt idx="140">
                  <c:v>0.89513830000000005</c:v>
                </c:pt>
                <c:pt idx="141">
                  <c:v>0.87564940000000002</c:v>
                </c:pt>
                <c:pt idx="142">
                  <c:v>0.90768669999999996</c:v>
                </c:pt>
                <c:pt idx="143">
                  <c:v>0.92059829999999998</c:v>
                </c:pt>
                <c:pt idx="144">
                  <c:v>0.89668150000000002</c:v>
                </c:pt>
                <c:pt idx="145">
                  <c:v>0.91605800000000004</c:v>
                </c:pt>
                <c:pt idx="146">
                  <c:v>0.92976829999999999</c:v>
                </c:pt>
                <c:pt idx="147">
                  <c:v>0.9563313</c:v>
                </c:pt>
                <c:pt idx="148">
                  <c:v>0.94189670000000003</c:v>
                </c:pt>
                <c:pt idx="149">
                  <c:v>0.96149280000000004</c:v>
                </c:pt>
                <c:pt idx="150" formatCode="General">
                  <c:v>1.0145740000000001</c:v>
                </c:pt>
                <c:pt idx="151" formatCode="General">
                  <c:v>1.009153</c:v>
                </c:pt>
                <c:pt idx="152" formatCode="General">
                  <c:v>1.0649979999999999</c:v>
                </c:pt>
                <c:pt idx="153" formatCode="General">
                  <c:v>1.0642689999999999</c:v>
                </c:pt>
                <c:pt idx="154" formatCode="General">
                  <c:v>1.0647340000000001</c:v>
                </c:pt>
                <c:pt idx="155" formatCode="General">
                  <c:v>1.076077</c:v>
                </c:pt>
                <c:pt idx="156" formatCode="General">
                  <c:v>1.1042879999999999</c:v>
                </c:pt>
                <c:pt idx="157" formatCode="General">
                  <c:v>1.1049469999999999</c:v>
                </c:pt>
                <c:pt idx="158" formatCode="General">
                  <c:v>1.098778</c:v>
                </c:pt>
                <c:pt idx="159" formatCode="General">
                  <c:v>1.088406</c:v>
                </c:pt>
                <c:pt idx="160" formatCode="General">
                  <c:v>1.113343</c:v>
                </c:pt>
                <c:pt idx="161" formatCode="General">
                  <c:v>1.0741909999999999</c:v>
                </c:pt>
                <c:pt idx="162" formatCode="General">
                  <c:v>1.0802480000000001</c:v>
                </c:pt>
                <c:pt idx="163" formatCode="General">
                  <c:v>1.0113540000000001</c:v>
                </c:pt>
                <c:pt idx="164" formatCode="General">
                  <c:v>1.035485</c:v>
                </c:pt>
                <c:pt idx="165" formatCode="General">
                  <c:v>1.043979</c:v>
                </c:pt>
                <c:pt idx="166">
                  <c:v>0.99014899999999995</c:v>
                </c:pt>
                <c:pt idx="167">
                  <c:v>0.99668250000000003</c:v>
                </c:pt>
                <c:pt idx="168">
                  <c:v>0.97875719999999999</c:v>
                </c:pt>
                <c:pt idx="169">
                  <c:v>0.9517293</c:v>
                </c:pt>
                <c:pt idx="170">
                  <c:v>0.95329699999999995</c:v>
                </c:pt>
                <c:pt idx="171">
                  <c:v>0.95763710000000002</c:v>
                </c:pt>
                <c:pt idx="172">
                  <c:v>0.957959</c:v>
                </c:pt>
                <c:pt idx="173">
                  <c:v>0.955202</c:v>
                </c:pt>
                <c:pt idx="174">
                  <c:v>0.92250790000000005</c:v>
                </c:pt>
                <c:pt idx="175">
                  <c:v>0.93479239999999997</c:v>
                </c:pt>
                <c:pt idx="176">
                  <c:v>0.93860120000000002</c:v>
                </c:pt>
                <c:pt idx="177">
                  <c:v>0.92770160000000002</c:v>
                </c:pt>
                <c:pt idx="178">
                  <c:v>0.94351600000000002</c:v>
                </c:pt>
                <c:pt idx="179">
                  <c:v>0.94805360000000005</c:v>
                </c:pt>
                <c:pt idx="180">
                  <c:v>0.94186959999999997</c:v>
                </c:pt>
                <c:pt idx="181">
                  <c:v>0.97022489999999995</c:v>
                </c:pt>
                <c:pt idx="182">
                  <c:v>0.9647268</c:v>
                </c:pt>
                <c:pt idx="183">
                  <c:v>0.98063219999999995</c:v>
                </c:pt>
                <c:pt idx="184">
                  <c:v>0.981236</c:v>
                </c:pt>
                <c:pt idx="185">
                  <c:v>0.98282329999999996</c:v>
                </c:pt>
                <c:pt idx="186" formatCode="General">
                  <c:v>1.007066</c:v>
                </c:pt>
                <c:pt idx="187" formatCode="General">
                  <c:v>1.0197449999999999</c:v>
                </c:pt>
                <c:pt idx="188" formatCode="General">
                  <c:v>1.0142519999999999</c:v>
                </c:pt>
                <c:pt idx="189" formatCode="General">
                  <c:v>1.0422880000000001</c:v>
                </c:pt>
                <c:pt idx="190" formatCode="General">
                  <c:v>1.0392250000000001</c:v>
                </c:pt>
                <c:pt idx="191" formatCode="General">
                  <c:v>1.020851</c:v>
                </c:pt>
                <c:pt idx="192" formatCode="General">
                  <c:v>1.059364</c:v>
                </c:pt>
                <c:pt idx="193" formatCode="General">
                  <c:v>1.0579890000000001</c:v>
                </c:pt>
                <c:pt idx="194" formatCode="General">
                  <c:v>1.0324759999999999</c:v>
                </c:pt>
                <c:pt idx="195" formatCode="General">
                  <c:v>1.0428299999999999</c:v>
                </c:pt>
                <c:pt idx="196" formatCode="General">
                  <c:v>1.0515129999999999</c:v>
                </c:pt>
                <c:pt idx="197" formatCode="General">
                  <c:v>1.0520700000000001</c:v>
                </c:pt>
                <c:pt idx="198" formatCode="General">
                  <c:v>1.032324</c:v>
                </c:pt>
                <c:pt idx="199" formatCode="General">
                  <c:v>1.0683229999999999</c:v>
                </c:pt>
                <c:pt idx="200" formatCode="General">
                  <c:v>1.023304</c:v>
                </c:pt>
                <c:pt idx="201" formatCode="General">
                  <c:v>1.007692</c:v>
                </c:pt>
                <c:pt idx="202" formatCode="General">
                  <c:v>1.0100169999999999</c:v>
                </c:pt>
                <c:pt idx="203">
                  <c:v>0.99211510000000003</c:v>
                </c:pt>
                <c:pt idx="204">
                  <c:v>0.98347090000000004</c:v>
                </c:pt>
                <c:pt idx="205" formatCode="General">
                  <c:v>1.0038499999999999</c:v>
                </c:pt>
                <c:pt idx="206">
                  <c:v>0.96696740000000003</c:v>
                </c:pt>
                <c:pt idx="207">
                  <c:v>0.96919999999999995</c:v>
                </c:pt>
                <c:pt idx="208">
                  <c:v>0.96342269999999997</c:v>
                </c:pt>
                <c:pt idx="209">
                  <c:v>0.95660959999999995</c:v>
                </c:pt>
                <c:pt idx="210">
                  <c:v>0.96542939999999999</c:v>
                </c:pt>
                <c:pt idx="211">
                  <c:v>0.95890989999999998</c:v>
                </c:pt>
                <c:pt idx="212">
                  <c:v>0.94296809999999998</c:v>
                </c:pt>
                <c:pt idx="213">
                  <c:v>0.96387429999999996</c:v>
                </c:pt>
                <c:pt idx="214">
                  <c:v>0.98566529999999997</c:v>
                </c:pt>
                <c:pt idx="215">
                  <c:v>0.96484740000000002</c:v>
                </c:pt>
                <c:pt idx="216">
                  <c:v>0.95159130000000003</c:v>
                </c:pt>
                <c:pt idx="217">
                  <c:v>0.98708680000000004</c:v>
                </c:pt>
                <c:pt idx="218">
                  <c:v>0.98961319999999997</c:v>
                </c:pt>
                <c:pt idx="219">
                  <c:v>0.99268029999999996</c:v>
                </c:pt>
                <c:pt idx="220">
                  <c:v>0.98371710000000001</c:v>
                </c:pt>
                <c:pt idx="221" formatCode="General">
                  <c:v>1.0014860000000001</c:v>
                </c:pt>
                <c:pt idx="222">
                  <c:v>0.99313459999999998</c:v>
                </c:pt>
                <c:pt idx="223" formatCode="General">
                  <c:v>1.015023</c:v>
                </c:pt>
                <c:pt idx="224" formatCode="General">
                  <c:v>1.011298</c:v>
                </c:pt>
                <c:pt idx="225" formatCode="General">
                  <c:v>1.012473</c:v>
                </c:pt>
                <c:pt idx="226" formatCode="General">
                  <c:v>1.0172410000000001</c:v>
                </c:pt>
                <c:pt idx="227" formatCode="General">
                  <c:v>1.050969</c:v>
                </c:pt>
                <c:pt idx="228" formatCode="General">
                  <c:v>1.031158</c:v>
                </c:pt>
                <c:pt idx="229" formatCode="General">
                  <c:v>1.0325409999999999</c:v>
                </c:pt>
                <c:pt idx="230" formatCode="General">
                  <c:v>1.0389820000000001</c:v>
                </c:pt>
                <c:pt idx="231" formatCode="General">
                  <c:v>1.0552010000000001</c:v>
                </c:pt>
                <c:pt idx="232" formatCode="General">
                  <c:v>1.0431429999999999</c:v>
                </c:pt>
                <c:pt idx="233" formatCode="General">
                  <c:v>1.0332479999999999</c:v>
                </c:pt>
                <c:pt idx="234" formatCode="General">
                  <c:v>1.015568</c:v>
                </c:pt>
                <c:pt idx="235" formatCode="General">
                  <c:v>1.0122119999999999</c:v>
                </c:pt>
                <c:pt idx="236" formatCode="General">
                  <c:v>1.0125519999999999</c:v>
                </c:pt>
                <c:pt idx="237" formatCode="General">
                  <c:v>1.0065269999999999</c:v>
                </c:pt>
                <c:pt idx="238" formatCode="General">
                  <c:v>1.0282039999999999</c:v>
                </c:pt>
                <c:pt idx="239">
                  <c:v>0.9965678</c:v>
                </c:pt>
                <c:pt idx="240">
                  <c:v>0.99395979999999995</c:v>
                </c:pt>
                <c:pt idx="241">
                  <c:v>0.97974890000000003</c:v>
                </c:pt>
                <c:pt idx="242">
                  <c:v>0.97982499999999995</c:v>
                </c:pt>
                <c:pt idx="243">
                  <c:v>0.96660889999999999</c:v>
                </c:pt>
                <c:pt idx="244">
                  <c:v>0.98149390000000003</c:v>
                </c:pt>
                <c:pt idx="245">
                  <c:v>0.97734319999999997</c:v>
                </c:pt>
                <c:pt idx="246">
                  <c:v>0.99950119999999998</c:v>
                </c:pt>
                <c:pt idx="247">
                  <c:v>0.96707279999999995</c:v>
                </c:pt>
                <c:pt idx="248">
                  <c:v>0.98566390000000004</c:v>
                </c:pt>
                <c:pt idx="249">
                  <c:v>0.98070880000000005</c:v>
                </c:pt>
                <c:pt idx="250">
                  <c:v>0.9764758</c:v>
                </c:pt>
                <c:pt idx="251">
                  <c:v>0.98069300000000004</c:v>
                </c:pt>
                <c:pt idx="252">
                  <c:v>0.96982539999999995</c:v>
                </c:pt>
                <c:pt idx="253">
                  <c:v>0.9887437</c:v>
                </c:pt>
                <c:pt idx="254">
                  <c:v>0.99164890000000006</c:v>
                </c:pt>
                <c:pt idx="255">
                  <c:v>0.99818450000000003</c:v>
                </c:pt>
                <c:pt idx="256">
                  <c:v>0.99364920000000001</c:v>
                </c:pt>
                <c:pt idx="257">
                  <c:v>0.98669110000000004</c:v>
                </c:pt>
                <c:pt idx="258" formatCode="General">
                  <c:v>1.009228</c:v>
                </c:pt>
                <c:pt idx="259" formatCode="General">
                  <c:v>1.0108200000000001</c:v>
                </c:pt>
                <c:pt idx="260">
                  <c:v>0.99212639999999996</c:v>
                </c:pt>
                <c:pt idx="261" formatCode="General">
                  <c:v>1.0021690000000001</c:v>
                </c:pt>
                <c:pt idx="262" formatCode="General">
                  <c:v>1.018615</c:v>
                </c:pt>
                <c:pt idx="263" formatCode="General">
                  <c:v>1.0208440000000001</c:v>
                </c:pt>
                <c:pt idx="264" formatCode="General">
                  <c:v>1.024221</c:v>
                </c:pt>
                <c:pt idx="265" formatCode="General">
                  <c:v>1.0282910000000001</c:v>
                </c:pt>
                <c:pt idx="266" formatCode="General">
                  <c:v>1.024095</c:v>
                </c:pt>
                <c:pt idx="267" formatCode="General">
                  <c:v>1.0187489999999999</c:v>
                </c:pt>
                <c:pt idx="268" formatCode="General">
                  <c:v>1.018154</c:v>
                </c:pt>
                <c:pt idx="269" formatCode="General">
                  <c:v>1.0025470000000001</c:v>
                </c:pt>
                <c:pt idx="270" formatCode="General">
                  <c:v>1.0092159999999999</c:v>
                </c:pt>
                <c:pt idx="271" formatCode="General">
                  <c:v>1.0119860000000001</c:v>
                </c:pt>
                <c:pt idx="272" formatCode="General">
                  <c:v>1.0114289999999999</c:v>
                </c:pt>
                <c:pt idx="273">
                  <c:v>0.99613379999999996</c:v>
                </c:pt>
                <c:pt idx="274" formatCode="General">
                  <c:v>1.0116240000000001</c:v>
                </c:pt>
                <c:pt idx="275" formatCode="General">
                  <c:v>1.005582</c:v>
                </c:pt>
                <c:pt idx="276">
                  <c:v>0.99873000000000001</c:v>
                </c:pt>
                <c:pt idx="277" formatCode="General">
                  <c:v>1.009706</c:v>
                </c:pt>
                <c:pt idx="278">
                  <c:v>0.9930428</c:v>
                </c:pt>
                <c:pt idx="279">
                  <c:v>0.97589440000000005</c:v>
                </c:pt>
                <c:pt idx="280">
                  <c:v>0.97780389999999995</c:v>
                </c:pt>
                <c:pt idx="281" formatCode="General">
                  <c:v>1.000658</c:v>
                </c:pt>
                <c:pt idx="282">
                  <c:v>0.9768445</c:v>
                </c:pt>
                <c:pt idx="283">
                  <c:v>0.98337719999999995</c:v>
                </c:pt>
                <c:pt idx="284">
                  <c:v>0.97275080000000003</c:v>
                </c:pt>
                <c:pt idx="285">
                  <c:v>0.97850519999999996</c:v>
                </c:pt>
                <c:pt idx="286">
                  <c:v>0.97958559999999995</c:v>
                </c:pt>
                <c:pt idx="287">
                  <c:v>0.96188750000000001</c:v>
                </c:pt>
                <c:pt idx="288">
                  <c:v>0.97116309999999995</c:v>
                </c:pt>
                <c:pt idx="289">
                  <c:v>0.98945709999999998</c:v>
                </c:pt>
                <c:pt idx="290">
                  <c:v>0.96230519999999997</c:v>
                </c:pt>
                <c:pt idx="291" formatCode="General">
                  <c:v>1.0105580000000001</c:v>
                </c:pt>
                <c:pt idx="292">
                  <c:v>0.98896070000000003</c:v>
                </c:pt>
                <c:pt idx="293">
                  <c:v>0.99411609999999995</c:v>
                </c:pt>
                <c:pt idx="294" formatCode="General">
                  <c:v>1.005179</c:v>
                </c:pt>
                <c:pt idx="295" formatCode="General">
                  <c:v>1.0125360000000001</c:v>
                </c:pt>
                <c:pt idx="296" formatCode="General">
                  <c:v>1.0175000000000001</c:v>
                </c:pt>
                <c:pt idx="297" formatCode="General">
                  <c:v>1.0126649999999999</c:v>
                </c:pt>
                <c:pt idx="298" formatCode="General">
                  <c:v>1.0123549999999999</c:v>
                </c:pt>
                <c:pt idx="299" formatCode="General">
                  <c:v>1.010812</c:v>
                </c:pt>
                <c:pt idx="300" formatCode="General">
                  <c:v>1.0118130000000001</c:v>
                </c:pt>
                <c:pt idx="301" formatCode="General">
                  <c:v>1.026427</c:v>
                </c:pt>
                <c:pt idx="302" formatCode="General">
                  <c:v>1.0238959999999999</c:v>
                </c:pt>
                <c:pt idx="303" formatCode="General">
                  <c:v>1.0173019999999999</c:v>
                </c:pt>
                <c:pt idx="304" formatCode="General">
                  <c:v>1.011034</c:v>
                </c:pt>
                <c:pt idx="305" formatCode="General">
                  <c:v>1.017665</c:v>
                </c:pt>
                <c:pt idx="306" formatCode="General">
                  <c:v>1.019228</c:v>
                </c:pt>
                <c:pt idx="307">
                  <c:v>0.9977068</c:v>
                </c:pt>
                <c:pt idx="308" formatCode="General">
                  <c:v>1.0028969999999999</c:v>
                </c:pt>
                <c:pt idx="309">
                  <c:v>0.99687919999999997</c:v>
                </c:pt>
                <c:pt idx="310">
                  <c:v>0.99694470000000002</c:v>
                </c:pt>
                <c:pt idx="311" formatCode="General">
                  <c:v>1.004224</c:v>
                </c:pt>
                <c:pt idx="312" formatCode="General">
                  <c:v>1.001598</c:v>
                </c:pt>
                <c:pt idx="313" formatCode="General">
                  <c:v>1.008777</c:v>
                </c:pt>
                <c:pt idx="314" formatCode="General">
                  <c:v>1.002443</c:v>
                </c:pt>
                <c:pt idx="315">
                  <c:v>0.98650159999999998</c:v>
                </c:pt>
                <c:pt idx="316">
                  <c:v>0.97780999999999996</c:v>
                </c:pt>
                <c:pt idx="317">
                  <c:v>0.97413170000000004</c:v>
                </c:pt>
                <c:pt idx="318">
                  <c:v>0.97764030000000002</c:v>
                </c:pt>
                <c:pt idx="319">
                  <c:v>0.99282630000000005</c:v>
                </c:pt>
                <c:pt idx="320">
                  <c:v>0.98741610000000002</c:v>
                </c:pt>
                <c:pt idx="321">
                  <c:v>0.98099979999999998</c:v>
                </c:pt>
                <c:pt idx="322">
                  <c:v>0.98965899999999996</c:v>
                </c:pt>
                <c:pt idx="323">
                  <c:v>0.99119429999999997</c:v>
                </c:pt>
                <c:pt idx="324">
                  <c:v>0.98159750000000001</c:v>
                </c:pt>
                <c:pt idx="325">
                  <c:v>0.9863826</c:v>
                </c:pt>
                <c:pt idx="326">
                  <c:v>0.98450400000000005</c:v>
                </c:pt>
                <c:pt idx="327" formatCode="General">
                  <c:v>1.0013110000000001</c:v>
                </c:pt>
                <c:pt idx="328" formatCode="General">
                  <c:v>1.0015719999999999</c:v>
                </c:pt>
                <c:pt idx="329">
                  <c:v>0.98842989999999997</c:v>
                </c:pt>
                <c:pt idx="330" formatCode="General">
                  <c:v>1.0054099999999999</c:v>
                </c:pt>
                <c:pt idx="331">
                  <c:v>0.99914210000000003</c:v>
                </c:pt>
                <c:pt idx="332" formatCode="General">
                  <c:v>1.0170779999999999</c:v>
                </c:pt>
                <c:pt idx="333" formatCode="General">
                  <c:v>1.010453</c:v>
                </c:pt>
                <c:pt idx="334" formatCode="General">
                  <c:v>1.0037799999999999</c:v>
                </c:pt>
                <c:pt idx="335" formatCode="General">
                  <c:v>1.0286850000000001</c:v>
                </c:pt>
                <c:pt idx="336" formatCode="General">
                  <c:v>1.007085</c:v>
                </c:pt>
                <c:pt idx="337" formatCode="General">
                  <c:v>1.0081500000000001</c:v>
                </c:pt>
                <c:pt idx="338" formatCode="General">
                  <c:v>1.022499</c:v>
                </c:pt>
                <c:pt idx="339" formatCode="General">
                  <c:v>1.0170189999999999</c:v>
                </c:pt>
                <c:pt idx="340" formatCode="General">
                  <c:v>1.0311650000000001</c:v>
                </c:pt>
                <c:pt idx="341" formatCode="General">
                  <c:v>1.015644</c:v>
                </c:pt>
                <c:pt idx="342" formatCode="General">
                  <c:v>1.010041</c:v>
                </c:pt>
                <c:pt idx="343" formatCode="General">
                  <c:v>1.0045360000000001</c:v>
                </c:pt>
                <c:pt idx="344" formatCode="General">
                  <c:v>1.0117290000000001</c:v>
                </c:pt>
                <c:pt idx="345" formatCode="General">
                  <c:v>1.015069</c:v>
                </c:pt>
                <c:pt idx="346" formatCode="General">
                  <c:v>1.012707</c:v>
                </c:pt>
                <c:pt idx="347">
                  <c:v>0.99977550000000004</c:v>
                </c:pt>
                <c:pt idx="348">
                  <c:v>0.99216000000000004</c:v>
                </c:pt>
                <c:pt idx="349">
                  <c:v>0.98506119999999997</c:v>
                </c:pt>
                <c:pt idx="350">
                  <c:v>0.99567059999999996</c:v>
                </c:pt>
                <c:pt idx="351">
                  <c:v>0.98521910000000001</c:v>
                </c:pt>
                <c:pt idx="352">
                  <c:v>0.98978010000000005</c:v>
                </c:pt>
                <c:pt idx="353">
                  <c:v>0.96796479999999996</c:v>
                </c:pt>
                <c:pt idx="354">
                  <c:v>0.98954750000000002</c:v>
                </c:pt>
                <c:pt idx="355">
                  <c:v>0.98854739999999997</c:v>
                </c:pt>
                <c:pt idx="356">
                  <c:v>0.99816669999999996</c:v>
                </c:pt>
                <c:pt idx="357">
                  <c:v>0.98966100000000001</c:v>
                </c:pt>
                <c:pt idx="358">
                  <c:v>0.98274189999999995</c:v>
                </c:pt>
                <c:pt idx="359">
                  <c:v>0.9710588</c:v>
                </c:pt>
                <c:pt idx="360">
                  <c:v>0.98972729999999998</c:v>
                </c:pt>
                <c:pt idx="361">
                  <c:v>0.98352530000000005</c:v>
                </c:pt>
                <c:pt idx="362">
                  <c:v>0.99608459999999999</c:v>
                </c:pt>
                <c:pt idx="363">
                  <c:v>0.99469770000000002</c:v>
                </c:pt>
                <c:pt idx="364">
                  <c:v>0.98838879999999996</c:v>
                </c:pt>
                <c:pt idx="365" formatCode="General">
                  <c:v>1.0068820000000001</c:v>
                </c:pt>
                <c:pt idx="366">
                  <c:v>0.99558729999999995</c:v>
                </c:pt>
                <c:pt idx="367" formatCode="General">
                  <c:v>1.001841</c:v>
                </c:pt>
                <c:pt idx="368" formatCode="General">
                  <c:v>1.015638</c:v>
                </c:pt>
                <c:pt idx="369" formatCode="General">
                  <c:v>1.00745</c:v>
                </c:pt>
                <c:pt idx="370" formatCode="General">
                  <c:v>1.0093049999999999</c:v>
                </c:pt>
                <c:pt idx="371" formatCode="General">
                  <c:v>1.0143279999999999</c:v>
                </c:pt>
                <c:pt idx="372" formatCode="General">
                  <c:v>1.012955</c:v>
                </c:pt>
                <c:pt idx="373" formatCode="General">
                  <c:v>1.022044</c:v>
                </c:pt>
                <c:pt idx="374" formatCode="General">
                  <c:v>1.009606</c:v>
                </c:pt>
                <c:pt idx="375" formatCode="General">
                  <c:v>1.02563</c:v>
                </c:pt>
                <c:pt idx="376" formatCode="General">
                  <c:v>1.0159670000000001</c:v>
                </c:pt>
                <c:pt idx="377" formatCode="General">
                  <c:v>1.018248</c:v>
                </c:pt>
                <c:pt idx="378" formatCode="General">
                  <c:v>1.00223</c:v>
                </c:pt>
                <c:pt idx="379" formatCode="General">
                  <c:v>1.008777</c:v>
                </c:pt>
                <c:pt idx="380" formatCode="General">
                  <c:v>1.004116</c:v>
                </c:pt>
                <c:pt idx="381" formatCode="General">
                  <c:v>1.004275</c:v>
                </c:pt>
                <c:pt idx="382" formatCode="General">
                  <c:v>1.010213</c:v>
                </c:pt>
                <c:pt idx="383">
                  <c:v>0.99923519999999999</c:v>
                </c:pt>
                <c:pt idx="384" formatCode="General">
                  <c:v>1.0023260000000001</c:v>
                </c:pt>
                <c:pt idx="385">
                  <c:v>0.99074110000000004</c:v>
                </c:pt>
                <c:pt idx="386">
                  <c:v>0.99742500000000001</c:v>
                </c:pt>
                <c:pt idx="387">
                  <c:v>0.99120129999999995</c:v>
                </c:pt>
                <c:pt idx="388">
                  <c:v>0.99289289999999997</c:v>
                </c:pt>
                <c:pt idx="389">
                  <c:v>0.994035</c:v>
                </c:pt>
                <c:pt idx="390">
                  <c:v>0.98772570000000004</c:v>
                </c:pt>
                <c:pt idx="391">
                  <c:v>0.98482650000000005</c:v>
                </c:pt>
                <c:pt idx="392">
                  <c:v>0.98143290000000005</c:v>
                </c:pt>
                <c:pt idx="393">
                  <c:v>0.99499680000000001</c:v>
                </c:pt>
                <c:pt idx="394">
                  <c:v>0.97685080000000002</c:v>
                </c:pt>
                <c:pt idx="395">
                  <c:v>0.98760460000000005</c:v>
                </c:pt>
                <c:pt idx="396">
                  <c:v>0.97882170000000002</c:v>
                </c:pt>
                <c:pt idx="397">
                  <c:v>0.98406680000000002</c:v>
                </c:pt>
                <c:pt idx="398">
                  <c:v>0.98520450000000004</c:v>
                </c:pt>
                <c:pt idx="399">
                  <c:v>0.98764660000000004</c:v>
                </c:pt>
                <c:pt idx="400" formatCode="General">
                  <c:v>1.0040230000000001</c:v>
                </c:pt>
                <c:pt idx="401">
                  <c:v>0.99110659999999995</c:v>
                </c:pt>
                <c:pt idx="402" formatCode="General">
                  <c:v>1.002046</c:v>
                </c:pt>
                <c:pt idx="403">
                  <c:v>0.99344529999999998</c:v>
                </c:pt>
                <c:pt idx="404" formatCode="General">
                  <c:v>1.007239</c:v>
                </c:pt>
                <c:pt idx="405" formatCode="General">
                  <c:v>1.000626</c:v>
                </c:pt>
                <c:pt idx="406" formatCode="General">
                  <c:v>1.006931</c:v>
                </c:pt>
                <c:pt idx="407" formatCode="General">
                  <c:v>1.005539</c:v>
                </c:pt>
                <c:pt idx="408" formatCode="General">
                  <c:v>1.0138039999999999</c:v>
                </c:pt>
                <c:pt idx="409" formatCode="General">
                  <c:v>1.0142100000000001</c:v>
                </c:pt>
                <c:pt idx="410" formatCode="General">
                  <c:v>1.011042</c:v>
                </c:pt>
                <c:pt idx="411" formatCode="General">
                  <c:v>1.003207</c:v>
                </c:pt>
                <c:pt idx="412" formatCode="General">
                  <c:v>1.017115</c:v>
                </c:pt>
                <c:pt idx="413" formatCode="General">
                  <c:v>1.0078849999999999</c:v>
                </c:pt>
                <c:pt idx="414" formatCode="General">
                  <c:v>1.0051140000000001</c:v>
                </c:pt>
                <c:pt idx="415" formatCode="General">
                  <c:v>1.009058</c:v>
                </c:pt>
                <c:pt idx="416" formatCode="General">
                  <c:v>1.0145249999999999</c:v>
                </c:pt>
                <c:pt idx="417" formatCode="General">
                  <c:v>1.0109980000000001</c:v>
                </c:pt>
                <c:pt idx="418" formatCode="General">
                  <c:v>1.0103279999999999</c:v>
                </c:pt>
                <c:pt idx="419" formatCode="General">
                  <c:v>1.0068299999999999</c:v>
                </c:pt>
                <c:pt idx="420">
                  <c:v>0.99657180000000001</c:v>
                </c:pt>
                <c:pt idx="421" formatCode="General">
                  <c:v>1.0064470000000001</c:v>
                </c:pt>
                <c:pt idx="422" formatCode="General">
                  <c:v>1.004035</c:v>
                </c:pt>
                <c:pt idx="423">
                  <c:v>0.99602889999999999</c:v>
                </c:pt>
                <c:pt idx="424">
                  <c:v>0.99766690000000002</c:v>
                </c:pt>
                <c:pt idx="425">
                  <c:v>0.99579890000000004</c:v>
                </c:pt>
                <c:pt idx="426">
                  <c:v>0.99746749999999995</c:v>
                </c:pt>
                <c:pt idx="427">
                  <c:v>0.98207259999999996</c:v>
                </c:pt>
                <c:pt idx="428">
                  <c:v>0.98848559999999996</c:v>
                </c:pt>
                <c:pt idx="429">
                  <c:v>0.97847510000000004</c:v>
                </c:pt>
                <c:pt idx="430">
                  <c:v>0.97858120000000004</c:v>
                </c:pt>
                <c:pt idx="431">
                  <c:v>0.98336089999999998</c:v>
                </c:pt>
                <c:pt idx="432">
                  <c:v>0.98973770000000005</c:v>
                </c:pt>
                <c:pt idx="433">
                  <c:v>0.99330529999999995</c:v>
                </c:pt>
                <c:pt idx="434">
                  <c:v>0.98649759999999997</c:v>
                </c:pt>
                <c:pt idx="435" formatCode="General">
                  <c:v>1.002899</c:v>
                </c:pt>
                <c:pt idx="436" formatCode="General">
                  <c:v>1.0027649999999999</c:v>
                </c:pt>
                <c:pt idx="437">
                  <c:v>0.99353899999999995</c:v>
                </c:pt>
                <c:pt idx="438">
                  <c:v>0.99506680000000003</c:v>
                </c:pt>
                <c:pt idx="439">
                  <c:v>0.98778900000000003</c:v>
                </c:pt>
                <c:pt idx="440">
                  <c:v>0.99683270000000002</c:v>
                </c:pt>
                <c:pt idx="441" formatCode="General">
                  <c:v>1.0030809999999999</c:v>
                </c:pt>
                <c:pt idx="442" formatCode="General">
                  <c:v>1.007004</c:v>
                </c:pt>
                <c:pt idx="443" formatCode="General">
                  <c:v>1.009557</c:v>
                </c:pt>
                <c:pt idx="444">
                  <c:v>0.99981189999999998</c:v>
                </c:pt>
                <c:pt idx="445" formatCode="General">
                  <c:v>1.013709</c:v>
                </c:pt>
                <c:pt idx="446" formatCode="General">
                  <c:v>1.008783</c:v>
                </c:pt>
                <c:pt idx="447" formatCode="General">
                  <c:v>1.013088</c:v>
                </c:pt>
                <c:pt idx="448" formatCode="General">
                  <c:v>1.022284</c:v>
                </c:pt>
                <c:pt idx="449" formatCode="General">
                  <c:v>1.015587</c:v>
                </c:pt>
                <c:pt idx="450" formatCode="General">
                  <c:v>1.018969</c:v>
                </c:pt>
                <c:pt idx="451" formatCode="General">
                  <c:v>1.0094129999999999</c:v>
                </c:pt>
                <c:pt idx="452" formatCode="General">
                  <c:v>1.0131570000000001</c:v>
                </c:pt>
                <c:pt idx="453">
                  <c:v>0.99868330000000005</c:v>
                </c:pt>
                <c:pt idx="454" formatCode="General">
                  <c:v>1.001924</c:v>
                </c:pt>
                <c:pt idx="455">
                  <c:v>0.99765099999999995</c:v>
                </c:pt>
                <c:pt idx="456">
                  <c:v>0.99712719999999999</c:v>
                </c:pt>
                <c:pt idx="457" formatCode="General">
                  <c:v>1.005514</c:v>
                </c:pt>
                <c:pt idx="458">
                  <c:v>0.996699</c:v>
                </c:pt>
                <c:pt idx="459">
                  <c:v>0.99762130000000004</c:v>
                </c:pt>
                <c:pt idx="460">
                  <c:v>0.9977549</c:v>
                </c:pt>
                <c:pt idx="461">
                  <c:v>0.99489099999999997</c:v>
                </c:pt>
                <c:pt idx="462">
                  <c:v>0.99357209999999996</c:v>
                </c:pt>
                <c:pt idx="463">
                  <c:v>0.99225529999999995</c:v>
                </c:pt>
                <c:pt idx="464">
                  <c:v>0.99343979999999998</c:v>
                </c:pt>
                <c:pt idx="465">
                  <c:v>0.99681379999999997</c:v>
                </c:pt>
                <c:pt idx="466">
                  <c:v>0.98205350000000002</c:v>
                </c:pt>
                <c:pt idx="467">
                  <c:v>0.98673219999999995</c:v>
                </c:pt>
                <c:pt idx="468">
                  <c:v>0.98291519999999999</c:v>
                </c:pt>
                <c:pt idx="469">
                  <c:v>0.9844543</c:v>
                </c:pt>
                <c:pt idx="470">
                  <c:v>0.99098010000000003</c:v>
                </c:pt>
                <c:pt idx="471">
                  <c:v>0.99626990000000004</c:v>
                </c:pt>
                <c:pt idx="472">
                  <c:v>0.99303870000000005</c:v>
                </c:pt>
                <c:pt idx="473">
                  <c:v>0.99320410000000003</c:v>
                </c:pt>
                <c:pt idx="474">
                  <c:v>0.99882199999999999</c:v>
                </c:pt>
                <c:pt idx="475" formatCode="General">
                  <c:v>1.000043</c:v>
                </c:pt>
                <c:pt idx="476" formatCode="General">
                  <c:v>1.001565</c:v>
                </c:pt>
                <c:pt idx="477" formatCode="General">
                  <c:v>1.0100279999999999</c:v>
                </c:pt>
                <c:pt idx="478" formatCode="General">
                  <c:v>1.0062120000000001</c:v>
                </c:pt>
                <c:pt idx="479" formatCode="General">
                  <c:v>1.020208</c:v>
                </c:pt>
                <c:pt idx="480" formatCode="General">
                  <c:v>1.0027170000000001</c:v>
                </c:pt>
                <c:pt idx="481" formatCode="General">
                  <c:v>1.0078910000000001</c:v>
                </c:pt>
                <c:pt idx="482">
                  <c:v>0.99578339999999999</c:v>
                </c:pt>
                <c:pt idx="483" formatCode="General">
                  <c:v>1.008157</c:v>
                </c:pt>
                <c:pt idx="484" formatCode="General">
                  <c:v>1.0054240000000001</c:v>
                </c:pt>
                <c:pt idx="485" formatCode="General">
                  <c:v>1.0057119999999999</c:v>
                </c:pt>
                <c:pt idx="486" formatCode="General">
                  <c:v>1.0196609999999999</c:v>
                </c:pt>
                <c:pt idx="487" formatCode="General">
                  <c:v>1.0033749999999999</c:v>
                </c:pt>
                <c:pt idx="488" formatCode="General">
                  <c:v>1.005852</c:v>
                </c:pt>
                <c:pt idx="489" formatCode="General">
                  <c:v>1.004912</c:v>
                </c:pt>
                <c:pt idx="490">
                  <c:v>0.99951319999999999</c:v>
                </c:pt>
                <c:pt idx="491" formatCode="General">
                  <c:v>1.0099020000000001</c:v>
                </c:pt>
                <c:pt idx="492">
                  <c:v>0.99863979999999997</c:v>
                </c:pt>
                <c:pt idx="493" formatCode="General">
                  <c:v>1.0084340000000001</c:v>
                </c:pt>
                <c:pt idx="494">
                  <c:v>0.99730160000000001</c:v>
                </c:pt>
                <c:pt idx="495">
                  <c:v>0.99577700000000002</c:v>
                </c:pt>
                <c:pt idx="496">
                  <c:v>0.9962723</c:v>
                </c:pt>
                <c:pt idx="497">
                  <c:v>0.99895880000000004</c:v>
                </c:pt>
                <c:pt idx="498">
                  <c:v>0.99515410000000004</c:v>
                </c:pt>
                <c:pt idx="499">
                  <c:v>0.99044880000000002</c:v>
                </c:pt>
                <c:pt idx="500">
                  <c:v>0.99370769999999997</c:v>
                </c:pt>
                <c:pt idx="501">
                  <c:v>0.98772870000000002</c:v>
                </c:pt>
                <c:pt idx="502">
                  <c:v>0.9881489</c:v>
                </c:pt>
                <c:pt idx="503">
                  <c:v>0.99811919999999998</c:v>
                </c:pt>
                <c:pt idx="504">
                  <c:v>0.99600339999999998</c:v>
                </c:pt>
                <c:pt idx="505">
                  <c:v>0.98234770000000005</c:v>
                </c:pt>
                <c:pt idx="506">
                  <c:v>0.9846414</c:v>
                </c:pt>
                <c:pt idx="507">
                  <c:v>0.98961520000000003</c:v>
                </c:pt>
                <c:pt idx="508">
                  <c:v>0.99576109999999995</c:v>
                </c:pt>
                <c:pt idx="509" formatCode="General">
                  <c:v>1.002038</c:v>
                </c:pt>
                <c:pt idx="510">
                  <c:v>0.98467990000000005</c:v>
                </c:pt>
                <c:pt idx="511">
                  <c:v>0.99297409999999997</c:v>
                </c:pt>
                <c:pt idx="512" formatCode="General">
                  <c:v>1.0050030000000001</c:v>
                </c:pt>
                <c:pt idx="513">
                  <c:v>0.99928070000000002</c:v>
                </c:pt>
                <c:pt idx="514" formatCode="General">
                  <c:v>1.0034160000000001</c:v>
                </c:pt>
                <c:pt idx="515" formatCode="General">
                  <c:v>1.0043880000000001</c:v>
                </c:pt>
                <c:pt idx="516" formatCode="General">
                  <c:v>1.004732</c:v>
                </c:pt>
              </c:numCache>
            </c:numRef>
          </c:yVal>
          <c:smooth val="1"/>
          <c:extLst>
            <c:ext xmlns:c16="http://schemas.microsoft.com/office/drawing/2014/chart" uri="{C3380CC4-5D6E-409C-BE32-E72D297353CC}">
              <c16:uniqueId val="{00000001-AEC3-4920-9F18-79397C998F93}"/>
            </c:ext>
          </c:extLst>
        </c:ser>
        <c:ser>
          <c:idx val="2"/>
          <c:order val="2"/>
          <c:tx>
            <c:strRef>
              <c:f>二体分布関数!$E$1</c:f>
              <c:strCache>
                <c:ptCount val="1"/>
                <c:pt idx="0">
                  <c:v>Zr-Cu</c:v>
                </c:pt>
              </c:strCache>
            </c:strRef>
          </c:tx>
          <c:spPr>
            <a:ln w="19050" cap="rnd">
              <a:solidFill>
                <a:schemeClr val="accent3"/>
              </a:solidFill>
              <a:round/>
            </a:ln>
            <a:effectLst/>
          </c:spPr>
          <c:marker>
            <c:symbol val="none"/>
          </c:marker>
          <c:xVal>
            <c:numRef>
              <c:f>二体分布関数!$B$2:$B$1550</c:f>
              <c:numCache>
                <c:formatCode>0.00E+00</c:formatCode>
                <c:ptCount val="517"/>
                <c:pt idx="0">
                  <c:v>0.06</c:v>
                </c:pt>
                <c:pt idx="1">
                  <c:v>0.12</c:v>
                </c:pt>
                <c:pt idx="2">
                  <c:v>0.18</c:v>
                </c:pt>
                <c:pt idx="3">
                  <c:v>0.24</c:v>
                </c:pt>
                <c:pt idx="4">
                  <c:v>0.3</c:v>
                </c:pt>
                <c:pt idx="5">
                  <c:v>0.36</c:v>
                </c:pt>
                <c:pt idx="6">
                  <c:v>0.42</c:v>
                </c:pt>
                <c:pt idx="7">
                  <c:v>0.48</c:v>
                </c:pt>
                <c:pt idx="8">
                  <c:v>0.54</c:v>
                </c:pt>
                <c:pt idx="9">
                  <c:v>0.6</c:v>
                </c:pt>
                <c:pt idx="10">
                  <c:v>0.66</c:v>
                </c:pt>
                <c:pt idx="11">
                  <c:v>0.72</c:v>
                </c:pt>
                <c:pt idx="12">
                  <c:v>0.78</c:v>
                </c:pt>
                <c:pt idx="13">
                  <c:v>0.84</c:v>
                </c:pt>
                <c:pt idx="14">
                  <c:v>0.9</c:v>
                </c:pt>
                <c:pt idx="15">
                  <c:v>0.96</c:v>
                </c:pt>
                <c:pt idx="16" formatCode="General">
                  <c:v>1.02</c:v>
                </c:pt>
                <c:pt idx="17" formatCode="General">
                  <c:v>1.08</c:v>
                </c:pt>
                <c:pt idx="18" formatCode="General">
                  <c:v>1.1399999999999999</c:v>
                </c:pt>
                <c:pt idx="19" formatCode="General">
                  <c:v>1.2</c:v>
                </c:pt>
                <c:pt idx="20" formatCode="General">
                  <c:v>1.26</c:v>
                </c:pt>
                <c:pt idx="21" formatCode="General">
                  <c:v>1.32</c:v>
                </c:pt>
                <c:pt idx="22" formatCode="General">
                  <c:v>1.38</c:v>
                </c:pt>
                <c:pt idx="23" formatCode="General">
                  <c:v>1.44</c:v>
                </c:pt>
                <c:pt idx="24" formatCode="General">
                  <c:v>1.5</c:v>
                </c:pt>
                <c:pt idx="25" formatCode="General">
                  <c:v>1.56</c:v>
                </c:pt>
                <c:pt idx="26" formatCode="General">
                  <c:v>1.62</c:v>
                </c:pt>
                <c:pt idx="27" formatCode="General">
                  <c:v>1.68</c:v>
                </c:pt>
                <c:pt idx="28" formatCode="General">
                  <c:v>1.74</c:v>
                </c:pt>
                <c:pt idx="29" formatCode="General">
                  <c:v>1.8</c:v>
                </c:pt>
                <c:pt idx="30" formatCode="General">
                  <c:v>1.86</c:v>
                </c:pt>
                <c:pt idx="31" formatCode="General">
                  <c:v>1.92</c:v>
                </c:pt>
                <c:pt idx="32" formatCode="General">
                  <c:v>1.98</c:v>
                </c:pt>
                <c:pt idx="33" formatCode="General">
                  <c:v>2.04</c:v>
                </c:pt>
                <c:pt idx="34" formatCode="General">
                  <c:v>2.1</c:v>
                </c:pt>
                <c:pt idx="35" formatCode="General">
                  <c:v>2.16</c:v>
                </c:pt>
                <c:pt idx="36" formatCode="General">
                  <c:v>2.2200000000000002</c:v>
                </c:pt>
                <c:pt idx="37" formatCode="General">
                  <c:v>2.2799999999999998</c:v>
                </c:pt>
                <c:pt idx="38" formatCode="General">
                  <c:v>2.34</c:v>
                </c:pt>
                <c:pt idx="39" formatCode="General">
                  <c:v>2.4</c:v>
                </c:pt>
                <c:pt idx="40" formatCode="General">
                  <c:v>2.46</c:v>
                </c:pt>
                <c:pt idx="41" formatCode="General">
                  <c:v>2.52</c:v>
                </c:pt>
                <c:pt idx="42" formatCode="General">
                  <c:v>2.58</c:v>
                </c:pt>
                <c:pt idx="43" formatCode="General">
                  <c:v>2.64</c:v>
                </c:pt>
                <c:pt idx="44" formatCode="General">
                  <c:v>2.7</c:v>
                </c:pt>
                <c:pt idx="45" formatCode="General">
                  <c:v>2.76</c:v>
                </c:pt>
                <c:pt idx="46" formatCode="General">
                  <c:v>2.82</c:v>
                </c:pt>
                <c:pt idx="47" formatCode="General">
                  <c:v>2.88</c:v>
                </c:pt>
                <c:pt idx="48" formatCode="General">
                  <c:v>2.94</c:v>
                </c:pt>
                <c:pt idx="49" formatCode="General">
                  <c:v>3</c:v>
                </c:pt>
                <c:pt idx="50" formatCode="General">
                  <c:v>3.06</c:v>
                </c:pt>
                <c:pt idx="51" formatCode="General">
                  <c:v>3.12</c:v>
                </c:pt>
                <c:pt idx="52" formatCode="General">
                  <c:v>3.18</c:v>
                </c:pt>
                <c:pt idx="53" formatCode="General">
                  <c:v>3.24</c:v>
                </c:pt>
                <c:pt idx="54" formatCode="General">
                  <c:v>3.3</c:v>
                </c:pt>
                <c:pt idx="55" formatCode="General">
                  <c:v>3.36</c:v>
                </c:pt>
                <c:pt idx="56" formatCode="General">
                  <c:v>3.42</c:v>
                </c:pt>
                <c:pt idx="57" formatCode="General">
                  <c:v>3.48</c:v>
                </c:pt>
                <c:pt idx="58" formatCode="General">
                  <c:v>3.54</c:v>
                </c:pt>
                <c:pt idx="59" formatCode="General">
                  <c:v>3.6</c:v>
                </c:pt>
                <c:pt idx="60" formatCode="General">
                  <c:v>3.66</c:v>
                </c:pt>
                <c:pt idx="61" formatCode="General">
                  <c:v>3.72</c:v>
                </c:pt>
                <c:pt idx="62" formatCode="General">
                  <c:v>3.78</c:v>
                </c:pt>
                <c:pt idx="63" formatCode="General">
                  <c:v>3.84</c:v>
                </c:pt>
                <c:pt idx="64" formatCode="General">
                  <c:v>3.9</c:v>
                </c:pt>
                <c:pt idx="65" formatCode="General">
                  <c:v>3.96</c:v>
                </c:pt>
                <c:pt idx="66" formatCode="General">
                  <c:v>4.0199999999999996</c:v>
                </c:pt>
                <c:pt idx="67" formatCode="General">
                  <c:v>4.08</c:v>
                </c:pt>
                <c:pt idx="68" formatCode="General">
                  <c:v>4.1399999999999997</c:v>
                </c:pt>
                <c:pt idx="69" formatCode="General">
                  <c:v>4.2</c:v>
                </c:pt>
                <c:pt idx="70" formatCode="General">
                  <c:v>4.26</c:v>
                </c:pt>
                <c:pt idx="71" formatCode="General">
                  <c:v>4.32</c:v>
                </c:pt>
                <c:pt idx="72" formatCode="General">
                  <c:v>4.38</c:v>
                </c:pt>
                <c:pt idx="73" formatCode="General">
                  <c:v>4.4400000000000004</c:v>
                </c:pt>
                <c:pt idx="74" formatCode="General">
                  <c:v>4.5</c:v>
                </c:pt>
                <c:pt idx="75" formatCode="General">
                  <c:v>4.5599999999999996</c:v>
                </c:pt>
                <c:pt idx="76" formatCode="General">
                  <c:v>4.62</c:v>
                </c:pt>
                <c:pt idx="77" formatCode="General">
                  <c:v>4.68</c:v>
                </c:pt>
                <c:pt idx="78" formatCode="General">
                  <c:v>4.74</c:v>
                </c:pt>
                <c:pt idx="79" formatCode="General">
                  <c:v>4.8</c:v>
                </c:pt>
                <c:pt idx="80" formatCode="General">
                  <c:v>4.8600000000000003</c:v>
                </c:pt>
                <c:pt idx="81" formatCode="General">
                  <c:v>4.92</c:v>
                </c:pt>
                <c:pt idx="82" formatCode="General">
                  <c:v>4.9800000000000004</c:v>
                </c:pt>
                <c:pt idx="83" formatCode="General">
                  <c:v>5.04</c:v>
                </c:pt>
                <c:pt idx="84" formatCode="General">
                  <c:v>5.0999999999999996</c:v>
                </c:pt>
                <c:pt idx="85" formatCode="General">
                  <c:v>5.16</c:v>
                </c:pt>
                <c:pt idx="86" formatCode="General">
                  <c:v>5.22</c:v>
                </c:pt>
                <c:pt idx="87" formatCode="General">
                  <c:v>5.28</c:v>
                </c:pt>
                <c:pt idx="88" formatCode="General">
                  <c:v>5.34</c:v>
                </c:pt>
                <c:pt idx="89" formatCode="General">
                  <c:v>5.4</c:v>
                </c:pt>
                <c:pt idx="90" formatCode="General">
                  <c:v>5.46</c:v>
                </c:pt>
                <c:pt idx="91" formatCode="General">
                  <c:v>5.52</c:v>
                </c:pt>
                <c:pt idx="92" formatCode="General">
                  <c:v>5.58</c:v>
                </c:pt>
                <c:pt idx="93" formatCode="General">
                  <c:v>5.64</c:v>
                </c:pt>
                <c:pt idx="94" formatCode="General">
                  <c:v>5.7</c:v>
                </c:pt>
                <c:pt idx="95" formatCode="General">
                  <c:v>5.76</c:v>
                </c:pt>
                <c:pt idx="96" formatCode="General">
                  <c:v>5.82</c:v>
                </c:pt>
                <c:pt idx="97" formatCode="General">
                  <c:v>5.88</c:v>
                </c:pt>
                <c:pt idx="98" formatCode="General">
                  <c:v>5.94</c:v>
                </c:pt>
                <c:pt idx="99" formatCode="General">
                  <c:v>6</c:v>
                </c:pt>
                <c:pt idx="100" formatCode="General">
                  <c:v>6.06</c:v>
                </c:pt>
                <c:pt idx="101" formatCode="General">
                  <c:v>6.12</c:v>
                </c:pt>
                <c:pt idx="102" formatCode="General">
                  <c:v>6.18</c:v>
                </c:pt>
                <c:pt idx="103" formatCode="General">
                  <c:v>6.24</c:v>
                </c:pt>
                <c:pt idx="104" formatCode="General">
                  <c:v>6.3</c:v>
                </c:pt>
                <c:pt idx="105" formatCode="General">
                  <c:v>6.36</c:v>
                </c:pt>
                <c:pt idx="106" formatCode="General">
                  <c:v>6.42</c:v>
                </c:pt>
                <c:pt idx="107" formatCode="General">
                  <c:v>6.48</c:v>
                </c:pt>
                <c:pt idx="108" formatCode="General">
                  <c:v>6.54</c:v>
                </c:pt>
                <c:pt idx="109" formatCode="General">
                  <c:v>6.6</c:v>
                </c:pt>
                <c:pt idx="110" formatCode="General">
                  <c:v>6.66</c:v>
                </c:pt>
                <c:pt idx="111" formatCode="General">
                  <c:v>6.72</c:v>
                </c:pt>
                <c:pt idx="112" formatCode="General">
                  <c:v>6.78</c:v>
                </c:pt>
                <c:pt idx="113" formatCode="General">
                  <c:v>6.84</c:v>
                </c:pt>
                <c:pt idx="114" formatCode="General">
                  <c:v>6.9</c:v>
                </c:pt>
                <c:pt idx="115" formatCode="General">
                  <c:v>6.96</c:v>
                </c:pt>
                <c:pt idx="116" formatCode="General">
                  <c:v>7.02</c:v>
                </c:pt>
                <c:pt idx="117" formatCode="General">
                  <c:v>7.08</c:v>
                </c:pt>
                <c:pt idx="118" formatCode="General">
                  <c:v>7.14</c:v>
                </c:pt>
                <c:pt idx="119" formatCode="General">
                  <c:v>7.2</c:v>
                </c:pt>
                <c:pt idx="120" formatCode="General">
                  <c:v>7.26</c:v>
                </c:pt>
                <c:pt idx="121" formatCode="General">
                  <c:v>7.32</c:v>
                </c:pt>
                <c:pt idx="122" formatCode="General">
                  <c:v>7.38</c:v>
                </c:pt>
                <c:pt idx="123" formatCode="General">
                  <c:v>7.44</c:v>
                </c:pt>
                <c:pt idx="124" formatCode="General">
                  <c:v>7.5</c:v>
                </c:pt>
                <c:pt idx="125" formatCode="General">
                  <c:v>7.56</c:v>
                </c:pt>
                <c:pt idx="126" formatCode="General">
                  <c:v>7.62</c:v>
                </c:pt>
                <c:pt idx="127" formatCode="General">
                  <c:v>7.68</c:v>
                </c:pt>
                <c:pt idx="128" formatCode="General">
                  <c:v>7.74</c:v>
                </c:pt>
                <c:pt idx="129" formatCode="General">
                  <c:v>7.8</c:v>
                </c:pt>
                <c:pt idx="130" formatCode="General">
                  <c:v>7.86</c:v>
                </c:pt>
                <c:pt idx="131" formatCode="General">
                  <c:v>7.92</c:v>
                </c:pt>
                <c:pt idx="132" formatCode="General">
                  <c:v>7.98</c:v>
                </c:pt>
                <c:pt idx="133" formatCode="General">
                  <c:v>8.0399999999999991</c:v>
                </c:pt>
                <c:pt idx="134" formatCode="General">
                  <c:v>8.0999990000000004</c:v>
                </c:pt>
                <c:pt idx="135" formatCode="General">
                  <c:v>8.16</c:v>
                </c:pt>
                <c:pt idx="136" formatCode="General">
                  <c:v>8.2200000000000006</c:v>
                </c:pt>
                <c:pt idx="137" formatCode="General">
                  <c:v>8.2799999999999994</c:v>
                </c:pt>
                <c:pt idx="138" formatCode="General">
                  <c:v>8.34</c:v>
                </c:pt>
                <c:pt idx="139" formatCode="General">
                  <c:v>8.4</c:v>
                </c:pt>
                <c:pt idx="140" formatCode="General">
                  <c:v>8.4600000000000009</c:v>
                </c:pt>
                <c:pt idx="141" formatCode="General">
                  <c:v>8.52</c:v>
                </c:pt>
                <c:pt idx="142" formatCode="General">
                  <c:v>8.58</c:v>
                </c:pt>
                <c:pt idx="143" formatCode="General">
                  <c:v>8.6399989999999995</c:v>
                </c:pt>
                <c:pt idx="144" formatCode="General">
                  <c:v>8.6999999999999993</c:v>
                </c:pt>
                <c:pt idx="145" formatCode="General">
                  <c:v>8.76</c:v>
                </c:pt>
                <c:pt idx="146" formatCode="General">
                  <c:v>8.82</c:v>
                </c:pt>
                <c:pt idx="147" formatCode="General">
                  <c:v>8.8800000000000008</c:v>
                </c:pt>
                <c:pt idx="148" formatCode="General">
                  <c:v>8.94</c:v>
                </c:pt>
                <c:pt idx="149" formatCode="General">
                  <c:v>9</c:v>
                </c:pt>
                <c:pt idx="150" formatCode="General">
                  <c:v>9.0599989999999995</c:v>
                </c:pt>
                <c:pt idx="151" formatCode="General">
                  <c:v>9.1199999999999992</c:v>
                </c:pt>
                <c:pt idx="152" formatCode="General">
                  <c:v>9.1799990000000005</c:v>
                </c:pt>
                <c:pt idx="153" formatCode="General">
                  <c:v>9.24</c:v>
                </c:pt>
                <c:pt idx="154" formatCode="General">
                  <c:v>9.3000000000000007</c:v>
                </c:pt>
                <c:pt idx="155" formatCode="General">
                  <c:v>9.36</c:v>
                </c:pt>
                <c:pt idx="156" formatCode="General">
                  <c:v>9.42</c:v>
                </c:pt>
                <c:pt idx="157" formatCode="General">
                  <c:v>9.48</c:v>
                </c:pt>
                <c:pt idx="158" formatCode="General">
                  <c:v>9.5399999999999991</c:v>
                </c:pt>
                <c:pt idx="159" formatCode="General">
                  <c:v>9.5999990000000004</c:v>
                </c:pt>
                <c:pt idx="160" formatCode="General">
                  <c:v>9.66</c:v>
                </c:pt>
                <c:pt idx="161" formatCode="General">
                  <c:v>9.7199989999999996</c:v>
                </c:pt>
                <c:pt idx="162" formatCode="General">
                  <c:v>9.7799999999999994</c:v>
                </c:pt>
                <c:pt idx="163" formatCode="General">
                  <c:v>9.84</c:v>
                </c:pt>
                <c:pt idx="164" formatCode="General">
                  <c:v>9.9</c:v>
                </c:pt>
                <c:pt idx="165" formatCode="General">
                  <c:v>9.9600000000000009</c:v>
                </c:pt>
                <c:pt idx="166" formatCode="General">
                  <c:v>10.02</c:v>
                </c:pt>
                <c:pt idx="167" formatCode="General">
                  <c:v>10.08</c:v>
                </c:pt>
                <c:pt idx="168" formatCode="General">
                  <c:v>10.14</c:v>
                </c:pt>
                <c:pt idx="169" formatCode="General">
                  <c:v>10.199999999999999</c:v>
                </c:pt>
                <c:pt idx="170" formatCode="General">
                  <c:v>10.26</c:v>
                </c:pt>
                <c:pt idx="171" formatCode="General">
                  <c:v>10.32</c:v>
                </c:pt>
                <c:pt idx="172" formatCode="General">
                  <c:v>10.38</c:v>
                </c:pt>
                <c:pt idx="173" formatCode="General">
                  <c:v>10.44</c:v>
                </c:pt>
                <c:pt idx="174" formatCode="General">
                  <c:v>10.5</c:v>
                </c:pt>
                <c:pt idx="175" formatCode="General">
                  <c:v>10.56</c:v>
                </c:pt>
                <c:pt idx="176" formatCode="General">
                  <c:v>10.62</c:v>
                </c:pt>
                <c:pt idx="177" formatCode="General">
                  <c:v>10.68</c:v>
                </c:pt>
                <c:pt idx="178" formatCode="General">
                  <c:v>10.74</c:v>
                </c:pt>
                <c:pt idx="179" formatCode="General">
                  <c:v>10.8</c:v>
                </c:pt>
                <c:pt idx="180" formatCode="General">
                  <c:v>10.86</c:v>
                </c:pt>
                <c:pt idx="181" formatCode="General">
                  <c:v>10.92</c:v>
                </c:pt>
                <c:pt idx="182" formatCode="General">
                  <c:v>10.98</c:v>
                </c:pt>
                <c:pt idx="183" formatCode="General">
                  <c:v>11.04</c:v>
                </c:pt>
                <c:pt idx="184" formatCode="General">
                  <c:v>11.1</c:v>
                </c:pt>
                <c:pt idx="185" formatCode="General">
                  <c:v>11.16</c:v>
                </c:pt>
                <c:pt idx="186" formatCode="General">
                  <c:v>11.22</c:v>
                </c:pt>
                <c:pt idx="187" formatCode="General">
                  <c:v>11.28</c:v>
                </c:pt>
                <c:pt idx="188" formatCode="General">
                  <c:v>11.34</c:v>
                </c:pt>
                <c:pt idx="189" formatCode="General">
                  <c:v>11.4</c:v>
                </c:pt>
                <c:pt idx="190" formatCode="General">
                  <c:v>11.46</c:v>
                </c:pt>
                <c:pt idx="191" formatCode="General">
                  <c:v>11.52</c:v>
                </c:pt>
                <c:pt idx="192" formatCode="General">
                  <c:v>11.58</c:v>
                </c:pt>
                <c:pt idx="193" formatCode="General">
                  <c:v>11.64</c:v>
                </c:pt>
                <c:pt idx="194" formatCode="General">
                  <c:v>11.7</c:v>
                </c:pt>
                <c:pt idx="195" formatCode="General">
                  <c:v>11.76</c:v>
                </c:pt>
                <c:pt idx="196" formatCode="General">
                  <c:v>11.82</c:v>
                </c:pt>
                <c:pt idx="197" formatCode="General">
                  <c:v>11.88</c:v>
                </c:pt>
                <c:pt idx="198" formatCode="General">
                  <c:v>11.94</c:v>
                </c:pt>
                <c:pt idx="199" formatCode="General">
                  <c:v>12</c:v>
                </c:pt>
                <c:pt idx="200" formatCode="General">
                  <c:v>12.06</c:v>
                </c:pt>
                <c:pt idx="201" formatCode="General">
                  <c:v>12.12</c:v>
                </c:pt>
                <c:pt idx="202" formatCode="General">
                  <c:v>12.18</c:v>
                </c:pt>
                <c:pt idx="203" formatCode="General">
                  <c:v>12.24</c:v>
                </c:pt>
                <c:pt idx="204" formatCode="General">
                  <c:v>12.3</c:v>
                </c:pt>
                <c:pt idx="205" formatCode="General">
                  <c:v>12.36</c:v>
                </c:pt>
                <c:pt idx="206" formatCode="General">
                  <c:v>12.42</c:v>
                </c:pt>
                <c:pt idx="207" formatCode="General">
                  <c:v>12.48</c:v>
                </c:pt>
                <c:pt idx="208" formatCode="General">
                  <c:v>12.54</c:v>
                </c:pt>
                <c:pt idx="209" formatCode="General">
                  <c:v>12.6</c:v>
                </c:pt>
                <c:pt idx="210" formatCode="General">
                  <c:v>12.66</c:v>
                </c:pt>
                <c:pt idx="211" formatCode="General">
                  <c:v>12.72</c:v>
                </c:pt>
                <c:pt idx="212" formatCode="General">
                  <c:v>12.78</c:v>
                </c:pt>
                <c:pt idx="213" formatCode="General">
                  <c:v>12.84</c:v>
                </c:pt>
                <c:pt idx="214" formatCode="General">
                  <c:v>12.9</c:v>
                </c:pt>
                <c:pt idx="215" formatCode="General">
                  <c:v>12.96</c:v>
                </c:pt>
                <c:pt idx="216" formatCode="General">
                  <c:v>13.02</c:v>
                </c:pt>
                <c:pt idx="217" formatCode="General">
                  <c:v>13.08</c:v>
                </c:pt>
                <c:pt idx="218" formatCode="General">
                  <c:v>13.14</c:v>
                </c:pt>
                <c:pt idx="219" formatCode="General">
                  <c:v>13.2</c:v>
                </c:pt>
                <c:pt idx="220" formatCode="General">
                  <c:v>13.26</c:v>
                </c:pt>
                <c:pt idx="221" formatCode="General">
                  <c:v>13.32</c:v>
                </c:pt>
                <c:pt idx="222" formatCode="General">
                  <c:v>13.38</c:v>
                </c:pt>
                <c:pt idx="223" formatCode="General">
                  <c:v>13.44</c:v>
                </c:pt>
                <c:pt idx="224" formatCode="General">
                  <c:v>13.5</c:v>
                </c:pt>
                <c:pt idx="225" formatCode="General">
                  <c:v>13.56</c:v>
                </c:pt>
                <c:pt idx="226" formatCode="General">
                  <c:v>13.62</c:v>
                </c:pt>
                <c:pt idx="227" formatCode="General">
                  <c:v>13.68</c:v>
                </c:pt>
                <c:pt idx="228" formatCode="General">
                  <c:v>13.74</c:v>
                </c:pt>
                <c:pt idx="229" formatCode="General">
                  <c:v>13.8</c:v>
                </c:pt>
                <c:pt idx="230" formatCode="General">
                  <c:v>13.86</c:v>
                </c:pt>
                <c:pt idx="231" formatCode="General">
                  <c:v>13.92</c:v>
                </c:pt>
                <c:pt idx="232" formatCode="General">
                  <c:v>13.98</c:v>
                </c:pt>
                <c:pt idx="233" formatCode="General">
                  <c:v>14.04</c:v>
                </c:pt>
                <c:pt idx="234" formatCode="General">
                  <c:v>14.1</c:v>
                </c:pt>
                <c:pt idx="235" formatCode="General">
                  <c:v>14.16</c:v>
                </c:pt>
                <c:pt idx="236" formatCode="General">
                  <c:v>14.22</c:v>
                </c:pt>
                <c:pt idx="237" formatCode="General">
                  <c:v>14.28</c:v>
                </c:pt>
                <c:pt idx="238" formatCode="General">
                  <c:v>14.34</c:v>
                </c:pt>
                <c:pt idx="239" formatCode="General">
                  <c:v>14.4</c:v>
                </c:pt>
                <c:pt idx="240" formatCode="General">
                  <c:v>14.46</c:v>
                </c:pt>
                <c:pt idx="241" formatCode="General">
                  <c:v>14.52</c:v>
                </c:pt>
                <c:pt idx="242" formatCode="General">
                  <c:v>14.58</c:v>
                </c:pt>
                <c:pt idx="243" formatCode="General">
                  <c:v>14.64</c:v>
                </c:pt>
                <c:pt idx="244" formatCode="General">
                  <c:v>14.7</c:v>
                </c:pt>
                <c:pt idx="245" formatCode="General">
                  <c:v>14.76</c:v>
                </c:pt>
                <c:pt idx="246" formatCode="General">
                  <c:v>14.82</c:v>
                </c:pt>
                <c:pt idx="247" formatCode="General">
                  <c:v>14.88</c:v>
                </c:pt>
                <c:pt idx="248" formatCode="General">
                  <c:v>14.94</c:v>
                </c:pt>
                <c:pt idx="249" formatCode="General">
                  <c:v>15</c:v>
                </c:pt>
                <c:pt idx="250" formatCode="General">
                  <c:v>15.06</c:v>
                </c:pt>
                <c:pt idx="251" formatCode="General">
                  <c:v>15.12</c:v>
                </c:pt>
                <c:pt idx="252" formatCode="General">
                  <c:v>15.18</c:v>
                </c:pt>
                <c:pt idx="253" formatCode="General">
                  <c:v>15.24</c:v>
                </c:pt>
                <c:pt idx="254" formatCode="General">
                  <c:v>15.3</c:v>
                </c:pt>
                <c:pt idx="255" formatCode="General">
                  <c:v>15.36</c:v>
                </c:pt>
                <c:pt idx="256" formatCode="General">
                  <c:v>15.42</c:v>
                </c:pt>
                <c:pt idx="257" formatCode="General">
                  <c:v>15.48</c:v>
                </c:pt>
                <c:pt idx="258" formatCode="General">
                  <c:v>15.54</c:v>
                </c:pt>
                <c:pt idx="259" formatCode="General">
                  <c:v>15.6</c:v>
                </c:pt>
                <c:pt idx="260" formatCode="General">
                  <c:v>15.66</c:v>
                </c:pt>
                <c:pt idx="261" formatCode="General">
                  <c:v>15.72</c:v>
                </c:pt>
                <c:pt idx="262" formatCode="General">
                  <c:v>15.78</c:v>
                </c:pt>
                <c:pt idx="263" formatCode="General">
                  <c:v>15.84</c:v>
                </c:pt>
                <c:pt idx="264" formatCode="General">
                  <c:v>15.9</c:v>
                </c:pt>
                <c:pt idx="265" formatCode="General">
                  <c:v>15.96</c:v>
                </c:pt>
                <c:pt idx="266" formatCode="General">
                  <c:v>16.02</c:v>
                </c:pt>
                <c:pt idx="267" formatCode="General">
                  <c:v>16.079999999999998</c:v>
                </c:pt>
                <c:pt idx="268" formatCode="General">
                  <c:v>16.14</c:v>
                </c:pt>
                <c:pt idx="269" formatCode="General">
                  <c:v>16.2</c:v>
                </c:pt>
                <c:pt idx="270" formatCode="General">
                  <c:v>16.260000000000002</c:v>
                </c:pt>
                <c:pt idx="271" formatCode="General">
                  <c:v>16.32</c:v>
                </c:pt>
                <c:pt idx="272" formatCode="General">
                  <c:v>16.38</c:v>
                </c:pt>
                <c:pt idx="273" formatCode="General">
                  <c:v>16.440000000000001</c:v>
                </c:pt>
                <c:pt idx="274" formatCode="General">
                  <c:v>16.5</c:v>
                </c:pt>
                <c:pt idx="275" formatCode="General">
                  <c:v>16.559999999999999</c:v>
                </c:pt>
                <c:pt idx="276" formatCode="General">
                  <c:v>16.62</c:v>
                </c:pt>
                <c:pt idx="277" formatCode="General">
                  <c:v>16.68</c:v>
                </c:pt>
                <c:pt idx="278" formatCode="General">
                  <c:v>16.739999999999998</c:v>
                </c:pt>
                <c:pt idx="279" formatCode="General">
                  <c:v>16.8</c:v>
                </c:pt>
                <c:pt idx="280" formatCode="General">
                  <c:v>16.86</c:v>
                </c:pt>
                <c:pt idx="281" formatCode="General">
                  <c:v>16.920000000000002</c:v>
                </c:pt>
                <c:pt idx="282" formatCode="General">
                  <c:v>16.98</c:v>
                </c:pt>
                <c:pt idx="283" formatCode="General">
                  <c:v>17.04</c:v>
                </c:pt>
                <c:pt idx="284" formatCode="General">
                  <c:v>17.100000000000001</c:v>
                </c:pt>
                <c:pt idx="285" formatCode="General">
                  <c:v>17.16</c:v>
                </c:pt>
                <c:pt idx="286" formatCode="General">
                  <c:v>17.22</c:v>
                </c:pt>
                <c:pt idx="287" formatCode="General">
                  <c:v>17.28</c:v>
                </c:pt>
                <c:pt idx="288" formatCode="General">
                  <c:v>17.34</c:v>
                </c:pt>
                <c:pt idx="289" formatCode="General">
                  <c:v>17.399999999999999</c:v>
                </c:pt>
                <c:pt idx="290" formatCode="General">
                  <c:v>17.46</c:v>
                </c:pt>
                <c:pt idx="291" formatCode="General">
                  <c:v>17.52</c:v>
                </c:pt>
                <c:pt idx="292" formatCode="General">
                  <c:v>17.579999999999998</c:v>
                </c:pt>
                <c:pt idx="293" formatCode="General">
                  <c:v>17.64</c:v>
                </c:pt>
                <c:pt idx="294" formatCode="General">
                  <c:v>17.7</c:v>
                </c:pt>
                <c:pt idx="295" formatCode="General">
                  <c:v>17.760000000000002</c:v>
                </c:pt>
                <c:pt idx="296" formatCode="General">
                  <c:v>17.82</c:v>
                </c:pt>
                <c:pt idx="297" formatCode="General">
                  <c:v>17.88</c:v>
                </c:pt>
                <c:pt idx="298" formatCode="General">
                  <c:v>17.940000000000001</c:v>
                </c:pt>
                <c:pt idx="299" formatCode="General">
                  <c:v>18</c:v>
                </c:pt>
                <c:pt idx="300" formatCode="General">
                  <c:v>18.059999999999999</c:v>
                </c:pt>
                <c:pt idx="301" formatCode="General">
                  <c:v>18.12</c:v>
                </c:pt>
                <c:pt idx="302" formatCode="General">
                  <c:v>18.18</c:v>
                </c:pt>
                <c:pt idx="303" formatCode="General">
                  <c:v>18.239999999999998</c:v>
                </c:pt>
                <c:pt idx="304" formatCode="General">
                  <c:v>18.3</c:v>
                </c:pt>
                <c:pt idx="305" formatCode="General">
                  <c:v>18.36</c:v>
                </c:pt>
                <c:pt idx="306" formatCode="General">
                  <c:v>18.420000000000002</c:v>
                </c:pt>
                <c:pt idx="307" formatCode="General">
                  <c:v>18.48</c:v>
                </c:pt>
                <c:pt idx="308" formatCode="General">
                  <c:v>18.54</c:v>
                </c:pt>
                <c:pt idx="309" formatCode="General">
                  <c:v>18.600000000000001</c:v>
                </c:pt>
                <c:pt idx="310" formatCode="General">
                  <c:v>18.66</c:v>
                </c:pt>
                <c:pt idx="311" formatCode="General">
                  <c:v>18.72</c:v>
                </c:pt>
                <c:pt idx="312" formatCode="General">
                  <c:v>18.78</c:v>
                </c:pt>
                <c:pt idx="313" formatCode="General">
                  <c:v>18.84</c:v>
                </c:pt>
                <c:pt idx="314" formatCode="General">
                  <c:v>18.899999999999999</c:v>
                </c:pt>
                <c:pt idx="315" formatCode="General">
                  <c:v>18.96</c:v>
                </c:pt>
                <c:pt idx="316" formatCode="General">
                  <c:v>19.02</c:v>
                </c:pt>
                <c:pt idx="317" formatCode="General">
                  <c:v>19.079999999999998</c:v>
                </c:pt>
                <c:pt idx="318" formatCode="General">
                  <c:v>19.14</c:v>
                </c:pt>
                <c:pt idx="319" formatCode="General">
                  <c:v>19.2</c:v>
                </c:pt>
                <c:pt idx="320" formatCode="General">
                  <c:v>19.260000000000002</c:v>
                </c:pt>
                <c:pt idx="321" formatCode="General">
                  <c:v>19.32</c:v>
                </c:pt>
                <c:pt idx="322" formatCode="General">
                  <c:v>19.38</c:v>
                </c:pt>
                <c:pt idx="323" formatCode="General">
                  <c:v>19.440000000000001</c:v>
                </c:pt>
                <c:pt idx="324" formatCode="General">
                  <c:v>19.5</c:v>
                </c:pt>
                <c:pt idx="325" formatCode="General">
                  <c:v>19.559999999999999</c:v>
                </c:pt>
                <c:pt idx="326" formatCode="General">
                  <c:v>19.62</c:v>
                </c:pt>
                <c:pt idx="327" formatCode="General">
                  <c:v>19.68</c:v>
                </c:pt>
                <c:pt idx="328" formatCode="General">
                  <c:v>19.739999999999998</c:v>
                </c:pt>
                <c:pt idx="329" formatCode="General">
                  <c:v>19.8</c:v>
                </c:pt>
                <c:pt idx="330" formatCode="General">
                  <c:v>19.86</c:v>
                </c:pt>
                <c:pt idx="331" formatCode="General">
                  <c:v>19.920000000000002</c:v>
                </c:pt>
                <c:pt idx="332" formatCode="General">
                  <c:v>19.98</c:v>
                </c:pt>
                <c:pt idx="333" formatCode="General">
                  <c:v>20.04</c:v>
                </c:pt>
                <c:pt idx="334" formatCode="General">
                  <c:v>20.100000000000001</c:v>
                </c:pt>
                <c:pt idx="335" formatCode="General">
                  <c:v>20.16</c:v>
                </c:pt>
                <c:pt idx="336" formatCode="General">
                  <c:v>20.22</c:v>
                </c:pt>
                <c:pt idx="337" formatCode="General">
                  <c:v>20.28</c:v>
                </c:pt>
                <c:pt idx="338" formatCode="General">
                  <c:v>20.34</c:v>
                </c:pt>
                <c:pt idx="339" formatCode="General">
                  <c:v>20.399999999999999</c:v>
                </c:pt>
                <c:pt idx="340" formatCode="General">
                  <c:v>20.46</c:v>
                </c:pt>
                <c:pt idx="341" formatCode="General">
                  <c:v>20.52</c:v>
                </c:pt>
                <c:pt idx="342" formatCode="General">
                  <c:v>20.58</c:v>
                </c:pt>
                <c:pt idx="343" formatCode="General">
                  <c:v>20.64</c:v>
                </c:pt>
                <c:pt idx="344" formatCode="General">
                  <c:v>20.7</c:v>
                </c:pt>
                <c:pt idx="345" formatCode="General">
                  <c:v>20.76</c:v>
                </c:pt>
                <c:pt idx="346" formatCode="General">
                  <c:v>20.82</c:v>
                </c:pt>
                <c:pt idx="347" formatCode="General">
                  <c:v>20.88</c:v>
                </c:pt>
                <c:pt idx="348" formatCode="General">
                  <c:v>20.94</c:v>
                </c:pt>
                <c:pt idx="349" formatCode="General">
                  <c:v>21</c:v>
                </c:pt>
                <c:pt idx="350" formatCode="General">
                  <c:v>21.06</c:v>
                </c:pt>
                <c:pt idx="351" formatCode="General">
                  <c:v>21.12</c:v>
                </c:pt>
                <c:pt idx="352" formatCode="General">
                  <c:v>21.18</c:v>
                </c:pt>
                <c:pt idx="353" formatCode="General">
                  <c:v>21.24</c:v>
                </c:pt>
                <c:pt idx="354" formatCode="General">
                  <c:v>21.3</c:v>
                </c:pt>
                <c:pt idx="355" formatCode="General">
                  <c:v>21.36</c:v>
                </c:pt>
                <c:pt idx="356" formatCode="General">
                  <c:v>21.42</c:v>
                </c:pt>
                <c:pt idx="357" formatCode="General">
                  <c:v>21.48</c:v>
                </c:pt>
                <c:pt idx="358" formatCode="General">
                  <c:v>21.54</c:v>
                </c:pt>
                <c:pt idx="359" formatCode="General">
                  <c:v>21.6</c:v>
                </c:pt>
                <c:pt idx="360" formatCode="General">
                  <c:v>21.66</c:v>
                </c:pt>
                <c:pt idx="361" formatCode="General">
                  <c:v>21.72</c:v>
                </c:pt>
                <c:pt idx="362" formatCode="General">
                  <c:v>21.78</c:v>
                </c:pt>
                <c:pt idx="363" formatCode="General">
                  <c:v>21.84</c:v>
                </c:pt>
                <c:pt idx="364" formatCode="General">
                  <c:v>21.9</c:v>
                </c:pt>
                <c:pt idx="365" formatCode="General">
                  <c:v>21.96</c:v>
                </c:pt>
                <c:pt idx="366" formatCode="General">
                  <c:v>22.02</c:v>
                </c:pt>
                <c:pt idx="367" formatCode="General">
                  <c:v>22.08</c:v>
                </c:pt>
                <c:pt idx="368" formatCode="General">
                  <c:v>22.14</c:v>
                </c:pt>
                <c:pt idx="369" formatCode="General">
                  <c:v>22.2</c:v>
                </c:pt>
                <c:pt idx="370" formatCode="General">
                  <c:v>22.26</c:v>
                </c:pt>
                <c:pt idx="371" formatCode="General">
                  <c:v>22.32</c:v>
                </c:pt>
                <c:pt idx="372" formatCode="General">
                  <c:v>22.38</c:v>
                </c:pt>
                <c:pt idx="373" formatCode="General">
                  <c:v>22.44</c:v>
                </c:pt>
                <c:pt idx="374" formatCode="General">
                  <c:v>22.5</c:v>
                </c:pt>
                <c:pt idx="375" formatCode="General">
                  <c:v>22.56</c:v>
                </c:pt>
                <c:pt idx="376" formatCode="General">
                  <c:v>22.62</c:v>
                </c:pt>
                <c:pt idx="377" formatCode="General">
                  <c:v>22.68</c:v>
                </c:pt>
                <c:pt idx="378" formatCode="General">
                  <c:v>22.74</c:v>
                </c:pt>
                <c:pt idx="379" formatCode="General">
                  <c:v>22.8</c:v>
                </c:pt>
                <c:pt idx="380" formatCode="General">
                  <c:v>22.86</c:v>
                </c:pt>
                <c:pt idx="381" formatCode="General">
                  <c:v>22.92</c:v>
                </c:pt>
                <c:pt idx="382" formatCode="General">
                  <c:v>22.98</c:v>
                </c:pt>
                <c:pt idx="383" formatCode="General">
                  <c:v>23.04</c:v>
                </c:pt>
                <c:pt idx="384" formatCode="General">
                  <c:v>23.1</c:v>
                </c:pt>
                <c:pt idx="385" formatCode="General">
                  <c:v>23.16</c:v>
                </c:pt>
                <c:pt idx="386" formatCode="General">
                  <c:v>23.22</c:v>
                </c:pt>
                <c:pt idx="387" formatCode="General">
                  <c:v>23.28</c:v>
                </c:pt>
                <c:pt idx="388" formatCode="General">
                  <c:v>23.34</c:v>
                </c:pt>
                <c:pt idx="389" formatCode="General">
                  <c:v>23.4</c:v>
                </c:pt>
                <c:pt idx="390" formatCode="General">
                  <c:v>23.46</c:v>
                </c:pt>
                <c:pt idx="391" formatCode="General">
                  <c:v>23.52</c:v>
                </c:pt>
                <c:pt idx="392" formatCode="General">
                  <c:v>23.58</c:v>
                </c:pt>
                <c:pt idx="393" formatCode="General">
                  <c:v>23.64</c:v>
                </c:pt>
                <c:pt idx="394" formatCode="General">
                  <c:v>23.7</c:v>
                </c:pt>
                <c:pt idx="395" formatCode="General">
                  <c:v>23.76</c:v>
                </c:pt>
                <c:pt idx="396" formatCode="General">
                  <c:v>23.82</c:v>
                </c:pt>
                <c:pt idx="397" formatCode="General">
                  <c:v>23.88</c:v>
                </c:pt>
                <c:pt idx="398" formatCode="General">
                  <c:v>23.94</c:v>
                </c:pt>
                <c:pt idx="399" formatCode="General">
                  <c:v>24</c:v>
                </c:pt>
                <c:pt idx="400" formatCode="General">
                  <c:v>24.06</c:v>
                </c:pt>
                <c:pt idx="401" formatCode="General">
                  <c:v>24.12</c:v>
                </c:pt>
                <c:pt idx="402" formatCode="General">
                  <c:v>24.18</c:v>
                </c:pt>
                <c:pt idx="403" formatCode="General">
                  <c:v>24.24</c:v>
                </c:pt>
                <c:pt idx="404" formatCode="General">
                  <c:v>24.3</c:v>
                </c:pt>
                <c:pt idx="405" formatCode="General">
                  <c:v>24.36</c:v>
                </c:pt>
                <c:pt idx="406" formatCode="General">
                  <c:v>24.42</c:v>
                </c:pt>
                <c:pt idx="407" formatCode="General">
                  <c:v>24.48</c:v>
                </c:pt>
                <c:pt idx="408" formatCode="General">
                  <c:v>24.54</c:v>
                </c:pt>
                <c:pt idx="409" formatCode="General">
                  <c:v>24.6</c:v>
                </c:pt>
                <c:pt idx="410" formatCode="General">
                  <c:v>24.66</c:v>
                </c:pt>
                <c:pt idx="411" formatCode="General">
                  <c:v>24.72</c:v>
                </c:pt>
                <c:pt idx="412" formatCode="General">
                  <c:v>24.78</c:v>
                </c:pt>
                <c:pt idx="413" formatCode="General">
                  <c:v>24.84</c:v>
                </c:pt>
                <c:pt idx="414" formatCode="General">
                  <c:v>24.9</c:v>
                </c:pt>
                <c:pt idx="415" formatCode="General">
                  <c:v>24.96</c:v>
                </c:pt>
                <c:pt idx="416" formatCode="General">
                  <c:v>25.02</c:v>
                </c:pt>
                <c:pt idx="417" formatCode="General">
                  <c:v>25.08</c:v>
                </c:pt>
                <c:pt idx="418" formatCode="General">
                  <c:v>25.14</c:v>
                </c:pt>
                <c:pt idx="419" formatCode="General">
                  <c:v>25.2</c:v>
                </c:pt>
                <c:pt idx="420" formatCode="General">
                  <c:v>25.26</c:v>
                </c:pt>
                <c:pt idx="421" formatCode="General">
                  <c:v>25.32</c:v>
                </c:pt>
                <c:pt idx="422" formatCode="General">
                  <c:v>25.38</c:v>
                </c:pt>
                <c:pt idx="423" formatCode="General">
                  <c:v>25.44</c:v>
                </c:pt>
                <c:pt idx="424" formatCode="General">
                  <c:v>25.5</c:v>
                </c:pt>
                <c:pt idx="425" formatCode="General">
                  <c:v>25.56</c:v>
                </c:pt>
                <c:pt idx="426" formatCode="General">
                  <c:v>25.62</c:v>
                </c:pt>
                <c:pt idx="427" formatCode="General">
                  <c:v>25.68</c:v>
                </c:pt>
                <c:pt idx="428" formatCode="General">
                  <c:v>25.74</c:v>
                </c:pt>
                <c:pt idx="429" formatCode="General">
                  <c:v>25.8</c:v>
                </c:pt>
                <c:pt idx="430" formatCode="General">
                  <c:v>25.86</c:v>
                </c:pt>
                <c:pt idx="431" formatCode="General">
                  <c:v>25.92</c:v>
                </c:pt>
                <c:pt idx="432" formatCode="General">
                  <c:v>25.98</c:v>
                </c:pt>
                <c:pt idx="433" formatCode="General">
                  <c:v>26.04</c:v>
                </c:pt>
                <c:pt idx="434" formatCode="General">
                  <c:v>26.1</c:v>
                </c:pt>
                <c:pt idx="435" formatCode="General">
                  <c:v>26.16</c:v>
                </c:pt>
                <c:pt idx="436" formatCode="General">
                  <c:v>26.22</c:v>
                </c:pt>
                <c:pt idx="437" formatCode="General">
                  <c:v>26.28</c:v>
                </c:pt>
                <c:pt idx="438" formatCode="General">
                  <c:v>26.34</c:v>
                </c:pt>
                <c:pt idx="439" formatCode="General">
                  <c:v>26.4</c:v>
                </c:pt>
                <c:pt idx="440" formatCode="General">
                  <c:v>26.46</c:v>
                </c:pt>
                <c:pt idx="441" formatCode="General">
                  <c:v>26.52</c:v>
                </c:pt>
                <c:pt idx="442" formatCode="General">
                  <c:v>26.58</c:v>
                </c:pt>
                <c:pt idx="443" formatCode="General">
                  <c:v>26.64</c:v>
                </c:pt>
                <c:pt idx="444" formatCode="General">
                  <c:v>26.7</c:v>
                </c:pt>
                <c:pt idx="445" formatCode="General">
                  <c:v>26.76</c:v>
                </c:pt>
                <c:pt idx="446" formatCode="General">
                  <c:v>26.82</c:v>
                </c:pt>
                <c:pt idx="447" formatCode="General">
                  <c:v>26.88</c:v>
                </c:pt>
                <c:pt idx="448" formatCode="General">
                  <c:v>26.94</c:v>
                </c:pt>
                <c:pt idx="449" formatCode="General">
                  <c:v>27</c:v>
                </c:pt>
                <c:pt idx="450" formatCode="General">
                  <c:v>27.06</c:v>
                </c:pt>
                <c:pt idx="451" formatCode="General">
                  <c:v>27.12</c:v>
                </c:pt>
                <c:pt idx="452" formatCode="General">
                  <c:v>27.18</c:v>
                </c:pt>
                <c:pt idx="453" formatCode="General">
                  <c:v>27.24</c:v>
                </c:pt>
                <c:pt idx="454" formatCode="General">
                  <c:v>27.3</c:v>
                </c:pt>
                <c:pt idx="455" formatCode="General">
                  <c:v>27.36</c:v>
                </c:pt>
                <c:pt idx="456" formatCode="General">
                  <c:v>27.42</c:v>
                </c:pt>
                <c:pt idx="457" formatCode="General">
                  <c:v>27.48</c:v>
                </c:pt>
                <c:pt idx="458" formatCode="General">
                  <c:v>27.54</c:v>
                </c:pt>
                <c:pt idx="459" formatCode="General">
                  <c:v>27.6</c:v>
                </c:pt>
                <c:pt idx="460" formatCode="General">
                  <c:v>27.66</c:v>
                </c:pt>
                <c:pt idx="461" formatCode="General">
                  <c:v>27.72</c:v>
                </c:pt>
                <c:pt idx="462" formatCode="General">
                  <c:v>27.78</c:v>
                </c:pt>
                <c:pt idx="463" formatCode="General">
                  <c:v>27.84</c:v>
                </c:pt>
                <c:pt idx="464" formatCode="General">
                  <c:v>27.9</c:v>
                </c:pt>
                <c:pt idx="465" formatCode="General">
                  <c:v>27.96</c:v>
                </c:pt>
                <c:pt idx="466" formatCode="General">
                  <c:v>28.02</c:v>
                </c:pt>
                <c:pt idx="467" formatCode="General">
                  <c:v>28.08</c:v>
                </c:pt>
                <c:pt idx="468" formatCode="General">
                  <c:v>28.14</c:v>
                </c:pt>
                <c:pt idx="469" formatCode="General">
                  <c:v>28.2</c:v>
                </c:pt>
                <c:pt idx="470" formatCode="General">
                  <c:v>28.26</c:v>
                </c:pt>
                <c:pt idx="471" formatCode="General">
                  <c:v>28.32</c:v>
                </c:pt>
                <c:pt idx="472" formatCode="General">
                  <c:v>28.38</c:v>
                </c:pt>
                <c:pt idx="473" formatCode="General">
                  <c:v>28.44</c:v>
                </c:pt>
                <c:pt idx="474" formatCode="General">
                  <c:v>28.5</c:v>
                </c:pt>
                <c:pt idx="475" formatCode="General">
                  <c:v>28.56</c:v>
                </c:pt>
                <c:pt idx="476" formatCode="General">
                  <c:v>28.62</c:v>
                </c:pt>
                <c:pt idx="477" formatCode="General">
                  <c:v>28.68</c:v>
                </c:pt>
                <c:pt idx="478" formatCode="General">
                  <c:v>28.74</c:v>
                </c:pt>
                <c:pt idx="479" formatCode="General">
                  <c:v>28.8</c:v>
                </c:pt>
                <c:pt idx="480" formatCode="General">
                  <c:v>28.86</c:v>
                </c:pt>
                <c:pt idx="481" formatCode="General">
                  <c:v>28.92</c:v>
                </c:pt>
                <c:pt idx="482" formatCode="General">
                  <c:v>28.98</c:v>
                </c:pt>
                <c:pt idx="483" formatCode="General">
                  <c:v>29.04</c:v>
                </c:pt>
                <c:pt idx="484" formatCode="General">
                  <c:v>29.1</c:v>
                </c:pt>
                <c:pt idx="485" formatCode="General">
                  <c:v>29.16</c:v>
                </c:pt>
                <c:pt idx="486" formatCode="General">
                  <c:v>29.22</c:v>
                </c:pt>
                <c:pt idx="487" formatCode="General">
                  <c:v>29.28</c:v>
                </c:pt>
                <c:pt idx="488" formatCode="General">
                  <c:v>29.34</c:v>
                </c:pt>
                <c:pt idx="489" formatCode="General">
                  <c:v>29.4</c:v>
                </c:pt>
                <c:pt idx="490" formatCode="General">
                  <c:v>29.46</c:v>
                </c:pt>
                <c:pt idx="491" formatCode="General">
                  <c:v>29.52</c:v>
                </c:pt>
                <c:pt idx="492" formatCode="General">
                  <c:v>29.58</c:v>
                </c:pt>
                <c:pt idx="493" formatCode="General">
                  <c:v>29.64</c:v>
                </c:pt>
                <c:pt idx="494" formatCode="General">
                  <c:v>29.7</c:v>
                </c:pt>
                <c:pt idx="495" formatCode="General">
                  <c:v>29.76</c:v>
                </c:pt>
                <c:pt idx="496" formatCode="General">
                  <c:v>29.82</c:v>
                </c:pt>
                <c:pt idx="497" formatCode="General">
                  <c:v>29.88</c:v>
                </c:pt>
                <c:pt idx="498" formatCode="General">
                  <c:v>29.94</c:v>
                </c:pt>
                <c:pt idx="499" formatCode="General">
                  <c:v>30</c:v>
                </c:pt>
                <c:pt idx="500" formatCode="General">
                  <c:v>30.06</c:v>
                </c:pt>
                <c:pt idx="501" formatCode="General">
                  <c:v>30.12</c:v>
                </c:pt>
                <c:pt idx="502" formatCode="General">
                  <c:v>30.18</c:v>
                </c:pt>
                <c:pt idx="503" formatCode="General">
                  <c:v>30.24</c:v>
                </c:pt>
                <c:pt idx="504" formatCode="General">
                  <c:v>30.3</c:v>
                </c:pt>
                <c:pt idx="505" formatCode="General">
                  <c:v>30.36</c:v>
                </c:pt>
                <c:pt idx="506" formatCode="General">
                  <c:v>30.42</c:v>
                </c:pt>
                <c:pt idx="507" formatCode="General">
                  <c:v>30.48</c:v>
                </c:pt>
                <c:pt idx="508" formatCode="General">
                  <c:v>30.54</c:v>
                </c:pt>
                <c:pt idx="509" formatCode="General">
                  <c:v>30.6</c:v>
                </c:pt>
                <c:pt idx="510" formatCode="General">
                  <c:v>30.66</c:v>
                </c:pt>
                <c:pt idx="511" formatCode="General">
                  <c:v>30.72</c:v>
                </c:pt>
                <c:pt idx="512" formatCode="General">
                  <c:v>30.78</c:v>
                </c:pt>
                <c:pt idx="513" formatCode="General">
                  <c:v>30.84</c:v>
                </c:pt>
                <c:pt idx="514" formatCode="General">
                  <c:v>30.9</c:v>
                </c:pt>
                <c:pt idx="515" formatCode="General">
                  <c:v>30.96</c:v>
                </c:pt>
                <c:pt idx="516" formatCode="General">
                  <c:v>31.02</c:v>
                </c:pt>
              </c:numCache>
            </c:numRef>
          </c:xVal>
          <c:yVal>
            <c:numRef>
              <c:f>二体分布関数!$E$2:$E$1550</c:f>
              <c:numCache>
                <c:formatCode>0.00E+00</c:formatCode>
                <c:ptCount val="517"/>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4.4304890000000001E-3</c:v>
                </c:pt>
                <c:pt idx="41">
                  <c:v>6.9663580000000003E-2</c:v>
                </c:pt>
                <c:pt idx="42" formatCode="General">
                  <c:v>1.0553239999999999</c:v>
                </c:pt>
                <c:pt idx="43" formatCode="General">
                  <c:v>4.4682360000000001</c:v>
                </c:pt>
                <c:pt idx="44" formatCode="General">
                  <c:v>6.9493609999999997</c:v>
                </c:pt>
                <c:pt idx="45" formatCode="General">
                  <c:v>5.9342480000000002</c:v>
                </c:pt>
                <c:pt idx="46" formatCode="General">
                  <c:v>4.1351990000000001</c:v>
                </c:pt>
                <c:pt idx="47" formatCode="General">
                  <c:v>2.6458270000000002</c:v>
                </c:pt>
                <c:pt idx="48" formatCode="General">
                  <c:v>1.7820659999999999</c:v>
                </c:pt>
                <c:pt idx="49" formatCode="General">
                  <c:v>1.254205</c:v>
                </c:pt>
                <c:pt idx="50">
                  <c:v>0.86761940000000004</c:v>
                </c:pt>
                <c:pt idx="51">
                  <c:v>0.67068680000000003</c:v>
                </c:pt>
                <c:pt idx="52">
                  <c:v>0.55546960000000001</c:v>
                </c:pt>
                <c:pt idx="53">
                  <c:v>0.49294480000000002</c:v>
                </c:pt>
                <c:pt idx="54">
                  <c:v>0.39639619999999998</c:v>
                </c:pt>
                <c:pt idx="55">
                  <c:v>0.34436679999999997</c:v>
                </c:pt>
                <c:pt idx="56">
                  <c:v>0.34041329999999997</c:v>
                </c:pt>
                <c:pt idx="57">
                  <c:v>0.32213439999999999</c:v>
                </c:pt>
                <c:pt idx="58">
                  <c:v>0.32628439999999997</c:v>
                </c:pt>
                <c:pt idx="59">
                  <c:v>0.2792943</c:v>
                </c:pt>
                <c:pt idx="60">
                  <c:v>0.33126040000000001</c:v>
                </c:pt>
                <c:pt idx="61">
                  <c:v>0.33325490000000002</c:v>
                </c:pt>
                <c:pt idx="62">
                  <c:v>0.37061060000000001</c:v>
                </c:pt>
                <c:pt idx="63">
                  <c:v>0.42821609999999999</c:v>
                </c:pt>
                <c:pt idx="64">
                  <c:v>0.42748150000000001</c:v>
                </c:pt>
                <c:pt idx="65">
                  <c:v>0.44198270000000001</c:v>
                </c:pt>
                <c:pt idx="66">
                  <c:v>0.4313766</c:v>
                </c:pt>
                <c:pt idx="67">
                  <c:v>0.54119589999999995</c:v>
                </c:pt>
                <c:pt idx="68">
                  <c:v>0.60384079999999996</c:v>
                </c:pt>
                <c:pt idx="69">
                  <c:v>0.67943039999999999</c:v>
                </c:pt>
                <c:pt idx="70">
                  <c:v>0.74907449999999998</c:v>
                </c:pt>
                <c:pt idx="71">
                  <c:v>0.90728200000000003</c:v>
                </c:pt>
                <c:pt idx="72" formatCode="General">
                  <c:v>1.0565990000000001</c:v>
                </c:pt>
                <c:pt idx="73" formatCode="General">
                  <c:v>1.260813</c:v>
                </c:pt>
                <c:pt idx="74" formatCode="General">
                  <c:v>1.3187770000000001</c:v>
                </c:pt>
                <c:pt idx="75" formatCode="General">
                  <c:v>1.4564440000000001</c:v>
                </c:pt>
                <c:pt idx="76" formatCode="General">
                  <c:v>1.460942</c:v>
                </c:pt>
                <c:pt idx="77" formatCode="General">
                  <c:v>1.489217</c:v>
                </c:pt>
                <c:pt idx="78" formatCode="General">
                  <c:v>1.4648810000000001</c:v>
                </c:pt>
                <c:pt idx="79" formatCode="General">
                  <c:v>1.4145239999999999</c:v>
                </c:pt>
                <c:pt idx="80" formatCode="General">
                  <c:v>1.334406</c:v>
                </c:pt>
                <c:pt idx="81" formatCode="General">
                  <c:v>1.294859</c:v>
                </c:pt>
                <c:pt idx="82" formatCode="General">
                  <c:v>1.266548</c:v>
                </c:pt>
                <c:pt idx="83" formatCode="General">
                  <c:v>1.220739</c:v>
                </c:pt>
                <c:pt idx="84" formatCode="General">
                  <c:v>1.199916</c:v>
                </c:pt>
                <c:pt idx="85" formatCode="General">
                  <c:v>1.1258509999999999</c:v>
                </c:pt>
                <c:pt idx="86" formatCode="General">
                  <c:v>1.190647</c:v>
                </c:pt>
                <c:pt idx="87" formatCode="General">
                  <c:v>1.1440239999999999</c:v>
                </c:pt>
                <c:pt idx="88" formatCode="General">
                  <c:v>1.156542</c:v>
                </c:pt>
                <c:pt idx="89" formatCode="General">
                  <c:v>1.1479950000000001</c:v>
                </c:pt>
                <c:pt idx="90" formatCode="General">
                  <c:v>1.1809149999999999</c:v>
                </c:pt>
                <c:pt idx="91" formatCode="General">
                  <c:v>1.1562619999999999</c:v>
                </c:pt>
                <c:pt idx="92" formatCode="General">
                  <c:v>1.159087</c:v>
                </c:pt>
                <c:pt idx="93" formatCode="General">
                  <c:v>1.075553</c:v>
                </c:pt>
                <c:pt idx="94">
                  <c:v>0.93831819999999999</c:v>
                </c:pt>
                <c:pt idx="95">
                  <c:v>0.86310920000000002</c:v>
                </c:pt>
                <c:pt idx="96">
                  <c:v>0.80859669999999995</c:v>
                </c:pt>
                <c:pt idx="97">
                  <c:v>0.75301600000000002</c:v>
                </c:pt>
                <c:pt idx="98">
                  <c:v>0.68886579999999997</c:v>
                </c:pt>
                <c:pt idx="99">
                  <c:v>0.64983449999999998</c:v>
                </c:pt>
                <c:pt idx="100">
                  <c:v>0.63556999999999997</c:v>
                </c:pt>
                <c:pt idx="101">
                  <c:v>0.6278222</c:v>
                </c:pt>
                <c:pt idx="102">
                  <c:v>0.66342959999999995</c:v>
                </c:pt>
                <c:pt idx="103">
                  <c:v>0.70719860000000001</c:v>
                </c:pt>
                <c:pt idx="104">
                  <c:v>0.70257449999999999</c:v>
                </c:pt>
                <c:pt idx="105">
                  <c:v>0.7937824</c:v>
                </c:pt>
                <c:pt idx="106">
                  <c:v>0.84699570000000002</c:v>
                </c:pt>
                <c:pt idx="107">
                  <c:v>0.91024329999999998</c:v>
                </c:pt>
                <c:pt idx="108">
                  <c:v>0.95630649999999995</c:v>
                </c:pt>
                <c:pt idx="109" formatCode="General">
                  <c:v>1.0051680000000001</c:v>
                </c:pt>
                <c:pt idx="110" formatCode="General">
                  <c:v>1.0448679999999999</c:v>
                </c:pt>
                <c:pt idx="111" formatCode="General">
                  <c:v>1.100808</c:v>
                </c:pt>
                <c:pt idx="112" formatCode="General">
                  <c:v>1.131866</c:v>
                </c:pt>
                <c:pt idx="113" formatCode="General">
                  <c:v>1.18316</c:v>
                </c:pt>
                <c:pt idx="114" formatCode="General">
                  <c:v>1.1567590000000001</c:v>
                </c:pt>
                <c:pt idx="115" formatCode="General">
                  <c:v>1.203875</c:v>
                </c:pt>
                <c:pt idx="116" formatCode="General">
                  <c:v>1.175767</c:v>
                </c:pt>
                <c:pt idx="117" formatCode="General">
                  <c:v>1.1885520000000001</c:v>
                </c:pt>
                <c:pt idx="118" formatCode="General">
                  <c:v>1.1731309999999999</c:v>
                </c:pt>
                <c:pt idx="119" formatCode="General">
                  <c:v>1.188056</c:v>
                </c:pt>
                <c:pt idx="120" formatCode="General">
                  <c:v>1.158072</c:v>
                </c:pt>
                <c:pt idx="121" formatCode="General">
                  <c:v>1.173692</c:v>
                </c:pt>
                <c:pt idx="122" formatCode="General">
                  <c:v>1.1025020000000001</c:v>
                </c:pt>
                <c:pt idx="123" formatCode="General">
                  <c:v>1.08019</c:v>
                </c:pt>
                <c:pt idx="124" formatCode="General">
                  <c:v>1.0968199999999999</c:v>
                </c:pt>
                <c:pt idx="125" formatCode="General">
                  <c:v>1.0731459999999999</c:v>
                </c:pt>
                <c:pt idx="126" formatCode="General">
                  <c:v>1.0581590000000001</c:v>
                </c:pt>
                <c:pt idx="127" formatCode="General">
                  <c:v>1.0091870000000001</c:v>
                </c:pt>
                <c:pt idx="128">
                  <c:v>0.97055179999999996</c:v>
                </c:pt>
                <c:pt idx="129">
                  <c:v>0.98895129999999998</c:v>
                </c:pt>
                <c:pt idx="130">
                  <c:v>0.95980529999999997</c:v>
                </c:pt>
                <c:pt idx="131">
                  <c:v>0.94382189999999999</c:v>
                </c:pt>
                <c:pt idx="132">
                  <c:v>0.92399830000000005</c:v>
                </c:pt>
                <c:pt idx="133">
                  <c:v>0.93307229999999997</c:v>
                </c:pt>
                <c:pt idx="134">
                  <c:v>0.89396279999999995</c:v>
                </c:pt>
                <c:pt idx="135">
                  <c:v>0.89254239999999996</c:v>
                </c:pt>
                <c:pt idx="136">
                  <c:v>0.89007610000000004</c:v>
                </c:pt>
                <c:pt idx="137">
                  <c:v>0.90440419999999999</c:v>
                </c:pt>
                <c:pt idx="138">
                  <c:v>0.89856959999999997</c:v>
                </c:pt>
                <c:pt idx="139">
                  <c:v>0.89717880000000005</c:v>
                </c:pt>
                <c:pt idx="140">
                  <c:v>0.87550689999999998</c:v>
                </c:pt>
                <c:pt idx="141">
                  <c:v>0.9020032</c:v>
                </c:pt>
                <c:pt idx="142">
                  <c:v>0.91984460000000001</c:v>
                </c:pt>
                <c:pt idx="143">
                  <c:v>0.90046850000000001</c:v>
                </c:pt>
                <c:pt idx="144">
                  <c:v>0.90615760000000001</c:v>
                </c:pt>
                <c:pt idx="145">
                  <c:v>0.93868600000000002</c:v>
                </c:pt>
                <c:pt idx="146">
                  <c:v>0.96352740000000003</c:v>
                </c:pt>
                <c:pt idx="147" formatCode="General">
                  <c:v>1.003765</c:v>
                </c:pt>
                <c:pt idx="148" formatCode="General">
                  <c:v>1.0178469999999999</c:v>
                </c:pt>
                <c:pt idx="149" formatCode="General">
                  <c:v>1.0117689999999999</c:v>
                </c:pt>
                <c:pt idx="150" formatCode="General">
                  <c:v>1.046103</c:v>
                </c:pt>
                <c:pt idx="151" formatCode="General">
                  <c:v>1.0551109999999999</c:v>
                </c:pt>
                <c:pt idx="152" formatCode="General">
                  <c:v>1.0776349999999999</c:v>
                </c:pt>
                <c:pt idx="153" formatCode="General">
                  <c:v>1.0976030000000001</c:v>
                </c:pt>
                <c:pt idx="154" formatCode="General">
                  <c:v>1.0929409999999999</c:v>
                </c:pt>
                <c:pt idx="155" formatCode="General">
                  <c:v>1.106365</c:v>
                </c:pt>
                <c:pt idx="156" formatCode="General">
                  <c:v>1.114374</c:v>
                </c:pt>
                <c:pt idx="157" formatCode="General">
                  <c:v>1.095987</c:v>
                </c:pt>
                <c:pt idx="158" formatCode="General">
                  <c:v>1.069134</c:v>
                </c:pt>
                <c:pt idx="159" formatCode="General">
                  <c:v>1.086651</c:v>
                </c:pt>
                <c:pt idx="160" formatCode="General">
                  <c:v>1.0700339999999999</c:v>
                </c:pt>
                <c:pt idx="161" formatCode="General">
                  <c:v>1.052891</c:v>
                </c:pt>
                <c:pt idx="162" formatCode="General">
                  <c:v>1.0437959999999999</c:v>
                </c:pt>
                <c:pt idx="163" formatCode="General">
                  <c:v>1.01186</c:v>
                </c:pt>
                <c:pt idx="164" formatCode="General">
                  <c:v>1.0061979999999999</c:v>
                </c:pt>
                <c:pt idx="165" formatCode="General">
                  <c:v>1.0076259999999999</c:v>
                </c:pt>
                <c:pt idx="166">
                  <c:v>0.98558000000000001</c:v>
                </c:pt>
                <c:pt idx="167">
                  <c:v>0.97955550000000002</c:v>
                </c:pt>
                <c:pt idx="168">
                  <c:v>0.95873989999999998</c:v>
                </c:pt>
                <c:pt idx="169">
                  <c:v>0.96849770000000002</c:v>
                </c:pt>
                <c:pt idx="170">
                  <c:v>0.96102410000000005</c:v>
                </c:pt>
                <c:pt idx="171">
                  <c:v>0.94308440000000004</c:v>
                </c:pt>
                <c:pt idx="172">
                  <c:v>0.93445299999999998</c:v>
                </c:pt>
                <c:pt idx="173">
                  <c:v>0.95006539999999995</c:v>
                </c:pt>
                <c:pt idx="174">
                  <c:v>0.93656329999999999</c:v>
                </c:pt>
                <c:pt idx="175">
                  <c:v>0.94206060000000003</c:v>
                </c:pt>
                <c:pt idx="176">
                  <c:v>0.94773079999999998</c:v>
                </c:pt>
                <c:pt idx="177">
                  <c:v>0.93769979999999997</c:v>
                </c:pt>
                <c:pt idx="178">
                  <c:v>0.95049720000000004</c:v>
                </c:pt>
                <c:pt idx="179">
                  <c:v>0.93663220000000003</c:v>
                </c:pt>
                <c:pt idx="180">
                  <c:v>0.96927929999999995</c:v>
                </c:pt>
                <c:pt idx="181">
                  <c:v>0.9573081</c:v>
                </c:pt>
                <c:pt idx="182">
                  <c:v>0.97912250000000001</c:v>
                </c:pt>
                <c:pt idx="183" formatCode="General">
                  <c:v>1.003817</c:v>
                </c:pt>
                <c:pt idx="184">
                  <c:v>0.9995231</c:v>
                </c:pt>
                <c:pt idx="185" formatCode="General">
                  <c:v>1.013239</c:v>
                </c:pt>
                <c:pt idx="186" formatCode="General">
                  <c:v>1.011484</c:v>
                </c:pt>
                <c:pt idx="187" formatCode="General">
                  <c:v>1.029938</c:v>
                </c:pt>
                <c:pt idx="188" formatCode="General">
                  <c:v>1.0209440000000001</c:v>
                </c:pt>
                <c:pt idx="189" formatCode="General">
                  <c:v>1.0534490000000001</c:v>
                </c:pt>
                <c:pt idx="190" formatCode="General">
                  <c:v>1.0276449999999999</c:v>
                </c:pt>
                <c:pt idx="191" formatCode="General">
                  <c:v>1.047679</c:v>
                </c:pt>
                <c:pt idx="192" formatCode="General">
                  <c:v>1.0559460000000001</c:v>
                </c:pt>
                <c:pt idx="193" formatCode="General">
                  <c:v>1.0623039999999999</c:v>
                </c:pt>
                <c:pt idx="194" formatCode="General">
                  <c:v>1.024896</c:v>
                </c:pt>
                <c:pt idx="195" formatCode="General">
                  <c:v>1.0425770000000001</c:v>
                </c:pt>
                <c:pt idx="196" formatCode="General">
                  <c:v>1.0325949999999999</c:v>
                </c:pt>
                <c:pt idx="197" formatCode="General">
                  <c:v>1.0288409999999999</c:v>
                </c:pt>
                <c:pt idx="198" formatCode="General">
                  <c:v>1.0227580000000001</c:v>
                </c:pt>
                <c:pt idx="199" formatCode="General">
                  <c:v>1.0260560000000001</c:v>
                </c:pt>
                <c:pt idx="200" formatCode="General">
                  <c:v>1.0154110000000001</c:v>
                </c:pt>
                <c:pt idx="201" formatCode="General">
                  <c:v>1.007846</c:v>
                </c:pt>
                <c:pt idx="202" formatCode="General">
                  <c:v>1.0174609999999999</c:v>
                </c:pt>
                <c:pt idx="203" formatCode="General">
                  <c:v>1.001962</c:v>
                </c:pt>
                <c:pt idx="204">
                  <c:v>0.98095699999999997</c:v>
                </c:pt>
                <c:pt idx="205">
                  <c:v>0.97356240000000005</c:v>
                </c:pt>
                <c:pt idx="206">
                  <c:v>0.97990940000000004</c:v>
                </c:pt>
                <c:pt idx="207">
                  <c:v>0.98118329999999998</c:v>
                </c:pt>
                <c:pt idx="208">
                  <c:v>0.97087869999999998</c:v>
                </c:pt>
                <c:pt idx="209">
                  <c:v>0.95675639999999995</c:v>
                </c:pt>
                <c:pt idx="210">
                  <c:v>0.93374029999999997</c:v>
                </c:pt>
                <c:pt idx="211">
                  <c:v>0.94864979999999999</c:v>
                </c:pt>
                <c:pt idx="212">
                  <c:v>0.96849220000000003</c:v>
                </c:pt>
                <c:pt idx="213">
                  <c:v>0.94742700000000002</c:v>
                </c:pt>
                <c:pt idx="214">
                  <c:v>0.98133239999999999</c:v>
                </c:pt>
                <c:pt idx="215">
                  <c:v>0.97442220000000002</c:v>
                </c:pt>
                <c:pt idx="216">
                  <c:v>0.97582210000000003</c:v>
                </c:pt>
                <c:pt idx="217">
                  <c:v>0.97723380000000004</c:v>
                </c:pt>
                <c:pt idx="218">
                  <c:v>0.97671540000000001</c:v>
                </c:pt>
                <c:pt idx="219">
                  <c:v>0.98686110000000005</c:v>
                </c:pt>
                <c:pt idx="220" formatCode="General">
                  <c:v>1.008221</c:v>
                </c:pt>
                <c:pt idx="221" formatCode="General">
                  <c:v>1.002105</c:v>
                </c:pt>
                <c:pt idx="222" formatCode="General">
                  <c:v>1.02766</c:v>
                </c:pt>
                <c:pt idx="223" formatCode="General">
                  <c:v>1.0209539999999999</c:v>
                </c:pt>
                <c:pt idx="224" formatCode="General">
                  <c:v>1.0185930000000001</c:v>
                </c:pt>
                <c:pt idx="225" formatCode="General">
                  <c:v>1.013463</c:v>
                </c:pt>
                <c:pt idx="226" formatCode="General">
                  <c:v>1.0153220000000001</c:v>
                </c:pt>
                <c:pt idx="227" formatCode="General">
                  <c:v>1.0350189999999999</c:v>
                </c:pt>
                <c:pt idx="228" formatCode="General">
                  <c:v>1.023585</c:v>
                </c:pt>
                <c:pt idx="229" formatCode="General">
                  <c:v>1.0403979999999999</c:v>
                </c:pt>
                <c:pt idx="230" formatCode="General">
                  <c:v>1.0204530000000001</c:v>
                </c:pt>
                <c:pt idx="231" formatCode="General">
                  <c:v>1.0257890000000001</c:v>
                </c:pt>
                <c:pt idx="232" formatCode="General">
                  <c:v>1.036759</c:v>
                </c:pt>
                <c:pt idx="233" formatCode="General">
                  <c:v>1.0149950000000001</c:v>
                </c:pt>
                <c:pt idx="234" formatCode="General">
                  <c:v>1.0207379999999999</c:v>
                </c:pt>
                <c:pt idx="235" formatCode="General">
                  <c:v>1.010635</c:v>
                </c:pt>
                <c:pt idx="236" formatCode="General">
                  <c:v>1.000931</c:v>
                </c:pt>
                <c:pt idx="237" formatCode="General">
                  <c:v>1.0219910000000001</c:v>
                </c:pt>
                <c:pt idx="238" formatCode="General">
                  <c:v>1.008567</c:v>
                </c:pt>
                <c:pt idx="239">
                  <c:v>0.99494300000000002</c:v>
                </c:pt>
                <c:pt idx="240" formatCode="General">
                  <c:v>1.0131840000000001</c:v>
                </c:pt>
                <c:pt idx="241">
                  <c:v>0.98924849999999998</c:v>
                </c:pt>
                <c:pt idx="242">
                  <c:v>0.98686240000000003</c:v>
                </c:pt>
                <c:pt idx="243">
                  <c:v>0.97653809999999996</c:v>
                </c:pt>
                <c:pt idx="244">
                  <c:v>0.96758999999999995</c:v>
                </c:pt>
                <c:pt idx="245">
                  <c:v>0.98970820000000004</c:v>
                </c:pt>
                <c:pt idx="246">
                  <c:v>0.96553489999999997</c:v>
                </c:pt>
                <c:pt idx="247">
                  <c:v>0.9713271</c:v>
                </c:pt>
                <c:pt idx="248">
                  <c:v>0.96354090000000003</c:v>
                </c:pt>
                <c:pt idx="249">
                  <c:v>0.972472</c:v>
                </c:pt>
                <c:pt idx="250">
                  <c:v>0.98188050000000004</c:v>
                </c:pt>
                <c:pt idx="251">
                  <c:v>0.97257870000000002</c:v>
                </c:pt>
                <c:pt idx="252">
                  <c:v>0.97974119999999998</c:v>
                </c:pt>
                <c:pt idx="253">
                  <c:v>0.98422129999999997</c:v>
                </c:pt>
                <c:pt idx="254">
                  <c:v>0.99701989999999996</c:v>
                </c:pt>
                <c:pt idx="255">
                  <c:v>0.98583639999999995</c:v>
                </c:pt>
                <c:pt idx="256">
                  <c:v>0.99672939999999999</c:v>
                </c:pt>
                <c:pt idx="257" formatCode="General">
                  <c:v>1.001214</c:v>
                </c:pt>
                <c:pt idx="258" formatCode="General">
                  <c:v>1.0153700000000001</c:v>
                </c:pt>
                <c:pt idx="259" formatCode="General">
                  <c:v>1.0163340000000001</c:v>
                </c:pt>
                <c:pt idx="260" formatCode="General">
                  <c:v>1.013153</c:v>
                </c:pt>
                <c:pt idx="261" formatCode="General">
                  <c:v>1.03321</c:v>
                </c:pt>
                <c:pt idx="262" formatCode="General">
                  <c:v>1.0208459999999999</c:v>
                </c:pt>
                <c:pt idx="263" formatCode="General">
                  <c:v>1.022691</c:v>
                </c:pt>
                <c:pt idx="264" formatCode="General">
                  <c:v>1.014086</c:v>
                </c:pt>
                <c:pt idx="265" formatCode="General">
                  <c:v>1.0324230000000001</c:v>
                </c:pt>
                <c:pt idx="266" formatCode="General">
                  <c:v>1.0194799999999999</c:v>
                </c:pt>
                <c:pt idx="267" formatCode="General">
                  <c:v>1.0222560000000001</c:v>
                </c:pt>
                <c:pt idx="268" formatCode="General">
                  <c:v>1.0216689999999999</c:v>
                </c:pt>
                <c:pt idx="269" formatCode="General">
                  <c:v>1.013144</c:v>
                </c:pt>
                <c:pt idx="270" formatCode="General">
                  <c:v>1.02135</c:v>
                </c:pt>
                <c:pt idx="271" formatCode="General">
                  <c:v>1.000766</c:v>
                </c:pt>
                <c:pt idx="272" formatCode="General">
                  <c:v>1.0177320000000001</c:v>
                </c:pt>
                <c:pt idx="273" formatCode="General">
                  <c:v>1.0000990000000001</c:v>
                </c:pt>
                <c:pt idx="274" formatCode="General">
                  <c:v>1.0073650000000001</c:v>
                </c:pt>
                <c:pt idx="275">
                  <c:v>0.99176810000000004</c:v>
                </c:pt>
                <c:pt idx="276">
                  <c:v>0.98966779999999999</c:v>
                </c:pt>
                <c:pt idx="277">
                  <c:v>0.99248700000000001</c:v>
                </c:pt>
                <c:pt idx="278">
                  <c:v>0.99227430000000005</c:v>
                </c:pt>
                <c:pt idx="279">
                  <c:v>0.97897670000000003</c:v>
                </c:pt>
                <c:pt idx="280">
                  <c:v>0.98701910000000004</c:v>
                </c:pt>
                <c:pt idx="281">
                  <c:v>0.99290929999999999</c:v>
                </c:pt>
                <c:pt idx="282">
                  <c:v>0.98492820000000003</c:v>
                </c:pt>
                <c:pt idx="283">
                  <c:v>0.98705390000000004</c:v>
                </c:pt>
                <c:pt idx="284">
                  <c:v>0.98151480000000002</c:v>
                </c:pt>
                <c:pt idx="285">
                  <c:v>0.98914089999999999</c:v>
                </c:pt>
                <c:pt idx="286">
                  <c:v>0.97959249999999998</c:v>
                </c:pt>
                <c:pt idx="287">
                  <c:v>0.9926914</c:v>
                </c:pt>
                <c:pt idx="288">
                  <c:v>0.98828570000000004</c:v>
                </c:pt>
                <c:pt idx="289">
                  <c:v>0.97621230000000003</c:v>
                </c:pt>
                <c:pt idx="290">
                  <c:v>0.98490639999999996</c:v>
                </c:pt>
                <c:pt idx="291">
                  <c:v>0.9960793</c:v>
                </c:pt>
                <c:pt idx="292">
                  <c:v>0.99475740000000001</c:v>
                </c:pt>
                <c:pt idx="293">
                  <c:v>0.99778199999999995</c:v>
                </c:pt>
                <c:pt idx="294" formatCode="General">
                  <c:v>1.00468</c:v>
                </c:pt>
                <c:pt idx="295" formatCode="General">
                  <c:v>1.006956</c:v>
                </c:pt>
                <c:pt idx="296">
                  <c:v>0.99507820000000002</c:v>
                </c:pt>
                <c:pt idx="297" formatCode="General">
                  <c:v>1.0116849999999999</c:v>
                </c:pt>
                <c:pt idx="298" formatCode="General">
                  <c:v>1.0128440000000001</c:v>
                </c:pt>
                <c:pt idx="299" formatCode="General">
                  <c:v>1.008378</c:v>
                </c:pt>
                <c:pt idx="300" formatCode="General">
                  <c:v>1.0161579999999999</c:v>
                </c:pt>
                <c:pt idx="301" formatCode="General">
                  <c:v>1.0270790000000001</c:v>
                </c:pt>
                <c:pt idx="302" formatCode="General">
                  <c:v>1.018526</c:v>
                </c:pt>
                <c:pt idx="303" formatCode="General">
                  <c:v>1.0179609999999999</c:v>
                </c:pt>
                <c:pt idx="304" formatCode="General">
                  <c:v>1.0143390000000001</c:v>
                </c:pt>
                <c:pt idx="305" formatCode="General">
                  <c:v>1.021879</c:v>
                </c:pt>
                <c:pt idx="306" formatCode="General">
                  <c:v>1.02918</c:v>
                </c:pt>
                <c:pt idx="307" formatCode="General">
                  <c:v>1.0183469999999999</c:v>
                </c:pt>
                <c:pt idx="308" formatCode="General">
                  <c:v>1.0185139999999999</c:v>
                </c:pt>
                <c:pt idx="309">
                  <c:v>0.99374030000000002</c:v>
                </c:pt>
                <c:pt idx="310">
                  <c:v>0.99783270000000002</c:v>
                </c:pt>
                <c:pt idx="311" formatCode="General">
                  <c:v>1.001431</c:v>
                </c:pt>
                <c:pt idx="312">
                  <c:v>0.99006320000000003</c:v>
                </c:pt>
                <c:pt idx="313">
                  <c:v>0.99086799999999997</c:v>
                </c:pt>
                <c:pt idx="314">
                  <c:v>0.99498279999999995</c:v>
                </c:pt>
                <c:pt idx="315">
                  <c:v>0.99056010000000005</c:v>
                </c:pt>
                <c:pt idx="316">
                  <c:v>0.98028090000000001</c:v>
                </c:pt>
                <c:pt idx="317">
                  <c:v>0.98469439999999997</c:v>
                </c:pt>
                <c:pt idx="318">
                  <c:v>0.97992120000000005</c:v>
                </c:pt>
                <c:pt idx="319">
                  <c:v>0.98566189999999998</c:v>
                </c:pt>
                <c:pt idx="320">
                  <c:v>0.98668619999999996</c:v>
                </c:pt>
                <c:pt idx="321">
                  <c:v>0.97729880000000002</c:v>
                </c:pt>
                <c:pt idx="322">
                  <c:v>0.98432109999999995</c:v>
                </c:pt>
                <c:pt idx="323">
                  <c:v>0.98421420000000004</c:v>
                </c:pt>
                <c:pt idx="324">
                  <c:v>0.98253869999999999</c:v>
                </c:pt>
                <c:pt idx="325">
                  <c:v>0.99134239999999996</c:v>
                </c:pt>
                <c:pt idx="326">
                  <c:v>0.99211450000000001</c:v>
                </c:pt>
                <c:pt idx="327">
                  <c:v>0.99808560000000002</c:v>
                </c:pt>
                <c:pt idx="328">
                  <c:v>0.99096090000000003</c:v>
                </c:pt>
                <c:pt idx="329">
                  <c:v>0.9920428</c:v>
                </c:pt>
                <c:pt idx="330">
                  <c:v>0.99204000000000003</c:v>
                </c:pt>
                <c:pt idx="331">
                  <c:v>0.99651270000000003</c:v>
                </c:pt>
                <c:pt idx="332" formatCode="General">
                  <c:v>1.010216</c:v>
                </c:pt>
                <c:pt idx="333" formatCode="General">
                  <c:v>1.0063789999999999</c:v>
                </c:pt>
                <c:pt idx="334" formatCode="General">
                  <c:v>1.008046</c:v>
                </c:pt>
                <c:pt idx="335" formatCode="General">
                  <c:v>1.0131380000000001</c:v>
                </c:pt>
                <c:pt idx="336" formatCode="General">
                  <c:v>1.0177909999999999</c:v>
                </c:pt>
                <c:pt idx="337" formatCode="General">
                  <c:v>1.008289</c:v>
                </c:pt>
                <c:pt idx="338" formatCode="General">
                  <c:v>1.015636</c:v>
                </c:pt>
                <c:pt idx="339" formatCode="General">
                  <c:v>1.0131810000000001</c:v>
                </c:pt>
                <c:pt idx="340" formatCode="General">
                  <c:v>1.0155099999999999</c:v>
                </c:pt>
                <c:pt idx="341" formatCode="General">
                  <c:v>1.013306</c:v>
                </c:pt>
                <c:pt idx="342" formatCode="General">
                  <c:v>1.0066459999999999</c:v>
                </c:pt>
                <c:pt idx="343" formatCode="General">
                  <c:v>1.021855</c:v>
                </c:pt>
                <c:pt idx="344" formatCode="General">
                  <c:v>1.0100579999999999</c:v>
                </c:pt>
                <c:pt idx="345" formatCode="General">
                  <c:v>1.015209</c:v>
                </c:pt>
                <c:pt idx="346" formatCode="General">
                  <c:v>1.0009220000000001</c:v>
                </c:pt>
                <c:pt idx="347" formatCode="General">
                  <c:v>1.0063409999999999</c:v>
                </c:pt>
                <c:pt idx="348" formatCode="General">
                  <c:v>1.004251</c:v>
                </c:pt>
                <c:pt idx="349" formatCode="General">
                  <c:v>1.0013479999999999</c:v>
                </c:pt>
                <c:pt idx="350">
                  <c:v>0.9958013</c:v>
                </c:pt>
                <c:pt idx="351">
                  <c:v>0.98858860000000004</c:v>
                </c:pt>
                <c:pt idx="352">
                  <c:v>0.99321630000000005</c:v>
                </c:pt>
                <c:pt idx="353">
                  <c:v>0.98211519999999997</c:v>
                </c:pt>
                <c:pt idx="354">
                  <c:v>0.991483</c:v>
                </c:pt>
                <c:pt idx="355">
                  <c:v>0.98962309999999998</c:v>
                </c:pt>
                <c:pt idx="356">
                  <c:v>0.96880489999999997</c:v>
                </c:pt>
                <c:pt idx="357">
                  <c:v>0.9837108</c:v>
                </c:pt>
                <c:pt idx="358">
                  <c:v>0.9836414</c:v>
                </c:pt>
                <c:pt idx="359">
                  <c:v>0.98493699999999995</c:v>
                </c:pt>
                <c:pt idx="360" formatCode="General">
                  <c:v>1.0008619999999999</c:v>
                </c:pt>
                <c:pt idx="361">
                  <c:v>0.99124829999999997</c:v>
                </c:pt>
                <c:pt idx="362">
                  <c:v>0.99579890000000004</c:v>
                </c:pt>
                <c:pt idx="363">
                  <c:v>0.99120629999999998</c:v>
                </c:pt>
                <c:pt idx="364">
                  <c:v>0.9999825</c:v>
                </c:pt>
                <c:pt idx="365">
                  <c:v>0.99324679999999999</c:v>
                </c:pt>
                <c:pt idx="366" formatCode="General">
                  <c:v>1.0015000000000001</c:v>
                </c:pt>
                <c:pt idx="367">
                  <c:v>0.99413960000000001</c:v>
                </c:pt>
                <c:pt idx="368" formatCode="General">
                  <c:v>1.0042660000000001</c:v>
                </c:pt>
                <c:pt idx="369" formatCode="General">
                  <c:v>1.0046120000000001</c:v>
                </c:pt>
                <c:pt idx="370" formatCode="General">
                  <c:v>1.017196</c:v>
                </c:pt>
                <c:pt idx="371" formatCode="General">
                  <c:v>1.00393</c:v>
                </c:pt>
                <c:pt idx="372" formatCode="General">
                  <c:v>1.0082439999999999</c:v>
                </c:pt>
                <c:pt idx="373" formatCode="General">
                  <c:v>1.012178</c:v>
                </c:pt>
                <c:pt idx="374" formatCode="General">
                  <c:v>1.0077929999999999</c:v>
                </c:pt>
                <c:pt idx="375" formatCode="General">
                  <c:v>1.009393</c:v>
                </c:pt>
                <c:pt idx="376" formatCode="General">
                  <c:v>1.0149980000000001</c:v>
                </c:pt>
                <c:pt idx="377" formatCode="General">
                  <c:v>1.0040830000000001</c:v>
                </c:pt>
                <c:pt idx="378" formatCode="General">
                  <c:v>1.0160579999999999</c:v>
                </c:pt>
                <c:pt idx="379" formatCode="General">
                  <c:v>1.0045539999999999</c:v>
                </c:pt>
                <c:pt idx="380" formatCode="General">
                  <c:v>1.0031870000000001</c:v>
                </c:pt>
                <c:pt idx="381" formatCode="General">
                  <c:v>1.018103</c:v>
                </c:pt>
                <c:pt idx="382" formatCode="General">
                  <c:v>1.0041610000000001</c:v>
                </c:pt>
                <c:pt idx="383" formatCode="General">
                  <c:v>1.017652</c:v>
                </c:pt>
                <c:pt idx="384">
                  <c:v>0.99709720000000002</c:v>
                </c:pt>
                <c:pt idx="385">
                  <c:v>0.99751120000000004</c:v>
                </c:pt>
                <c:pt idx="386">
                  <c:v>0.99678869999999997</c:v>
                </c:pt>
                <c:pt idx="387">
                  <c:v>0.99089039999999995</c:v>
                </c:pt>
                <c:pt idx="388">
                  <c:v>0.9990426</c:v>
                </c:pt>
                <c:pt idx="389">
                  <c:v>0.98552790000000001</c:v>
                </c:pt>
                <c:pt idx="390">
                  <c:v>0.99562010000000001</c:v>
                </c:pt>
                <c:pt idx="391">
                  <c:v>0.98916559999999998</c:v>
                </c:pt>
                <c:pt idx="392">
                  <c:v>0.98235380000000005</c:v>
                </c:pt>
                <c:pt idx="393">
                  <c:v>0.98939220000000005</c:v>
                </c:pt>
                <c:pt idx="394">
                  <c:v>0.99045150000000004</c:v>
                </c:pt>
                <c:pt idx="395">
                  <c:v>0.9874503</c:v>
                </c:pt>
                <c:pt idx="396">
                  <c:v>0.98337989999999997</c:v>
                </c:pt>
                <c:pt idx="397">
                  <c:v>0.99135119999999999</c:v>
                </c:pt>
                <c:pt idx="398">
                  <c:v>0.98814270000000004</c:v>
                </c:pt>
                <c:pt idx="399">
                  <c:v>0.98807259999999997</c:v>
                </c:pt>
                <c:pt idx="400">
                  <c:v>0.99262280000000003</c:v>
                </c:pt>
                <c:pt idx="401">
                  <c:v>0.99803730000000002</c:v>
                </c:pt>
                <c:pt idx="402">
                  <c:v>0.99980880000000005</c:v>
                </c:pt>
                <c:pt idx="403">
                  <c:v>0.99824230000000003</c:v>
                </c:pt>
                <c:pt idx="404" formatCode="General">
                  <c:v>1.0021279999999999</c:v>
                </c:pt>
                <c:pt idx="405" formatCode="General">
                  <c:v>1.0007219999999999</c:v>
                </c:pt>
                <c:pt idx="406" formatCode="General">
                  <c:v>1.004308</c:v>
                </c:pt>
                <c:pt idx="407" formatCode="General">
                  <c:v>1.0150509999999999</c:v>
                </c:pt>
                <c:pt idx="408" formatCode="General">
                  <c:v>1.003638</c:v>
                </c:pt>
                <c:pt idx="409" formatCode="General">
                  <c:v>1.0058149999999999</c:v>
                </c:pt>
                <c:pt idx="410" formatCode="General">
                  <c:v>1.0198860000000001</c:v>
                </c:pt>
                <c:pt idx="411" formatCode="General">
                  <c:v>1.0121329999999999</c:v>
                </c:pt>
                <c:pt idx="412" formatCode="General">
                  <c:v>1.02121</c:v>
                </c:pt>
                <c:pt idx="413" formatCode="General">
                  <c:v>1.0074179999999999</c:v>
                </c:pt>
                <c:pt idx="414" formatCode="General">
                  <c:v>1.0161910000000001</c:v>
                </c:pt>
                <c:pt idx="415" formatCode="General">
                  <c:v>1.0013270000000001</c:v>
                </c:pt>
                <c:pt idx="416" formatCode="General">
                  <c:v>1.0047539999999999</c:v>
                </c:pt>
                <c:pt idx="417">
                  <c:v>0.99828950000000005</c:v>
                </c:pt>
                <c:pt idx="418">
                  <c:v>0.999533</c:v>
                </c:pt>
                <c:pt idx="419">
                  <c:v>0.99549690000000002</c:v>
                </c:pt>
                <c:pt idx="420" formatCode="General">
                  <c:v>1.0021610000000001</c:v>
                </c:pt>
                <c:pt idx="421" formatCode="General">
                  <c:v>1.0006999999999999</c:v>
                </c:pt>
                <c:pt idx="422" formatCode="General">
                  <c:v>1.0047779999999999</c:v>
                </c:pt>
                <c:pt idx="423">
                  <c:v>0.98150470000000001</c:v>
                </c:pt>
                <c:pt idx="424">
                  <c:v>0.99948789999999998</c:v>
                </c:pt>
                <c:pt idx="425">
                  <c:v>0.99100469999999996</c:v>
                </c:pt>
                <c:pt idx="426" formatCode="General">
                  <c:v>1.0018910000000001</c:v>
                </c:pt>
                <c:pt idx="427">
                  <c:v>0.99609669999999995</c:v>
                </c:pt>
                <c:pt idx="428">
                  <c:v>0.99520180000000003</c:v>
                </c:pt>
                <c:pt idx="429">
                  <c:v>0.99494879999999997</c:v>
                </c:pt>
                <c:pt idx="430">
                  <c:v>0.98580650000000003</c:v>
                </c:pt>
                <c:pt idx="431">
                  <c:v>0.98765340000000001</c:v>
                </c:pt>
                <c:pt idx="432">
                  <c:v>0.99243219999999999</c:v>
                </c:pt>
                <c:pt idx="433">
                  <c:v>0.98893160000000002</c:v>
                </c:pt>
                <c:pt idx="434">
                  <c:v>0.9958243</c:v>
                </c:pt>
                <c:pt idx="435">
                  <c:v>0.99351449999999997</c:v>
                </c:pt>
                <c:pt idx="436">
                  <c:v>0.99462779999999995</c:v>
                </c:pt>
                <c:pt idx="437">
                  <c:v>0.99179949999999995</c:v>
                </c:pt>
                <c:pt idx="438">
                  <c:v>0.98873549999999999</c:v>
                </c:pt>
                <c:pt idx="439" formatCode="General">
                  <c:v>1.008637</c:v>
                </c:pt>
                <c:pt idx="440" formatCode="General">
                  <c:v>1.0029189999999999</c:v>
                </c:pt>
                <c:pt idx="441" formatCode="General">
                  <c:v>1.006983</c:v>
                </c:pt>
                <c:pt idx="442" formatCode="General">
                  <c:v>1.0091399999999999</c:v>
                </c:pt>
                <c:pt idx="443">
                  <c:v>0.99953720000000001</c:v>
                </c:pt>
                <c:pt idx="444" formatCode="General">
                  <c:v>1.007199</c:v>
                </c:pt>
                <c:pt idx="445" formatCode="General">
                  <c:v>1.011093</c:v>
                </c:pt>
                <c:pt idx="446" formatCode="General">
                  <c:v>1.0170300000000001</c:v>
                </c:pt>
                <c:pt idx="447" formatCode="General">
                  <c:v>1.0090809999999999</c:v>
                </c:pt>
                <c:pt idx="448" formatCode="General">
                  <c:v>1.0051079999999999</c:v>
                </c:pt>
                <c:pt idx="449" formatCode="General">
                  <c:v>1.007781</c:v>
                </c:pt>
                <c:pt idx="450" formatCode="General">
                  <c:v>1.0046900000000001</c:v>
                </c:pt>
                <c:pt idx="451" formatCode="General">
                  <c:v>1.017876</c:v>
                </c:pt>
                <c:pt idx="452" formatCode="General">
                  <c:v>1.0067269999999999</c:v>
                </c:pt>
                <c:pt idx="453" formatCode="General">
                  <c:v>1.009036</c:v>
                </c:pt>
                <c:pt idx="454" formatCode="General">
                  <c:v>1.0060629999999999</c:v>
                </c:pt>
                <c:pt idx="455" formatCode="General">
                  <c:v>1.0036609999999999</c:v>
                </c:pt>
                <c:pt idx="456" formatCode="General">
                  <c:v>1.000718</c:v>
                </c:pt>
                <c:pt idx="457">
                  <c:v>0.99264180000000002</c:v>
                </c:pt>
                <c:pt idx="458">
                  <c:v>0.99634619999999996</c:v>
                </c:pt>
                <c:pt idx="459">
                  <c:v>0.99349739999999997</c:v>
                </c:pt>
                <c:pt idx="460">
                  <c:v>0.99599079999999995</c:v>
                </c:pt>
                <c:pt idx="461">
                  <c:v>0.99871500000000002</c:v>
                </c:pt>
                <c:pt idx="462">
                  <c:v>0.99178239999999995</c:v>
                </c:pt>
                <c:pt idx="463">
                  <c:v>0.98751219999999995</c:v>
                </c:pt>
                <c:pt idx="464">
                  <c:v>0.99622089999999996</c:v>
                </c:pt>
                <c:pt idx="465">
                  <c:v>0.98541610000000002</c:v>
                </c:pt>
                <c:pt idx="466">
                  <c:v>0.98739889999999997</c:v>
                </c:pt>
                <c:pt idx="467">
                  <c:v>0.99008689999999999</c:v>
                </c:pt>
                <c:pt idx="468">
                  <c:v>0.9916933</c:v>
                </c:pt>
                <c:pt idx="469">
                  <c:v>0.99617670000000003</c:v>
                </c:pt>
                <c:pt idx="470">
                  <c:v>0.99357949999999995</c:v>
                </c:pt>
                <c:pt idx="471">
                  <c:v>0.99087829999999999</c:v>
                </c:pt>
                <c:pt idx="472">
                  <c:v>0.99722929999999999</c:v>
                </c:pt>
                <c:pt idx="473">
                  <c:v>0.99325810000000003</c:v>
                </c:pt>
                <c:pt idx="474">
                  <c:v>0.99970970000000003</c:v>
                </c:pt>
                <c:pt idx="475" formatCode="General">
                  <c:v>1.0009870000000001</c:v>
                </c:pt>
                <c:pt idx="476" formatCode="General">
                  <c:v>1.007695</c:v>
                </c:pt>
                <c:pt idx="477" formatCode="General">
                  <c:v>1.0017720000000001</c:v>
                </c:pt>
                <c:pt idx="478">
                  <c:v>0.99911890000000003</c:v>
                </c:pt>
                <c:pt idx="479" formatCode="General">
                  <c:v>1.007115</c:v>
                </c:pt>
                <c:pt idx="480" formatCode="General">
                  <c:v>1.0076160000000001</c:v>
                </c:pt>
                <c:pt idx="481" formatCode="General">
                  <c:v>1.0028459999999999</c:v>
                </c:pt>
                <c:pt idx="482" formatCode="General">
                  <c:v>1.0052749999999999</c:v>
                </c:pt>
                <c:pt idx="483" formatCode="General">
                  <c:v>1.011665</c:v>
                </c:pt>
                <c:pt idx="484" formatCode="General">
                  <c:v>1.0047269999999999</c:v>
                </c:pt>
                <c:pt idx="485" formatCode="General">
                  <c:v>1.0075959999999999</c:v>
                </c:pt>
                <c:pt idx="486" formatCode="General">
                  <c:v>1.006038</c:v>
                </c:pt>
                <c:pt idx="487" formatCode="General">
                  <c:v>1.0119739999999999</c:v>
                </c:pt>
                <c:pt idx="488" formatCode="General">
                  <c:v>1.013539</c:v>
                </c:pt>
                <c:pt idx="489" formatCode="General">
                  <c:v>1.005002</c:v>
                </c:pt>
                <c:pt idx="490" formatCode="General">
                  <c:v>1.0053300000000001</c:v>
                </c:pt>
                <c:pt idx="491" formatCode="General">
                  <c:v>1.00414</c:v>
                </c:pt>
                <c:pt idx="492" formatCode="General">
                  <c:v>1.0033190000000001</c:v>
                </c:pt>
                <c:pt idx="493" formatCode="General">
                  <c:v>1.003228</c:v>
                </c:pt>
                <c:pt idx="494">
                  <c:v>0.99656480000000003</c:v>
                </c:pt>
                <c:pt idx="495">
                  <c:v>0.99601689999999998</c:v>
                </c:pt>
                <c:pt idx="496">
                  <c:v>0.99116859999999996</c:v>
                </c:pt>
                <c:pt idx="497">
                  <c:v>0.99539060000000001</c:v>
                </c:pt>
                <c:pt idx="498">
                  <c:v>0.98581169999999996</c:v>
                </c:pt>
                <c:pt idx="499">
                  <c:v>0.99390829999999997</c:v>
                </c:pt>
                <c:pt idx="500" formatCode="General">
                  <c:v>1.003298</c:v>
                </c:pt>
                <c:pt idx="501">
                  <c:v>0.99023090000000002</c:v>
                </c:pt>
                <c:pt idx="502">
                  <c:v>0.99108110000000005</c:v>
                </c:pt>
                <c:pt idx="503">
                  <c:v>0.99564059999999999</c:v>
                </c:pt>
                <c:pt idx="504">
                  <c:v>0.98984689999999997</c:v>
                </c:pt>
                <c:pt idx="505">
                  <c:v>0.99165449999999999</c:v>
                </c:pt>
                <c:pt idx="506">
                  <c:v>0.99075990000000003</c:v>
                </c:pt>
                <c:pt idx="507">
                  <c:v>0.99283730000000003</c:v>
                </c:pt>
                <c:pt idx="508">
                  <c:v>0.99799559999999998</c:v>
                </c:pt>
                <c:pt idx="509">
                  <c:v>0.99319800000000003</c:v>
                </c:pt>
                <c:pt idx="510">
                  <c:v>0.99795719999999999</c:v>
                </c:pt>
                <c:pt idx="511" formatCode="General">
                  <c:v>1.0011939999999999</c:v>
                </c:pt>
                <c:pt idx="512">
                  <c:v>0.99776149999999997</c:v>
                </c:pt>
                <c:pt idx="513" formatCode="General">
                  <c:v>1.0021990000000001</c:v>
                </c:pt>
                <c:pt idx="514">
                  <c:v>0.99904130000000002</c:v>
                </c:pt>
                <c:pt idx="515" formatCode="General">
                  <c:v>1.005145</c:v>
                </c:pt>
                <c:pt idx="516" formatCode="General">
                  <c:v>1.007558</c:v>
                </c:pt>
              </c:numCache>
            </c:numRef>
          </c:yVal>
          <c:smooth val="1"/>
          <c:extLst>
            <c:ext xmlns:c16="http://schemas.microsoft.com/office/drawing/2014/chart" uri="{C3380CC4-5D6E-409C-BE32-E72D297353CC}">
              <c16:uniqueId val="{00000002-AEC3-4920-9F18-79397C998F93}"/>
            </c:ext>
          </c:extLst>
        </c:ser>
        <c:ser>
          <c:idx val="3"/>
          <c:order val="3"/>
          <c:tx>
            <c:strRef>
              <c:f>二体分布関数!$F$1</c:f>
              <c:strCache>
                <c:ptCount val="1"/>
                <c:pt idx="0">
                  <c:v>Zr-Be</c:v>
                </c:pt>
              </c:strCache>
            </c:strRef>
          </c:tx>
          <c:spPr>
            <a:ln w="19050" cap="rnd">
              <a:solidFill>
                <a:schemeClr val="accent4"/>
              </a:solidFill>
              <a:round/>
            </a:ln>
            <a:effectLst/>
          </c:spPr>
          <c:marker>
            <c:symbol val="none"/>
          </c:marker>
          <c:xVal>
            <c:numRef>
              <c:f>二体分布関数!$B$2:$B$1550</c:f>
              <c:numCache>
                <c:formatCode>0.00E+00</c:formatCode>
                <c:ptCount val="517"/>
                <c:pt idx="0">
                  <c:v>0.06</c:v>
                </c:pt>
                <c:pt idx="1">
                  <c:v>0.12</c:v>
                </c:pt>
                <c:pt idx="2">
                  <c:v>0.18</c:v>
                </c:pt>
                <c:pt idx="3">
                  <c:v>0.24</c:v>
                </c:pt>
                <c:pt idx="4">
                  <c:v>0.3</c:v>
                </c:pt>
                <c:pt idx="5">
                  <c:v>0.36</c:v>
                </c:pt>
                <c:pt idx="6">
                  <c:v>0.42</c:v>
                </c:pt>
                <c:pt idx="7">
                  <c:v>0.48</c:v>
                </c:pt>
                <c:pt idx="8">
                  <c:v>0.54</c:v>
                </c:pt>
                <c:pt idx="9">
                  <c:v>0.6</c:v>
                </c:pt>
                <c:pt idx="10">
                  <c:v>0.66</c:v>
                </c:pt>
                <c:pt idx="11">
                  <c:v>0.72</c:v>
                </c:pt>
                <c:pt idx="12">
                  <c:v>0.78</c:v>
                </c:pt>
                <c:pt idx="13">
                  <c:v>0.84</c:v>
                </c:pt>
                <c:pt idx="14">
                  <c:v>0.9</c:v>
                </c:pt>
                <c:pt idx="15">
                  <c:v>0.96</c:v>
                </c:pt>
                <c:pt idx="16" formatCode="General">
                  <c:v>1.02</c:v>
                </c:pt>
                <c:pt idx="17" formatCode="General">
                  <c:v>1.08</c:v>
                </c:pt>
                <c:pt idx="18" formatCode="General">
                  <c:v>1.1399999999999999</c:v>
                </c:pt>
                <c:pt idx="19" formatCode="General">
                  <c:v>1.2</c:v>
                </c:pt>
                <c:pt idx="20" formatCode="General">
                  <c:v>1.26</c:v>
                </c:pt>
                <c:pt idx="21" formatCode="General">
                  <c:v>1.32</c:v>
                </c:pt>
                <c:pt idx="22" formatCode="General">
                  <c:v>1.38</c:v>
                </c:pt>
                <c:pt idx="23" formatCode="General">
                  <c:v>1.44</c:v>
                </c:pt>
                <c:pt idx="24" formatCode="General">
                  <c:v>1.5</c:v>
                </c:pt>
                <c:pt idx="25" formatCode="General">
                  <c:v>1.56</c:v>
                </c:pt>
                <c:pt idx="26" formatCode="General">
                  <c:v>1.62</c:v>
                </c:pt>
                <c:pt idx="27" formatCode="General">
                  <c:v>1.68</c:v>
                </c:pt>
                <c:pt idx="28" formatCode="General">
                  <c:v>1.74</c:v>
                </c:pt>
                <c:pt idx="29" formatCode="General">
                  <c:v>1.8</c:v>
                </c:pt>
                <c:pt idx="30" formatCode="General">
                  <c:v>1.86</c:v>
                </c:pt>
                <c:pt idx="31" formatCode="General">
                  <c:v>1.92</c:v>
                </c:pt>
                <c:pt idx="32" formatCode="General">
                  <c:v>1.98</c:v>
                </c:pt>
                <c:pt idx="33" formatCode="General">
                  <c:v>2.04</c:v>
                </c:pt>
                <c:pt idx="34" formatCode="General">
                  <c:v>2.1</c:v>
                </c:pt>
                <c:pt idx="35" formatCode="General">
                  <c:v>2.16</c:v>
                </c:pt>
                <c:pt idx="36" formatCode="General">
                  <c:v>2.2200000000000002</c:v>
                </c:pt>
                <c:pt idx="37" formatCode="General">
                  <c:v>2.2799999999999998</c:v>
                </c:pt>
                <c:pt idx="38" formatCode="General">
                  <c:v>2.34</c:v>
                </c:pt>
                <c:pt idx="39" formatCode="General">
                  <c:v>2.4</c:v>
                </c:pt>
                <c:pt idx="40" formatCode="General">
                  <c:v>2.46</c:v>
                </c:pt>
                <c:pt idx="41" formatCode="General">
                  <c:v>2.52</c:v>
                </c:pt>
                <c:pt idx="42" formatCode="General">
                  <c:v>2.58</c:v>
                </c:pt>
                <c:pt idx="43" formatCode="General">
                  <c:v>2.64</c:v>
                </c:pt>
                <c:pt idx="44" formatCode="General">
                  <c:v>2.7</c:v>
                </c:pt>
                <c:pt idx="45" formatCode="General">
                  <c:v>2.76</c:v>
                </c:pt>
                <c:pt idx="46" formatCode="General">
                  <c:v>2.82</c:v>
                </c:pt>
                <c:pt idx="47" formatCode="General">
                  <c:v>2.88</c:v>
                </c:pt>
                <c:pt idx="48" formatCode="General">
                  <c:v>2.94</c:v>
                </c:pt>
                <c:pt idx="49" formatCode="General">
                  <c:v>3</c:v>
                </c:pt>
                <c:pt idx="50" formatCode="General">
                  <c:v>3.06</c:v>
                </c:pt>
                <c:pt idx="51" formatCode="General">
                  <c:v>3.12</c:v>
                </c:pt>
                <c:pt idx="52" formatCode="General">
                  <c:v>3.18</c:v>
                </c:pt>
                <c:pt idx="53" formatCode="General">
                  <c:v>3.24</c:v>
                </c:pt>
                <c:pt idx="54" formatCode="General">
                  <c:v>3.3</c:v>
                </c:pt>
                <c:pt idx="55" formatCode="General">
                  <c:v>3.36</c:v>
                </c:pt>
                <c:pt idx="56" formatCode="General">
                  <c:v>3.42</c:v>
                </c:pt>
                <c:pt idx="57" formatCode="General">
                  <c:v>3.48</c:v>
                </c:pt>
                <c:pt idx="58" formatCode="General">
                  <c:v>3.54</c:v>
                </c:pt>
                <c:pt idx="59" formatCode="General">
                  <c:v>3.6</c:v>
                </c:pt>
                <c:pt idx="60" formatCode="General">
                  <c:v>3.66</c:v>
                </c:pt>
                <c:pt idx="61" formatCode="General">
                  <c:v>3.72</c:v>
                </c:pt>
                <c:pt idx="62" formatCode="General">
                  <c:v>3.78</c:v>
                </c:pt>
                <c:pt idx="63" formatCode="General">
                  <c:v>3.84</c:v>
                </c:pt>
                <c:pt idx="64" formatCode="General">
                  <c:v>3.9</c:v>
                </c:pt>
                <c:pt idx="65" formatCode="General">
                  <c:v>3.96</c:v>
                </c:pt>
                <c:pt idx="66" formatCode="General">
                  <c:v>4.0199999999999996</c:v>
                </c:pt>
                <c:pt idx="67" formatCode="General">
                  <c:v>4.08</c:v>
                </c:pt>
                <c:pt idx="68" formatCode="General">
                  <c:v>4.1399999999999997</c:v>
                </c:pt>
                <c:pt idx="69" formatCode="General">
                  <c:v>4.2</c:v>
                </c:pt>
                <c:pt idx="70" formatCode="General">
                  <c:v>4.26</c:v>
                </c:pt>
                <c:pt idx="71" formatCode="General">
                  <c:v>4.32</c:v>
                </c:pt>
                <c:pt idx="72" formatCode="General">
                  <c:v>4.38</c:v>
                </c:pt>
                <c:pt idx="73" formatCode="General">
                  <c:v>4.4400000000000004</c:v>
                </c:pt>
                <c:pt idx="74" formatCode="General">
                  <c:v>4.5</c:v>
                </c:pt>
                <c:pt idx="75" formatCode="General">
                  <c:v>4.5599999999999996</c:v>
                </c:pt>
                <c:pt idx="76" formatCode="General">
                  <c:v>4.62</c:v>
                </c:pt>
                <c:pt idx="77" formatCode="General">
                  <c:v>4.68</c:v>
                </c:pt>
                <c:pt idx="78" formatCode="General">
                  <c:v>4.74</c:v>
                </c:pt>
                <c:pt idx="79" formatCode="General">
                  <c:v>4.8</c:v>
                </c:pt>
                <c:pt idx="80" formatCode="General">
                  <c:v>4.8600000000000003</c:v>
                </c:pt>
                <c:pt idx="81" formatCode="General">
                  <c:v>4.92</c:v>
                </c:pt>
                <c:pt idx="82" formatCode="General">
                  <c:v>4.9800000000000004</c:v>
                </c:pt>
                <c:pt idx="83" formatCode="General">
                  <c:v>5.04</c:v>
                </c:pt>
                <c:pt idx="84" formatCode="General">
                  <c:v>5.0999999999999996</c:v>
                </c:pt>
                <c:pt idx="85" formatCode="General">
                  <c:v>5.16</c:v>
                </c:pt>
                <c:pt idx="86" formatCode="General">
                  <c:v>5.22</c:v>
                </c:pt>
                <c:pt idx="87" formatCode="General">
                  <c:v>5.28</c:v>
                </c:pt>
                <c:pt idx="88" formatCode="General">
                  <c:v>5.34</c:v>
                </c:pt>
                <c:pt idx="89" formatCode="General">
                  <c:v>5.4</c:v>
                </c:pt>
                <c:pt idx="90" formatCode="General">
                  <c:v>5.46</c:v>
                </c:pt>
                <c:pt idx="91" formatCode="General">
                  <c:v>5.52</c:v>
                </c:pt>
                <c:pt idx="92" formatCode="General">
                  <c:v>5.58</c:v>
                </c:pt>
                <c:pt idx="93" formatCode="General">
                  <c:v>5.64</c:v>
                </c:pt>
                <c:pt idx="94" formatCode="General">
                  <c:v>5.7</c:v>
                </c:pt>
                <c:pt idx="95" formatCode="General">
                  <c:v>5.76</c:v>
                </c:pt>
                <c:pt idx="96" formatCode="General">
                  <c:v>5.82</c:v>
                </c:pt>
                <c:pt idx="97" formatCode="General">
                  <c:v>5.88</c:v>
                </c:pt>
                <c:pt idx="98" formatCode="General">
                  <c:v>5.94</c:v>
                </c:pt>
                <c:pt idx="99" formatCode="General">
                  <c:v>6</c:v>
                </c:pt>
                <c:pt idx="100" formatCode="General">
                  <c:v>6.06</c:v>
                </c:pt>
                <c:pt idx="101" formatCode="General">
                  <c:v>6.12</c:v>
                </c:pt>
                <c:pt idx="102" formatCode="General">
                  <c:v>6.18</c:v>
                </c:pt>
                <c:pt idx="103" formatCode="General">
                  <c:v>6.24</c:v>
                </c:pt>
                <c:pt idx="104" formatCode="General">
                  <c:v>6.3</c:v>
                </c:pt>
                <c:pt idx="105" formatCode="General">
                  <c:v>6.36</c:v>
                </c:pt>
                <c:pt idx="106" formatCode="General">
                  <c:v>6.42</c:v>
                </c:pt>
                <c:pt idx="107" formatCode="General">
                  <c:v>6.48</c:v>
                </c:pt>
                <c:pt idx="108" formatCode="General">
                  <c:v>6.54</c:v>
                </c:pt>
                <c:pt idx="109" formatCode="General">
                  <c:v>6.6</c:v>
                </c:pt>
                <c:pt idx="110" formatCode="General">
                  <c:v>6.66</c:v>
                </c:pt>
                <c:pt idx="111" formatCode="General">
                  <c:v>6.72</c:v>
                </c:pt>
                <c:pt idx="112" formatCode="General">
                  <c:v>6.78</c:v>
                </c:pt>
                <c:pt idx="113" formatCode="General">
                  <c:v>6.84</c:v>
                </c:pt>
                <c:pt idx="114" formatCode="General">
                  <c:v>6.9</c:v>
                </c:pt>
                <c:pt idx="115" formatCode="General">
                  <c:v>6.96</c:v>
                </c:pt>
                <c:pt idx="116" formatCode="General">
                  <c:v>7.02</c:v>
                </c:pt>
                <c:pt idx="117" formatCode="General">
                  <c:v>7.08</c:v>
                </c:pt>
                <c:pt idx="118" formatCode="General">
                  <c:v>7.14</c:v>
                </c:pt>
                <c:pt idx="119" formatCode="General">
                  <c:v>7.2</c:v>
                </c:pt>
                <c:pt idx="120" formatCode="General">
                  <c:v>7.26</c:v>
                </c:pt>
                <c:pt idx="121" formatCode="General">
                  <c:v>7.32</c:v>
                </c:pt>
                <c:pt idx="122" formatCode="General">
                  <c:v>7.38</c:v>
                </c:pt>
                <c:pt idx="123" formatCode="General">
                  <c:v>7.44</c:v>
                </c:pt>
                <c:pt idx="124" formatCode="General">
                  <c:v>7.5</c:v>
                </c:pt>
                <c:pt idx="125" formatCode="General">
                  <c:v>7.56</c:v>
                </c:pt>
                <c:pt idx="126" formatCode="General">
                  <c:v>7.62</c:v>
                </c:pt>
                <c:pt idx="127" formatCode="General">
                  <c:v>7.68</c:v>
                </c:pt>
                <c:pt idx="128" formatCode="General">
                  <c:v>7.74</c:v>
                </c:pt>
                <c:pt idx="129" formatCode="General">
                  <c:v>7.8</c:v>
                </c:pt>
                <c:pt idx="130" formatCode="General">
                  <c:v>7.86</c:v>
                </c:pt>
                <c:pt idx="131" formatCode="General">
                  <c:v>7.92</c:v>
                </c:pt>
                <c:pt idx="132" formatCode="General">
                  <c:v>7.98</c:v>
                </c:pt>
                <c:pt idx="133" formatCode="General">
                  <c:v>8.0399999999999991</c:v>
                </c:pt>
                <c:pt idx="134" formatCode="General">
                  <c:v>8.0999990000000004</c:v>
                </c:pt>
                <c:pt idx="135" formatCode="General">
                  <c:v>8.16</c:v>
                </c:pt>
                <c:pt idx="136" formatCode="General">
                  <c:v>8.2200000000000006</c:v>
                </c:pt>
                <c:pt idx="137" formatCode="General">
                  <c:v>8.2799999999999994</c:v>
                </c:pt>
                <c:pt idx="138" formatCode="General">
                  <c:v>8.34</c:v>
                </c:pt>
                <c:pt idx="139" formatCode="General">
                  <c:v>8.4</c:v>
                </c:pt>
                <c:pt idx="140" formatCode="General">
                  <c:v>8.4600000000000009</c:v>
                </c:pt>
                <c:pt idx="141" formatCode="General">
                  <c:v>8.52</c:v>
                </c:pt>
                <c:pt idx="142" formatCode="General">
                  <c:v>8.58</c:v>
                </c:pt>
                <c:pt idx="143" formatCode="General">
                  <c:v>8.6399989999999995</c:v>
                </c:pt>
                <c:pt idx="144" formatCode="General">
                  <c:v>8.6999999999999993</c:v>
                </c:pt>
                <c:pt idx="145" formatCode="General">
                  <c:v>8.76</c:v>
                </c:pt>
                <c:pt idx="146" formatCode="General">
                  <c:v>8.82</c:v>
                </c:pt>
                <c:pt idx="147" formatCode="General">
                  <c:v>8.8800000000000008</c:v>
                </c:pt>
                <c:pt idx="148" formatCode="General">
                  <c:v>8.94</c:v>
                </c:pt>
                <c:pt idx="149" formatCode="General">
                  <c:v>9</c:v>
                </c:pt>
                <c:pt idx="150" formatCode="General">
                  <c:v>9.0599989999999995</c:v>
                </c:pt>
                <c:pt idx="151" formatCode="General">
                  <c:v>9.1199999999999992</c:v>
                </c:pt>
                <c:pt idx="152" formatCode="General">
                  <c:v>9.1799990000000005</c:v>
                </c:pt>
                <c:pt idx="153" formatCode="General">
                  <c:v>9.24</c:v>
                </c:pt>
                <c:pt idx="154" formatCode="General">
                  <c:v>9.3000000000000007</c:v>
                </c:pt>
                <c:pt idx="155" formatCode="General">
                  <c:v>9.36</c:v>
                </c:pt>
                <c:pt idx="156" formatCode="General">
                  <c:v>9.42</c:v>
                </c:pt>
                <c:pt idx="157" formatCode="General">
                  <c:v>9.48</c:v>
                </c:pt>
                <c:pt idx="158" formatCode="General">
                  <c:v>9.5399999999999991</c:v>
                </c:pt>
                <c:pt idx="159" formatCode="General">
                  <c:v>9.5999990000000004</c:v>
                </c:pt>
                <c:pt idx="160" formatCode="General">
                  <c:v>9.66</c:v>
                </c:pt>
                <c:pt idx="161" formatCode="General">
                  <c:v>9.7199989999999996</c:v>
                </c:pt>
                <c:pt idx="162" formatCode="General">
                  <c:v>9.7799999999999994</c:v>
                </c:pt>
                <c:pt idx="163" formatCode="General">
                  <c:v>9.84</c:v>
                </c:pt>
                <c:pt idx="164" formatCode="General">
                  <c:v>9.9</c:v>
                </c:pt>
                <c:pt idx="165" formatCode="General">
                  <c:v>9.9600000000000009</c:v>
                </c:pt>
                <c:pt idx="166" formatCode="General">
                  <c:v>10.02</c:v>
                </c:pt>
                <c:pt idx="167" formatCode="General">
                  <c:v>10.08</c:v>
                </c:pt>
                <c:pt idx="168" formatCode="General">
                  <c:v>10.14</c:v>
                </c:pt>
                <c:pt idx="169" formatCode="General">
                  <c:v>10.199999999999999</c:v>
                </c:pt>
                <c:pt idx="170" formatCode="General">
                  <c:v>10.26</c:v>
                </c:pt>
                <c:pt idx="171" formatCode="General">
                  <c:v>10.32</c:v>
                </c:pt>
                <c:pt idx="172" formatCode="General">
                  <c:v>10.38</c:v>
                </c:pt>
                <c:pt idx="173" formatCode="General">
                  <c:v>10.44</c:v>
                </c:pt>
                <c:pt idx="174" formatCode="General">
                  <c:v>10.5</c:v>
                </c:pt>
                <c:pt idx="175" formatCode="General">
                  <c:v>10.56</c:v>
                </c:pt>
                <c:pt idx="176" formatCode="General">
                  <c:v>10.62</c:v>
                </c:pt>
                <c:pt idx="177" formatCode="General">
                  <c:v>10.68</c:v>
                </c:pt>
                <c:pt idx="178" formatCode="General">
                  <c:v>10.74</c:v>
                </c:pt>
                <c:pt idx="179" formatCode="General">
                  <c:v>10.8</c:v>
                </c:pt>
                <c:pt idx="180" formatCode="General">
                  <c:v>10.86</c:v>
                </c:pt>
                <c:pt idx="181" formatCode="General">
                  <c:v>10.92</c:v>
                </c:pt>
                <c:pt idx="182" formatCode="General">
                  <c:v>10.98</c:v>
                </c:pt>
                <c:pt idx="183" formatCode="General">
                  <c:v>11.04</c:v>
                </c:pt>
                <c:pt idx="184" formatCode="General">
                  <c:v>11.1</c:v>
                </c:pt>
                <c:pt idx="185" formatCode="General">
                  <c:v>11.16</c:v>
                </c:pt>
                <c:pt idx="186" formatCode="General">
                  <c:v>11.22</c:v>
                </c:pt>
                <c:pt idx="187" formatCode="General">
                  <c:v>11.28</c:v>
                </c:pt>
                <c:pt idx="188" formatCode="General">
                  <c:v>11.34</c:v>
                </c:pt>
                <c:pt idx="189" formatCode="General">
                  <c:v>11.4</c:v>
                </c:pt>
                <c:pt idx="190" formatCode="General">
                  <c:v>11.46</c:v>
                </c:pt>
                <c:pt idx="191" formatCode="General">
                  <c:v>11.52</c:v>
                </c:pt>
                <c:pt idx="192" formatCode="General">
                  <c:v>11.58</c:v>
                </c:pt>
                <c:pt idx="193" formatCode="General">
                  <c:v>11.64</c:v>
                </c:pt>
                <c:pt idx="194" formatCode="General">
                  <c:v>11.7</c:v>
                </c:pt>
                <c:pt idx="195" formatCode="General">
                  <c:v>11.76</c:v>
                </c:pt>
                <c:pt idx="196" formatCode="General">
                  <c:v>11.82</c:v>
                </c:pt>
                <c:pt idx="197" formatCode="General">
                  <c:v>11.88</c:v>
                </c:pt>
                <c:pt idx="198" formatCode="General">
                  <c:v>11.94</c:v>
                </c:pt>
                <c:pt idx="199" formatCode="General">
                  <c:v>12</c:v>
                </c:pt>
                <c:pt idx="200" formatCode="General">
                  <c:v>12.06</c:v>
                </c:pt>
                <c:pt idx="201" formatCode="General">
                  <c:v>12.12</c:v>
                </c:pt>
                <c:pt idx="202" formatCode="General">
                  <c:v>12.18</c:v>
                </c:pt>
                <c:pt idx="203" formatCode="General">
                  <c:v>12.24</c:v>
                </c:pt>
                <c:pt idx="204" formatCode="General">
                  <c:v>12.3</c:v>
                </c:pt>
                <c:pt idx="205" formatCode="General">
                  <c:v>12.36</c:v>
                </c:pt>
                <c:pt idx="206" formatCode="General">
                  <c:v>12.42</c:v>
                </c:pt>
                <c:pt idx="207" formatCode="General">
                  <c:v>12.48</c:v>
                </c:pt>
                <c:pt idx="208" formatCode="General">
                  <c:v>12.54</c:v>
                </c:pt>
                <c:pt idx="209" formatCode="General">
                  <c:v>12.6</c:v>
                </c:pt>
                <c:pt idx="210" formatCode="General">
                  <c:v>12.66</c:v>
                </c:pt>
                <c:pt idx="211" formatCode="General">
                  <c:v>12.72</c:v>
                </c:pt>
                <c:pt idx="212" formatCode="General">
                  <c:v>12.78</c:v>
                </c:pt>
                <c:pt idx="213" formatCode="General">
                  <c:v>12.84</c:v>
                </c:pt>
                <c:pt idx="214" formatCode="General">
                  <c:v>12.9</c:v>
                </c:pt>
                <c:pt idx="215" formatCode="General">
                  <c:v>12.96</c:v>
                </c:pt>
                <c:pt idx="216" formatCode="General">
                  <c:v>13.02</c:v>
                </c:pt>
                <c:pt idx="217" formatCode="General">
                  <c:v>13.08</c:v>
                </c:pt>
                <c:pt idx="218" formatCode="General">
                  <c:v>13.14</c:v>
                </c:pt>
                <c:pt idx="219" formatCode="General">
                  <c:v>13.2</c:v>
                </c:pt>
                <c:pt idx="220" formatCode="General">
                  <c:v>13.26</c:v>
                </c:pt>
                <c:pt idx="221" formatCode="General">
                  <c:v>13.32</c:v>
                </c:pt>
                <c:pt idx="222" formatCode="General">
                  <c:v>13.38</c:v>
                </c:pt>
                <c:pt idx="223" formatCode="General">
                  <c:v>13.44</c:v>
                </c:pt>
                <c:pt idx="224" formatCode="General">
                  <c:v>13.5</c:v>
                </c:pt>
                <c:pt idx="225" formatCode="General">
                  <c:v>13.56</c:v>
                </c:pt>
                <c:pt idx="226" formatCode="General">
                  <c:v>13.62</c:v>
                </c:pt>
                <c:pt idx="227" formatCode="General">
                  <c:v>13.68</c:v>
                </c:pt>
                <c:pt idx="228" formatCode="General">
                  <c:v>13.74</c:v>
                </c:pt>
                <c:pt idx="229" formatCode="General">
                  <c:v>13.8</c:v>
                </c:pt>
                <c:pt idx="230" formatCode="General">
                  <c:v>13.86</c:v>
                </c:pt>
                <c:pt idx="231" formatCode="General">
                  <c:v>13.92</c:v>
                </c:pt>
                <c:pt idx="232" formatCode="General">
                  <c:v>13.98</c:v>
                </c:pt>
                <c:pt idx="233" formatCode="General">
                  <c:v>14.04</c:v>
                </c:pt>
                <c:pt idx="234" formatCode="General">
                  <c:v>14.1</c:v>
                </c:pt>
                <c:pt idx="235" formatCode="General">
                  <c:v>14.16</c:v>
                </c:pt>
                <c:pt idx="236" formatCode="General">
                  <c:v>14.22</c:v>
                </c:pt>
                <c:pt idx="237" formatCode="General">
                  <c:v>14.28</c:v>
                </c:pt>
                <c:pt idx="238" formatCode="General">
                  <c:v>14.34</c:v>
                </c:pt>
                <c:pt idx="239" formatCode="General">
                  <c:v>14.4</c:v>
                </c:pt>
                <c:pt idx="240" formatCode="General">
                  <c:v>14.46</c:v>
                </c:pt>
                <c:pt idx="241" formatCode="General">
                  <c:v>14.52</c:v>
                </c:pt>
                <c:pt idx="242" formatCode="General">
                  <c:v>14.58</c:v>
                </c:pt>
                <c:pt idx="243" formatCode="General">
                  <c:v>14.64</c:v>
                </c:pt>
                <c:pt idx="244" formatCode="General">
                  <c:v>14.7</c:v>
                </c:pt>
                <c:pt idx="245" formatCode="General">
                  <c:v>14.76</c:v>
                </c:pt>
                <c:pt idx="246" formatCode="General">
                  <c:v>14.82</c:v>
                </c:pt>
                <c:pt idx="247" formatCode="General">
                  <c:v>14.88</c:v>
                </c:pt>
                <c:pt idx="248" formatCode="General">
                  <c:v>14.94</c:v>
                </c:pt>
                <c:pt idx="249" formatCode="General">
                  <c:v>15</c:v>
                </c:pt>
                <c:pt idx="250" formatCode="General">
                  <c:v>15.06</c:v>
                </c:pt>
                <c:pt idx="251" formatCode="General">
                  <c:v>15.12</c:v>
                </c:pt>
                <c:pt idx="252" formatCode="General">
                  <c:v>15.18</c:v>
                </c:pt>
                <c:pt idx="253" formatCode="General">
                  <c:v>15.24</c:v>
                </c:pt>
                <c:pt idx="254" formatCode="General">
                  <c:v>15.3</c:v>
                </c:pt>
                <c:pt idx="255" formatCode="General">
                  <c:v>15.36</c:v>
                </c:pt>
                <c:pt idx="256" formatCode="General">
                  <c:v>15.42</c:v>
                </c:pt>
                <c:pt idx="257" formatCode="General">
                  <c:v>15.48</c:v>
                </c:pt>
                <c:pt idx="258" formatCode="General">
                  <c:v>15.54</c:v>
                </c:pt>
                <c:pt idx="259" formatCode="General">
                  <c:v>15.6</c:v>
                </c:pt>
                <c:pt idx="260" formatCode="General">
                  <c:v>15.66</c:v>
                </c:pt>
                <c:pt idx="261" formatCode="General">
                  <c:v>15.72</c:v>
                </c:pt>
                <c:pt idx="262" formatCode="General">
                  <c:v>15.78</c:v>
                </c:pt>
                <c:pt idx="263" formatCode="General">
                  <c:v>15.84</c:v>
                </c:pt>
                <c:pt idx="264" formatCode="General">
                  <c:v>15.9</c:v>
                </c:pt>
                <c:pt idx="265" formatCode="General">
                  <c:v>15.96</c:v>
                </c:pt>
                <c:pt idx="266" formatCode="General">
                  <c:v>16.02</c:v>
                </c:pt>
                <c:pt idx="267" formatCode="General">
                  <c:v>16.079999999999998</c:v>
                </c:pt>
                <c:pt idx="268" formatCode="General">
                  <c:v>16.14</c:v>
                </c:pt>
                <c:pt idx="269" formatCode="General">
                  <c:v>16.2</c:v>
                </c:pt>
                <c:pt idx="270" formatCode="General">
                  <c:v>16.260000000000002</c:v>
                </c:pt>
                <c:pt idx="271" formatCode="General">
                  <c:v>16.32</c:v>
                </c:pt>
                <c:pt idx="272" formatCode="General">
                  <c:v>16.38</c:v>
                </c:pt>
                <c:pt idx="273" formatCode="General">
                  <c:v>16.440000000000001</c:v>
                </c:pt>
                <c:pt idx="274" formatCode="General">
                  <c:v>16.5</c:v>
                </c:pt>
                <c:pt idx="275" formatCode="General">
                  <c:v>16.559999999999999</c:v>
                </c:pt>
                <c:pt idx="276" formatCode="General">
                  <c:v>16.62</c:v>
                </c:pt>
                <c:pt idx="277" formatCode="General">
                  <c:v>16.68</c:v>
                </c:pt>
                <c:pt idx="278" formatCode="General">
                  <c:v>16.739999999999998</c:v>
                </c:pt>
                <c:pt idx="279" formatCode="General">
                  <c:v>16.8</c:v>
                </c:pt>
                <c:pt idx="280" formatCode="General">
                  <c:v>16.86</c:v>
                </c:pt>
                <c:pt idx="281" formatCode="General">
                  <c:v>16.920000000000002</c:v>
                </c:pt>
                <c:pt idx="282" formatCode="General">
                  <c:v>16.98</c:v>
                </c:pt>
                <c:pt idx="283" formatCode="General">
                  <c:v>17.04</c:v>
                </c:pt>
                <c:pt idx="284" formatCode="General">
                  <c:v>17.100000000000001</c:v>
                </c:pt>
                <c:pt idx="285" formatCode="General">
                  <c:v>17.16</c:v>
                </c:pt>
                <c:pt idx="286" formatCode="General">
                  <c:v>17.22</c:v>
                </c:pt>
                <c:pt idx="287" formatCode="General">
                  <c:v>17.28</c:v>
                </c:pt>
                <c:pt idx="288" formatCode="General">
                  <c:v>17.34</c:v>
                </c:pt>
                <c:pt idx="289" formatCode="General">
                  <c:v>17.399999999999999</c:v>
                </c:pt>
                <c:pt idx="290" formatCode="General">
                  <c:v>17.46</c:v>
                </c:pt>
                <c:pt idx="291" formatCode="General">
                  <c:v>17.52</c:v>
                </c:pt>
                <c:pt idx="292" formatCode="General">
                  <c:v>17.579999999999998</c:v>
                </c:pt>
                <c:pt idx="293" formatCode="General">
                  <c:v>17.64</c:v>
                </c:pt>
                <c:pt idx="294" formatCode="General">
                  <c:v>17.7</c:v>
                </c:pt>
                <c:pt idx="295" formatCode="General">
                  <c:v>17.760000000000002</c:v>
                </c:pt>
                <c:pt idx="296" formatCode="General">
                  <c:v>17.82</c:v>
                </c:pt>
                <c:pt idx="297" formatCode="General">
                  <c:v>17.88</c:v>
                </c:pt>
                <c:pt idx="298" formatCode="General">
                  <c:v>17.940000000000001</c:v>
                </c:pt>
                <c:pt idx="299" formatCode="General">
                  <c:v>18</c:v>
                </c:pt>
                <c:pt idx="300" formatCode="General">
                  <c:v>18.059999999999999</c:v>
                </c:pt>
                <c:pt idx="301" formatCode="General">
                  <c:v>18.12</c:v>
                </c:pt>
                <c:pt idx="302" formatCode="General">
                  <c:v>18.18</c:v>
                </c:pt>
                <c:pt idx="303" formatCode="General">
                  <c:v>18.239999999999998</c:v>
                </c:pt>
                <c:pt idx="304" formatCode="General">
                  <c:v>18.3</c:v>
                </c:pt>
                <c:pt idx="305" formatCode="General">
                  <c:v>18.36</c:v>
                </c:pt>
                <c:pt idx="306" formatCode="General">
                  <c:v>18.420000000000002</c:v>
                </c:pt>
                <c:pt idx="307" formatCode="General">
                  <c:v>18.48</c:v>
                </c:pt>
                <c:pt idx="308" formatCode="General">
                  <c:v>18.54</c:v>
                </c:pt>
                <c:pt idx="309" formatCode="General">
                  <c:v>18.600000000000001</c:v>
                </c:pt>
                <c:pt idx="310" formatCode="General">
                  <c:v>18.66</c:v>
                </c:pt>
                <c:pt idx="311" formatCode="General">
                  <c:v>18.72</c:v>
                </c:pt>
                <c:pt idx="312" formatCode="General">
                  <c:v>18.78</c:v>
                </c:pt>
                <c:pt idx="313" formatCode="General">
                  <c:v>18.84</c:v>
                </c:pt>
                <c:pt idx="314" formatCode="General">
                  <c:v>18.899999999999999</c:v>
                </c:pt>
                <c:pt idx="315" formatCode="General">
                  <c:v>18.96</c:v>
                </c:pt>
                <c:pt idx="316" formatCode="General">
                  <c:v>19.02</c:v>
                </c:pt>
                <c:pt idx="317" formatCode="General">
                  <c:v>19.079999999999998</c:v>
                </c:pt>
                <c:pt idx="318" formatCode="General">
                  <c:v>19.14</c:v>
                </c:pt>
                <c:pt idx="319" formatCode="General">
                  <c:v>19.2</c:v>
                </c:pt>
                <c:pt idx="320" formatCode="General">
                  <c:v>19.260000000000002</c:v>
                </c:pt>
                <c:pt idx="321" formatCode="General">
                  <c:v>19.32</c:v>
                </c:pt>
                <c:pt idx="322" formatCode="General">
                  <c:v>19.38</c:v>
                </c:pt>
                <c:pt idx="323" formatCode="General">
                  <c:v>19.440000000000001</c:v>
                </c:pt>
                <c:pt idx="324" formatCode="General">
                  <c:v>19.5</c:v>
                </c:pt>
                <c:pt idx="325" formatCode="General">
                  <c:v>19.559999999999999</c:v>
                </c:pt>
                <c:pt idx="326" formatCode="General">
                  <c:v>19.62</c:v>
                </c:pt>
                <c:pt idx="327" formatCode="General">
                  <c:v>19.68</c:v>
                </c:pt>
                <c:pt idx="328" formatCode="General">
                  <c:v>19.739999999999998</c:v>
                </c:pt>
                <c:pt idx="329" formatCode="General">
                  <c:v>19.8</c:v>
                </c:pt>
                <c:pt idx="330" formatCode="General">
                  <c:v>19.86</c:v>
                </c:pt>
                <c:pt idx="331" formatCode="General">
                  <c:v>19.920000000000002</c:v>
                </c:pt>
                <c:pt idx="332" formatCode="General">
                  <c:v>19.98</c:v>
                </c:pt>
                <c:pt idx="333" formatCode="General">
                  <c:v>20.04</c:v>
                </c:pt>
                <c:pt idx="334" formatCode="General">
                  <c:v>20.100000000000001</c:v>
                </c:pt>
                <c:pt idx="335" formatCode="General">
                  <c:v>20.16</c:v>
                </c:pt>
                <c:pt idx="336" formatCode="General">
                  <c:v>20.22</c:v>
                </c:pt>
                <c:pt idx="337" formatCode="General">
                  <c:v>20.28</c:v>
                </c:pt>
                <c:pt idx="338" formatCode="General">
                  <c:v>20.34</c:v>
                </c:pt>
                <c:pt idx="339" formatCode="General">
                  <c:v>20.399999999999999</c:v>
                </c:pt>
                <c:pt idx="340" formatCode="General">
                  <c:v>20.46</c:v>
                </c:pt>
                <c:pt idx="341" formatCode="General">
                  <c:v>20.52</c:v>
                </c:pt>
                <c:pt idx="342" formatCode="General">
                  <c:v>20.58</c:v>
                </c:pt>
                <c:pt idx="343" formatCode="General">
                  <c:v>20.64</c:v>
                </c:pt>
                <c:pt idx="344" formatCode="General">
                  <c:v>20.7</c:v>
                </c:pt>
                <c:pt idx="345" formatCode="General">
                  <c:v>20.76</c:v>
                </c:pt>
                <c:pt idx="346" formatCode="General">
                  <c:v>20.82</c:v>
                </c:pt>
                <c:pt idx="347" formatCode="General">
                  <c:v>20.88</c:v>
                </c:pt>
                <c:pt idx="348" formatCode="General">
                  <c:v>20.94</c:v>
                </c:pt>
                <c:pt idx="349" formatCode="General">
                  <c:v>21</c:v>
                </c:pt>
                <c:pt idx="350" formatCode="General">
                  <c:v>21.06</c:v>
                </c:pt>
                <c:pt idx="351" formatCode="General">
                  <c:v>21.12</c:v>
                </c:pt>
                <c:pt idx="352" formatCode="General">
                  <c:v>21.18</c:v>
                </c:pt>
                <c:pt idx="353" formatCode="General">
                  <c:v>21.24</c:v>
                </c:pt>
                <c:pt idx="354" formatCode="General">
                  <c:v>21.3</c:v>
                </c:pt>
                <c:pt idx="355" formatCode="General">
                  <c:v>21.36</c:v>
                </c:pt>
                <c:pt idx="356" formatCode="General">
                  <c:v>21.42</c:v>
                </c:pt>
                <c:pt idx="357" formatCode="General">
                  <c:v>21.48</c:v>
                </c:pt>
                <c:pt idx="358" formatCode="General">
                  <c:v>21.54</c:v>
                </c:pt>
                <c:pt idx="359" formatCode="General">
                  <c:v>21.6</c:v>
                </c:pt>
                <c:pt idx="360" formatCode="General">
                  <c:v>21.66</c:v>
                </c:pt>
                <c:pt idx="361" formatCode="General">
                  <c:v>21.72</c:v>
                </c:pt>
                <c:pt idx="362" formatCode="General">
                  <c:v>21.78</c:v>
                </c:pt>
                <c:pt idx="363" formatCode="General">
                  <c:v>21.84</c:v>
                </c:pt>
                <c:pt idx="364" formatCode="General">
                  <c:v>21.9</c:v>
                </c:pt>
                <c:pt idx="365" formatCode="General">
                  <c:v>21.96</c:v>
                </c:pt>
                <c:pt idx="366" formatCode="General">
                  <c:v>22.02</c:v>
                </c:pt>
                <c:pt idx="367" formatCode="General">
                  <c:v>22.08</c:v>
                </c:pt>
                <c:pt idx="368" formatCode="General">
                  <c:v>22.14</c:v>
                </c:pt>
                <c:pt idx="369" formatCode="General">
                  <c:v>22.2</c:v>
                </c:pt>
                <c:pt idx="370" formatCode="General">
                  <c:v>22.26</c:v>
                </c:pt>
                <c:pt idx="371" formatCode="General">
                  <c:v>22.32</c:v>
                </c:pt>
                <c:pt idx="372" formatCode="General">
                  <c:v>22.38</c:v>
                </c:pt>
                <c:pt idx="373" formatCode="General">
                  <c:v>22.44</c:v>
                </c:pt>
                <c:pt idx="374" formatCode="General">
                  <c:v>22.5</c:v>
                </c:pt>
                <c:pt idx="375" formatCode="General">
                  <c:v>22.56</c:v>
                </c:pt>
                <c:pt idx="376" formatCode="General">
                  <c:v>22.62</c:v>
                </c:pt>
                <c:pt idx="377" formatCode="General">
                  <c:v>22.68</c:v>
                </c:pt>
                <c:pt idx="378" formatCode="General">
                  <c:v>22.74</c:v>
                </c:pt>
                <c:pt idx="379" formatCode="General">
                  <c:v>22.8</c:v>
                </c:pt>
                <c:pt idx="380" formatCode="General">
                  <c:v>22.86</c:v>
                </c:pt>
                <c:pt idx="381" formatCode="General">
                  <c:v>22.92</c:v>
                </c:pt>
                <c:pt idx="382" formatCode="General">
                  <c:v>22.98</c:v>
                </c:pt>
                <c:pt idx="383" formatCode="General">
                  <c:v>23.04</c:v>
                </c:pt>
                <c:pt idx="384" formatCode="General">
                  <c:v>23.1</c:v>
                </c:pt>
                <c:pt idx="385" formatCode="General">
                  <c:v>23.16</c:v>
                </c:pt>
                <c:pt idx="386" formatCode="General">
                  <c:v>23.22</c:v>
                </c:pt>
                <c:pt idx="387" formatCode="General">
                  <c:v>23.28</c:v>
                </c:pt>
                <c:pt idx="388" formatCode="General">
                  <c:v>23.34</c:v>
                </c:pt>
                <c:pt idx="389" formatCode="General">
                  <c:v>23.4</c:v>
                </c:pt>
                <c:pt idx="390" formatCode="General">
                  <c:v>23.46</c:v>
                </c:pt>
                <c:pt idx="391" formatCode="General">
                  <c:v>23.52</c:v>
                </c:pt>
                <c:pt idx="392" formatCode="General">
                  <c:v>23.58</c:v>
                </c:pt>
                <c:pt idx="393" formatCode="General">
                  <c:v>23.64</c:v>
                </c:pt>
                <c:pt idx="394" formatCode="General">
                  <c:v>23.7</c:v>
                </c:pt>
                <c:pt idx="395" formatCode="General">
                  <c:v>23.76</c:v>
                </c:pt>
                <c:pt idx="396" formatCode="General">
                  <c:v>23.82</c:v>
                </c:pt>
                <c:pt idx="397" formatCode="General">
                  <c:v>23.88</c:v>
                </c:pt>
                <c:pt idx="398" formatCode="General">
                  <c:v>23.94</c:v>
                </c:pt>
                <c:pt idx="399" formatCode="General">
                  <c:v>24</c:v>
                </c:pt>
                <c:pt idx="400" formatCode="General">
                  <c:v>24.06</c:v>
                </c:pt>
                <c:pt idx="401" formatCode="General">
                  <c:v>24.12</c:v>
                </c:pt>
                <c:pt idx="402" formatCode="General">
                  <c:v>24.18</c:v>
                </c:pt>
                <c:pt idx="403" formatCode="General">
                  <c:v>24.24</c:v>
                </c:pt>
                <c:pt idx="404" formatCode="General">
                  <c:v>24.3</c:v>
                </c:pt>
                <c:pt idx="405" formatCode="General">
                  <c:v>24.36</c:v>
                </c:pt>
                <c:pt idx="406" formatCode="General">
                  <c:v>24.42</c:v>
                </c:pt>
                <c:pt idx="407" formatCode="General">
                  <c:v>24.48</c:v>
                </c:pt>
                <c:pt idx="408" formatCode="General">
                  <c:v>24.54</c:v>
                </c:pt>
                <c:pt idx="409" formatCode="General">
                  <c:v>24.6</c:v>
                </c:pt>
                <c:pt idx="410" formatCode="General">
                  <c:v>24.66</c:v>
                </c:pt>
                <c:pt idx="411" formatCode="General">
                  <c:v>24.72</c:v>
                </c:pt>
                <c:pt idx="412" formatCode="General">
                  <c:v>24.78</c:v>
                </c:pt>
                <c:pt idx="413" formatCode="General">
                  <c:v>24.84</c:v>
                </c:pt>
                <c:pt idx="414" formatCode="General">
                  <c:v>24.9</c:v>
                </c:pt>
                <c:pt idx="415" formatCode="General">
                  <c:v>24.96</c:v>
                </c:pt>
                <c:pt idx="416" formatCode="General">
                  <c:v>25.02</c:v>
                </c:pt>
                <c:pt idx="417" formatCode="General">
                  <c:v>25.08</c:v>
                </c:pt>
                <c:pt idx="418" formatCode="General">
                  <c:v>25.14</c:v>
                </c:pt>
                <c:pt idx="419" formatCode="General">
                  <c:v>25.2</c:v>
                </c:pt>
                <c:pt idx="420" formatCode="General">
                  <c:v>25.26</c:v>
                </c:pt>
                <c:pt idx="421" formatCode="General">
                  <c:v>25.32</c:v>
                </c:pt>
                <c:pt idx="422" formatCode="General">
                  <c:v>25.38</c:v>
                </c:pt>
                <c:pt idx="423" formatCode="General">
                  <c:v>25.44</c:v>
                </c:pt>
                <c:pt idx="424" formatCode="General">
                  <c:v>25.5</c:v>
                </c:pt>
                <c:pt idx="425" formatCode="General">
                  <c:v>25.56</c:v>
                </c:pt>
                <c:pt idx="426" formatCode="General">
                  <c:v>25.62</c:v>
                </c:pt>
                <c:pt idx="427" formatCode="General">
                  <c:v>25.68</c:v>
                </c:pt>
                <c:pt idx="428" formatCode="General">
                  <c:v>25.74</c:v>
                </c:pt>
                <c:pt idx="429" formatCode="General">
                  <c:v>25.8</c:v>
                </c:pt>
                <c:pt idx="430" formatCode="General">
                  <c:v>25.86</c:v>
                </c:pt>
                <c:pt idx="431" formatCode="General">
                  <c:v>25.92</c:v>
                </c:pt>
                <c:pt idx="432" formatCode="General">
                  <c:v>25.98</c:v>
                </c:pt>
                <c:pt idx="433" formatCode="General">
                  <c:v>26.04</c:v>
                </c:pt>
                <c:pt idx="434" formatCode="General">
                  <c:v>26.1</c:v>
                </c:pt>
                <c:pt idx="435" formatCode="General">
                  <c:v>26.16</c:v>
                </c:pt>
                <c:pt idx="436" formatCode="General">
                  <c:v>26.22</c:v>
                </c:pt>
                <c:pt idx="437" formatCode="General">
                  <c:v>26.28</c:v>
                </c:pt>
                <c:pt idx="438" formatCode="General">
                  <c:v>26.34</c:v>
                </c:pt>
                <c:pt idx="439" formatCode="General">
                  <c:v>26.4</c:v>
                </c:pt>
                <c:pt idx="440" formatCode="General">
                  <c:v>26.46</c:v>
                </c:pt>
                <c:pt idx="441" formatCode="General">
                  <c:v>26.52</c:v>
                </c:pt>
                <c:pt idx="442" formatCode="General">
                  <c:v>26.58</c:v>
                </c:pt>
                <c:pt idx="443" formatCode="General">
                  <c:v>26.64</c:v>
                </c:pt>
                <c:pt idx="444" formatCode="General">
                  <c:v>26.7</c:v>
                </c:pt>
                <c:pt idx="445" formatCode="General">
                  <c:v>26.76</c:v>
                </c:pt>
                <c:pt idx="446" formatCode="General">
                  <c:v>26.82</c:v>
                </c:pt>
                <c:pt idx="447" formatCode="General">
                  <c:v>26.88</c:v>
                </c:pt>
                <c:pt idx="448" formatCode="General">
                  <c:v>26.94</c:v>
                </c:pt>
                <c:pt idx="449" formatCode="General">
                  <c:v>27</c:v>
                </c:pt>
                <c:pt idx="450" formatCode="General">
                  <c:v>27.06</c:v>
                </c:pt>
                <c:pt idx="451" formatCode="General">
                  <c:v>27.12</c:v>
                </c:pt>
                <c:pt idx="452" formatCode="General">
                  <c:v>27.18</c:v>
                </c:pt>
                <c:pt idx="453" formatCode="General">
                  <c:v>27.24</c:v>
                </c:pt>
                <c:pt idx="454" formatCode="General">
                  <c:v>27.3</c:v>
                </c:pt>
                <c:pt idx="455" formatCode="General">
                  <c:v>27.36</c:v>
                </c:pt>
                <c:pt idx="456" formatCode="General">
                  <c:v>27.42</c:v>
                </c:pt>
                <c:pt idx="457" formatCode="General">
                  <c:v>27.48</c:v>
                </c:pt>
                <c:pt idx="458" formatCode="General">
                  <c:v>27.54</c:v>
                </c:pt>
                <c:pt idx="459" formatCode="General">
                  <c:v>27.6</c:v>
                </c:pt>
                <c:pt idx="460" formatCode="General">
                  <c:v>27.66</c:v>
                </c:pt>
                <c:pt idx="461" formatCode="General">
                  <c:v>27.72</c:v>
                </c:pt>
                <c:pt idx="462" formatCode="General">
                  <c:v>27.78</c:v>
                </c:pt>
                <c:pt idx="463" formatCode="General">
                  <c:v>27.84</c:v>
                </c:pt>
                <c:pt idx="464" formatCode="General">
                  <c:v>27.9</c:v>
                </c:pt>
                <c:pt idx="465" formatCode="General">
                  <c:v>27.96</c:v>
                </c:pt>
                <c:pt idx="466" formatCode="General">
                  <c:v>28.02</c:v>
                </c:pt>
                <c:pt idx="467" formatCode="General">
                  <c:v>28.08</c:v>
                </c:pt>
                <c:pt idx="468" formatCode="General">
                  <c:v>28.14</c:v>
                </c:pt>
                <c:pt idx="469" formatCode="General">
                  <c:v>28.2</c:v>
                </c:pt>
                <c:pt idx="470" formatCode="General">
                  <c:v>28.26</c:v>
                </c:pt>
                <c:pt idx="471" formatCode="General">
                  <c:v>28.32</c:v>
                </c:pt>
                <c:pt idx="472" formatCode="General">
                  <c:v>28.38</c:v>
                </c:pt>
                <c:pt idx="473" formatCode="General">
                  <c:v>28.44</c:v>
                </c:pt>
                <c:pt idx="474" formatCode="General">
                  <c:v>28.5</c:v>
                </c:pt>
                <c:pt idx="475" formatCode="General">
                  <c:v>28.56</c:v>
                </c:pt>
                <c:pt idx="476" formatCode="General">
                  <c:v>28.62</c:v>
                </c:pt>
                <c:pt idx="477" formatCode="General">
                  <c:v>28.68</c:v>
                </c:pt>
                <c:pt idx="478" formatCode="General">
                  <c:v>28.74</c:v>
                </c:pt>
                <c:pt idx="479" formatCode="General">
                  <c:v>28.8</c:v>
                </c:pt>
                <c:pt idx="480" formatCode="General">
                  <c:v>28.86</c:v>
                </c:pt>
                <c:pt idx="481" formatCode="General">
                  <c:v>28.92</c:v>
                </c:pt>
                <c:pt idx="482" formatCode="General">
                  <c:v>28.98</c:v>
                </c:pt>
                <c:pt idx="483" formatCode="General">
                  <c:v>29.04</c:v>
                </c:pt>
                <c:pt idx="484" formatCode="General">
                  <c:v>29.1</c:v>
                </c:pt>
                <c:pt idx="485" formatCode="General">
                  <c:v>29.16</c:v>
                </c:pt>
                <c:pt idx="486" formatCode="General">
                  <c:v>29.22</c:v>
                </c:pt>
                <c:pt idx="487" formatCode="General">
                  <c:v>29.28</c:v>
                </c:pt>
                <c:pt idx="488" formatCode="General">
                  <c:v>29.34</c:v>
                </c:pt>
                <c:pt idx="489" formatCode="General">
                  <c:v>29.4</c:v>
                </c:pt>
                <c:pt idx="490" formatCode="General">
                  <c:v>29.46</c:v>
                </c:pt>
                <c:pt idx="491" formatCode="General">
                  <c:v>29.52</c:v>
                </c:pt>
                <c:pt idx="492" formatCode="General">
                  <c:v>29.58</c:v>
                </c:pt>
                <c:pt idx="493" formatCode="General">
                  <c:v>29.64</c:v>
                </c:pt>
                <c:pt idx="494" formatCode="General">
                  <c:v>29.7</c:v>
                </c:pt>
                <c:pt idx="495" formatCode="General">
                  <c:v>29.76</c:v>
                </c:pt>
                <c:pt idx="496" formatCode="General">
                  <c:v>29.82</c:v>
                </c:pt>
                <c:pt idx="497" formatCode="General">
                  <c:v>29.88</c:v>
                </c:pt>
                <c:pt idx="498" formatCode="General">
                  <c:v>29.94</c:v>
                </c:pt>
                <c:pt idx="499" formatCode="General">
                  <c:v>30</c:v>
                </c:pt>
                <c:pt idx="500" formatCode="General">
                  <c:v>30.06</c:v>
                </c:pt>
                <c:pt idx="501" formatCode="General">
                  <c:v>30.12</c:v>
                </c:pt>
                <c:pt idx="502" formatCode="General">
                  <c:v>30.18</c:v>
                </c:pt>
                <c:pt idx="503" formatCode="General">
                  <c:v>30.24</c:v>
                </c:pt>
                <c:pt idx="504" formatCode="General">
                  <c:v>30.3</c:v>
                </c:pt>
                <c:pt idx="505" formatCode="General">
                  <c:v>30.36</c:v>
                </c:pt>
                <c:pt idx="506" formatCode="General">
                  <c:v>30.42</c:v>
                </c:pt>
                <c:pt idx="507" formatCode="General">
                  <c:v>30.48</c:v>
                </c:pt>
                <c:pt idx="508" formatCode="General">
                  <c:v>30.54</c:v>
                </c:pt>
                <c:pt idx="509" formatCode="General">
                  <c:v>30.6</c:v>
                </c:pt>
                <c:pt idx="510" formatCode="General">
                  <c:v>30.66</c:v>
                </c:pt>
                <c:pt idx="511" formatCode="General">
                  <c:v>30.72</c:v>
                </c:pt>
                <c:pt idx="512" formatCode="General">
                  <c:v>30.78</c:v>
                </c:pt>
                <c:pt idx="513" formatCode="General">
                  <c:v>30.84</c:v>
                </c:pt>
                <c:pt idx="514" formatCode="General">
                  <c:v>30.9</c:v>
                </c:pt>
                <c:pt idx="515" formatCode="General">
                  <c:v>30.96</c:v>
                </c:pt>
                <c:pt idx="516" formatCode="General">
                  <c:v>31.02</c:v>
                </c:pt>
              </c:numCache>
            </c:numRef>
          </c:xVal>
          <c:yVal>
            <c:numRef>
              <c:f>二体分布関数!$F$2:$F$1550</c:f>
              <c:numCache>
                <c:formatCode>0.00E+00</c:formatCode>
                <c:ptCount val="517"/>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6.9821570000000001E-3</c:v>
                </c:pt>
                <c:pt idx="40">
                  <c:v>0.69115629999999995</c:v>
                </c:pt>
                <c:pt idx="41">
                  <c:v>4.0932630000000003</c:v>
                </c:pt>
                <c:pt idx="42">
                  <c:v>6.9844710000000001</c:v>
                </c:pt>
                <c:pt idx="43">
                  <c:v>6.247452</c:v>
                </c:pt>
                <c:pt idx="44">
                  <c:v>4.3343860000000003</c:v>
                </c:pt>
                <c:pt idx="45">
                  <c:v>2.7770589999999999</c:v>
                </c:pt>
                <c:pt idx="46">
                  <c:v>1.8138909999999999</c:v>
                </c:pt>
                <c:pt idx="47">
                  <c:v>1.2073499999999999</c:v>
                </c:pt>
                <c:pt idx="48">
                  <c:v>0.88405350000000005</c:v>
                </c:pt>
                <c:pt idx="49">
                  <c:v>0.71498620000000002</c:v>
                </c:pt>
                <c:pt idx="50">
                  <c:v>0.57698119999999997</c:v>
                </c:pt>
                <c:pt idx="51">
                  <c:v>0.44345210000000002</c:v>
                </c:pt>
                <c:pt idx="52">
                  <c:v>0.38445390000000002</c:v>
                </c:pt>
                <c:pt idx="53">
                  <c:v>0.35502240000000002</c:v>
                </c:pt>
                <c:pt idx="54">
                  <c:v>0.36931320000000001</c:v>
                </c:pt>
                <c:pt idx="55">
                  <c:v>0.34317930000000002</c:v>
                </c:pt>
                <c:pt idx="56">
                  <c:v>0.27393529999999999</c:v>
                </c:pt>
                <c:pt idx="57">
                  <c:v>0.3376323</c:v>
                </c:pt>
                <c:pt idx="58">
                  <c:v>0.37228519999999998</c:v>
                </c:pt>
                <c:pt idx="59">
                  <c:v>0.3672203</c:v>
                </c:pt>
                <c:pt idx="60">
                  <c:v>0.41232410000000003</c:v>
                </c:pt>
                <c:pt idx="61">
                  <c:v>0.40688099999999999</c:v>
                </c:pt>
                <c:pt idx="62">
                  <c:v>0.45223869999999999</c:v>
                </c:pt>
                <c:pt idx="63">
                  <c:v>0.47822009999999998</c:v>
                </c:pt>
                <c:pt idx="64">
                  <c:v>0.52884319999999996</c:v>
                </c:pt>
                <c:pt idx="65">
                  <c:v>0.54200579999999998</c:v>
                </c:pt>
                <c:pt idx="66">
                  <c:v>0.54917559999999999</c:v>
                </c:pt>
                <c:pt idx="67">
                  <c:v>0.65716649999999999</c:v>
                </c:pt>
                <c:pt idx="68">
                  <c:v>0.84240479999999995</c:v>
                </c:pt>
                <c:pt idx="69">
                  <c:v>0.916547</c:v>
                </c:pt>
                <c:pt idx="70">
                  <c:v>1.0682069999999999</c:v>
                </c:pt>
                <c:pt idx="71">
                  <c:v>1.153678</c:v>
                </c:pt>
                <c:pt idx="72">
                  <c:v>1.3410139999999999</c:v>
                </c:pt>
                <c:pt idx="73">
                  <c:v>1.3961429999999999</c:v>
                </c:pt>
                <c:pt idx="74">
                  <c:v>1.4313229999999999</c:v>
                </c:pt>
                <c:pt idx="75">
                  <c:v>1.3990629999999999</c:v>
                </c:pt>
                <c:pt idx="76">
                  <c:v>1.4414709999999999</c:v>
                </c:pt>
                <c:pt idx="77">
                  <c:v>1.4023000000000001</c:v>
                </c:pt>
                <c:pt idx="78">
                  <c:v>1.309741</c:v>
                </c:pt>
                <c:pt idx="79">
                  <c:v>1.3074600000000001</c:v>
                </c:pt>
                <c:pt idx="80">
                  <c:v>1.264025</c:v>
                </c:pt>
                <c:pt idx="81">
                  <c:v>1.1613849999999999</c:v>
                </c:pt>
                <c:pt idx="82">
                  <c:v>1.1568130000000001</c:v>
                </c:pt>
                <c:pt idx="83">
                  <c:v>1.1479060000000001</c:v>
                </c:pt>
                <c:pt idx="84">
                  <c:v>1.1112629999999999</c:v>
                </c:pt>
                <c:pt idx="85">
                  <c:v>1.127362</c:v>
                </c:pt>
                <c:pt idx="86">
                  <c:v>1.121767</c:v>
                </c:pt>
                <c:pt idx="87">
                  <c:v>1.1377729999999999</c:v>
                </c:pt>
                <c:pt idx="88">
                  <c:v>1.195093</c:v>
                </c:pt>
                <c:pt idx="89">
                  <c:v>1.2036249999999999</c:v>
                </c:pt>
                <c:pt idx="90">
                  <c:v>1.215541</c:v>
                </c:pt>
                <c:pt idx="91">
                  <c:v>1.1074250000000001</c:v>
                </c:pt>
                <c:pt idx="92">
                  <c:v>1.002791</c:v>
                </c:pt>
                <c:pt idx="93">
                  <c:v>0.91244979999999998</c:v>
                </c:pt>
                <c:pt idx="94">
                  <c:v>0.78316969999999997</c:v>
                </c:pt>
                <c:pt idx="95">
                  <c:v>0.77986929999999999</c:v>
                </c:pt>
                <c:pt idx="96">
                  <c:v>0.6981716</c:v>
                </c:pt>
                <c:pt idx="97">
                  <c:v>0.70338369999999995</c:v>
                </c:pt>
                <c:pt idx="98">
                  <c:v>0.64365070000000002</c:v>
                </c:pt>
                <c:pt idx="99">
                  <c:v>0.65988919999999995</c:v>
                </c:pt>
                <c:pt idx="100">
                  <c:v>0.70785189999999998</c:v>
                </c:pt>
                <c:pt idx="101">
                  <c:v>0.68938739999999998</c:v>
                </c:pt>
                <c:pt idx="102">
                  <c:v>0.76171549999999999</c:v>
                </c:pt>
                <c:pt idx="103">
                  <c:v>0.76607440000000004</c:v>
                </c:pt>
                <c:pt idx="104">
                  <c:v>0.81539170000000005</c:v>
                </c:pt>
                <c:pt idx="105">
                  <c:v>0.88426369999999999</c:v>
                </c:pt>
                <c:pt idx="106">
                  <c:v>0.92310820000000005</c:v>
                </c:pt>
                <c:pt idx="107">
                  <c:v>1.013368</c:v>
                </c:pt>
                <c:pt idx="108">
                  <c:v>1.0459499999999999</c:v>
                </c:pt>
                <c:pt idx="109">
                  <c:v>1.0710299999999999</c:v>
                </c:pt>
                <c:pt idx="110">
                  <c:v>1.102295</c:v>
                </c:pt>
                <c:pt idx="111">
                  <c:v>1.1227769999999999</c:v>
                </c:pt>
                <c:pt idx="112">
                  <c:v>1.129532</c:v>
                </c:pt>
                <c:pt idx="113">
                  <c:v>1.127283</c:v>
                </c:pt>
                <c:pt idx="114">
                  <c:v>1.1722459999999999</c:v>
                </c:pt>
                <c:pt idx="115">
                  <c:v>1.171219</c:v>
                </c:pt>
                <c:pt idx="116">
                  <c:v>1.1814800000000001</c:v>
                </c:pt>
                <c:pt idx="117">
                  <c:v>1.1783889999999999</c:v>
                </c:pt>
                <c:pt idx="118">
                  <c:v>1.1712910000000001</c:v>
                </c:pt>
                <c:pt idx="119">
                  <c:v>1.191935</c:v>
                </c:pt>
                <c:pt idx="120">
                  <c:v>1.123988</c:v>
                </c:pt>
                <c:pt idx="121">
                  <c:v>1.085121</c:v>
                </c:pt>
                <c:pt idx="122">
                  <c:v>1.078379</c:v>
                </c:pt>
                <c:pt idx="123">
                  <c:v>1.0898779999999999</c:v>
                </c:pt>
                <c:pt idx="124">
                  <c:v>1.064883</c:v>
                </c:pt>
                <c:pt idx="125">
                  <c:v>1.0224789999999999</c:v>
                </c:pt>
                <c:pt idx="126">
                  <c:v>1.0142910000000001</c:v>
                </c:pt>
                <c:pt idx="127">
                  <c:v>1.000777</c:v>
                </c:pt>
                <c:pt idx="128">
                  <c:v>0.95197779999999999</c:v>
                </c:pt>
                <c:pt idx="129">
                  <c:v>0.94267690000000004</c:v>
                </c:pt>
                <c:pt idx="130">
                  <c:v>0.93745400000000001</c:v>
                </c:pt>
                <c:pt idx="131">
                  <c:v>0.94937879999999997</c:v>
                </c:pt>
                <c:pt idx="132">
                  <c:v>0.89178780000000002</c:v>
                </c:pt>
                <c:pt idx="133">
                  <c:v>0.91917680000000002</c:v>
                </c:pt>
                <c:pt idx="134">
                  <c:v>0.89498449999999996</c:v>
                </c:pt>
                <c:pt idx="135">
                  <c:v>0.89093169999999999</c:v>
                </c:pt>
                <c:pt idx="136">
                  <c:v>0.89662370000000002</c:v>
                </c:pt>
                <c:pt idx="137">
                  <c:v>0.90557750000000004</c:v>
                </c:pt>
                <c:pt idx="138">
                  <c:v>0.92613190000000001</c:v>
                </c:pt>
                <c:pt idx="139">
                  <c:v>0.90192879999999997</c:v>
                </c:pt>
                <c:pt idx="140">
                  <c:v>0.92383400000000004</c:v>
                </c:pt>
                <c:pt idx="141">
                  <c:v>0.91345370000000004</c:v>
                </c:pt>
                <c:pt idx="142">
                  <c:v>0.93896630000000003</c:v>
                </c:pt>
                <c:pt idx="143">
                  <c:v>0.93423149999999999</c:v>
                </c:pt>
                <c:pt idx="144">
                  <c:v>0.94512450000000003</c:v>
                </c:pt>
                <c:pt idx="145">
                  <c:v>0.98166330000000002</c:v>
                </c:pt>
                <c:pt idx="146">
                  <c:v>1.02867</c:v>
                </c:pt>
                <c:pt idx="147">
                  <c:v>0.98387360000000001</c:v>
                </c:pt>
                <c:pt idx="148">
                  <c:v>1.0374719999999999</c:v>
                </c:pt>
                <c:pt idx="149">
                  <c:v>1.032292</c:v>
                </c:pt>
                <c:pt idx="150">
                  <c:v>1.044797</c:v>
                </c:pt>
                <c:pt idx="151">
                  <c:v>1.096697</c:v>
                </c:pt>
                <c:pt idx="152">
                  <c:v>1.0676129999999999</c:v>
                </c:pt>
                <c:pt idx="153">
                  <c:v>1.1029409999999999</c:v>
                </c:pt>
                <c:pt idx="154">
                  <c:v>1.104411</c:v>
                </c:pt>
                <c:pt idx="155">
                  <c:v>1.093817</c:v>
                </c:pt>
                <c:pt idx="156">
                  <c:v>1.0891439999999999</c:v>
                </c:pt>
                <c:pt idx="157">
                  <c:v>1.0798760000000001</c:v>
                </c:pt>
                <c:pt idx="158">
                  <c:v>1.0483640000000001</c:v>
                </c:pt>
                <c:pt idx="159">
                  <c:v>1.0542119999999999</c:v>
                </c:pt>
                <c:pt idx="160">
                  <c:v>1.0536559999999999</c:v>
                </c:pt>
                <c:pt idx="161">
                  <c:v>1.0463640000000001</c:v>
                </c:pt>
                <c:pt idx="162">
                  <c:v>1.028939</c:v>
                </c:pt>
                <c:pt idx="163">
                  <c:v>0.98846040000000002</c:v>
                </c:pt>
                <c:pt idx="164">
                  <c:v>0.98800540000000003</c:v>
                </c:pt>
                <c:pt idx="165">
                  <c:v>0.99357099999999998</c:v>
                </c:pt>
                <c:pt idx="166">
                  <c:v>0.96501650000000005</c:v>
                </c:pt>
                <c:pt idx="167">
                  <c:v>0.97414579999999995</c:v>
                </c:pt>
                <c:pt idx="168">
                  <c:v>0.98742509999999994</c:v>
                </c:pt>
                <c:pt idx="169">
                  <c:v>0.95818899999999996</c:v>
                </c:pt>
                <c:pt idx="170">
                  <c:v>0.95045360000000001</c:v>
                </c:pt>
                <c:pt idx="171">
                  <c:v>0.94258090000000005</c:v>
                </c:pt>
                <c:pt idx="172">
                  <c:v>0.92462319999999998</c:v>
                </c:pt>
                <c:pt idx="173">
                  <c:v>0.96593260000000003</c:v>
                </c:pt>
                <c:pt idx="174">
                  <c:v>0.94240009999999996</c:v>
                </c:pt>
                <c:pt idx="175">
                  <c:v>0.93845400000000001</c:v>
                </c:pt>
                <c:pt idx="176">
                  <c:v>0.95367409999999997</c:v>
                </c:pt>
                <c:pt idx="177">
                  <c:v>0.94710269999999996</c:v>
                </c:pt>
                <c:pt idx="178">
                  <c:v>0.97699670000000005</c:v>
                </c:pt>
                <c:pt idx="179">
                  <c:v>0.97283779999999997</c:v>
                </c:pt>
                <c:pt idx="180">
                  <c:v>0.97041599999999995</c:v>
                </c:pt>
                <c:pt idx="181">
                  <c:v>0.98372820000000005</c:v>
                </c:pt>
                <c:pt idx="182">
                  <c:v>1.0010289999999999</c:v>
                </c:pt>
                <c:pt idx="183">
                  <c:v>1.015147</c:v>
                </c:pt>
                <c:pt idx="184">
                  <c:v>1.0080100000000001</c:v>
                </c:pt>
                <c:pt idx="185">
                  <c:v>1.022389</c:v>
                </c:pt>
                <c:pt idx="186">
                  <c:v>1.021388</c:v>
                </c:pt>
                <c:pt idx="187">
                  <c:v>1.030465</c:v>
                </c:pt>
                <c:pt idx="188">
                  <c:v>1.033663</c:v>
                </c:pt>
                <c:pt idx="189">
                  <c:v>1.045093</c:v>
                </c:pt>
                <c:pt idx="190">
                  <c:v>1.0428550000000001</c:v>
                </c:pt>
                <c:pt idx="191">
                  <c:v>1.053437</c:v>
                </c:pt>
                <c:pt idx="192">
                  <c:v>1.0412490000000001</c:v>
                </c:pt>
                <c:pt idx="193">
                  <c:v>1.0484519999999999</c:v>
                </c:pt>
                <c:pt idx="194">
                  <c:v>1.036845</c:v>
                </c:pt>
                <c:pt idx="195">
                  <c:v>1.0602199999999999</c:v>
                </c:pt>
                <c:pt idx="196">
                  <c:v>1.0407519999999999</c:v>
                </c:pt>
                <c:pt idx="197">
                  <c:v>1.0263709999999999</c:v>
                </c:pt>
                <c:pt idx="198">
                  <c:v>1.0366759999999999</c:v>
                </c:pt>
                <c:pt idx="199">
                  <c:v>1.0243800000000001</c:v>
                </c:pt>
                <c:pt idx="200">
                  <c:v>1.0093270000000001</c:v>
                </c:pt>
                <c:pt idx="201">
                  <c:v>1.001093</c:v>
                </c:pt>
                <c:pt idx="202">
                  <c:v>0.99396510000000005</c:v>
                </c:pt>
                <c:pt idx="203">
                  <c:v>0.97950159999999997</c:v>
                </c:pt>
                <c:pt idx="204">
                  <c:v>0.9868941</c:v>
                </c:pt>
                <c:pt idx="205">
                  <c:v>0.98260119999999995</c:v>
                </c:pt>
                <c:pt idx="206">
                  <c:v>0.99033859999999996</c:v>
                </c:pt>
                <c:pt idx="207">
                  <c:v>0.97834279999999996</c:v>
                </c:pt>
                <c:pt idx="208">
                  <c:v>0.95553290000000002</c:v>
                </c:pt>
                <c:pt idx="209">
                  <c:v>0.96064090000000002</c:v>
                </c:pt>
                <c:pt idx="210">
                  <c:v>0.95808130000000002</c:v>
                </c:pt>
                <c:pt idx="211">
                  <c:v>0.95030700000000001</c:v>
                </c:pt>
                <c:pt idx="212">
                  <c:v>0.95035199999999997</c:v>
                </c:pt>
                <c:pt idx="213">
                  <c:v>0.96190149999999996</c:v>
                </c:pt>
                <c:pt idx="214">
                  <c:v>0.95788870000000004</c:v>
                </c:pt>
                <c:pt idx="215">
                  <c:v>0.98495820000000001</c:v>
                </c:pt>
                <c:pt idx="216">
                  <c:v>0.97661290000000001</c:v>
                </c:pt>
                <c:pt idx="217">
                  <c:v>0.98467800000000005</c:v>
                </c:pt>
                <c:pt idx="218">
                  <c:v>0.97912250000000001</c:v>
                </c:pt>
                <c:pt idx="219">
                  <c:v>1.001865</c:v>
                </c:pt>
                <c:pt idx="220">
                  <c:v>0.99663109999999999</c:v>
                </c:pt>
                <c:pt idx="221">
                  <c:v>1.0214490000000001</c:v>
                </c:pt>
                <c:pt idx="222">
                  <c:v>1.0011509999999999</c:v>
                </c:pt>
                <c:pt idx="223">
                  <c:v>1.0264470000000001</c:v>
                </c:pt>
                <c:pt idx="224">
                  <c:v>1.012194</c:v>
                </c:pt>
                <c:pt idx="225">
                  <c:v>1.013172</c:v>
                </c:pt>
                <c:pt idx="226">
                  <c:v>1.017274</c:v>
                </c:pt>
                <c:pt idx="227">
                  <c:v>1.045836</c:v>
                </c:pt>
                <c:pt idx="228">
                  <c:v>1.0248630000000001</c:v>
                </c:pt>
                <c:pt idx="229">
                  <c:v>1.031739</c:v>
                </c:pt>
                <c:pt idx="230">
                  <c:v>1.030084</c:v>
                </c:pt>
                <c:pt idx="231">
                  <c:v>1.0124359999999999</c:v>
                </c:pt>
                <c:pt idx="232">
                  <c:v>1.024618</c:v>
                </c:pt>
                <c:pt idx="233">
                  <c:v>1.0100979999999999</c:v>
                </c:pt>
                <c:pt idx="234">
                  <c:v>1.0148710000000001</c:v>
                </c:pt>
                <c:pt idx="235">
                  <c:v>1.0141789999999999</c:v>
                </c:pt>
                <c:pt idx="236">
                  <c:v>1.000467</c:v>
                </c:pt>
                <c:pt idx="237">
                  <c:v>1.007001</c:v>
                </c:pt>
                <c:pt idx="238">
                  <c:v>0.9985271</c:v>
                </c:pt>
                <c:pt idx="239">
                  <c:v>1.0117529999999999</c:v>
                </c:pt>
                <c:pt idx="240">
                  <c:v>0.99260219999999999</c:v>
                </c:pt>
                <c:pt idx="241">
                  <c:v>0.98416139999999996</c:v>
                </c:pt>
                <c:pt idx="242">
                  <c:v>1.001557</c:v>
                </c:pt>
                <c:pt idx="243">
                  <c:v>0.98085420000000001</c:v>
                </c:pt>
                <c:pt idx="244">
                  <c:v>0.97689610000000004</c:v>
                </c:pt>
                <c:pt idx="245">
                  <c:v>0.97635459999999996</c:v>
                </c:pt>
                <c:pt idx="246">
                  <c:v>0.96498550000000005</c:v>
                </c:pt>
                <c:pt idx="247">
                  <c:v>0.98501119999999998</c:v>
                </c:pt>
                <c:pt idx="248">
                  <c:v>0.9837823</c:v>
                </c:pt>
                <c:pt idx="249">
                  <c:v>0.97002900000000003</c:v>
                </c:pt>
                <c:pt idx="250">
                  <c:v>0.97709259999999998</c:v>
                </c:pt>
                <c:pt idx="251">
                  <c:v>0.97040890000000002</c:v>
                </c:pt>
                <c:pt idx="252">
                  <c:v>0.98561730000000003</c:v>
                </c:pt>
                <c:pt idx="253">
                  <c:v>0.98676109999999995</c:v>
                </c:pt>
                <c:pt idx="254">
                  <c:v>0.98018240000000001</c:v>
                </c:pt>
                <c:pt idx="255">
                  <c:v>1.0011220000000001</c:v>
                </c:pt>
                <c:pt idx="256">
                  <c:v>0.99092199999999997</c:v>
                </c:pt>
                <c:pt idx="257">
                  <c:v>0.99724179999999996</c:v>
                </c:pt>
                <c:pt idx="258">
                  <c:v>0.9966064</c:v>
                </c:pt>
                <c:pt idx="259">
                  <c:v>0.99837520000000002</c:v>
                </c:pt>
                <c:pt idx="260">
                  <c:v>1.002602</c:v>
                </c:pt>
                <c:pt idx="261">
                  <c:v>1.0354350000000001</c:v>
                </c:pt>
                <c:pt idx="262">
                  <c:v>1.0193920000000001</c:v>
                </c:pt>
                <c:pt idx="263">
                  <c:v>1.0246150000000001</c:v>
                </c:pt>
                <c:pt idx="264">
                  <c:v>1.012813</c:v>
                </c:pt>
                <c:pt idx="265">
                  <c:v>1.021633</c:v>
                </c:pt>
                <c:pt idx="266">
                  <c:v>1.0170250000000001</c:v>
                </c:pt>
                <c:pt idx="267">
                  <c:v>1.0187820000000001</c:v>
                </c:pt>
                <c:pt idx="268">
                  <c:v>1.0198160000000001</c:v>
                </c:pt>
                <c:pt idx="269">
                  <c:v>1.004664</c:v>
                </c:pt>
                <c:pt idx="270">
                  <c:v>1.0083679999999999</c:v>
                </c:pt>
                <c:pt idx="271">
                  <c:v>1.023417</c:v>
                </c:pt>
                <c:pt idx="272">
                  <c:v>0.99634619999999996</c:v>
                </c:pt>
                <c:pt idx="273">
                  <c:v>1.0100690000000001</c:v>
                </c:pt>
                <c:pt idx="274">
                  <c:v>1.0106649999999999</c:v>
                </c:pt>
                <c:pt idx="275">
                  <c:v>0.99294130000000003</c:v>
                </c:pt>
                <c:pt idx="276">
                  <c:v>1.0004420000000001</c:v>
                </c:pt>
                <c:pt idx="277">
                  <c:v>0.98477720000000002</c:v>
                </c:pt>
                <c:pt idx="278">
                  <c:v>0.98825560000000001</c:v>
                </c:pt>
                <c:pt idx="279">
                  <c:v>0.98890420000000001</c:v>
                </c:pt>
                <c:pt idx="280">
                  <c:v>0.97508689999999998</c:v>
                </c:pt>
                <c:pt idx="281">
                  <c:v>0.9976389</c:v>
                </c:pt>
                <c:pt idx="282">
                  <c:v>0.98204530000000001</c:v>
                </c:pt>
                <c:pt idx="283">
                  <c:v>0.99979720000000005</c:v>
                </c:pt>
                <c:pt idx="284">
                  <c:v>0.98770429999999998</c:v>
                </c:pt>
                <c:pt idx="285">
                  <c:v>0.97224999999999995</c:v>
                </c:pt>
                <c:pt idx="286">
                  <c:v>0.99446699999999999</c:v>
                </c:pt>
                <c:pt idx="287">
                  <c:v>0.98007509999999998</c:v>
                </c:pt>
                <c:pt idx="288">
                  <c:v>0.99867470000000003</c:v>
                </c:pt>
                <c:pt idx="289">
                  <c:v>0.9816589</c:v>
                </c:pt>
                <c:pt idx="290">
                  <c:v>0.99238249999999995</c:v>
                </c:pt>
                <c:pt idx="291">
                  <c:v>0.98961520000000003</c:v>
                </c:pt>
                <c:pt idx="292">
                  <c:v>0.99224140000000005</c:v>
                </c:pt>
                <c:pt idx="293">
                  <c:v>0.99890219999999996</c:v>
                </c:pt>
                <c:pt idx="294">
                  <c:v>0.99624950000000001</c:v>
                </c:pt>
                <c:pt idx="295">
                  <c:v>1.0055529999999999</c:v>
                </c:pt>
                <c:pt idx="296">
                  <c:v>1.0048729999999999</c:v>
                </c:pt>
                <c:pt idx="297">
                  <c:v>1.014327</c:v>
                </c:pt>
                <c:pt idx="298">
                  <c:v>1.010386</c:v>
                </c:pt>
                <c:pt idx="299">
                  <c:v>1.0085850000000001</c:v>
                </c:pt>
                <c:pt idx="300">
                  <c:v>1.010116</c:v>
                </c:pt>
                <c:pt idx="301">
                  <c:v>1.0110319999999999</c:v>
                </c:pt>
                <c:pt idx="302">
                  <c:v>1.0243260000000001</c:v>
                </c:pt>
                <c:pt idx="303">
                  <c:v>1.010103</c:v>
                </c:pt>
                <c:pt idx="304">
                  <c:v>1.012778</c:v>
                </c:pt>
                <c:pt idx="305">
                  <c:v>1.017504</c:v>
                </c:pt>
                <c:pt idx="306">
                  <c:v>1.0104120000000001</c:v>
                </c:pt>
                <c:pt idx="307">
                  <c:v>1.0103390000000001</c:v>
                </c:pt>
                <c:pt idx="308">
                  <c:v>1.0127029999999999</c:v>
                </c:pt>
                <c:pt idx="309">
                  <c:v>1.006451</c:v>
                </c:pt>
                <c:pt idx="310">
                  <c:v>0.99275040000000003</c:v>
                </c:pt>
                <c:pt idx="311">
                  <c:v>0.99649639999999995</c:v>
                </c:pt>
                <c:pt idx="312">
                  <c:v>0.98595790000000005</c:v>
                </c:pt>
                <c:pt idx="313">
                  <c:v>1.0053339999999999</c:v>
                </c:pt>
                <c:pt idx="314">
                  <c:v>1.0023010000000001</c:v>
                </c:pt>
                <c:pt idx="315">
                  <c:v>0.99458780000000002</c:v>
                </c:pt>
                <c:pt idx="316">
                  <c:v>0.97976209999999997</c:v>
                </c:pt>
                <c:pt idx="317">
                  <c:v>0.99710480000000001</c:v>
                </c:pt>
                <c:pt idx="318">
                  <c:v>0.98939940000000004</c:v>
                </c:pt>
                <c:pt idx="319">
                  <c:v>1.0061370000000001</c:v>
                </c:pt>
                <c:pt idx="320">
                  <c:v>0.99192670000000005</c:v>
                </c:pt>
                <c:pt idx="321">
                  <c:v>0.98408709999999999</c:v>
                </c:pt>
                <c:pt idx="322">
                  <c:v>0.97939520000000002</c:v>
                </c:pt>
                <c:pt idx="323">
                  <c:v>0.99517599999999995</c:v>
                </c:pt>
                <c:pt idx="324">
                  <c:v>0.9895195</c:v>
                </c:pt>
                <c:pt idx="325">
                  <c:v>0.99376019999999998</c:v>
                </c:pt>
                <c:pt idx="326">
                  <c:v>1.000264</c:v>
                </c:pt>
                <c:pt idx="327">
                  <c:v>0.99375869999999999</c:v>
                </c:pt>
                <c:pt idx="328">
                  <c:v>0.98724520000000004</c:v>
                </c:pt>
                <c:pt idx="329">
                  <c:v>1.006132</c:v>
                </c:pt>
                <c:pt idx="330">
                  <c:v>1.0123660000000001</c:v>
                </c:pt>
                <c:pt idx="331">
                  <c:v>0.99938439999999995</c:v>
                </c:pt>
                <c:pt idx="332">
                  <c:v>1.008974</c:v>
                </c:pt>
                <c:pt idx="333">
                  <c:v>0.99679870000000004</c:v>
                </c:pt>
                <c:pt idx="334">
                  <c:v>1.006254</c:v>
                </c:pt>
                <c:pt idx="335">
                  <c:v>1.0202960000000001</c:v>
                </c:pt>
                <c:pt idx="336">
                  <c:v>0.99732940000000003</c:v>
                </c:pt>
                <c:pt idx="337">
                  <c:v>1.0079629999999999</c:v>
                </c:pt>
                <c:pt idx="338">
                  <c:v>1.0064329999999999</c:v>
                </c:pt>
                <c:pt idx="339">
                  <c:v>1.012859</c:v>
                </c:pt>
                <c:pt idx="340">
                  <c:v>1.0110269999999999</c:v>
                </c:pt>
                <c:pt idx="341">
                  <c:v>1.0093890000000001</c:v>
                </c:pt>
                <c:pt idx="342">
                  <c:v>1.011584</c:v>
                </c:pt>
                <c:pt idx="343">
                  <c:v>1.0016830000000001</c:v>
                </c:pt>
                <c:pt idx="344">
                  <c:v>1.010715</c:v>
                </c:pt>
                <c:pt idx="345">
                  <c:v>1.0039480000000001</c:v>
                </c:pt>
                <c:pt idx="346">
                  <c:v>1.0072319999999999</c:v>
                </c:pt>
                <c:pt idx="347">
                  <c:v>1.00671</c:v>
                </c:pt>
                <c:pt idx="348">
                  <c:v>1.006513</c:v>
                </c:pt>
                <c:pt idx="349">
                  <c:v>0.99697009999999997</c:v>
                </c:pt>
                <c:pt idx="350">
                  <c:v>1.007771</c:v>
                </c:pt>
                <c:pt idx="351">
                  <c:v>0.99252589999999996</c:v>
                </c:pt>
                <c:pt idx="352">
                  <c:v>0.98954030000000004</c:v>
                </c:pt>
                <c:pt idx="353">
                  <c:v>0.98294729999999997</c:v>
                </c:pt>
                <c:pt idx="354">
                  <c:v>0.97898350000000001</c:v>
                </c:pt>
                <c:pt idx="355">
                  <c:v>0.98988750000000003</c:v>
                </c:pt>
                <c:pt idx="356">
                  <c:v>0.98689179999999999</c:v>
                </c:pt>
                <c:pt idx="357">
                  <c:v>0.98344920000000002</c:v>
                </c:pt>
                <c:pt idx="358">
                  <c:v>0.98297679999999998</c:v>
                </c:pt>
                <c:pt idx="359">
                  <c:v>0.99625839999999999</c:v>
                </c:pt>
                <c:pt idx="360">
                  <c:v>0.99266120000000002</c:v>
                </c:pt>
                <c:pt idx="361">
                  <c:v>0.98437110000000005</c:v>
                </c:pt>
                <c:pt idx="362">
                  <c:v>0.99803160000000002</c:v>
                </c:pt>
                <c:pt idx="363">
                  <c:v>0.99258360000000001</c:v>
                </c:pt>
                <c:pt idx="364">
                  <c:v>0.99735499999999999</c:v>
                </c:pt>
                <c:pt idx="365">
                  <c:v>0.99383060000000001</c:v>
                </c:pt>
                <c:pt idx="366">
                  <c:v>1.0148269999999999</c:v>
                </c:pt>
                <c:pt idx="367">
                  <c:v>1.0075590000000001</c:v>
                </c:pt>
                <c:pt idx="368">
                  <c:v>1.009873</c:v>
                </c:pt>
                <c:pt idx="369">
                  <c:v>1.007876</c:v>
                </c:pt>
                <c:pt idx="370">
                  <c:v>0.99693069999999995</c:v>
                </c:pt>
                <c:pt idx="371">
                  <c:v>1.007563</c:v>
                </c:pt>
                <c:pt idx="372">
                  <c:v>1.0039610000000001</c:v>
                </c:pt>
                <c:pt idx="373">
                  <c:v>1.0163040000000001</c:v>
                </c:pt>
                <c:pt idx="374">
                  <c:v>1.0183059999999999</c:v>
                </c:pt>
                <c:pt idx="375">
                  <c:v>1.0103420000000001</c:v>
                </c:pt>
                <c:pt idx="376">
                  <c:v>1.0087619999999999</c:v>
                </c:pt>
                <c:pt idx="377">
                  <c:v>1.010729</c:v>
                </c:pt>
                <c:pt idx="378">
                  <c:v>1.000399</c:v>
                </c:pt>
                <c:pt idx="379">
                  <c:v>1.011388</c:v>
                </c:pt>
                <c:pt idx="380">
                  <c:v>0.99785089999999999</c:v>
                </c:pt>
                <c:pt idx="381">
                  <c:v>0.99906439999999996</c:v>
                </c:pt>
                <c:pt idx="382">
                  <c:v>1.003933</c:v>
                </c:pt>
                <c:pt idx="383">
                  <c:v>1.003282</c:v>
                </c:pt>
                <c:pt idx="384">
                  <c:v>0.99332860000000001</c:v>
                </c:pt>
                <c:pt idx="385">
                  <c:v>0.99118779999999995</c:v>
                </c:pt>
                <c:pt idx="386">
                  <c:v>1.0038260000000001</c:v>
                </c:pt>
                <c:pt idx="387">
                  <c:v>0.99341360000000001</c:v>
                </c:pt>
                <c:pt idx="388">
                  <c:v>0.99963329999999995</c:v>
                </c:pt>
                <c:pt idx="389">
                  <c:v>0.98946979999999995</c:v>
                </c:pt>
                <c:pt idx="390">
                  <c:v>0.99140609999999996</c:v>
                </c:pt>
                <c:pt idx="391">
                  <c:v>0.98805080000000001</c:v>
                </c:pt>
                <c:pt idx="392">
                  <c:v>0.99363800000000002</c:v>
                </c:pt>
                <c:pt idx="393">
                  <c:v>0.98795290000000002</c:v>
                </c:pt>
                <c:pt idx="394">
                  <c:v>0.99477150000000003</c:v>
                </c:pt>
                <c:pt idx="395">
                  <c:v>0.98512299999999997</c:v>
                </c:pt>
                <c:pt idx="396">
                  <c:v>0.99566650000000001</c:v>
                </c:pt>
                <c:pt idx="397">
                  <c:v>0.98309930000000001</c:v>
                </c:pt>
                <c:pt idx="398">
                  <c:v>0.99258710000000006</c:v>
                </c:pt>
                <c:pt idx="399">
                  <c:v>0.99179660000000003</c:v>
                </c:pt>
                <c:pt idx="400">
                  <c:v>0.99510080000000001</c:v>
                </c:pt>
                <c:pt idx="401">
                  <c:v>0.99358979999999997</c:v>
                </c:pt>
                <c:pt idx="402">
                  <c:v>0.99685080000000004</c:v>
                </c:pt>
                <c:pt idx="403">
                  <c:v>0.99698730000000002</c:v>
                </c:pt>
                <c:pt idx="404">
                  <c:v>1.0099830000000001</c:v>
                </c:pt>
                <c:pt idx="405">
                  <c:v>1.008381</c:v>
                </c:pt>
                <c:pt idx="406">
                  <c:v>1.001228</c:v>
                </c:pt>
                <c:pt idx="407">
                  <c:v>1.0101960000000001</c:v>
                </c:pt>
                <c:pt idx="408">
                  <c:v>1.007088</c:v>
                </c:pt>
                <c:pt idx="409">
                  <c:v>1.017401</c:v>
                </c:pt>
                <c:pt idx="410">
                  <c:v>1.0078260000000001</c:v>
                </c:pt>
                <c:pt idx="411">
                  <c:v>1.009193</c:v>
                </c:pt>
                <c:pt idx="412">
                  <c:v>1.006626</c:v>
                </c:pt>
                <c:pt idx="413">
                  <c:v>1.0061789999999999</c:v>
                </c:pt>
                <c:pt idx="414">
                  <c:v>1.014786</c:v>
                </c:pt>
                <c:pt idx="415">
                  <c:v>1.0109459999999999</c:v>
                </c:pt>
                <c:pt idx="416">
                  <c:v>0.99798609999999999</c:v>
                </c:pt>
                <c:pt idx="417">
                  <c:v>1.0068360000000001</c:v>
                </c:pt>
                <c:pt idx="418">
                  <c:v>0.99876940000000003</c:v>
                </c:pt>
                <c:pt idx="419">
                  <c:v>1.009641</c:v>
                </c:pt>
                <c:pt idx="420">
                  <c:v>0.99806410000000001</c:v>
                </c:pt>
                <c:pt idx="421">
                  <c:v>0.99382040000000005</c:v>
                </c:pt>
                <c:pt idx="422">
                  <c:v>0.9907089</c:v>
                </c:pt>
                <c:pt idx="423">
                  <c:v>0.99546650000000003</c:v>
                </c:pt>
                <c:pt idx="424">
                  <c:v>0.99602420000000003</c:v>
                </c:pt>
                <c:pt idx="425">
                  <c:v>1.00108</c:v>
                </c:pt>
                <c:pt idx="426">
                  <c:v>0.9965195</c:v>
                </c:pt>
                <c:pt idx="427">
                  <c:v>1.003009</c:v>
                </c:pt>
                <c:pt idx="428">
                  <c:v>0.99728600000000001</c:v>
                </c:pt>
                <c:pt idx="429">
                  <c:v>0.99843320000000002</c:v>
                </c:pt>
                <c:pt idx="430">
                  <c:v>0.98716970000000004</c:v>
                </c:pt>
                <c:pt idx="431">
                  <c:v>0.99044699999999997</c:v>
                </c:pt>
                <c:pt idx="432">
                  <c:v>0.9936239</c:v>
                </c:pt>
                <c:pt idx="433">
                  <c:v>0.98859549999999996</c:v>
                </c:pt>
                <c:pt idx="434">
                  <c:v>0.98950700000000003</c:v>
                </c:pt>
                <c:pt idx="435">
                  <c:v>0.99086980000000002</c:v>
                </c:pt>
                <c:pt idx="436">
                  <c:v>1.0060359999999999</c:v>
                </c:pt>
                <c:pt idx="437">
                  <c:v>0.99335249999999997</c:v>
                </c:pt>
                <c:pt idx="438">
                  <c:v>1.0010060000000001</c:v>
                </c:pt>
                <c:pt idx="439">
                  <c:v>1.004348</c:v>
                </c:pt>
                <c:pt idx="440">
                  <c:v>1.008032</c:v>
                </c:pt>
                <c:pt idx="441">
                  <c:v>0.9965562</c:v>
                </c:pt>
                <c:pt idx="442">
                  <c:v>1.0041690000000001</c:v>
                </c:pt>
                <c:pt idx="443">
                  <c:v>1.0114570000000001</c:v>
                </c:pt>
                <c:pt idx="444">
                  <c:v>1.003625</c:v>
                </c:pt>
                <c:pt idx="445">
                  <c:v>1.010232</c:v>
                </c:pt>
                <c:pt idx="446">
                  <c:v>1.0085500000000001</c:v>
                </c:pt>
                <c:pt idx="447">
                  <c:v>1.01268</c:v>
                </c:pt>
                <c:pt idx="448">
                  <c:v>1.028475</c:v>
                </c:pt>
                <c:pt idx="449">
                  <c:v>0.99540470000000003</c:v>
                </c:pt>
                <c:pt idx="450">
                  <c:v>1.0136799999999999</c:v>
                </c:pt>
                <c:pt idx="451">
                  <c:v>1.0116780000000001</c:v>
                </c:pt>
                <c:pt idx="452">
                  <c:v>1.006146</c:v>
                </c:pt>
                <c:pt idx="453">
                  <c:v>1.0038320000000001</c:v>
                </c:pt>
                <c:pt idx="454">
                  <c:v>0.99775210000000003</c:v>
                </c:pt>
                <c:pt idx="455">
                  <c:v>0.99916550000000004</c:v>
                </c:pt>
                <c:pt idx="456">
                  <c:v>0.99948720000000002</c:v>
                </c:pt>
                <c:pt idx="457">
                  <c:v>1.0028319999999999</c:v>
                </c:pt>
                <c:pt idx="458">
                  <c:v>0.99401300000000004</c:v>
                </c:pt>
                <c:pt idx="459">
                  <c:v>0.99571480000000001</c:v>
                </c:pt>
                <c:pt idx="460">
                  <c:v>0.99364269999999999</c:v>
                </c:pt>
                <c:pt idx="461">
                  <c:v>0.9911778</c:v>
                </c:pt>
                <c:pt idx="462">
                  <c:v>1.0010589999999999</c:v>
                </c:pt>
                <c:pt idx="463">
                  <c:v>0.99494990000000005</c:v>
                </c:pt>
                <c:pt idx="464">
                  <c:v>0.98337269999999999</c:v>
                </c:pt>
                <c:pt idx="465">
                  <c:v>0.99620280000000005</c:v>
                </c:pt>
                <c:pt idx="466">
                  <c:v>0.99465599999999998</c:v>
                </c:pt>
                <c:pt idx="467">
                  <c:v>0.98740050000000001</c:v>
                </c:pt>
                <c:pt idx="468">
                  <c:v>0.99194720000000003</c:v>
                </c:pt>
                <c:pt idx="469">
                  <c:v>0.9880679</c:v>
                </c:pt>
                <c:pt idx="470">
                  <c:v>0.9939152</c:v>
                </c:pt>
                <c:pt idx="471">
                  <c:v>0.99320180000000002</c:v>
                </c:pt>
                <c:pt idx="472">
                  <c:v>0.99516530000000003</c:v>
                </c:pt>
                <c:pt idx="473">
                  <c:v>0.99950689999999998</c:v>
                </c:pt>
                <c:pt idx="474">
                  <c:v>1.0018389999999999</c:v>
                </c:pt>
                <c:pt idx="475">
                  <c:v>0.99225940000000001</c:v>
                </c:pt>
                <c:pt idx="476">
                  <c:v>0.99846369999999995</c:v>
                </c:pt>
                <c:pt idx="477">
                  <c:v>1.007916</c:v>
                </c:pt>
                <c:pt idx="478">
                  <c:v>1.000953</c:v>
                </c:pt>
                <c:pt idx="479">
                  <c:v>1.0061450000000001</c:v>
                </c:pt>
                <c:pt idx="480">
                  <c:v>1.0001629999999999</c:v>
                </c:pt>
                <c:pt idx="481">
                  <c:v>1.0097069999999999</c:v>
                </c:pt>
                <c:pt idx="482">
                  <c:v>1.011468</c:v>
                </c:pt>
                <c:pt idx="483">
                  <c:v>1.0094069999999999</c:v>
                </c:pt>
                <c:pt idx="484">
                  <c:v>1.008162</c:v>
                </c:pt>
                <c:pt idx="485">
                  <c:v>1.010734</c:v>
                </c:pt>
                <c:pt idx="486">
                  <c:v>1.0032589999999999</c:v>
                </c:pt>
                <c:pt idx="487">
                  <c:v>1.0066729999999999</c:v>
                </c:pt>
                <c:pt idx="488">
                  <c:v>1.0063599999999999</c:v>
                </c:pt>
                <c:pt idx="489">
                  <c:v>1.013269</c:v>
                </c:pt>
                <c:pt idx="490">
                  <c:v>1.0036309999999999</c:v>
                </c:pt>
                <c:pt idx="491">
                  <c:v>1.000632</c:v>
                </c:pt>
                <c:pt idx="492">
                  <c:v>1.0049429999999999</c:v>
                </c:pt>
                <c:pt idx="493">
                  <c:v>1.007959</c:v>
                </c:pt>
                <c:pt idx="494">
                  <c:v>0.99656480000000003</c:v>
                </c:pt>
                <c:pt idx="495">
                  <c:v>1.0021169999999999</c:v>
                </c:pt>
                <c:pt idx="496">
                  <c:v>0.99496779999999996</c:v>
                </c:pt>
                <c:pt idx="497">
                  <c:v>0.99418930000000005</c:v>
                </c:pt>
                <c:pt idx="498">
                  <c:v>0.9984343</c:v>
                </c:pt>
                <c:pt idx="499">
                  <c:v>0.98474720000000004</c:v>
                </c:pt>
                <c:pt idx="500">
                  <c:v>0.98816420000000005</c:v>
                </c:pt>
                <c:pt idx="501">
                  <c:v>0.99057079999999997</c:v>
                </c:pt>
                <c:pt idx="502">
                  <c:v>0.99245000000000005</c:v>
                </c:pt>
                <c:pt idx="503">
                  <c:v>0.99071469999999995</c:v>
                </c:pt>
                <c:pt idx="504">
                  <c:v>0.99241690000000005</c:v>
                </c:pt>
                <c:pt idx="505">
                  <c:v>0.99726879999999996</c:v>
                </c:pt>
                <c:pt idx="506">
                  <c:v>0.99417900000000003</c:v>
                </c:pt>
                <c:pt idx="507">
                  <c:v>0.99192820000000004</c:v>
                </c:pt>
                <c:pt idx="508">
                  <c:v>0.99798129999999996</c:v>
                </c:pt>
                <c:pt idx="509">
                  <c:v>0.99935459999999998</c:v>
                </c:pt>
                <c:pt idx="510">
                  <c:v>0.99954019999999999</c:v>
                </c:pt>
                <c:pt idx="511">
                  <c:v>0.99541230000000003</c:v>
                </c:pt>
                <c:pt idx="512">
                  <c:v>1.0024029999999999</c:v>
                </c:pt>
                <c:pt idx="513">
                  <c:v>0.99660340000000003</c:v>
                </c:pt>
                <c:pt idx="514">
                  <c:v>1.0015970000000001</c:v>
                </c:pt>
                <c:pt idx="515">
                  <c:v>1.003733</c:v>
                </c:pt>
                <c:pt idx="516">
                  <c:v>1.005412</c:v>
                </c:pt>
              </c:numCache>
            </c:numRef>
          </c:yVal>
          <c:smooth val="1"/>
          <c:extLst>
            <c:ext xmlns:c16="http://schemas.microsoft.com/office/drawing/2014/chart" uri="{C3380CC4-5D6E-409C-BE32-E72D297353CC}">
              <c16:uniqueId val="{00000003-AEC3-4920-9F18-79397C998F93}"/>
            </c:ext>
          </c:extLst>
        </c:ser>
        <c:ser>
          <c:idx val="4"/>
          <c:order val="4"/>
          <c:tx>
            <c:strRef>
              <c:f>二体分布関数!$G$1</c:f>
              <c:strCache>
                <c:ptCount val="1"/>
                <c:pt idx="0">
                  <c:v>Ti-Ti</c:v>
                </c:pt>
              </c:strCache>
            </c:strRef>
          </c:tx>
          <c:spPr>
            <a:ln w="19050" cap="rnd">
              <a:solidFill>
                <a:schemeClr val="accent5"/>
              </a:solidFill>
              <a:round/>
            </a:ln>
            <a:effectLst/>
          </c:spPr>
          <c:marker>
            <c:symbol val="none"/>
          </c:marker>
          <c:xVal>
            <c:numRef>
              <c:f>二体分布関数!$B$2:$B$1550</c:f>
              <c:numCache>
                <c:formatCode>0.00E+00</c:formatCode>
                <c:ptCount val="517"/>
                <c:pt idx="0">
                  <c:v>0.06</c:v>
                </c:pt>
                <c:pt idx="1">
                  <c:v>0.12</c:v>
                </c:pt>
                <c:pt idx="2">
                  <c:v>0.18</c:v>
                </c:pt>
                <c:pt idx="3">
                  <c:v>0.24</c:v>
                </c:pt>
                <c:pt idx="4">
                  <c:v>0.3</c:v>
                </c:pt>
                <c:pt idx="5">
                  <c:v>0.36</c:v>
                </c:pt>
                <c:pt idx="6">
                  <c:v>0.42</c:v>
                </c:pt>
                <c:pt idx="7">
                  <c:v>0.48</c:v>
                </c:pt>
                <c:pt idx="8">
                  <c:v>0.54</c:v>
                </c:pt>
                <c:pt idx="9">
                  <c:v>0.6</c:v>
                </c:pt>
                <c:pt idx="10">
                  <c:v>0.66</c:v>
                </c:pt>
                <c:pt idx="11">
                  <c:v>0.72</c:v>
                </c:pt>
                <c:pt idx="12">
                  <c:v>0.78</c:v>
                </c:pt>
                <c:pt idx="13">
                  <c:v>0.84</c:v>
                </c:pt>
                <c:pt idx="14">
                  <c:v>0.9</c:v>
                </c:pt>
                <c:pt idx="15">
                  <c:v>0.96</c:v>
                </c:pt>
                <c:pt idx="16" formatCode="General">
                  <c:v>1.02</c:v>
                </c:pt>
                <c:pt idx="17" formatCode="General">
                  <c:v>1.08</c:v>
                </c:pt>
                <c:pt idx="18" formatCode="General">
                  <c:v>1.1399999999999999</c:v>
                </c:pt>
                <c:pt idx="19" formatCode="General">
                  <c:v>1.2</c:v>
                </c:pt>
                <c:pt idx="20" formatCode="General">
                  <c:v>1.26</c:v>
                </c:pt>
                <c:pt idx="21" formatCode="General">
                  <c:v>1.32</c:v>
                </c:pt>
                <c:pt idx="22" formatCode="General">
                  <c:v>1.38</c:v>
                </c:pt>
                <c:pt idx="23" formatCode="General">
                  <c:v>1.44</c:v>
                </c:pt>
                <c:pt idx="24" formatCode="General">
                  <c:v>1.5</c:v>
                </c:pt>
                <c:pt idx="25" formatCode="General">
                  <c:v>1.56</c:v>
                </c:pt>
                <c:pt idx="26" formatCode="General">
                  <c:v>1.62</c:v>
                </c:pt>
                <c:pt idx="27" formatCode="General">
                  <c:v>1.68</c:v>
                </c:pt>
                <c:pt idx="28" formatCode="General">
                  <c:v>1.74</c:v>
                </c:pt>
                <c:pt idx="29" formatCode="General">
                  <c:v>1.8</c:v>
                </c:pt>
                <c:pt idx="30" formatCode="General">
                  <c:v>1.86</c:v>
                </c:pt>
                <c:pt idx="31" formatCode="General">
                  <c:v>1.92</c:v>
                </c:pt>
                <c:pt idx="32" formatCode="General">
                  <c:v>1.98</c:v>
                </c:pt>
                <c:pt idx="33" formatCode="General">
                  <c:v>2.04</c:v>
                </c:pt>
                <c:pt idx="34" formatCode="General">
                  <c:v>2.1</c:v>
                </c:pt>
                <c:pt idx="35" formatCode="General">
                  <c:v>2.16</c:v>
                </c:pt>
                <c:pt idx="36" formatCode="General">
                  <c:v>2.2200000000000002</c:v>
                </c:pt>
                <c:pt idx="37" formatCode="General">
                  <c:v>2.2799999999999998</c:v>
                </c:pt>
                <c:pt idx="38" formatCode="General">
                  <c:v>2.34</c:v>
                </c:pt>
                <c:pt idx="39" formatCode="General">
                  <c:v>2.4</c:v>
                </c:pt>
                <c:pt idx="40" formatCode="General">
                  <c:v>2.46</c:v>
                </c:pt>
                <c:pt idx="41" formatCode="General">
                  <c:v>2.52</c:v>
                </c:pt>
                <c:pt idx="42" formatCode="General">
                  <c:v>2.58</c:v>
                </c:pt>
                <c:pt idx="43" formatCode="General">
                  <c:v>2.64</c:v>
                </c:pt>
                <c:pt idx="44" formatCode="General">
                  <c:v>2.7</c:v>
                </c:pt>
                <c:pt idx="45" formatCode="General">
                  <c:v>2.76</c:v>
                </c:pt>
                <c:pt idx="46" formatCode="General">
                  <c:v>2.82</c:v>
                </c:pt>
                <c:pt idx="47" formatCode="General">
                  <c:v>2.88</c:v>
                </c:pt>
                <c:pt idx="48" formatCode="General">
                  <c:v>2.94</c:v>
                </c:pt>
                <c:pt idx="49" formatCode="General">
                  <c:v>3</c:v>
                </c:pt>
                <c:pt idx="50" formatCode="General">
                  <c:v>3.06</c:v>
                </c:pt>
                <c:pt idx="51" formatCode="General">
                  <c:v>3.12</c:v>
                </c:pt>
                <c:pt idx="52" formatCode="General">
                  <c:v>3.18</c:v>
                </c:pt>
                <c:pt idx="53" formatCode="General">
                  <c:v>3.24</c:v>
                </c:pt>
                <c:pt idx="54" formatCode="General">
                  <c:v>3.3</c:v>
                </c:pt>
                <c:pt idx="55" formatCode="General">
                  <c:v>3.36</c:v>
                </c:pt>
                <c:pt idx="56" formatCode="General">
                  <c:v>3.42</c:v>
                </c:pt>
                <c:pt idx="57" formatCode="General">
                  <c:v>3.48</c:v>
                </c:pt>
                <c:pt idx="58" formatCode="General">
                  <c:v>3.54</c:v>
                </c:pt>
                <c:pt idx="59" formatCode="General">
                  <c:v>3.6</c:v>
                </c:pt>
                <c:pt idx="60" formatCode="General">
                  <c:v>3.66</c:v>
                </c:pt>
                <c:pt idx="61" formatCode="General">
                  <c:v>3.72</c:v>
                </c:pt>
                <c:pt idx="62" formatCode="General">
                  <c:v>3.78</c:v>
                </c:pt>
                <c:pt idx="63" formatCode="General">
                  <c:v>3.84</c:v>
                </c:pt>
                <c:pt idx="64" formatCode="General">
                  <c:v>3.9</c:v>
                </c:pt>
                <c:pt idx="65" formatCode="General">
                  <c:v>3.96</c:v>
                </c:pt>
                <c:pt idx="66" formatCode="General">
                  <c:v>4.0199999999999996</c:v>
                </c:pt>
                <c:pt idx="67" formatCode="General">
                  <c:v>4.08</c:v>
                </c:pt>
                <c:pt idx="68" formatCode="General">
                  <c:v>4.1399999999999997</c:v>
                </c:pt>
                <c:pt idx="69" formatCode="General">
                  <c:v>4.2</c:v>
                </c:pt>
                <c:pt idx="70" formatCode="General">
                  <c:v>4.26</c:v>
                </c:pt>
                <c:pt idx="71" formatCode="General">
                  <c:v>4.32</c:v>
                </c:pt>
                <c:pt idx="72" formatCode="General">
                  <c:v>4.38</c:v>
                </c:pt>
                <c:pt idx="73" formatCode="General">
                  <c:v>4.4400000000000004</c:v>
                </c:pt>
                <c:pt idx="74" formatCode="General">
                  <c:v>4.5</c:v>
                </c:pt>
                <c:pt idx="75" formatCode="General">
                  <c:v>4.5599999999999996</c:v>
                </c:pt>
                <c:pt idx="76" formatCode="General">
                  <c:v>4.62</c:v>
                </c:pt>
                <c:pt idx="77" formatCode="General">
                  <c:v>4.68</c:v>
                </c:pt>
                <c:pt idx="78" formatCode="General">
                  <c:v>4.74</c:v>
                </c:pt>
                <c:pt idx="79" formatCode="General">
                  <c:v>4.8</c:v>
                </c:pt>
                <c:pt idx="80" formatCode="General">
                  <c:v>4.8600000000000003</c:v>
                </c:pt>
                <c:pt idx="81" formatCode="General">
                  <c:v>4.92</c:v>
                </c:pt>
                <c:pt idx="82" formatCode="General">
                  <c:v>4.9800000000000004</c:v>
                </c:pt>
                <c:pt idx="83" formatCode="General">
                  <c:v>5.04</c:v>
                </c:pt>
                <c:pt idx="84" formatCode="General">
                  <c:v>5.0999999999999996</c:v>
                </c:pt>
                <c:pt idx="85" formatCode="General">
                  <c:v>5.16</c:v>
                </c:pt>
                <c:pt idx="86" formatCode="General">
                  <c:v>5.22</c:v>
                </c:pt>
                <c:pt idx="87" formatCode="General">
                  <c:v>5.28</c:v>
                </c:pt>
                <c:pt idx="88" formatCode="General">
                  <c:v>5.34</c:v>
                </c:pt>
                <c:pt idx="89" formatCode="General">
                  <c:v>5.4</c:v>
                </c:pt>
                <c:pt idx="90" formatCode="General">
                  <c:v>5.46</c:v>
                </c:pt>
                <c:pt idx="91" formatCode="General">
                  <c:v>5.52</c:v>
                </c:pt>
                <c:pt idx="92" formatCode="General">
                  <c:v>5.58</c:v>
                </c:pt>
                <c:pt idx="93" formatCode="General">
                  <c:v>5.64</c:v>
                </c:pt>
                <c:pt idx="94" formatCode="General">
                  <c:v>5.7</c:v>
                </c:pt>
                <c:pt idx="95" formatCode="General">
                  <c:v>5.76</c:v>
                </c:pt>
                <c:pt idx="96" formatCode="General">
                  <c:v>5.82</c:v>
                </c:pt>
                <c:pt idx="97" formatCode="General">
                  <c:v>5.88</c:v>
                </c:pt>
                <c:pt idx="98" formatCode="General">
                  <c:v>5.94</c:v>
                </c:pt>
                <c:pt idx="99" formatCode="General">
                  <c:v>6</c:v>
                </c:pt>
                <c:pt idx="100" formatCode="General">
                  <c:v>6.06</c:v>
                </c:pt>
                <c:pt idx="101" formatCode="General">
                  <c:v>6.12</c:v>
                </c:pt>
                <c:pt idx="102" formatCode="General">
                  <c:v>6.18</c:v>
                </c:pt>
                <c:pt idx="103" formatCode="General">
                  <c:v>6.24</c:v>
                </c:pt>
                <c:pt idx="104" formatCode="General">
                  <c:v>6.3</c:v>
                </c:pt>
                <c:pt idx="105" formatCode="General">
                  <c:v>6.36</c:v>
                </c:pt>
                <c:pt idx="106" formatCode="General">
                  <c:v>6.42</c:v>
                </c:pt>
                <c:pt idx="107" formatCode="General">
                  <c:v>6.48</c:v>
                </c:pt>
                <c:pt idx="108" formatCode="General">
                  <c:v>6.54</c:v>
                </c:pt>
                <c:pt idx="109" formatCode="General">
                  <c:v>6.6</c:v>
                </c:pt>
                <c:pt idx="110" formatCode="General">
                  <c:v>6.66</c:v>
                </c:pt>
                <c:pt idx="111" formatCode="General">
                  <c:v>6.72</c:v>
                </c:pt>
                <c:pt idx="112" formatCode="General">
                  <c:v>6.78</c:v>
                </c:pt>
                <c:pt idx="113" formatCode="General">
                  <c:v>6.84</c:v>
                </c:pt>
                <c:pt idx="114" formatCode="General">
                  <c:v>6.9</c:v>
                </c:pt>
                <c:pt idx="115" formatCode="General">
                  <c:v>6.96</c:v>
                </c:pt>
                <c:pt idx="116" formatCode="General">
                  <c:v>7.02</c:v>
                </c:pt>
                <c:pt idx="117" formatCode="General">
                  <c:v>7.08</c:v>
                </c:pt>
                <c:pt idx="118" formatCode="General">
                  <c:v>7.14</c:v>
                </c:pt>
                <c:pt idx="119" formatCode="General">
                  <c:v>7.2</c:v>
                </c:pt>
                <c:pt idx="120" formatCode="General">
                  <c:v>7.26</c:v>
                </c:pt>
                <c:pt idx="121" formatCode="General">
                  <c:v>7.32</c:v>
                </c:pt>
                <c:pt idx="122" formatCode="General">
                  <c:v>7.38</c:v>
                </c:pt>
                <c:pt idx="123" formatCode="General">
                  <c:v>7.44</c:v>
                </c:pt>
                <c:pt idx="124" formatCode="General">
                  <c:v>7.5</c:v>
                </c:pt>
                <c:pt idx="125" formatCode="General">
                  <c:v>7.56</c:v>
                </c:pt>
                <c:pt idx="126" formatCode="General">
                  <c:v>7.62</c:v>
                </c:pt>
                <c:pt idx="127" formatCode="General">
                  <c:v>7.68</c:v>
                </c:pt>
                <c:pt idx="128" formatCode="General">
                  <c:v>7.74</c:v>
                </c:pt>
                <c:pt idx="129" formatCode="General">
                  <c:v>7.8</c:v>
                </c:pt>
                <c:pt idx="130" formatCode="General">
                  <c:v>7.86</c:v>
                </c:pt>
                <c:pt idx="131" formatCode="General">
                  <c:v>7.92</c:v>
                </c:pt>
                <c:pt idx="132" formatCode="General">
                  <c:v>7.98</c:v>
                </c:pt>
                <c:pt idx="133" formatCode="General">
                  <c:v>8.0399999999999991</c:v>
                </c:pt>
                <c:pt idx="134" formatCode="General">
                  <c:v>8.0999990000000004</c:v>
                </c:pt>
                <c:pt idx="135" formatCode="General">
                  <c:v>8.16</c:v>
                </c:pt>
                <c:pt idx="136" formatCode="General">
                  <c:v>8.2200000000000006</c:v>
                </c:pt>
                <c:pt idx="137" formatCode="General">
                  <c:v>8.2799999999999994</c:v>
                </c:pt>
                <c:pt idx="138" formatCode="General">
                  <c:v>8.34</c:v>
                </c:pt>
                <c:pt idx="139" formatCode="General">
                  <c:v>8.4</c:v>
                </c:pt>
                <c:pt idx="140" formatCode="General">
                  <c:v>8.4600000000000009</c:v>
                </c:pt>
                <c:pt idx="141" formatCode="General">
                  <c:v>8.52</c:v>
                </c:pt>
                <c:pt idx="142" formatCode="General">
                  <c:v>8.58</c:v>
                </c:pt>
                <c:pt idx="143" formatCode="General">
                  <c:v>8.6399989999999995</c:v>
                </c:pt>
                <c:pt idx="144" formatCode="General">
                  <c:v>8.6999999999999993</c:v>
                </c:pt>
                <c:pt idx="145" formatCode="General">
                  <c:v>8.76</c:v>
                </c:pt>
                <c:pt idx="146" formatCode="General">
                  <c:v>8.82</c:v>
                </c:pt>
                <c:pt idx="147" formatCode="General">
                  <c:v>8.8800000000000008</c:v>
                </c:pt>
                <c:pt idx="148" formatCode="General">
                  <c:v>8.94</c:v>
                </c:pt>
                <c:pt idx="149" formatCode="General">
                  <c:v>9</c:v>
                </c:pt>
                <c:pt idx="150" formatCode="General">
                  <c:v>9.0599989999999995</c:v>
                </c:pt>
                <c:pt idx="151" formatCode="General">
                  <c:v>9.1199999999999992</c:v>
                </c:pt>
                <c:pt idx="152" formatCode="General">
                  <c:v>9.1799990000000005</c:v>
                </c:pt>
                <c:pt idx="153" formatCode="General">
                  <c:v>9.24</c:v>
                </c:pt>
                <c:pt idx="154" formatCode="General">
                  <c:v>9.3000000000000007</c:v>
                </c:pt>
                <c:pt idx="155" formatCode="General">
                  <c:v>9.36</c:v>
                </c:pt>
                <c:pt idx="156" formatCode="General">
                  <c:v>9.42</c:v>
                </c:pt>
                <c:pt idx="157" formatCode="General">
                  <c:v>9.48</c:v>
                </c:pt>
                <c:pt idx="158" formatCode="General">
                  <c:v>9.5399999999999991</c:v>
                </c:pt>
                <c:pt idx="159" formatCode="General">
                  <c:v>9.5999990000000004</c:v>
                </c:pt>
                <c:pt idx="160" formatCode="General">
                  <c:v>9.66</c:v>
                </c:pt>
                <c:pt idx="161" formatCode="General">
                  <c:v>9.7199989999999996</c:v>
                </c:pt>
                <c:pt idx="162" formatCode="General">
                  <c:v>9.7799999999999994</c:v>
                </c:pt>
                <c:pt idx="163" formatCode="General">
                  <c:v>9.84</c:v>
                </c:pt>
                <c:pt idx="164" formatCode="General">
                  <c:v>9.9</c:v>
                </c:pt>
                <c:pt idx="165" formatCode="General">
                  <c:v>9.9600000000000009</c:v>
                </c:pt>
                <c:pt idx="166" formatCode="General">
                  <c:v>10.02</c:v>
                </c:pt>
                <c:pt idx="167" formatCode="General">
                  <c:v>10.08</c:v>
                </c:pt>
                <c:pt idx="168" formatCode="General">
                  <c:v>10.14</c:v>
                </c:pt>
                <c:pt idx="169" formatCode="General">
                  <c:v>10.199999999999999</c:v>
                </c:pt>
                <c:pt idx="170" formatCode="General">
                  <c:v>10.26</c:v>
                </c:pt>
                <c:pt idx="171" formatCode="General">
                  <c:v>10.32</c:v>
                </c:pt>
                <c:pt idx="172" formatCode="General">
                  <c:v>10.38</c:v>
                </c:pt>
                <c:pt idx="173" formatCode="General">
                  <c:v>10.44</c:v>
                </c:pt>
                <c:pt idx="174" formatCode="General">
                  <c:v>10.5</c:v>
                </c:pt>
                <c:pt idx="175" formatCode="General">
                  <c:v>10.56</c:v>
                </c:pt>
                <c:pt idx="176" formatCode="General">
                  <c:v>10.62</c:v>
                </c:pt>
                <c:pt idx="177" formatCode="General">
                  <c:v>10.68</c:v>
                </c:pt>
                <c:pt idx="178" formatCode="General">
                  <c:v>10.74</c:v>
                </c:pt>
                <c:pt idx="179" formatCode="General">
                  <c:v>10.8</c:v>
                </c:pt>
                <c:pt idx="180" formatCode="General">
                  <c:v>10.86</c:v>
                </c:pt>
                <c:pt idx="181" formatCode="General">
                  <c:v>10.92</c:v>
                </c:pt>
                <c:pt idx="182" formatCode="General">
                  <c:v>10.98</c:v>
                </c:pt>
                <c:pt idx="183" formatCode="General">
                  <c:v>11.04</c:v>
                </c:pt>
                <c:pt idx="184" formatCode="General">
                  <c:v>11.1</c:v>
                </c:pt>
                <c:pt idx="185" formatCode="General">
                  <c:v>11.16</c:v>
                </c:pt>
                <c:pt idx="186" formatCode="General">
                  <c:v>11.22</c:v>
                </c:pt>
                <c:pt idx="187" formatCode="General">
                  <c:v>11.28</c:v>
                </c:pt>
                <c:pt idx="188" formatCode="General">
                  <c:v>11.34</c:v>
                </c:pt>
                <c:pt idx="189" formatCode="General">
                  <c:v>11.4</c:v>
                </c:pt>
                <c:pt idx="190" formatCode="General">
                  <c:v>11.46</c:v>
                </c:pt>
                <c:pt idx="191" formatCode="General">
                  <c:v>11.52</c:v>
                </c:pt>
                <c:pt idx="192" formatCode="General">
                  <c:v>11.58</c:v>
                </c:pt>
                <c:pt idx="193" formatCode="General">
                  <c:v>11.64</c:v>
                </c:pt>
                <c:pt idx="194" formatCode="General">
                  <c:v>11.7</c:v>
                </c:pt>
                <c:pt idx="195" formatCode="General">
                  <c:v>11.76</c:v>
                </c:pt>
                <c:pt idx="196" formatCode="General">
                  <c:v>11.82</c:v>
                </c:pt>
                <c:pt idx="197" formatCode="General">
                  <c:v>11.88</c:v>
                </c:pt>
                <c:pt idx="198" formatCode="General">
                  <c:v>11.94</c:v>
                </c:pt>
                <c:pt idx="199" formatCode="General">
                  <c:v>12</c:v>
                </c:pt>
                <c:pt idx="200" formatCode="General">
                  <c:v>12.06</c:v>
                </c:pt>
                <c:pt idx="201" formatCode="General">
                  <c:v>12.12</c:v>
                </c:pt>
                <c:pt idx="202" formatCode="General">
                  <c:v>12.18</c:v>
                </c:pt>
                <c:pt idx="203" formatCode="General">
                  <c:v>12.24</c:v>
                </c:pt>
                <c:pt idx="204" formatCode="General">
                  <c:v>12.3</c:v>
                </c:pt>
                <c:pt idx="205" formatCode="General">
                  <c:v>12.36</c:v>
                </c:pt>
                <c:pt idx="206" formatCode="General">
                  <c:v>12.42</c:v>
                </c:pt>
                <c:pt idx="207" formatCode="General">
                  <c:v>12.48</c:v>
                </c:pt>
                <c:pt idx="208" formatCode="General">
                  <c:v>12.54</c:v>
                </c:pt>
                <c:pt idx="209" formatCode="General">
                  <c:v>12.6</c:v>
                </c:pt>
                <c:pt idx="210" formatCode="General">
                  <c:v>12.66</c:v>
                </c:pt>
                <c:pt idx="211" formatCode="General">
                  <c:v>12.72</c:v>
                </c:pt>
                <c:pt idx="212" formatCode="General">
                  <c:v>12.78</c:v>
                </c:pt>
                <c:pt idx="213" formatCode="General">
                  <c:v>12.84</c:v>
                </c:pt>
                <c:pt idx="214" formatCode="General">
                  <c:v>12.9</c:v>
                </c:pt>
                <c:pt idx="215" formatCode="General">
                  <c:v>12.96</c:v>
                </c:pt>
                <c:pt idx="216" formatCode="General">
                  <c:v>13.02</c:v>
                </c:pt>
                <c:pt idx="217" formatCode="General">
                  <c:v>13.08</c:v>
                </c:pt>
                <c:pt idx="218" formatCode="General">
                  <c:v>13.14</c:v>
                </c:pt>
                <c:pt idx="219" formatCode="General">
                  <c:v>13.2</c:v>
                </c:pt>
                <c:pt idx="220" formatCode="General">
                  <c:v>13.26</c:v>
                </c:pt>
                <c:pt idx="221" formatCode="General">
                  <c:v>13.32</c:v>
                </c:pt>
                <c:pt idx="222" formatCode="General">
                  <c:v>13.38</c:v>
                </c:pt>
                <c:pt idx="223" formatCode="General">
                  <c:v>13.44</c:v>
                </c:pt>
                <c:pt idx="224" formatCode="General">
                  <c:v>13.5</c:v>
                </c:pt>
                <c:pt idx="225" formatCode="General">
                  <c:v>13.56</c:v>
                </c:pt>
                <c:pt idx="226" formatCode="General">
                  <c:v>13.62</c:v>
                </c:pt>
                <c:pt idx="227" formatCode="General">
                  <c:v>13.68</c:v>
                </c:pt>
                <c:pt idx="228" formatCode="General">
                  <c:v>13.74</c:v>
                </c:pt>
                <c:pt idx="229" formatCode="General">
                  <c:v>13.8</c:v>
                </c:pt>
                <c:pt idx="230" formatCode="General">
                  <c:v>13.86</c:v>
                </c:pt>
                <c:pt idx="231" formatCode="General">
                  <c:v>13.92</c:v>
                </c:pt>
                <c:pt idx="232" formatCode="General">
                  <c:v>13.98</c:v>
                </c:pt>
                <c:pt idx="233" formatCode="General">
                  <c:v>14.04</c:v>
                </c:pt>
                <c:pt idx="234" formatCode="General">
                  <c:v>14.1</c:v>
                </c:pt>
                <c:pt idx="235" formatCode="General">
                  <c:v>14.16</c:v>
                </c:pt>
                <c:pt idx="236" formatCode="General">
                  <c:v>14.22</c:v>
                </c:pt>
                <c:pt idx="237" formatCode="General">
                  <c:v>14.28</c:v>
                </c:pt>
                <c:pt idx="238" formatCode="General">
                  <c:v>14.34</c:v>
                </c:pt>
                <c:pt idx="239" formatCode="General">
                  <c:v>14.4</c:v>
                </c:pt>
                <c:pt idx="240" formatCode="General">
                  <c:v>14.46</c:v>
                </c:pt>
                <c:pt idx="241" formatCode="General">
                  <c:v>14.52</c:v>
                </c:pt>
                <c:pt idx="242" formatCode="General">
                  <c:v>14.58</c:v>
                </c:pt>
                <c:pt idx="243" formatCode="General">
                  <c:v>14.64</c:v>
                </c:pt>
                <c:pt idx="244" formatCode="General">
                  <c:v>14.7</c:v>
                </c:pt>
                <c:pt idx="245" formatCode="General">
                  <c:v>14.76</c:v>
                </c:pt>
                <c:pt idx="246" formatCode="General">
                  <c:v>14.82</c:v>
                </c:pt>
                <c:pt idx="247" formatCode="General">
                  <c:v>14.88</c:v>
                </c:pt>
                <c:pt idx="248" formatCode="General">
                  <c:v>14.94</c:v>
                </c:pt>
                <c:pt idx="249" formatCode="General">
                  <c:v>15</c:v>
                </c:pt>
                <c:pt idx="250" formatCode="General">
                  <c:v>15.06</c:v>
                </c:pt>
                <c:pt idx="251" formatCode="General">
                  <c:v>15.12</c:v>
                </c:pt>
                <c:pt idx="252" formatCode="General">
                  <c:v>15.18</c:v>
                </c:pt>
                <c:pt idx="253" formatCode="General">
                  <c:v>15.24</c:v>
                </c:pt>
                <c:pt idx="254" formatCode="General">
                  <c:v>15.3</c:v>
                </c:pt>
                <c:pt idx="255" formatCode="General">
                  <c:v>15.36</c:v>
                </c:pt>
                <c:pt idx="256" formatCode="General">
                  <c:v>15.42</c:v>
                </c:pt>
                <c:pt idx="257" formatCode="General">
                  <c:v>15.48</c:v>
                </c:pt>
                <c:pt idx="258" formatCode="General">
                  <c:v>15.54</c:v>
                </c:pt>
                <c:pt idx="259" formatCode="General">
                  <c:v>15.6</c:v>
                </c:pt>
                <c:pt idx="260" formatCode="General">
                  <c:v>15.66</c:v>
                </c:pt>
                <c:pt idx="261" formatCode="General">
                  <c:v>15.72</c:v>
                </c:pt>
                <c:pt idx="262" formatCode="General">
                  <c:v>15.78</c:v>
                </c:pt>
                <c:pt idx="263" formatCode="General">
                  <c:v>15.84</c:v>
                </c:pt>
                <c:pt idx="264" formatCode="General">
                  <c:v>15.9</c:v>
                </c:pt>
                <c:pt idx="265" formatCode="General">
                  <c:v>15.96</c:v>
                </c:pt>
                <c:pt idx="266" formatCode="General">
                  <c:v>16.02</c:v>
                </c:pt>
                <c:pt idx="267" formatCode="General">
                  <c:v>16.079999999999998</c:v>
                </c:pt>
                <c:pt idx="268" formatCode="General">
                  <c:v>16.14</c:v>
                </c:pt>
                <c:pt idx="269" formatCode="General">
                  <c:v>16.2</c:v>
                </c:pt>
                <c:pt idx="270" formatCode="General">
                  <c:v>16.260000000000002</c:v>
                </c:pt>
                <c:pt idx="271" formatCode="General">
                  <c:v>16.32</c:v>
                </c:pt>
                <c:pt idx="272" formatCode="General">
                  <c:v>16.38</c:v>
                </c:pt>
                <c:pt idx="273" formatCode="General">
                  <c:v>16.440000000000001</c:v>
                </c:pt>
                <c:pt idx="274" formatCode="General">
                  <c:v>16.5</c:v>
                </c:pt>
                <c:pt idx="275" formatCode="General">
                  <c:v>16.559999999999999</c:v>
                </c:pt>
                <c:pt idx="276" formatCode="General">
                  <c:v>16.62</c:v>
                </c:pt>
                <c:pt idx="277" formatCode="General">
                  <c:v>16.68</c:v>
                </c:pt>
                <c:pt idx="278" formatCode="General">
                  <c:v>16.739999999999998</c:v>
                </c:pt>
                <c:pt idx="279" formatCode="General">
                  <c:v>16.8</c:v>
                </c:pt>
                <c:pt idx="280" formatCode="General">
                  <c:v>16.86</c:v>
                </c:pt>
                <c:pt idx="281" formatCode="General">
                  <c:v>16.920000000000002</c:v>
                </c:pt>
                <c:pt idx="282" formatCode="General">
                  <c:v>16.98</c:v>
                </c:pt>
                <c:pt idx="283" formatCode="General">
                  <c:v>17.04</c:v>
                </c:pt>
                <c:pt idx="284" formatCode="General">
                  <c:v>17.100000000000001</c:v>
                </c:pt>
                <c:pt idx="285" formatCode="General">
                  <c:v>17.16</c:v>
                </c:pt>
                <c:pt idx="286" formatCode="General">
                  <c:v>17.22</c:v>
                </c:pt>
                <c:pt idx="287" formatCode="General">
                  <c:v>17.28</c:v>
                </c:pt>
                <c:pt idx="288" formatCode="General">
                  <c:v>17.34</c:v>
                </c:pt>
                <c:pt idx="289" formatCode="General">
                  <c:v>17.399999999999999</c:v>
                </c:pt>
                <c:pt idx="290" formatCode="General">
                  <c:v>17.46</c:v>
                </c:pt>
                <c:pt idx="291" formatCode="General">
                  <c:v>17.52</c:v>
                </c:pt>
                <c:pt idx="292" formatCode="General">
                  <c:v>17.579999999999998</c:v>
                </c:pt>
                <c:pt idx="293" formatCode="General">
                  <c:v>17.64</c:v>
                </c:pt>
                <c:pt idx="294" formatCode="General">
                  <c:v>17.7</c:v>
                </c:pt>
                <c:pt idx="295" formatCode="General">
                  <c:v>17.760000000000002</c:v>
                </c:pt>
                <c:pt idx="296" formatCode="General">
                  <c:v>17.82</c:v>
                </c:pt>
                <c:pt idx="297" formatCode="General">
                  <c:v>17.88</c:v>
                </c:pt>
                <c:pt idx="298" formatCode="General">
                  <c:v>17.940000000000001</c:v>
                </c:pt>
                <c:pt idx="299" formatCode="General">
                  <c:v>18</c:v>
                </c:pt>
                <c:pt idx="300" formatCode="General">
                  <c:v>18.059999999999999</c:v>
                </c:pt>
                <c:pt idx="301" formatCode="General">
                  <c:v>18.12</c:v>
                </c:pt>
                <c:pt idx="302" formatCode="General">
                  <c:v>18.18</c:v>
                </c:pt>
                <c:pt idx="303" formatCode="General">
                  <c:v>18.239999999999998</c:v>
                </c:pt>
                <c:pt idx="304" formatCode="General">
                  <c:v>18.3</c:v>
                </c:pt>
                <c:pt idx="305" formatCode="General">
                  <c:v>18.36</c:v>
                </c:pt>
                <c:pt idx="306" formatCode="General">
                  <c:v>18.420000000000002</c:v>
                </c:pt>
                <c:pt idx="307" formatCode="General">
                  <c:v>18.48</c:v>
                </c:pt>
                <c:pt idx="308" formatCode="General">
                  <c:v>18.54</c:v>
                </c:pt>
                <c:pt idx="309" formatCode="General">
                  <c:v>18.600000000000001</c:v>
                </c:pt>
                <c:pt idx="310" formatCode="General">
                  <c:v>18.66</c:v>
                </c:pt>
                <c:pt idx="311" formatCode="General">
                  <c:v>18.72</c:v>
                </c:pt>
                <c:pt idx="312" formatCode="General">
                  <c:v>18.78</c:v>
                </c:pt>
                <c:pt idx="313" formatCode="General">
                  <c:v>18.84</c:v>
                </c:pt>
                <c:pt idx="314" formatCode="General">
                  <c:v>18.899999999999999</c:v>
                </c:pt>
                <c:pt idx="315" formatCode="General">
                  <c:v>18.96</c:v>
                </c:pt>
                <c:pt idx="316" formatCode="General">
                  <c:v>19.02</c:v>
                </c:pt>
                <c:pt idx="317" formatCode="General">
                  <c:v>19.079999999999998</c:v>
                </c:pt>
                <c:pt idx="318" formatCode="General">
                  <c:v>19.14</c:v>
                </c:pt>
                <c:pt idx="319" formatCode="General">
                  <c:v>19.2</c:v>
                </c:pt>
                <c:pt idx="320" formatCode="General">
                  <c:v>19.260000000000002</c:v>
                </c:pt>
                <c:pt idx="321" formatCode="General">
                  <c:v>19.32</c:v>
                </c:pt>
                <c:pt idx="322" formatCode="General">
                  <c:v>19.38</c:v>
                </c:pt>
                <c:pt idx="323" formatCode="General">
                  <c:v>19.440000000000001</c:v>
                </c:pt>
                <c:pt idx="324" formatCode="General">
                  <c:v>19.5</c:v>
                </c:pt>
                <c:pt idx="325" formatCode="General">
                  <c:v>19.559999999999999</c:v>
                </c:pt>
                <c:pt idx="326" formatCode="General">
                  <c:v>19.62</c:v>
                </c:pt>
                <c:pt idx="327" formatCode="General">
                  <c:v>19.68</c:v>
                </c:pt>
                <c:pt idx="328" formatCode="General">
                  <c:v>19.739999999999998</c:v>
                </c:pt>
                <c:pt idx="329" formatCode="General">
                  <c:v>19.8</c:v>
                </c:pt>
                <c:pt idx="330" formatCode="General">
                  <c:v>19.86</c:v>
                </c:pt>
                <c:pt idx="331" formatCode="General">
                  <c:v>19.920000000000002</c:v>
                </c:pt>
                <c:pt idx="332" formatCode="General">
                  <c:v>19.98</c:v>
                </c:pt>
                <c:pt idx="333" formatCode="General">
                  <c:v>20.04</c:v>
                </c:pt>
                <c:pt idx="334" formatCode="General">
                  <c:v>20.100000000000001</c:v>
                </c:pt>
                <c:pt idx="335" formatCode="General">
                  <c:v>20.16</c:v>
                </c:pt>
                <c:pt idx="336" formatCode="General">
                  <c:v>20.22</c:v>
                </c:pt>
                <c:pt idx="337" formatCode="General">
                  <c:v>20.28</c:v>
                </c:pt>
                <c:pt idx="338" formatCode="General">
                  <c:v>20.34</c:v>
                </c:pt>
                <c:pt idx="339" formatCode="General">
                  <c:v>20.399999999999999</c:v>
                </c:pt>
                <c:pt idx="340" formatCode="General">
                  <c:v>20.46</c:v>
                </c:pt>
                <c:pt idx="341" formatCode="General">
                  <c:v>20.52</c:v>
                </c:pt>
                <c:pt idx="342" formatCode="General">
                  <c:v>20.58</c:v>
                </c:pt>
                <c:pt idx="343" formatCode="General">
                  <c:v>20.64</c:v>
                </c:pt>
                <c:pt idx="344" formatCode="General">
                  <c:v>20.7</c:v>
                </c:pt>
                <c:pt idx="345" formatCode="General">
                  <c:v>20.76</c:v>
                </c:pt>
                <c:pt idx="346" formatCode="General">
                  <c:v>20.82</c:v>
                </c:pt>
                <c:pt idx="347" formatCode="General">
                  <c:v>20.88</c:v>
                </c:pt>
                <c:pt idx="348" formatCode="General">
                  <c:v>20.94</c:v>
                </c:pt>
                <c:pt idx="349" formatCode="General">
                  <c:v>21</c:v>
                </c:pt>
                <c:pt idx="350" formatCode="General">
                  <c:v>21.06</c:v>
                </c:pt>
                <c:pt idx="351" formatCode="General">
                  <c:v>21.12</c:v>
                </c:pt>
                <c:pt idx="352" formatCode="General">
                  <c:v>21.18</c:v>
                </c:pt>
                <c:pt idx="353" formatCode="General">
                  <c:v>21.24</c:v>
                </c:pt>
                <c:pt idx="354" formatCode="General">
                  <c:v>21.3</c:v>
                </c:pt>
                <c:pt idx="355" formatCode="General">
                  <c:v>21.36</c:v>
                </c:pt>
                <c:pt idx="356" formatCode="General">
                  <c:v>21.42</c:v>
                </c:pt>
                <c:pt idx="357" formatCode="General">
                  <c:v>21.48</c:v>
                </c:pt>
                <c:pt idx="358" formatCode="General">
                  <c:v>21.54</c:v>
                </c:pt>
                <c:pt idx="359" formatCode="General">
                  <c:v>21.6</c:v>
                </c:pt>
                <c:pt idx="360" formatCode="General">
                  <c:v>21.66</c:v>
                </c:pt>
                <c:pt idx="361" formatCode="General">
                  <c:v>21.72</c:v>
                </c:pt>
                <c:pt idx="362" formatCode="General">
                  <c:v>21.78</c:v>
                </c:pt>
                <c:pt idx="363" formatCode="General">
                  <c:v>21.84</c:v>
                </c:pt>
                <c:pt idx="364" formatCode="General">
                  <c:v>21.9</c:v>
                </c:pt>
                <c:pt idx="365" formatCode="General">
                  <c:v>21.96</c:v>
                </c:pt>
                <c:pt idx="366" formatCode="General">
                  <c:v>22.02</c:v>
                </c:pt>
                <c:pt idx="367" formatCode="General">
                  <c:v>22.08</c:v>
                </c:pt>
                <c:pt idx="368" formatCode="General">
                  <c:v>22.14</c:v>
                </c:pt>
                <c:pt idx="369" formatCode="General">
                  <c:v>22.2</c:v>
                </c:pt>
                <c:pt idx="370" formatCode="General">
                  <c:v>22.26</c:v>
                </c:pt>
                <c:pt idx="371" formatCode="General">
                  <c:v>22.32</c:v>
                </c:pt>
                <c:pt idx="372" formatCode="General">
                  <c:v>22.38</c:v>
                </c:pt>
                <c:pt idx="373" formatCode="General">
                  <c:v>22.44</c:v>
                </c:pt>
                <c:pt idx="374" formatCode="General">
                  <c:v>22.5</c:v>
                </c:pt>
                <c:pt idx="375" formatCode="General">
                  <c:v>22.56</c:v>
                </c:pt>
                <c:pt idx="376" formatCode="General">
                  <c:v>22.62</c:v>
                </c:pt>
                <c:pt idx="377" formatCode="General">
                  <c:v>22.68</c:v>
                </c:pt>
                <c:pt idx="378" formatCode="General">
                  <c:v>22.74</c:v>
                </c:pt>
                <c:pt idx="379" formatCode="General">
                  <c:v>22.8</c:v>
                </c:pt>
                <c:pt idx="380" formatCode="General">
                  <c:v>22.86</c:v>
                </c:pt>
                <c:pt idx="381" formatCode="General">
                  <c:v>22.92</c:v>
                </c:pt>
                <c:pt idx="382" formatCode="General">
                  <c:v>22.98</c:v>
                </c:pt>
                <c:pt idx="383" formatCode="General">
                  <c:v>23.04</c:v>
                </c:pt>
                <c:pt idx="384" formatCode="General">
                  <c:v>23.1</c:v>
                </c:pt>
                <c:pt idx="385" formatCode="General">
                  <c:v>23.16</c:v>
                </c:pt>
                <c:pt idx="386" formatCode="General">
                  <c:v>23.22</c:v>
                </c:pt>
                <c:pt idx="387" formatCode="General">
                  <c:v>23.28</c:v>
                </c:pt>
                <c:pt idx="388" formatCode="General">
                  <c:v>23.34</c:v>
                </c:pt>
                <c:pt idx="389" formatCode="General">
                  <c:v>23.4</c:v>
                </c:pt>
                <c:pt idx="390" formatCode="General">
                  <c:v>23.46</c:v>
                </c:pt>
                <c:pt idx="391" formatCode="General">
                  <c:v>23.52</c:v>
                </c:pt>
                <c:pt idx="392" formatCode="General">
                  <c:v>23.58</c:v>
                </c:pt>
                <c:pt idx="393" formatCode="General">
                  <c:v>23.64</c:v>
                </c:pt>
                <c:pt idx="394" formatCode="General">
                  <c:v>23.7</c:v>
                </c:pt>
                <c:pt idx="395" formatCode="General">
                  <c:v>23.76</c:v>
                </c:pt>
                <c:pt idx="396" formatCode="General">
                  <c:v>23.82</c:v>
                </c:pt>
                <c:pt idx="397" formatCode="General">
                  <c:v>23.88</c:v>
                </c:pt>
                <c:pt idx="398" formatCode="General">
                  <c:v>23.94</c:v>
                </c:pt>
                <c:pt idx="399" formatCode="General">
                  <c:v>24</c:v>
                </c:pt>
                <c:pt idx="400" formatCode="General">
                  <c:v>24.06</c:v>
                </c:pt>
                <c:pt idx="401" formatCode="General">
                  <c:v>24.12</c:v>
                </c:pt>
                <c:pt idx="402" formatCode="General">
                  <c:v>24.18</c:v>
                </c:pt>
                <c:pt idx="403" formatCode="General">
                  <c:v>24.24</c:v>
                </c:pt>
                <c:pt idx="404" formatCode="General">
                  <c:v>24.3</c:v>
                </c:pt>
                <c:pt idx="405" formatCode="General">
                  <c:v>24.36</c:v>
                </c:pt>
                <c:pt idx="406" formatCode="General">
                  <c:v>24.42</c:v>
                </c:pt>
                <c:pt idx="407" formatCode="General">
                  <c:v>24.48</c:v>
                </c:pt>
                <c:pt idx="408" formatCode="General">
                  <c:v>24.54</c:v>
                </c:pt>
                <c:pt idx="409" formatCode="General">
                  <c:v>24.6</c:v>
                </c:pt>
                <c:pt idx="410" formatCode="General">
                  <c:v>24.66</c:v>
                </c:pt>
                <c:pt idx="411" formatCode="General">
                  <c:v>24.72</c:v>
                </c:pt>
                <c:pt idx="412" formatCode="General">
                  <c:v>24.78</c:v>
                </c:pt>
                <c:pt idx="413" formatCode="General">
                  <c:v>24.84</c:v>
                </c:pt>
                <c:pt idx="414" formatCode="General">
                  <c:v>24.9</c:v>
                </c:pt>
                <c:pt idx="415" formatCode="General">
                  <c:v>24.96</c:v>
                </c:pt>
                <c:pt idx="416" formatCode="General">
                  <c:v>25.02</c:v>
                </c:pt>
                <c:pt idx="417" formatCode="General">
                  <c:v>25.08</c:v>
                </c:pt>
                <c:pt idx="418" formatCode="General">
                  <c:v>25.14</c:v>
                </c:pt>
                <c:pt idx="419" formatCode="General">
                  <c:v>25.2</c:v>
                </c:pt>
                <c:pt idx="420" formatCode="General">
                  <c:v>25.26</c:v>
                </c:pt>
                <c:pt idx="421" formatCode="General">
                  <c:v>25.32</c:v>
                </c:pt>
                <c:pt idx="422" formatCode="General">
                  <c:v>25.38</c:v>
                </c:pt>
                <c:pt idx="423" formatCode="General">
                  <c:v>25.44</c:v>
                </c:pt>
                <c:pt idx="424" formatCode="General">
                  <c:v>25.5</c:v>
                </c:pt>
                <c:pt idx="425" formatCode="General">
                  <c:v>25.56</c:v>
                </c:pt>
                <c:pt idx="426" formatCode="General">
                  <c:v>25.62</c:v>
                </c:pt>
                <c:pt idx="427" formatCode="General">
                  <c:v>25.68</c:v>
                </c:pt>
                <c:pt idx="428" formatCode="General">
                  <c:v>25.74</c:v>
                </c:pt>
                <c:pt idx="429" formatCode="General">
                  <c:v>25.8</c:v>
                </c:pt>
                <c:pt idx="430" formatCode="General">
                  <c:v>25.86</c:v>
                </c:pt>
                <c:pt idx="431" formatCode="General">
                  <c:v>25.92</c:v>
                </c:pt>
                <c:pt idx="432" formatCode="General">
                  <c:v>25.98</c:v>
                </c:pt>
                <c:pt idx="433" formatCode="General">
                  <c:v>26.04</c:v>
                </c:pt>
                <c:pt idx="434" formatCode="General">
                  <c:v>26.1</c:v>
                </c:pt>
                <c:pt idx="435" formatCode="General">
                  <c:v>26.16</c:v>
                </c:pt>
                <c:pt idx="436" formatCode="General">
                  <c:v>26.22</c:v>
                </c:pt>
                <c:pt idx="437" formatCode="General">
                  <c:v>26.28</c:v>
                </c:pt>
                <c:pt idx="438" formatCode="General">
                  <c:v>26.34</c:v>
                </c:pt>
                <c:pt idx="439" formatCode="General">
                  <c:v>26.4</c:v>
                </c:pt>
                <c:pt idx="440" formatCode="General">
                  <c:v>26.46</c:v>
                </c:pt>
                <c:pt idx="441" formatCode="General">
                  <c:v>26.52</c:v>
                </c:pt>
                <c:pt idx="442" formatCode="General">
                  <c:v>26.58</c:v>
                </c:pt>
                <c:pt idx="443" formatCode="General">
                  <c:v>26.64</c:v>
                </c:pt>
                <c:pt idx="444" formatCode="General">
                  <c:v>26.7</c:v>
                </c:pt>
                <c:pt idx="445" formatCode="General">
                  <c:v>26.76</c:v>
                </c:pt>
                <c:pt idx="446" formatCode="General">
                  <c:v>26.82</c:v>
                </c:pt>
                <c:pt idx="447" formatCode="General">
                  <c:v>26.88</c:v>
                </c:pt>
                <c:pt idx="448" formatCode="General">
                  <c:v>26.94</c:v>
                </c:pt>
                <c:pt idx="449" formatCode="General">
                  <c:v>27</c:v>
                </c:pt>
                <c:pt idx="450" formatCode="General">
                  <c:v>27.06</c:v>
                </c:pt>
                <c:pt idx="451" formatCode="General">
                  <c:v>27.12</c:v>
                </c:pt>
                <c:pt idx="452" formatCode="General">
                  <c:v>27.18</c:v>
                </c:pt>
                <c:pt idx="453" formatCode="General">
                  <c:v>27.24</c:v>
                </c:pt>
                <c:pt idx="454" formatCode="General">
                  <c:v>27.3</c:v>
                </c:pt>
                <c:pt idx="455" formatCode="General">
                  <c:v>27.36</c:v>
                </c:pt>
                <c:pt idx="456" formatCode="General">
                  <c:v>27.42</c:v>
                </c:pt>
                <c:pt idx="457" formatCode="General">
                  <c:v>27.48</c:v>
                </c:pt>
                <c:pt idx="458" formatCode="General">
                  <c:v>27.54</c:v>
                </c:pt>
                <c:pt idx="459" formatCode="General">
                  <c:v>27.6</c:v>
                </c:pt>
                <c:pt idx="460" formatCode="General">
                  <c:v>27.66</c:v>
                </c:pt>
                <c:pt idx="461" formatCode="General">
                  <c:v>27.72</c:v>
                </c:pt>
                <c:pt idx="462" formatCode="General">
                  <c:v>27.78</c:v>
                </c:pt>
                <c:pt idx="463" formatCode="General">
                  <c:v>27.84</c:v>
                </c:pt>
                <c:pt idx="464" formatCode="General">
                  <c:v>27.9</c:v>
                </c:pt>
                <c:pt idx="465" formatCode="General">
                  <c:v>27.96</c:v>
                </c:pt>
                <c:pt idx="466" formatCode="General">
                  <c:v>28.02</c:v>
                </c:pt>
                <c:pt idx="467" formatCode="General">
                  <c:v>28.08</c:v>
                </c:pt>
                <c:pt idx="468" formatCode="General">
                  <c:v>28.14</c:v>
                </c:pt>
                <c:pt idx="469" formatCode="General">
                  <c:v>28.2</c:v>
                </c:pt>
                <c:pt idx="470" formatCode="General">
                  <c:v>28.26</c:v>
                </c:pt>
                <c:pt idx="471" formatCode="General">
                  <c:v>28.32</c:v>
                </c:pt>
                <c:pt idx="472" formatCode="General">
                  <c:v>28.38</c:v>
                </c:pt>
                <c:pt idx="473" formatCode="General">
                  <c:v>28.44</c:v>
                </c:pt>
                <c:pt idx="474" formatCode="General">
                  <c:v>28.5</c:v>
                </c:pt>
                <c:pt idx="475" formatCode="General">
                  <c:v>28.56</c:v>
                </c:pt>
                <c:pt idx="476" formatCode="General">
                  <c:v>28.62</c:v>
                </c:pt>
                <c:pt idx="477" formatCode="General">
                  <c:v>28.68</c:v>
                </c:pt>
                <c:pt idx="478" formatCode="General">
                  <c:v>28.74</c:v>
                </c:pt>
                <c:pt idx="479" formatCode="General">
                  <c:v>28.8</c:v>
                </c:pt>
                <c:pt idx="480" formatCode="General">
                  <c:v>28.86</c:v>
                </c:pt>
                <c:pt idx="481" formatCode="General">
                  <c:v>28.92</c:v>
                </c:pt>
                <c:pt idx="482" formatCode="General">
                  <c:v>28.98</c:v>
                </c:pt>
                <c:pt idx="483" formatCode="General">
                  <c:v>29.04</c:v>
                </c:pt>
                <c:pt idx="484" formatCode="General">
                  <c:v>29.1</c:v>
                </c:pt>
                <c:pt idx="485" formatCode="General">
                  <c:v>29.16</c:v>
                </c:pt>
                <c:pt idx="486" formatCode="General">
                  <c:v>29.22</c:v>
                </c:pt>
                <c:pt idx="487" formatCode="General">
                  <c:v>29.28</c:v>
                </c:pt>
                <c:pt idx="488" formatCode="General">
                  <c:v>29.34</c:v>
                </c:pt>
                <c:pt idx="489" formatCode="General">
                  <c:v>29.4</c:v>
                </c:pt>
                <c:pt idx="490" formatCode="General">
                  <c:v>29.46</c:v>
                </c:pt>
                <c:pt idx="491" formatCode="General">
                  <c:v>29.52</c:v>
                </c:pt>
                <c:pt idx="492" formatCode="General">
                  <c:v>29.58</c:v>
                </c:pt>
                <c:pt idx="493" formatCode="General">
                  <c:v>29.64</c:v>
                </c:pt>
                <c:pt idx="494" formatCode="General">
                  <c:v>29.7</c:v>
                </c:pt>
                <c:pt idx="495" formatCode="General">
                  <c:v>29.76</c:v>
                </c:pt>
                <c:pt idx="496" formatCode="General">
                  <c:v>29.82</c:v>
                </c:pt>
                <c:pt idx="497" formatCode="General">
                  <c:v>29.88</c:v>
                </c:pt>
                <c:pt idx="498" formatCode="General">
                  <c:v>29.94</c:v>
                </c:pt>
                <c:pt idx="499" formatCode="General">
                  <c:v>30</c:v>
                </c:pt>
                <c:pt idx="500" formatCode="General">
                  <c:v>30.06</c:v>
                </c:pt>
                <c:pt idx="501" formatCode="General">
                  <c:v>30.12</c:v>
                </c:pt>
                <c:pt idx="502" formatCode="General">
                  <c:v>30.18</c:v>
                </c:pt>
                <c:pt idx="503" formatCode="General">
                  <c:v>30.24</c:v>
                </c:pt>
                <c:pt idx="504" formatCode="General">
                  <c:v>30.3</c:v>
                </c:pt>
                <c:pt idx="505" formatCode="General">
                  <c:v>30.36</c:v>
                </c:pt>
                <c:pt idx="506" formatCode="General">
                  <c:v>30.42</c:v>
                </c:pt>
                <c:pt idx="507" formatCode="General">
                  <c:v>30.48</c:v>
                </c:pt>
                <c:pt idx="508" formatCode="General">
                  <c:v>30.54</c:v>
                </c:pt>
                <c:pt idx="509" formatCode="General">
                  <c:v>30.6</c:v>
                </c:pt>
                <c:pt idx="510" formatCode="General">
                  <c:v>30.66</c:v>
                </c:pt>
                <c:pt idx="511" formatCode="General">
                  <c:v>30.72</c:v>
                </c:pt>
                <c:pt idx="512" formatCode="General">
                  <c:v>30.78</c:v>
                </c:pt>
                <c:pt idx="513" formatCode="General">
                  <c:v>30.84</c:v>
                </c:pt>
                <c:pt idx="514" formatCode="General">
                  <c:v>30.9</c:v>
                </c:pt>
                <c:pt idx="515" formatCode="General">
                  <c:v>30.96</c:v>
                </c:pt>
                <c:pt idx="516" formatCode="General">
                  <c:v>31.02</c:v>
                </c:pt>
              </c:numCache>
            </c:numRef>
          </c:xVal>
          <c:yVal>
            <c:numRef>
              <c:f>二体分布関数!$G$2:$G$1550</c:f>
              <c:numCache>
                <c:formatCode>0.00E+00</c:formatCode>
                <c:ptCount val="517"/>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4.531582E-2</c:v>
                </c:pt>
                <c:pt idx="40">
                  <c:v>6.4698539999999999E-2</c:v>
                </c:pt>
                <c:pt idx="41">
                  <c:v>0.1027575</c:v>
                </c:pt>
                <c:pt idx="42">
                  <c:v>0.47056239999999999</c:v>
                </c:pt>
                <c:pt idx="43">
                  <c:v>3.052292</c:v>
                </c:pt>
                <c:pt idx="44">
                  <c:v>6.3196680000000001</c:v>
                </c:pt>
                <c:pt idx="45">
                  <c:v>6.3220229999999997</c:v>
                </c:pt>
                <c:pt idx="46">
                  <c:v>4.6116539999999997</c:v>
                </c:pt>
                <c:pt idx="47">
                  <c:v>4.0438720000000004</c:v>
                </c:pt>
                <c:pt idx="48">
                  <c:v>2.9745509999999999</c:v>
                </c:pt>
                <c:pt idx="49">
                  <c:v>1.812667</c:v>
                </c:pt>
                <c:pt idx="50">
                  <c:v>1.296257</c:v>
                </c:pt>
                <c:pt idx="51">
                  <c:v>0.92510599999999998</c:v>
                </c:pt>
                <c:pt idx="52">
                  <c:v>0.63240300000000005</c:v>
                </c:pt>
                <c:pt idx="53">
                  <c:v>0.59676560000000001</c:v>
                </c:pt>
                <c:pt idx="54">
                  <c:v>0.51533969999999996</c:v>
                </c:pt>
                <c:pt idx="55">
                  <c:v>0.3005718</c:v>
                </c:pt>
                <c:pt idx="56">
                  <c:v>0.3459102</c:v>
                </c:pt>
                <c:pt idx="57">
                  <c:v>0.3771931</c:v>
                </c:pt>
                <c:pt idx="58">
                  <c:v>0.37493029999999999</c:v>
                </c:pt>
                <c:pt idx="59">
                  <c:v>0.3323256</c:v>
                </c:pt>
                <c:pt idx="60">
                  <c:v>0.31177630000000001</c:v>
                </c:pt>
                <c:pt idx="61">
                  <c:v>0.45270050000000001</c:v>
                </c:pt>
                <c:pt idx="62">
                  <c:v>0.38363789999999998</c:v>
                </c:pt>
                <c:pt idx="63">
                  <c:v>0.46910439999999998</c:v>
                </c:pt>
                <c:pt idx="64">
                  <c:v>0.46336260000000001</c:v>
                </c:pt>
                <c:pt idx="65">
                  <c:v>0.43278240000000001</c:v>
                </c:pt>
                <c:pt idx="66">
                  <c:v>0.46841719999999998</c:v>
                </c:pt>
                <c:pt idx="67">
                  <c:v>0.50962439999999998</c:v>
                </c:pt>
                <c:pt idx="68">
                  <c:v>0.60918150000000004</c:v>
                </c:pt>
                <c:pt idx="69">
                  <c:v>0.67328730000000003</c:v>
                </c:pt>
                <c:pt idx="70">
                  <c:v>0.76233260000000003</c:v>
                </c:pt>
                <c:pt idx="71">
                  <c:v>0.87417929999999999</c:v>
                </c:pt>
                <c:pt idx="72">
                  <c:v>1.020472</c:v>
                </c:pt>
                <c:pt idx="73">
                  <c:v>1.085766</c:v>
                </c:pt>
                <c:pt idx="74">
                  <c:v>1.153683</c:v>
                </c:pt>
                <c:pt idx="75">
                  <c:v>1.58172</c:v>
                </c:pt>
                <c:pt idx="76">
                  <c:v>1.40638</c:v>
                </c:pt>
                <c:pt idx="77">
                  <c:v>1.3467150000000001</c:v>
                </c:pt>
                <c:pt idx="78">
                  <c:v>1.4057820000000001</c:v>
                </c:pt>
                <c:pt idx="79">
                  <c:v>1.5181389999999999</c:v>
                </c:pt>
                <c:pt idx="80">
                  <c:v>1.30959</c:v>
                </c:pt>
                <c:pt idx="81">
                  <c:v>1.407246</c:v>
                </c:pt>
                <c:pt idx="82">
                  <c:v>1.426167</c:v>
                </c:pt>
                <c:pt idx="83">
                  <c:v>1.356447</c:v>
                </c:pt>
                <c:pt idx="84">
                  <c:v>1.314683</c:v>
                </c:pt>
                <c:pt idx="85">
                  <c:v>1.2597769999999999</c:v>
                </c:pt>
                <c:pt idx="86">
                  <c:v>1.092079</c:v>
                </c:pt>
                <c:pt idx="87">
                  <c:v>1.207848</c:v>
                </c:pt>
                <c:pt idx="88">
                  <c:v>1.1717040000000001</c:v>
                </c:pt>
                <c:pt idx="89">
                  <c:v>1.1189560000000001</c:v>
                </c:pt>
                <c:pt idx="90">
                  <c:v>1.2433510000000001</c:v>
                </c:pt>
                <c:pt idx="91">
                  <c:v>1.2678689999999999</c:v>
                </c:pt>
                <c:pt idx="92">
                  <c:v>1.2072160000000001</c:v>
                </c:pt>
                <c:pt idx="93">
                  <c:v>1.10371</c:v>
                </c:pt>
                <c:pt idx="94">
                  <c:v>1.0645279999999999</c:v>
                </c:pt>
                <c:pt idx="95">
                  <c:v>1.0188630000000001</c:v>
                </c:pt>
                <c:pt idx="96">
                  <c:v>0.79374750000000005</c:v>
                </c:pt>
                <c:pt idx="97">
                  <c:v>0.75120699999999996</c:v>
                </c:pt>
                <c:pt idx="98">
                  <c:v>0.73610790000000004</c:v>
                </c:pt>
                <c:pt idx="99">
                  <c:v>0.60544589999999998</c:v>
                </c:pt>
                <c:pt idx="100">
                  <c:v>0.67170410000000003</c:v>
                </c:pt>
                <c:pt idx="101">
                  <c:v>0.67253669999999999</c:v>
                </c:pt>
                <c:pt idx="102">
                  <c:v>0.65612389999999998</c:v>
                </c:pt>
                <c:pt idx="103">
                  <c:v>0.66367830000000005</c:v>
                </c:pt>
                <c:pt idx="104">
                  <c:v>0.71357610000000005</c:v>
                </c:pt>
                <c:pt idx="105">
                  <c:v>0.84214719999999998</c:v>
                </c:pt>
                <c:pt idx="106">
                  <c:v>0.81064689999999995</c:v>
                </c:pt>
                <c:pt idx="107">
                  <c:v>0.88584289999999999</c:v>
                </c:pt>
                <c:pt idx="108">
                  <c:v>0.96731</c:v>
                </c:pt>
                <c:pt idx="109">
                  <c:v>0.98575729999999995</c:v>
                </c:pt>
                <c:pt idx="110">
                  <c:v>1.0416380000000001</c:v>
                </c:pt>
                <c:pt idx="111">
                  <c:v>1.141618</c:v>
                </c:pt>
                <c:pt idx="112">
                  <c:v>1.036324</c:v>
                </c:pt>
                <c:pt idx="113">
                  <c:v>1.1995499999999999</c:v>
                </c:pt>
                <c:pt idx="114">
                  <c:v>1.299399</c:v>
                </c:pt>
                <c:pt idx="115">
                  <c:v>1.1827920000000001</c:v>
                </c:pt>
                <c:pt idx="116">
                  <c:v>1.141472</c:v>
                </c:pt>
                <c:pt idx="117">
                  <c:v>1.174282</c:v>
                </c:pt>
                <c:pt idx="118">
                  <c:v>1.2519149999999999</c:v>
                </c:pt>
                <c:pt idx="119">
                  <c:v>1.210996</c:v>
                </c:pt>
                <c:pt idx="120">
                  <c:v>1.205919</c:v>
                </c:pt>
                <c:pt idx="121">
                  <c:v>1.242254</c:v>
                </c:pt>
                <c:pt idx="122">
                  <c:v>1.17421</c:v>
                </c:pt>
                <c:pt idx="123">
                  <c:v>1.1577059999999999</c:v>
                </c:pt>
                <c:pt idx="124">
                  <c:v>1.1717409999999999</c:v>
                </c:pt>
                <c:pt idx="125">
                  <c:v>1.1098269999999999</c:v>
                </c:pt>
                <c:pt idx="126">
                  <c:v>1.099162</c:v>
                </c:pt>
                <c:pt idx="127">
                  <c:v>0.98690460000000002</c:v>
                </c:pt>
                <c:pt idx="128">
                  <c:v>1.0261290000000001</c:v>
                </c:pt>
                <c:pt idx="129">
                  <c:v>1.0061119999999999</c:v>
                </c:pt>
                <c:pt idx="130">
                  <c:v>0.95912149999999996</c:v>
                </c:pt>
                <c:pt idx="131">
                  <c:v>0.93840239999999997</c:v>
                </c:pt>
                <c:pt idx="132">
                  <c:v>0.91204680000000005</c:v>
                </c:pt>
                <c:pt idx="133">
                  <c:v>0.95703800000000006</c:v>
                </c:pt>
                <c:pt idx="134">
                  <c:v>0.9488801</c:v>
                </c:pt>
                <c:pt idx="135">
                  <c:v>0.90361539999999996</c:v>
                </c:pt>
                <c:pt idx="136">
                  <c:v>0.88854060000000001</c:v>
                </c:pt>
                <c:pt idx="137">
                  <c:v>0.88903580000000004</c:v>
                </c:pt>
                <c:pt idx="138">
                  <c:v>0.90631289999999998</c:v>
                </c:pt>
                <c:pt idx="139">
                  <c:v>0.92855639999999995</c:v>
                </c:pt>
                <c:pt idx="140">
                  <c:v>0.89719640000000001</c:v>
                </c:pt>
                <c:pt idx="141">
                  <c:v>0.85224080000000002</c:v>
                </c:pt>
                <c:pt idx="142">
                  <c:v>0.86695690000000003</c:v>
                </c:pt>
                <c:pt idx="143">
                  <c:v>0.89691869999999996</c:v>
                </c:pt>
                <c:pt idx="144">
                  <c:v>1.0328839999999999</c:v>
                </c:pt>
                <c:pt idx="145">
                  <c:v>0.89292380000000005</c:v>
                </c:pt>
                <c:pt idx="146">
                  <c:v>0.95967049999999998</c:v>
                </c:pt>
                <c:pt idx="147">
                  <c:v>1.0543309999999999</c:v>
                </c:pt>
                <c:pt idx="148">
                  <c:v>0.95204359999999999</c:v>
                </c:pt>
                <c:pt idx="149">
                  <c:v>1.0022329999999999</c:v>
                </c:pt>
                <c:pt idx="150">
                  <c:v>1.1162049999999999</c:v>
                </c:pt>
                <c:pt idx="151">
                  <c:v>1.068614</c:v>
                </c:pt>
                <c:pt idx="152">
                  <c:v>1.0872139999999999</c:v>
                </c:pt>
                <c:pt idx="153">
                  <c:v>1.1174729999999999</c:v>
                </c:pt>
                <c:pt idx="154">
                  <c:v>1.2162770000000001</c:v>
                </c:pt>
                <c:pt idx="155">
                  <c:v>1.120288</c:v>
                </c:pt>
                <c:pt idx="156">
                  <c:v>1.045758</c:v>
                </c:pt>
                <c:pt idx="157">
                  <c:v>1.1167940000000001</c:v>
                </c:pt>
                <c:pt idx="158">
                  <c:v>1.144379</c:v>
                </c:pt>
                <c:pt idx="159">
                  <c:v>1.104627</c:v>
                </c:pt>
                <c:pt idx="160">
                  <c:v>1.0657719999999999</c:v>
                </c:pt>
                <c:pt idx="161">
                  <c:v>1.1286339999999999</c:v>
                </c:pt>
                <c:pt idx="162">
                  <c:v>1.0861730000000001</c:v>
                </c:pt>
                <c:pt idx="163">
                  <c:v>1.0608359999999999</c:v>
                </c:pt>
                <c:pt idx="164">
                  <c:v>1.0480160000000001</c:v>
                </c:pt>
                <c:pt idx="165">
                  <c:v>0.92491179999999995</c:v>
                </c:pt>
                <c:pt idx="166">
                  <c:v>1.0126649999999999</c:v>
                </c:pt>
                <c:pt idx="167">
                  <c:v>1.0096369999999999</c:v>
                </c:pt>
                <c:pt idx="168">
                  <c:v>0.96091210000000005</c:v>
                </c:pt>
                <c:pt idx="169">
                  <c:v>0.94713159999999996</c:v>
                </c:pt>
                <c:pt idx="170">
                  <c:v>0.93236699999999995</c:v>
                </c:pt>
                <c:pt idx="171">
                  <c:v>0.93993910000000003</c:v>
                </c:pt>
                <c:pt idx="172">
                  <c:v>0.97392409999999996</c:v>
                </c:pt>
                <c:pt idx="173">
                  <c:v>0.9436023</c:v>
                </c:pt>
                <c:pt idx="174">
                  <c:v>0.94942260000000001</c:v>
                </c:pt>
                <c:pt idx="175">
                  <c:v>0.9012114</c:v>
                </c:pt>
                <c:pt idx="176">
                  <c:v>0.87717040000000002</c:v>
                </c:pt>
                <c:pt idx="177">
                  <c:v>0.97146920000000003</c:v>
                </c:pt>
                <c:pt idx="178">
                  <c:v>1.016089</c:v>
                </c:pt>
                <c:pt idx="179">
                  <c:v>0.99475950000000002</c:v>
                </c:pt>
                <c:pt idx="180">
                  <c:v>0.88862750000000001</c:v>
                </c:pt>
                <c:pt idx="181">
                  <c:v>0.98067839999999995</c:v>
                </c:pt>
                <c:pt idx="182">
                  <c:v>0.96565959999999995</c:v>
                </c:pt>
                <c:pt idx="183">
                  <c:v>1.0033799999999999</c:v>
                </c:pt>
                <c:pt idx="184">
                  <c:v>0.97455380000000003</c:v>
                </c:pt>
                <c:pt idx="185">
                  <c:v>0.93056879999999997</c:v>
                </c:pt>
                <c:pt idx="186">
                  <c:v>1.0637160000000001</c:v>
                </c:pt>
                <c:pt idx="187">
                  <c:v>1.049353</c:v>
                </c:pt>
                <c:pt idx="188">
                  <c:v>1.0301579999999999</c:v>
                </c:pt>
                <c:pt idx="189">
                  <c:v>1.097677</c:v>
                </c:pt>
                <c:pt idx="190">
                  <c:v>1.0882000000000001</c:v>
                </c:pt>
                <c:pt idx="191">
                  <c:v>1.0188699999999999</c:v>
                </c:pt>
                <c:pt idx="192">
                  <c:v>1.0793900000000001</c:v>
                </c:pt>
                <c:pt idx="193">
                  <c:v>1.0692539999999999</c:v>
                </c:pt>
                <c:pt idx="194">
                  <c:v>1.0173179999999999</c:v>
                </c:pt>
                <c:pt idx="195">
                  <c:v>1.0711379999999999</c:v>
                </c:pt>
                <c:pt idx="196">
                  <c:v>1.0752379999999999</c:v>
                </c:pt>
                <c:pt idx="197">
                  <c:v>1.068103</c:v>
                </c:pt>
                <c:pt idx="198">
                  <c:v>1.079367</c:v>
                </c:pt>
                <c:pt idx="199">
                  <c:v>1.027814</c:v>
                </c:pt>
                <c:pt idx="200">
                  <c:v>1.0696600000000001</c:v>
                </c:pt>
                <c:pt idx="201">
                  <c:v>0.99867729999999999</c:v>
                </c:pt>
                <c:pt idx="202">
                  <c:v>1.0407690000000001</c:v>
                </c:pt>
                <c:pt idx="203">
                  <c:v>0.98093370000000002</c:v>
                </c:pt>
                <c:pt idx="204">
                  <c:v>1.0050319999999999</c:v>
                </c:pt>
                <c:pt idx="205">
                  <c:v>1.0140929999999999</c:v>
                </c:pt>
                <c:pt idx="206">
                  <c:v>0.98993529999999996</c:v>
                </c:pt>
                <c:pt idx="207">
                  <c:v>0.96870780000000001</c:v>
                </c:pt>
                <c:pt idx="208">
                  <c:v>0.97439980000000004</c:v>
                </c:pt>
                <c:pt idx="209">
                  <c:v>0.91417179999999998</c:v>
                </c:pt>
                <c:pt idx="210">
                  <c:v>0.95357230000000004</c:v>
                </c:pt>
                <c:pt idx="211">
                  <c:v>0.98251049999999995</c:v>
                </c:pt>
                <c:pt idx="212">
                  <c:v>0.90138759999999996</c:v>
                </c:pt>
                <c:pt idx="213">
                  <c:v>0.96106510000000001</c:v>
                </c:pt>
                <c:pt idx="214">
                  <c:v>0.94273410000000002</c:v>
                </c:pt>
                <c:pt idx="215">
                  <c:v>0.94101889999999999</c:v>
                </c:pt>
                <c:pt idx="216">
                  <c:v>0.98856960000000005</c:v>
                </c:pt>
                <c:pt idx="217">
                  <c:v>0.96578940000000002</c:v>
                </c:pt>
                <c:pt idx="218">
                  <c:v>0.95245400000000002</c:v>
                </c:pt>
                <c:pt idx="219">
                  <c:v>0.97677369999999997</c:v>
                </c:pt>
                <c:pt idx="220">
                  <c:v>1.0236259999999999</c:v>
                </c:pt>
                <c:pt idx="221">
                  <c:v>0.97764410000000002</c:v>
                </c:pt>
                <c:pt idx="222">
                  <c:v>0.97837320000000005</c:v>
                </c:pt>
                <c:pt idx="223">
                  <c:v>1.0570850000000001</c:v>
                </c:pt>
                <c:pt idx="224">
                  <c:v>0.99185120000000004</c:v>
                </c:pt>
                <c:pt idx="225">
                  <c:v>1.020713</c:v>
                </c:pt>
                <c:pt idx="226">
                  <c:v>1.0096290000000001</c:v>
                </c:pt>
                <c:pt idx="227">
                  <c:v>1.0349660000000001</c:v>
                </c:pt>
                <c:pt idx="228">
                  <c:v>1.0432300000000001</c:v>
                </c:pt>
                <c:pt idx="229">
                  <c:v>1.0540529999999999</c:v>
                </c:pt>
                <c:pt idx="230">
                  <c:v>0.99874629999999998</c:v>
                </c:pt>
                <c:pt idx="231">
                  <c:v>1.0265280000000001</c:v>
                </c:pt>
                <c:pt idx="232">
                  <c:v>1.043112</c:v>
                </c:pt>
                <c:pt idx="233">
                  <c:v>0.99515129999999996</c:v>
                </c:pt>
                <c:pt idx="234">
                  <c:v>1.049723</c:v>
                </c:pt>
                <c:pt idx="235">
                  <c:v>1.005044</c:v>
                </c:pt>
                <c:pt idx="236">
                  <c:v>1.036599</c:v>
                </c:pt>
                <c:pt idx="237">
                  <c:v>0.98246319999999998</c:v>
                </c:pt>
                <c:pt idx="238">
                  <c:v>1.028208</c:v>
                </c:pt>
                <c:pt idx="239">
                  <c:v>1.0209159999999999</c:v>
                </c:pt>
                <c:pt idx="240">
                  <c:v>0.96751889999999996</c:v>
                </c:pt>
                <c:pt idx="241">
                  <c:v>1.0202070000000001</c:v>
                </c:pt>
                <c:pt idx="242">
                  <c:v>1.019809</c:v>
                </c:pt>
                <c:pt idx="243">
                  <c:v>0.98710929999999997</c:v>
                </c:pt>
                <c:pt idx="244">
                  <c:v>0.95370010000000005</c:v>
                </c:pt>
                <c:pt idx="245">
                  <c:v>0.93697589999999997</c:v>
                </c:pt>
                <c:pt idx="246">
                  <c:v>0.93891239999999998</c:v>
                </c:pt>
                <c:pt idx="247">
                  <c:v>0.95552389999999998</c:v>
                </c:pt>
                <c:pt idx="248">
                  <c:v>0.96423709999999996</c:v>
                </c:pt>
                <c:pt idx="249">
                  <c:v>1.0000439999999999</c:v>
                </c:pt>
                <c:pt idx="250">
                  <c:v>0.98806320000000003</c:v>
                </c:pt>
                <c:pt idx="251">
                  <c:v>0.97281530000000005</c:v>
                </c:pt>
                <c:pt idx="252">
                  <c:v>0.98326499999999994</c:v>
                </c:pt>
                <c:pt idx="253">
                  <c:v>0.96823269999999995</c:v>
                </c:pt>
                <c:pt idx="254">
                  <c:v>0.98407060000000002</c:v>
                </c:pt>
                <c:pt idx="255">
                  <c:v>0.95095039999999997</c:v>
                </c:pt>
                <c:pt idx="256">
                  <c:v>1.012726</c:v>
                </c:pt>
                <c:pt idx="257">
                  <c:v>1.0332129999999999</c:v>
                </c:pt>
                <c:pt idx="258">
                  <c:v>0.98147269999999998</c:v>
                </c:pt>
                <c:pt idx="259">
                  <c:v>0.98251840000000001</c:v>
                </c:pt>
                <c:pt idx="260">
                  <c:v>1.013855</c:v>
                </c:pt>
                <c:pt idx="261">
                  <c:v>1.010356</c:v>
                </c:pt>
                <c:pt idx="262">
                  <c:v>1.0079290000000001</c:v>
                </c:pt>
                <c:pt idx="263">
                  <c:v>1.056487</c:v>
                </c:pt>
                <c:pt idx="264">
                  <c:v>1.053175</c:v>
                </c:pt>
                <c:pt idx="265">
                  <c:v>1.076527</c:v>
                </c:pt>
                <c:pt idx="266">
                  <c:v>1.0583070000000001</c:v>
                </c:pt>
                <c:pt idx="267">
                  <c:v>1.056986</c:v>
                </c:pt>
                <c:pt idx="268">
                  <c:v>0.99703520000000001</c:v>
                </c:pt>
                <c:pt idx="269">
                  <c:v>1.014032</c:v>
                </c:pt>
                <c:pt idx="270">
                  <c:v>1.0050809999999999</c:v>
                </c:pt>
                <c:pt idx="271">
                  <c:v>1.030537</c:v>
                </c:pt>
                <c:pt idx="272">
                  <c:v>0.99040870000000003</c:v>
                </c:pt>
                <c:pt idx="273">
                  <c:v>1.0252049999999999</c:v>
                </c:pt>
                <c:pt idx="274">
                  <c:v>1.001463</c:v>
                </c:pt>
                <c:pt idx="275">
                  <c:v>1.020872</c:v>
                </c:pt>
                <c:pt idx="276">
                  <c:v>1.0262709999999999</c:v>
                </c:pt>
                <c:pt idx="277">
                  <c:v>0.99591529999999995</c:v>
                </c:pt>
                <c:pt idx="278">
                  <c:v>0.97481640000000003</c:v>
                </c:pt>
                <c:pt idx="279">
                  <c:v>0.95353060000000001</c:v>
                </c:pt>
                <c:pt idx="280">
                  <c:v>0.97614120000000004</c:v>
                </c:pt>
                <c:pt idx="281">
                  <c:v>0.98290730000000004</c:v>
                </c:pt>
                <c:pt idx="282">
                  <c:v>0.98185800000000001</c:v>
                </c:pt>
                <c:pt idx="283">
                  <c:v>0.92775870000000005</c:v>
                </c:pt>
                <c:pt idx="284">
                  <c:v>1.011422</c:v>
                </c:pt>
                <c:pt idx="285">
                  <c:v>0.95516239999999997</c:v>
                </c:pt>
                <c:pt idx="286">
                  <c:v>1.031706</c:v>
                </c:pt>
                <c:pt idx="287">
                  <c:v>0.94718749999999996</c:v>
                </c:pt>
                <c:pt idx="288">
                  <c:v>1.0001119999999999</c:v>
                </c:pt>
                <c:pt idx="289">
                  <c:v>0.96003320000000003</c:v>
                </c:pt>
                <c:pt idx="290">
                  <c:v>0.95858399999999999</c:v>
                </c:pt>
                <c:pt idx="291">
                  <c:v>1.0102819999999999</c:v>
                </c:pt>
                <c:pt idx="292">
                  <c:v>1.020713</c:v>
                </c:pt>
                <c:pt idx="293">
                  <c:v>0.97267590000000004</c:v>
                </c:pt>
                <c:pt idx="294">
                  <c:v>1.020667</c:v>
                </c:pt>
                <c:pt idx="295">
                  <c:v>1.0299199999999999</c:v>
                </c:pt>
                <c:pt idx="296">
                  <c:v>1.037382</c:v>
                </c:pt>
                <c:pt idx="297">
                  <c:v>1.023082</c:v>
                </c:pt>
                <c:pt idx="298">
                  <c:v>1.0344990000000001</c:v>
                </c:pt>
                <c:pt idx="299">
                  <c:v>1.0517840000000001</c:v>
                </c:pt>
                <c:pt idx="300">
                  <c:v>0.99238630000000005</c:v>
                </c:pt>
                <c:pt idx="301">
                  <c:v>1.039091</c:v>
                </c:pt>
                <c:pt idx="302">
                  <c:v>1.004602</c:v>
                </c:pt>
                <c:pt idx="303">
                  <c:v>1.025072</c:v>
                </c:pt>
                <c:pt idx="304">
                  <c:v>1.0460320000000001</c:v>
                </c:pt>
                <c:pt idx="305">
                  <c:v>0.97222319999999995</c:v>
                </c:pt>
                <c:pt idx="306">
                  <c:v>1.0247539999999999</c:v>
                </c:pt>
                <c:pt idx="307">
                  <c:v>0.98830090000000004</c:v>
                </c:pt>
                <c:pt idx="308">
                  <c:v>0.98760999999999999</c:v>
                </c:pt>
                <c:pt idx="309">
                  <c:v>0.97709880000000005</c:v>
                </c:pt>
                <c:pt idx="310">
                  <c:v>1.015806</c:v>
                </c:pt>
                <c:pt idx="311">
                  <c:v>1.0368649999999999</c:v>
                </c:pt>
                <c:pt idx="312">
                  <c:v>1.011747</c:v>
                </c:pt>
                <c:pt idx="313">
                  <c:v>0.95604029999999995</c:v>
                </c:pt>
                <c:pt idx="314">
                  <c:v>0.99053659999999999</c:v>
                </c:pt>
                <c:pt idx="315">
                  <c:v>0.97919429999999996</c:v>
                </c:pt>
                <c:pt idx="316">
                  <c:v>0.99755930000000004</c:v>
                </c:pt>
                <c:pt idx="317">
                  <c:v>0.99774850000000004</c:v>
                </c:pt>
                <c:pt idx="318">
                  <c:v>0.97155170000000002</c:v>
                </c:pt>
                <c:pt idx="319">
                  <c:v>0.96973750000000003</c:v>
                </c:pt>
                <c:pt idx="320">
                  <c:v>0.99888960000000004</c:v>
                </c:pt>
                <c:pt idx="321">
                  <c:v>0.99024719999999999</c:v>
                </c:pt>
                <c:pt idx="322">
                  <c:v>0.96640250000000005</c:v>
                </c:pt>
                <c:pt idx="323">
                  <c:v>0.98185869999999997</c:v>
                </c:pt>
                <c:pt idx="324">
                  <c:v>0.95420179999999999</c:v>
                </c:pt>
                <c:pt idx="325">
                  <c:v>1.018972</c:v>
                </c:pt>
                <c:pt idx="326">
                  <c:v>0.97511420000000004</c:v>
                </c:pt>
                <c:pt idx="327">
                  <c:v>0.99883250000000001</c:v>
                </c:pt>
                <c:pt idx="328">
                  <c:v>0.97803229999999997</c:v>
                </c:pt>
                <c:pt idx="329">
                  <c:v>1.0030749999999999</c:v>
                </c:pt>
                <c:pt idx="330">
                  <c:v>0.98709610000000003</c:v>
                </c:pt>
                <c:pt idx="331">
                  <c:v>1.0147079999999999</c:v>
                </c:pt>
                <c:pt idx="332">
                  <c:v>0.9916218</c:v>
                </c:pt>
                <c:pt idx="333">
                  <c:v>1.0256670000000001</c:v>
                </c:pt>
                <c:pt idx="334">
                  <c:v>1.0147060000000001</c:v>
                </c:pt>
                <c:pt idx="335">
                  <c:v>1.0334030000000001</c:v>
                </c:pt>
                <c:pt idx="336">
                  <c:v>1.012594</c:v>
                </c:pt>
                <c:pt idx="337">
                  <c:v>0.98661909999999997</c:v>
                </c:pt>
                <c:pt idx="338">
                  <c:v>1.0095149999999999</c:v>
                </c:pt>
                <c:pt idx="339">
                  <c:v>1.038397</c:v>
                </c:pt>
                <c:pt idx="340">
                  <c:v>0.98897780000000002</c:v>
                </c:pt>
                <c:pt idx="341">
                  <c:v>1.00769</c:v>
                </c:pt>
                <c:pt idx="342">
                  <c:v>1.0200039999999999</c:v>
                </c:pt>
                <c:pt idx="343">
                  <c:v>0.98405830000000005</c:v>
                </c:pt>
                <c:pt idx="344">
                  <c:v>1.015827</c:v>
                </c:pt>
                <c:pt idx="345">
                  <c:v>1.005118</c:v>
                </c:pt>
                <c:pt idx="346">
                  <c:v>1.023722</c:v>
                </c:pt>
                <c:pt idx="347">
                  <c:v>1.015153</c:v>
                </c:pt>
                <c:pt idx="348">
                  <c:v>0.99773529999999999</c:v>
                </c:pt>
                <c:pt idx="349">
                  <c:v>1.0106869999999999</c:v>
                </c:pt>
                <c:pt idx="350">
                  <c:v>0.98345479999999996</c:v>
                </c:pt>
                <c:pt idx="351">
                  <c:v>0.98636040000000003</c:v>
                </c:pt>
                <c:pt idx="352">
                  <c:v>0.97932509999999995</c:v>
                </c:pt>
                <c:pt idx="353">
                  <c:v>1.006202</c:v>
                </c:pt>
                <c:pt idx="354">
                  <c:v>1.0048569999999999</c:v>
                </c:pt>
                <c:pt idx="355">
                  <c:v>0.98291360000000005</c:v>
                </c:pt>
                <c:pt idx="356">
                  <c:v>0.98964669999999999</c:v>
                </c:pt>
                <c:pt idx="357">
                  <c:v>0.98412569999999999</c:v>
                </c:pt>
                <c:pt idx="358">
                  <c:v>0.98287020000000003</c:v>
                </c:pt>
                <c:pt idx="359">
                  <c:v>0.94748509999999997</c:v>
                </c:pt>
                <c:pt idx="360">
                  <c:v>0.98731060000000004</c:v>
                </c:pt>
                <c:pt idx="361">
                  <c:v>0.99929290000000004</c:v>
                </c:pt>
                <c:pt idx="362">
                  <c:v>0.98416490000000001</c:v>
                </c:pt>
                <c:pt idx="363">
                  <c:v>0.96015819999999996</c:v>
                </c:pt>
                <c:pt idx="364">
                  <c:v>1.030556</c:v>
                </c:pt>
                <c:pt idx="365">
                  <c:v>1.0011159999999999</c:v>
                </c:pt>
                <c:pt idx="366">
                  <c:v>0.97709480000000004</c:v>
                </c:pt>
                <c:pt idx="367">
                  <c:v>1.0213179999999999</c:v>
                </c:pt>
                <c:pt idx="368">
                  <c:v>1.0051399999999999</c:v>
                </c:pt>
                <c:pt idx="369">
                  <c:v>1.0116309999999999</c:v>
                </c:pt>
                <c:pt idx="370">
                  <c:v>1.004078</c:v>
                </c:pt>
                <c:pt idx="371">
                  <c:v>1.008904</c:v>
                </c:pt>
                <c:pt idx="372">
                  <c:v>1.0259119999999999</c:v>
                </c:pt>
                <c:pt idx="373">
                  <c:v>1.0227660000000001</c:v>
                </c:pt>
                <c:pt idx="374">
                  <c:v>1.0098419999999999</c:v>
                </c:pt>
                <c:pt idx="375">
                  <c:v>1.0503800000000001</c:v>
                </c:pt>
                <c:pt idx="376">
                  <c:v>1.0213479999999999</c:v>
                </c:pt>
                <c:pt idx="377">
                  <c:v>1.0220400000000001</c:v>
                </c:pt>
                <c:pt idx="378">
                  <c:v>1.019431</c:v>
                </c:pt>
                <c:pt idx="379">
                  <c:v>0.99448879999999995</c:v>
                </c:pt>
                <c:pt idx="380">
                  <c:v>0.99551900000000004</c:v>
                </c:pt>
                <c:pt idx="381">
                  <c:v>0.9930466</c:v>
                </c:pt>
                <c:pt idx="382">
                  <c:v>1.0153019999999999</c:v>
                </c:pt>
                <c:pt idx="383">
                  <c:v>1.0075620000000001</c:v>
                </c:pt>
                <c:pt idx="384">
                  <c:v>1.0077160000000001</c:v>
                </c:pt>
                <c:pt idx="385">
                  <c:v>1.0139370000000001</c:v>
                </c:pt>
                <c:pt idx="386">
                  <c:v>0.98715989999999998</c:v>
                </c:pt>
                <c:pt idx="387">
                  <c:v>1.0225359999999999</c:v>
                </c:pt>
                <c:pt idx="388">
                  <c:v>0.99572309999999997</c:v>
                </c:pt>
                <c:pt idx="389">
                  <c:v>0.96583390000000002</c:v>
                </c:pt>
                <c:pt idx="390">
                  <c:v>0.97939699999999996</c:v>
                </c:pt>
                <c:pt idx="391">
                  <c:v>0.98030479999999998</c:v>
                </c:pt>
                <c:pt idx="392">
                  <c:v>0.9628814</c:v>
                </c:pt>
                <c:pt idx="393">
                  <c:v>0.95543089999999997</c:v>
                </c:pt>
                <c:pt idx="394">
                  <c:v>0.98127140000000002</c:v>
                </c:pt>
                <c:pt idx="395">
                  <c:v>0.96614929999999999</c:v>
                </c:pt>
                <c:pt idx="396">
                  <c:v>0.97923039999999995</c:v>
                </c:pt>
                <c:pt idx="397">
                  <c:v>1.014826</c:v>
                </c:pt>
                <c:pt idx="398">
                  <c:v>1.003825</c:v>
                </c:pt>
                <c:pt idx="399">
                  <c:v>0.99337399999999998</c:v>
                </c:pt>
                <c:pt idx="400">
                  <c:v>0.98075999999999997</c:v>
                </c:pt>
                <c:pt idx="401">
                  <c:v>0.98979589999999995</c:v>
                </c:pt>
                <c:pt idx="402">
                  <c:v>0.99314930000000001</c:v>
                </c:pt>
                <c:pt idx="403">
                  <c:v>1.001566</c:v>
                </c:pt>
                <c:pt idx="404">
                  <c:v>1.0280130000000001</c:v>
                </c:pt>
                <c:pt idx="405">
                  <c:v>1.019876</c:v>
                </c:pt>
                <c:pt idx="406">
                  <c:v>1.0122439999999999</c:v>
                </c:pt>
                <c:pt idx="407">
                  <c:v>1.0140400000000001</c:v>
                </c:pt>
                <c:pt idx="408">
                  <c:v>1.0086539999999999</c:v>
                </c:pt>
                <c:pt idx="409">
                  <c:v>1.0056799999999999</c:v>
                </c:pt>
                <c:pt idx="410">
                  <c:v>1.0080899999999999</c:v>
                </c:pt>
                <c:pt idx="411">
                  <c:v>1.009182</c:v>
                </c:pt>
                <c:pt idx="412">
                  <c:v>1.018967</c:v>
                </c:pt>
                <c:pt idx="413">
                  <c:v>1.026319</c:v>
                </c:pt>
                <c:pt idx="414">
                  <c:v>1.033588</c:v>
                </c:pt>
                <c:pt idx="415">
                  <c:v>1.010189</c:v>
                </c:pt>
                <c:pt idx="416">
                  <c:v>1.0074350000000001</c:v>
                </c:pt>
                <c:pt idx="417">
                  <c:v>1.000961</c:v>
                </c:pt>
                <c:pt idx="418">
                  <c:v>1.0061009999999999</c:v>
                </c:pt>
                <c:pt idx="419">
                  <c:v>1.010975</c:v>
                </c:pt>
                <c:pt idx="420">
                  <c:v>0.98204139999999995</c:v>
                </c:pt>
                <c:pt idx="421">
                  <c:v>1.017091</c:v>
                </c:pt>
                <c:pt idx="422">
                  <c:v>1.008033</c:v>
                </c:pt>
                <c:pt idx="423">
                  <c:v>0.9903769</c:v>
                </c:pt>
                <c:pt idx="424">
                  <c:v>0.97990100000000002</c:v>
                </c:pt>
                <c:pt idx="425">
                  <c:v>0.96931259999999997</c:v>
                </c:pt>
                <c:pt idx="426">
                  <c:v>0.98744580000000004</c:v>
                </c:pt>
                <c:pt idx="427">
                  <c:v>1.010545</c:v>
                </c:pt>
                <c:pt idx="428">
                  <c:v>0.95757619999999999</c:v>
                </c:pt>
                <c:pt idx="429">
                  <c:v>0.98116639999999999</c:v>
                </c:pt>
                <c:pt idx="430">
                  <c:v>0.98715770000000003</c:v>
                </c:pt>
                <c:pt idx="431">
                  <c:v>0.99152899999999999</c:v>
                </c:pt>
                <c:pt idx="432">
                  <c:v>0.99758979999999997</c:v>
                </c:pt>
                <c:pt idx="433">
                  <c:v>0.97355749999999996</c:v>
                </c:pt>
                <c:pt idx="434">
                  <c:v>0.99916700000000003</c:v>
                </c:pt>
                <c:pt idx="435">
                  <c:v>0.99668679999999998</c:v>
                </c:pt>
                <c:pt idx="436">
                  <c:v>1.017949</c:v>
                </c:pt>
                <c:pt idx="437">
                  <c:v>0.98552660000000003</c:v>
                </c:pt>
                <c:pt idx="438">
                  <c:v>0.99872510000000003</c:v>
                </c:pt>
                <c:pt idx="439">
                  <c:v>0.99681229999999998</c:v>
                </c:pt>
                <c:pt idx="440">
                  <c:v>1.014667</c:v>
                </c:pt>
                <c:pt idx="441">
                  <c:v>1.0072970000000001</c:v>
                </c:pt>
                <c:pt idx="442">
                  <c:v>1.012176</c:v>
                </c:pt>
                <c:pt idx="443">
                  <c:v>0.9984267</c:v>
                </c:pt>
                <c:pt idx="444">
                  <c:v>1.034222</c:v>
                </c:pt>
                <c:pt idx="445">
                  <c:v>1.0173779999999999</c:v>
                </c:pt>
                <c:pt idx="446">
                  <c:v>0.98543289999999994</c:v>
                </c:pt>
                <c:pt idx="447">
                  <c:v>1.0381199999999999</c:v>
                </c:pt>
                <c:pt idx="448">
                  <c:v>1.022351</c:v>
                </c:pt>
                <c:pt idx="449">
                  <c:v>1.0314190000000001</c:v>
                </c:pt>
                <c:pt idx="450">
                  <c:v>0.99726210000000004</c:v>
                </c:pt>
                <c:pt idx="451">
                  <c:v>1.014859</c:v>
                </c:pt>
                <c:pt idx="452">
                  <c:v>1.0024329999999999</c:v>
                </c:pt>
                <c:pt idx="453">
                  <c:v>0.99854920000000003</c:v>
                </c:pt>
                <c:pt idx="454">
                  <c:v>0.99819270000000004</c:v>
                </c:pt>
                <c:pt idx="455">
                  <c:v>1.009163</c:v>
                </c:pt>
                <c:pt idx="456">
                  <c:v>1.0071810000000001</c:v>
                </c:pt>
                <c:pt idx="457">
                  <c:v>0.97634410000000005</c:v>
                </c:pt>
                <c:pt idx="458">
                  <c:v>0.9908515</c:v>
                </c:pt>
                <c:pt idx="459">
                  <c:v>1.018931</c:v>
                </c:pt>
                <c:pt idx="460">
                  <c:v>0.97783730000000002</c:v>
                </c:pt>
                <c:pt idx="461">
                  <c:v>0.99535030000000002</c:v>
                </c:pt>
                <c:pt idx="462">
                  <c:v>0.99782029999999999</c:v>
                </c:pt>
                <c:pt idx="463">
                  <c:v>0.98897740000000001</c:v>
                </c:pt>
                <c:pt idx="464">
                  <c:v>0.98489590000000005</c:v>
                </c:pt>
                <c:pt idx="465">
                  <c:v>0.98634980000000005</c:v>
                </c:pt>
                <c:pt idx="466">
                  <c:v>0.99775639999999999</c:v>
                </c:pt>
                <c:pt idx="467">
                  <c:v>0.97826860000000004</c:v>
                </c:pt>
                <c:pt idx="468">
                  <c:v>0.99025390000000002</c:v>
                </c:pt>
                <c:pt idx="469">
                  <c:v>0.9780025</c:v>
                </c:pt>
                <c:pt idx="470">
                  <c:v>0.97401749999999998</c:v>
                </c:pt>
                <c:pt idx="471">
                  <c:v>1.0040690000000001</c:v>
                </c:pt>
                <c:pt idx="472">
                  <c:v>1.020084</c:v>
                </c:pt>
                <c:pt idx="473">
                  <c:v>1.0153000000000001</c:v>
                </c:pt>
                <c:pt idx="474">
                  <c:v>1.0037990000000001</c:v>
                </c:pt>
                <c:pt idx="475">
                  <c:v>1.0056659999999999</c:v>
                </c:pt>
                <c:pt idx="476">
                  <c:v>1.012926</c:v>
                </c:pt>
                <c:pt idx="477">
                  <c:v>0.97965500000000005</c:v>
                </c:pt>
                <c:pt idx="478">
                  <c:v>1.007171</c:v>
                </c:pt>
                <c:pt idx="479">
                  <c:v>1.002192</c:v>
                </c:pt>
                <c:pt idx="480">
                  <c:v>1.0094689999999999</c:v>
                </c:pt>
                <c:pt idx="481">
                  <c:v>1.006065</c:v>
                </c:pt>
                <c:pt idx="482">
                  <c:v>1.026613</c:v>
                </c:pt>
                <c:pt idx="483">
                  <c:v>1.004267</c:v>
                </c:pt>
                <c:pt idx="484">
                  <c:v>1.0124610000000001</c:v>
                </c:pt>
                <c:pt idx="485">
                  <c:v>1.01674</c:v>
                </c:pt>
                <c:pt idx="486">
                  <c:v>0.98688810000000005</c:v>
                </c:pt>
                <c:pt idx="487">
                  <c:v>1.0059880000000001</c:v>
                </c:pt>
                <c:pt idx="488">
                  <c:v>1.012945</c:v>
                </c:pt>
                <c:pt idx="489">
                  <c:v>1.0240659999999999</c:v>
                </c:pt>
                <c:pt idx="490">
                  <c:v>1.008319</c:v>
                </c:pt>
                <c:pt idx="491">
                  <c:v>1.000181</c:v>
                </c:pt>
                <c:pt idx="492">
                  <c:v>1.000602</c:v>
                </c:pt>
                <c:pt idx="493">
                  <c:v>1.0057659999999999</c:v>
                </c:pt>
                <c:pt idx="494">
                  <c:v>1.006294</c:v>
                </c:pt>
                <c:pt idx="495">
                  <c:v>1.0071030000000001</c:v>
                </c:pt>
                <c:pt idx="496">
                  <c:v>0.99351420000000001</c:v>
                </c:pt>
                <c:pt idx="497">
                  <c:v>0.99786070000000004</c:v>
                </c:pt>
                <c:pt idx="498">
                  <c:v>0.97857729999999998</c:v>
                </c:pt>
                <c:pt idx="499">
                  <c:v>0.99975499999999995</c:v>
                </c:pt>
                <c:pt idx="500">
                  <c:v>1.003568</c:v>
                </c:pt>
                <c:pt idx="501">
                  <c:v>0.98317290000000002</c:v>
                </c:pt>
                <c:pt idx="502">
                  <c:v>0.99073089999999997</c:v>
                </c:pt>
                <c:pt idx="503">
                  <c:v>0.98865879999999995</c:v>
                </c:pt>
                <c:pt idx="504">
                  <c:v>0.96612410000000004</c:v>
                </c:pt>
                <c:pt idx="505">
                  <c:v>0.99657640000000003</c:v>
                </c:pt>
                <c:pt idx="506">
                  <c:v>0.99589289999999997</c:v>
                </c:pt>
                <c:pt idx="507">
                  <c:v>0.99366169999999998</c:v>
                </c:pt>
                <c:pt idx="508">
                  <c:v>0.98122520000000002</c:v>
                </c:pt>
                <c:pt idx="509">
                  <c:v>0.98964700000000005</c:v>
                </c:pt>
                <c:pt idx="510">
                  <c:v>1.0063260000000001</c:v>
                </c:pt>
                <c:pt idx="511">
                  <c:v>0.99327120000000002</c:v>
                </c:pt>
                <c:pt idx="512">
                  <c:v>1.003592</c:v>
                </c:pt>
                <c:pt idx="513">
                  <c:v>0.99502500000000005</c:v>
                </c:pt>
                <c:pt idx="514">
                  <c:v>1.0119419999999999</c:v>
                </c:pt>
                <c:pt idx="515">
                  <c:v>1.0112920000000001</c:v>
                </c:pt>
                <c:pt idx="516">
                  <c:v>1.0106379999999999</c:v>
                </c:pt>
              </c:numCache>
            </c:numRef>
          </c:yVal>
          <c:smooth val="1"/>
          <c:extLst>
            <c:ext xmlns:c16="http://schemas.microsoft.com/office/drawing/2014/chart" uri="{C3380CC4-5D6E-409C-BE32-E72D297353CC}">
              <c16:uniqueId val="{00000004-AEC3-4920-9F18-79397C998F93}"/>
            </c:ext>
          </c:extLst>
        </c:ser>
        <c:ser>
          <c:idx val="5"/>
          <c:order val="5"/>
          <c:tx>
            <c:strRef>
              <c:f>二体分布関数!$H$1</c:f>
              <c:strCache>
                <c:ptCount val="1"/>
                <c:pt idx="0">
                  <c:v>Ti-Cu</c:v>
                </c:pt>
              </c:strCache>
            </c:strRef>
          </c:tx>
          <c:spPr>
            <a:ln w="19050" cap="rnd">
              <a:solidFill>
                <a:schemeClr val="accent6"/>
              </a:solidFill>
              <a:round/>
            </a:ln>
            <a:effectLst/>
          </c:spPr>
          <c:marker>
            <c:symbol val="none"/>
          </c:marker>
          <c:xVal>
            <c:numRef>
              <c:f>二体分布関数!$B$2:$B$1550</c:f>
              <c:numCache>
                <c:formatCode>0.00E+00</c:formatCode>
                <c:ptCount val="517"/>
                <c:pt idx="0">
                  <c:v>0.06</c:v>
                </c:pt>
                <c:pt idx="1">
                  <c:v>0.12</c:v>
                </c:pt>
                <c:pt idx="2">
                  <c:v>0.18</c:v>
                </c:pt>
                <c:pt idx="3">
                  <c:v>0.24</c:v>
                </c:pt>
                <c:pt idx="4">
                  <c:v>0.3</c:v>
                </c:pt>
                <c:pt idx="5">
                  <c:v>0.36</c:v>
                </c:pt>
                <c:pt idx="6">
                  <c:v>0.42</c:v>
                </c:pt>
                <c:pt idx="7">
                  <c:v>0.48</c:v>
                </c:pt>
                <c:pt idx="8">
                  <c:v>0.54</c:v>
                </c:pt>
                <c:pt idx="9">
                  <c:v>0.6</c:v>
                </c:pt>
                <c:pt idx="10">
                  <c:v>0.66</c:v>
                </c:pt>
                <c:pt idx="11">
                  <c:v>0.72</c:v>
                </c:pt>
                <c:pt idx="12">
                  <c:v>0.78</c:v>
                </c:pt>
                <c:pt idx="13">
                  <c:v>0.84</c:v>
                </c:pt>
                <c:pt idx="14">
                  <c:v>0.9</c:v>
                </c:pt>
                <c:pt idx="15">
                  <c:v>0.96</c:v>
                </c:pt>
                <c:pt idx="16" formatCode="General">
                  <c:v>1.02</c:v>
                </c:pt>
                <c:pt idx="17" formatCode="General">
                  <c:v>1.08</c:v>
                </c:pt>
                <c:pt idx="18" formatCode="General">
                  <c:v>1.1399999999999999</c:v>
                </c:pt>
                <c:pt idx="19" formatCode="General">
                  <c:v>1.2</c:v>
                </c:pt>
                <c:pt idx="20" formatCode="General">
                  <c:v>1.26</c:v>
                </c:pt>
                <c:pt idx="21" formatCode="General">
                  <c:v>1.32</c:v>
                </c:pt>
                <c:pt idx="22" formatCode="General">
                  <c:v>1.38</c:v>
                </c:pt>
                <c:pt idx="23" formatCode="General">
                  <c:v>1.44</c:v>
                </c:pt>
                <c:pt idx="24" formatCode="General">
                  <c:v>1.5</c:v>
                </c:pt>
                <c:pt idx="25" formatCode="General">
                  <c:v>1.56</c:v>
                </c:pt>
                <c:pt idx="26" formatCode="General">
                  <c:v>1.62</c:v>
                </c:pt>
                <c:pt idx="27" formatCode="General">
                  <c:v>1.68</c:v>
                </c:pt>
                <c:pt idx="28" formatCode="General">
                  <c:v>1.74</c:v>
                </c:pt>
                <c:pt idx="29" formatCode="General">
                  <c:v>1.8</c:v>
                </c:pt>
                <c:pt idx="30" formatCode="General">
                  <c:v>1.86</c:v>
                </c:pt>
                <c:pt idx="31" formatCode="General">
                  <c:v>1.92</c:v>
                </c:pt>
                <c:pt idx="32" formatCode="General">
                  <c:v>1.98</c:v>
                </c:pt>
                <c:pt idx="33" formatCode="General">
                  <c:v>2.04</c:v>
                </c:pt>
                <c:pt idx="34" formatCode="General">
                  <c:v>2.1</c:v>
                </c:pt>
                <c:pt idx="35" formatCode="General">
                  <c:v>2.16</c:v>
                </c:pt>
                <c:pt idx="36" formatCode="General">
                  <c:v>2.2200000000000002</c:v>
                </c:pt>
                <c:pt idx="37" formatCode="General">
                  <c:v>2.2799999999999998</c:v>
                </c:pt>
                <c:pt idx="38" formatCode="General">
                  <c:v>2.34</c:v>
                </c:pt>
                <c:pt idx="39" formatCode="General">
                  <c:v>2.4</c:v>
                </c:pt>
                <c:pt idx="40" formatCode="General">
                  <c:v>2.46</c:v>
                </c:pt>
                <c:pt idx="41" formatCode="General">
                  <c:v>2.52</c:v>
                </c:pt>
                <c:pt idx="42" formatCode="General">
                  <c:v>2.58</c:v>
                </c:pt>
                <c:pt idx="43" formatCode="General">
                  <c:v>2.64</c:v>
                </c:pt>
                <c:pt idx="44" formatCode="General">
                  <c:v>2.7</c:v>
                </c:pt>
                <c:pt idx="45" formatCode="General">
                  <c:v>2.76</c:v>
                </c:pt>
                <c:pt idx="46" formatCode="General">
                  <c:v>2.82</c:v>
                </c:pt>
                <c:pt idx="47" formatCode="General">
                  <c:v>2.88</c:v>
                </c:pt>
                <c:pt idx="48" formatCode="General">
                  <c:v>2.94</c:v>
                </c:pt>
                <c:pt idx="49" formatCode="General">
                  <c:v>3</c:v>
                </c:pt>
                <c:pt idx="50" formatCode="General">
                  <c:v>3.06</c:v>
                </c:pt>
                <c:pt idx="51" formatCode="General">
                  <c:v>3.12</c:v>
                </c:pt>
                <c:pt idx="52" formatCode="General">
                  <c:v>3.18</c:v>
                </c:pt>
                <c:pt idx="53" formatCode="General">
                  <c:v>3.24</c:v>
                </c:pt>
                <c:pt idx="54" formatCode="General">
                  <c:v>3.3</c:v>
                </c:pt>
                <c:pt idx="55" formatCode="General">
                  <c:v>3.36</c:v>
                </c:pt>
                <c:pt idx="56" formatCode="General">
                  <c:v>3.42</c:v>
                </c:pt>
                <c:pt idx="57" formatCode="General">
                  <c:v>3.48</c:v>
                </c:pt>
                <c:pt idx="58" formatCode="General">
                  <c:v>3.54</c:v>
                </c:pt>
                <c:pt idx="59" formatCode="General">
                  <c:v>3.6</c:v>
                </c:pt>
                <c:pt idx="60" formatCode="General">
                  <c:v>3.66</c:v>
                </c:pt>
                <c:pt idx="61" formatCode="General">
                  <c:v>3.72</c:v>
                </c:pt>
                <c:pt idx="62" formatCode="General">
                  <c:v>3.78</c:v>
                </c:pt>
                <c:pt idx="63" formatCode="General">
                  <c:v>3.84</c:v>
                </c:pt>
                <c:pt idx="64" formatCode="General">
                  <c:v>3.9</c:v>
                </c:pt>
                <c:pt idx="65" formatCode="General">
                  <c:v>3.96</c:v>
                </c:pt>
                <c:pt idx="66" formatCode="General">
                  <c:v>4.0199999999999996</c:v>
                </c:pt>
                <c:pt idx="67" formatCode="General">
                  <c:v>4.08</c:v>
                </c:pt>
                <c:pt idx="68" formatCode="General">
                  <c:v>4.1399999999999997</c:v>
                </c:pt>
                <c:pt idx="69" formatCode="General">
                  <c:v>4.2</c:v>
                </c:pt>
                <c:pt idx="70" formatCode="General">
                  <c:v>4.26</c:v>
                </c:pt>
                <c:pt idx="71" formatCode="General">
                  <c:v>4.32</c:v>
                </c:pt>
                <c:pt idx="72" formatCode="General">
                  <c:v>4.38</c:v>
                </c:pt>
                <c:pt idx="73" formatCode="General">
                  <c:v>4.4400000000000004</c:v>
                </c:pt>
                <c:pt idx="74" formatCode="General">
                  <c:v>4.5</c:v>
                </c:pt>
                <c:pt idx="75" formatCode="General">
                  <c:v>4.5599999999999996</c:v>
                </c:pt>
                <c:pt idx="76" formatCode="General">
                  <c:v>4.62</c:v>
                </c:pt>
                <c:pt idx="77" formatCode="General">
                  <c:v>4.68</c:v>
                </c:pt>
                <c:pt idx="78" formatCode="General">
                  <c:v>4.74</c:v>
                </c:pt>
                <c:pt idx="79" formatCode="General">
                  <c:v>4.8</c:v>
                </c:pt>
                <c:pt idx="80" formatCode="General">
                  <c:v>4.8600000000000003</c:v>
                </c:pt>
                <c:pt idx="81" formatCode="General">
                  <c:v>4.92</c:v>
                </c:pt>
                <c:pt idx="82" formatCode="General">
                  <c:v>4.9800000000000004</c:v>
                </c:pt>
                <c:pt idx="83" formatCode="General">
                  <c:v>5.04</c:v>
                </c:pt>
                <c:pt idx="84" formatCode="General">
                  <c:v>5.0999999999999996</c:v>
                </c:pt>
                <c:pt idx="85" formatCode="General">
                  <c:v>5.16</c:v>
                </c:pt>
                <c:pt idx="86" formatCode="General">
                  <c:v>5.22</c:v>
                </c:pt>
                <c:pt idx="87" formatCode="General">
                  <c:v>5.28</c:v>
                </c:pt>
                <c:pt idx="88" formatCode="General">
                  <c:v>5.34</c:v>
                </c:pt>
                <c:pt idx="89" formatCode="General">
                  <c:v>5.4</c:v>
                </c:pt>
                <c:pt idx="90" formatCode="General">
                  <c:v>5.46</c:v>
                </c:pt>
                <c:pt idx="91" formatCode="General">
                  <c:v>5.52</c:v>
                </c:pt>
                <c:pt idx="92" formatCode="General">
                  <c:v>5.58</c:v>
                </c:pt>
                <c:pt idx="93" formatCode="General">
                  <c:v>5.64</c:v>
                </c:pt>
                <c:pt idx="94" formatCode="General">
                  <c:v>5.7</c:v>
                </c:pt>
                <c:pt idx="95" formatCode="General">
                  <c:v>5.76</c:v>
                </c:pt>
                <c:pt idx="96" formatCode="General">
                  <c:v>5.82</c:v>
                </c:pt>
                <c:pt idx="97" formatCode="General">
                  <c:v>5.88</c:v>
                </c:pt>
                <c:pt idx="98" formatCode="General">
                  <c:v>5.94</c:v>
                </c:pt>
                <c:pt idx="99" formatCode="General">
                  <c:v>6</c:v>
                </c:pt>
                <c:pt idx="100" formatCode="General">
                  <c:v>6.06</c:v>
                </c:pt>
                <c:pt idx="101" formatCode="General">
                  <c:v>6.12</c:v>
                </c:pt>
                <c:pt idx="102" formatCode="General">
                  <c:v>6.18</c:v>
                </c:pt>
                <c:pt idx="103" formatCode="General">
                  <c:v>6.24</c:v>
                </c:pt>
                <c:pt idx="104" formatCode="General">
                  <c:v>6.3</c:v>
                </c:pt>
                <c:pt idx="105" formatCode="General">
                  <c:v>6.36</c:v>
                </c:pt>
                <c:pt idx="106" formatCode="General">
                  <c:v>6.42</c:v>
                </c:pt>
                <c:pt idx="107" formatCode="General">
                  <c:v>6.48</c:v>
                </c:pt>
                <c:pt idx="108" formatCode="General">
                  <c:v>6.54</c:v>
                </c:pt>
                <c:pt idx="109" formatCode="General">
                  <c:v>6.6</c:v>
                </c:pt>
                <c:pt idx="110" formatCode="General">
                  <c:v>6.66</c:v>
                </c:pt>
                <c:pt idx="111" formatCode="General">
                  <c:v>6.72</c:v>
                </c:pt>
                <c:pt idx="112" formatCode="General">
                  <c:v>6.78</c:v>
                </c:pt>
                <c:pt idx="113" formatCode="General">
                  <c:v>6.84</c:v>
                </c:pt>
                <c:pt idx="114" formatCode="General">
                  <c:v>6.9</c:v>
                </c:pt>
                <c:pt idx="115" formatCode="General">
                  <c:v>6.96</c:v>
                </c:pt>
                <c:pt idx="116" formatCode="General">
                  <c:v>7.02</c:v>
                </c:pt>
                <c:pt idx="117" formatCode="General">
                  <c:v>7.08</c:v>
                </c:pt>
                <c:pt idx="118" formatCode="General">
                  <c:v>7.14</c:v>
                </c:pt>
                <c:pt idx="119" formatCode="General">
                  <c:v>7.2</c:v>
                </c:pt>
                <c:pt idx="120" formatCode="General">
                  <c:v>7.26</c:v>
                </c:pt>
                <c:pt idx="121" formatCode="General">
                  <c:v>7.32</c:v>
                </c:pt>
                <c:pt idx="122" formatCode="General">
                  <c:v>7.38</c:v>
                </c:pt>
                <c:pt idx="123" formatCode="General">
                  <c:v>7.44</c:v>
                </c:pt>
                <c:pt idx="124" formatCode="General">
                  <c:v>7.5</c:v>
                </c:pt>
                <c:pt idx="125" formatCode="General">
                  <c:v>7.56</c:v>
                </c:pt>
                <c:pt idx="126" formatCode="General">
                  <c:v>7.62</c:v>
                </c:pt>
                <c:pt idx="127" formatCode="General">
                  <c:v>7.68</c:v>
                </c:pt>
                <c:pt idx="128" formatCode="General">
                  <c:v>7.74</c:v>
                </c:pt>
                <c:pt idx="129" formatCode="General">
                  <c:v>7.8</c:v>
                </c:pt>
                <c:pt idx="130" formatCode="General">
                  <c:v>7.86</c:v>
                </c:pt>
                <c:pt idx="131" formatCode="General">
                  <c:v>7.92</c:v>
                </c:pt>
                <c:pt idx="132" formatCode="General">
                  <c:v>7.98</c:v>
                </c:pt>
                <c:pt idx="133" formatCode="General">
                  <c:v>8.0399999999999991</c:v>
                </c:pt>
                <c:pt idx="134" formatCode="General">
                  <c:v>8.0999990000000004</c:v>
                </c:pt>
                <c:pt idx="135" formatCode="General">
                  <c:v>8.16</c:v>
                </c:pt>
                <c:pt idx="136" formatCode="General">
                  <c:v>8.2200000000000006</c:v>
                </c:pt>
                <c:pt idx="137" formatCode="General">
                  <c:v>8.2799999999999994</c:v>
                </c:pt>
                <c:pt idx="138" formatCode="General">
                  <c:v>8.34</c:v>
                </c:pt>
                <c:pt idx="139" formatCode="General">
                  <c:v>8.4</c:v>
                </c:pt>
                <c:pt idx="140" formatCode="General">
                  <c:v>8.4600000000000009</c:v>
                </c:pt>
                <c:pt idx="141" formatCode="General">
                  <c:v>8.52</c:v>
                </c:pt>
                <c:pt idx="142" formatCode="General">
                  <c:v>8.58</c:v>
                </c:pt>
                <c:pt idx="143" formatCode="General">
                  <c:v>8.6399989999999995</c:v>
                </c:pt>
                <c:pt idx="144" formatCode="General">
                  <c:v>8.6999999999999993</c:v>
                </c:pt>
                <c:pt idx="145" formatCode="General">
                  <c:v>8.76</c:v>
                </c:pt>
                <c:pt idx="146" formatCode="General">
                  <c:v>8.82</c:v>
                </c:pt>
                <c:pt idx="147" formatCode="General">
                  <c:v>8.8800000000000008</c:v>
                </c:pt>
                <c:pt idx="148" formatCode="General">
                  <c:v>8.94</c:v>
                </c:pt>
                <c:pt idx="149" formatCode="General">
                  <c:v>9</c:v>
                </c:pt>
                <c:pt idx="150" formatCode="General">
                  <c:v>9.0599989999999995</c:v>
                </c:pt>
                <c:pt idx="151" formatCode="General">
                  <c:v>9.1199999999999992</c:v>
                </c:pt>
                <c:pt idx="152" formatCode="General">
                  <c:v>9.1799990000000005</c:v>
                </c:pt>
                <c:pt idx="153" formatCode="General">
                  <c:v>9.24</c:v>
                </c:pt>
                <c:pt idx="154" formatCode="General">
                  <c:v>9.3000000000000007</c:v>
                </c:pt>
                <c:pt idx="155" formatCode="General">
                  <c:v>9.36</c:v>
                </c:pt>
                <c:pt idx="156" formatCode="General">
                  <c:v>9.42</c:v>
                </c:pt>
                <c:pt idx="157" formatCode="General">
                  <c:v>9.48</c:v>
                </c:pt>
                <c:pt idx="158" formatCode="General">
                  <c:v>9.5399999999999991</c:v>
                </c:pt>
                <c:pt idx="159" formatCode="General">
                  <c:v>9.5999990000000004</c:v>
                </c:pt>
                <c:pt idx="160" formatCode="General">
                  <c:v>9.66</c:v>
                </c:pt>
                <c:pt idx="161" formatCode="General">
                  <c:v>9.7199989999999996</c:v>
                </c:pt>
                <c:pt idx="162" formatCode="General">
                  <c:v>9.7799999999999994</c:v>
                </c:pt>
                <c:pt idx="163" formatCode="General">
                  <c:v>9.84</c:v>
                </c:pt>
                <c:pt idx="164" formatCode="General">
                  <c:v>9.9</c:v>
                </c:pt>
                <c:pt idx="165" formatCode="General">
                  <c:v>9.9600000000000009</c:v>
                </c:pt>
                <c:pt idx="166" formatCode="General">
                  <c:v>10.02</c:v>
                </c:pt>
                <c:pt idx="167" formatCode="General">
                  <c:v>10.08</c:v>
                </c:pt>
                <c:pt idx="168" formatCode="General">
                  <c:v>10.14</c:v>
                </c:pt>
                <c:pt idx="169" formatCode="General">
                  <c:v>10.199999999999999</c:v>
                </c:pt>
                <c:pt idx="170" formatCode="General">
                  <c:v>10.26</c:v>
                </c:pt>
                <c:pt idx="171" formatCode="General">
                  <c:v>10.32</c:v>
                </c:pt>
                <c:pt idx="172" formatCode="General">
                  <c:v>10.38</c:v>
                </c:pt>
                <c:pt idx="173" formatCode="General">
                  <c:v>10.44</c:v>
                </c:pt>
                <c:pt idx="174" formatCode="General">
                  <c:v>10.5</c:v>
                </c:pt>
                <c:pt idx="175" formatCode="General">
                  <c:v>10.56</c:v>
                </c:pt>
                <c:pt idx="176" formatCode="General">
                  <c:v>10.62</c:v>
                </c:pt>
                <c:pt idx="177" formatCode="General">
                  <c:v>10.68</c:v>
                </c:pt>
                <c:pt idx="178" formatCode="General">
                  <c:v>10.74</c:v>
                </c:pt>
                <c:pt idx="179" formatCode="General">
                  <c:v>10.8</c:v>
                </c:pt>
                <c:pt idx="180" formatCode="General">
                  <c:v>10.86</c:v>
                </c:pt>
                <c:pt idx="181" formatCode="General">
                  <c:v>10.92</c:v>
                </c:pt>
                <c:pt idx="182" formatCode="General">
                  <c:v>10.98</c:v>
                </c:pt>
                <c:pt idx="183" formatCode="General">
                  <c:v>11.04</c:v>
                </c:pt>
                <c:pt idx="184" formatCode="General">
                  <c:v>11.1</c:v>
                </c:pt>
                <c:pt idx="185" formatCode="General">
                  <c:v>11.16</c:v>
                </c:pt>
                <c:pt idx="186" formatCode="General">
                  <c:v>11.22</c:v>
                </c:pt>
                <c:pt idx="187" formatCode="General">
                  <c:v>11.28</c:v>
                </c:pt>
                <c:pt idx="188" formatCode="General">
                  <c:v>11.34</c:v>
                </c:pt>
                <c:pt idx="189" formatCode="General">
                  <c:v>11.4</c:v>
                </c:pt>
                <c:pt idx="190" formatCode="General">
                  <c:v>11.46</c:v>
                </c:pt>
                <c:pt idx="191" formatCode="General">
                  <c:v>11.52</c:v>
                </c:pt>
                <c:pt idx="192" formatCode="General">
                  <c:v>11.58</c:v>
                </c:pt>
                <c:pt idx="193" formatCode="General">
                  <c:v>11.64</c:v>
                </c:pt>
                <c:pt idx="194" formatCode="General">
                  <c:v>11.7</c:v>
                </c:pt>
                <c:pt idx="195" formatCode="General">
                  <c:v>11.76</c:v>
                </c:pt>
                <c:pt idx="196" formatCode="General">
                  <c:v>11.82</c:v>
                </c:pt>
                <c:pt idx="197" formatCode="General">
                  <c:v>11.88</c:v>
                </c:pt>
                <c:pt idx="198" formatCode="General">
                  <c:v>11.94</c:v>
                </c:pt>
                <c:pt idx="199" formatCode="General">
                  <c:v>12</c:v>
                </c:pt>
                <c:pt idx="200" formatCode="General">
                  <c:v>12.06</c:v>
                </c:pt>
                <c:pt idx="201" formatCode="General">
                  <c:v>12.12</c:v>
                </c:pt>
                <c:pt idx="202" formatCode="General">
                  <c:v>12.18</c:v>
                </c:pt>
                <c:pt idx="203" formatCode="General">
                  <c:v>12.24</c:v>
                </c:pt>
                <c:pt idx="204" formatCode="General">
                  <c:v>12.3</c:v>
                </c:pt>
                <c:pt idx="205" formatCode="General">
                  <c:v>12.36</c:v>
                </c:pt>
                <c:pt idx="206" formatCode="General">
                  <c:v>12.42</c:v>
                </c:pt>
                <c:pt idx="207" formatCode="General">
                  <c:v>12.48</c:v>
                </c:pt>
                <c:pt idx="208" formatCode="General">
                  <c:v>12.54</c:v>
                </c:pt>
                <c:pt idx="209" formatCode="General">
                  <c:v>12.6</c:v>
                </c:pt>
                <c:pt idx="210" formatCode="General">
                  <c:v>12.66</c:v>
                </c:pt>
                <c:pt idx="211" formatCode="General">
                  <c:v>12.72</c:v>
                </c:pt>
                <c:pt idx="212" formatCode="General">
                  <c:v>12.78</c:v>
                </c:pt>
                <c:pt idx="213" formatCode="General">
                  <c:v>12.84</c:v>
                </c:pt>
                <c:pt idx="214" formatCode="General">
                  <c:v>12.9</c:v>
                </c:pt>
                <c:pt idx="215" formatCode="General">
                  <c:v>12.96</c:v>
                </c:pt>
                <c:pt idx="216" formatCode="General">
                  <c:v>13.02</c:v>
                </c:pt>
                <c:pt idx="217" formatCode="General">
                  <c:v>13.08</c:v>
                </c:pt>
                <c:pt idx="218" formatCode="General">
                  <c:v>13.14</c:v>
                </c:pt>
                <c:pt idx="219" formatCode="General">
                  <c:v>13.2</c:v>
                </c:pt>
                <c:pt idx="220" formatCode="General">
                  <c:v>13.26</c:v>
                </c:pt>
                <c:pt idx="221" formatCode="General">
                  <c:v>13.32</c:v>
                </c:pt>
                <c:pt idx="222" formatCode="General">
                  <c:v>13.38</c:v>
                </c:pt>
                <c:pt idx="223" formatCode="General">
                  <c:v>13.44</c:v>
                </c:pt>
                <c:pt idx="224" formatCode="General">
                  <c:v>13.5</c:v>
                </c:pt>
                <c:pt idx="225" formatCode="General">
                  <c:v>13.56</c:v>
                </c:pt>
                <c:pt idx="226" formatCode="General">
                  <c:v>13.62</c:v>
                </c:pt>
                <c:pt idx="227" formatCode="General">
                  <c:v>13.68</c:v>
                </c:pt>
                <c:pt idx="228" formatCode="General">
                  <c:v>13.74</c:v>
                </c:pt>
                <c:pt idx="229" formatCode="General">
                  <c:v>13.8</c:v>
                </c:pt>
                <c:pt idx="230" formatCode="General">
                  <c:v>13.86</c:v>
                </c:pt>
                <c:pt idx="231" formatCode="General">
                  <c:v>13.92</c:v>
                </c:pt>
                <c:pt idx="232" formatCode="General">
                  <c:v>13.98</c:v>
                </c:pt>
                <c:pt idx="233" formatCode="General">
                  <c:v>14.04</c:v>
                </c:pt>
                <c:pt idx="234" formatCode="General">
                  <c:v>14.1</c:v>
                </c:pt>
                <c:pt idx="235" formatCode="General">
                  <c:v>14.16</c:v>
                </c:pt>
                <c:pt idx="236" formatCode="General">
                  <c:v>14.22</c:v>
                </c:pt>
                <c:pt idx="237" formatCode="General">
                  <c:v>14.28</c:v>
                </c:pt>
                <c:pt idx="238" formatCode="General">
                  <c:v>14.34</c:v>
                </c:pt>
                <c:pt idx="239" formatCode="General">
                  <c:v>14.4</c:v>
                </c:pt>
                <c:pt idx="240" formatCode="General">
                  <c:v>14.46</c:v>
                </c:pt>
                <c:pt idx="241" formatCode="General">
                  <c:v>14.52</c:v>
                </c:pt>
                <c:pt idx="242" formatCode="General">
                  <c:v>14.58</c:v>
                </c:pt>
                <c:pt idx="243" formatCode="General">
                  <c:v>14.64</c:v>
                </c:pt>
                <c:pt idx="244" formatCode="General">
                  <c:v>14.7</c:v>
                </c:pt>
                <c:pt idx="245" formatCode="General">
                  <c:v>14.76</c:v>
                </c:pt>
                <c:pt idx="246" formatCode="General">
                  <c:v>14.82</c:v>
                </c:pt>
                <c:pt idx="247" formatCode="General">
                  <c:v>14.88</c:v>
                </c:pt>
                <c:pt idx="248" formatCode="General">
                  <c:v>14.94</c:v>
                </c:pt>
                <c:pt idx="249" formatCode="General">
                  <c:v>15</c:v>
                </c:pt>
                <c:pt idx="250" formatCode="General">
                  <c:v>15.06</c:v>
                </c:pt>
                <c:pt idx="251" formatCode="General">
                  <c:v>15.12</c:v>
                </c:pt>
                <c:pt idx="252" formatCode="General">
                  <c:v>15.18</c:v>
                </c:pt>
                <c:pt idx="253" formatCode="General">
                  <c:v>15.24</c:v>
                </c:pt>
                <c:pt idx="254" formatCode="General">
                  <c:v>15.3</c:v>
                </c:pt>
                <c:pt idx="255" formatCode="General">
                  <c:v>15.36</c:v>
                </c:pt>
                <c:pt idx="256" formatCode="General">
                  <c:v>15.42</c:v>
                </c:pt>
                <c:pt idx="257" formatCode="General">
                  <c:v>15.48</c:v>
                </c:pt>
                <c:pt idx="258" formatCode="General">
                  <c:v>15.54</c:v>
                </c:pt>
                <c:pt idx="259" formatCode="General">
                  <c:v>15.6</c:v>
                </c:pt>
                <c:pt idx="260" formatCode="General">
                  <c:v>15.66</c:v>
                </c:pt>
                <c:pt idx="261" formatCode="General">
                  <c:v>15.72</c:v>
                </c:pt>
                <c:pt idx="262" formatCode="General">
                  <c:v>15.78</c:v>
                </c:pt>
                <c:pt idx="263" formatCode="General">
                  <c:v>15.84</c:v>
                </c:pt>
                <c:pt idx="264" formatCode="General">
                  <c:v>15.9</c:v>
                </c:pt>
                <c:pt idx="265" formatCode="General">
                  <c:v>15.96</c:v>
                </c:pt>
                <c:pt idx="266" formatCode="General">
                  <c:v>16.02</c:v>
                </c:pt>
                <c:pt idx="267" formatCode="General">
                  <c:v>16.079999999999998</c:v>
                </c:pt>
                <c:pt idx="268" formatCode="General">
                  <c:v>16.14</c:v>
                </c:pt>
                <c:pt idx="269" formatCode="General">
                  <c:v>16.2</c:v>
                </c:pt>
                <c:pt idx="270" formatCode="General">
                  <c:v>16.260000000000002</c:v>
                </c:pt>
                <c:pt idx="271" formatCode="General">
                  <c:v>16.32</c:v>
                </c:pt>
                <c:pt idx="272" formatCode="General">
                  <c:v>16.38</c:v>
                </c:pt>
                <c:pt idx="273" formatCode="General">
                  <c:v>16.440000000000001</c:v>
                </c:pt>
                <c:pt idx="274" formatCode="General">
                  <c:v>16.5</c:v>
                </c:pt>
                <c:pt idx="275" formatCode="General">
                  <c:v>16.559999999999999</c:v>
                </c:pt>
                <c:pt idx="276" formatCode="General">
                  <c:v>16.62</c:v>
                </c:pt>
                <c:pt idx="277" formatCode="General">
                  <c:v>16.68</c:v>
                </c:pt>
                <c:pt idx="278" formatCode="General">
                  <c:v>16.739999999999998</c:v>
                </c:pt>
                <c:pt idx="279" formatCode="General">
                  <c:v>16.8</c:v>
                </c:pt>
                <c:pt idx="280" formatCode="General">
                  <c:v>16.86</c:v>
                </c:pt>
                <c:pt idx="281" formatCode="General">
                  <c:v>16.920000000000002</c:v>
                </c:pt>
                <c:pt idx="282" formatCode="General">
                  <c:v>16.98</c:v>
                </c:pt>
                <c:pt idx="283" formatCode="General">
                  <c:v>17.04</c:v>
                </c:pt>
                <c:pt idx="284" formatCode="General">
                  <c:v>17.100000000000001</c:v>
                </c:pt>
                <c:pt idx="285" formatCode="General">
                  <c:v>17.16</c:v>
                </c:pt>
                <c:pt idx="286" formatCode="General">
                  <c:v>17.22</c:v>
                </c:pt>
                <c:pt idx="287" formatCode="General">
                  <c:v>17.28</c:v>
                </c:pt>
                <c:pt idx="288" formatCode="General">
                  <c:v>17.34</c:v>
                </c:pt>
                <c:pt idx="289" formatCode="General">
                  <c:v>17.399999999999999</c:v>
                </c:pt>
                <c:pt idx="290" formatCode="General">
                  <c:v>17.46</c:v>
                </c:pt>
                <c:pt idx="291" formatCode="General">
                  <c:v>17.52</c:v>
                </c:pt>
                <c:pt idx="292" formatCode="General">
                  <c:v>17.579999999999998</c:v>
                </c:pt>
                <c:pt idx="293" formatCode="General">
                  <c:v>17.64</c:v>
                </c:pt>
                <c:pt idx="294" formatCode="General">
                  <c:v>17.7</c:v>
                </c:pt>
                <c:pt idx="295" formatCode="General">
                  <c:v>17.760000000000002</c:v>
                </c:pt>
                <c:pt idx="296" formatCode="General">
                  <c:v>17.82</c:v>
                </c:pt>
                <c:pt idx="297" formatCode="General">
                  <c:v>17.88</c:v>
                </c:pt>
                <c:pt idx="298" formatCode="General">
                  <c:v>17.940000000000001</c:v>
                </c:pt>
                <c:pt idx="299" formatCode="General">
                  <c:v>18</c:v>
                </c:pt>
                <c:pt idx="300" formatCode="General">
                  <c:v>18.059999999999999</c:v>
                </c:pt>
                <c:pt idx="301" formatCode="General">
                  <c:v>18.12</c:v>
                </c:pt>
                <c:pt idx="302" formatCode="General">
                  <c:v>18.18</c:v>
                </c:pt>
                <c:pt idx="303" formatCode="General">
                  <c:v>18.239999999999998</c:v>
                </c:pt>
                <c:pt idx="304" formatCode="General">
                  <c:v>18.3</c:v>
                </c:pt>
                <c:pt idx="305" formatCode="General">
                  <c:v>18.36</c:v>
                </c:pt>
                <c:pt idx="306" formatCode="General">
                  <c:v>18.420000000000002</c:v>
                </c:pt>
                <c:pt idx="307" formatCode="General">
                  <c:v>18.48</c:v>
                </c:pt>
                <c:pt idx="308" formatCode="General">
                  <c:v>18.54</c:v>
                </c:pt>
                <c:pt idx="309" formatCode="General">
                  <c:v>18.600000000000001</c:v>
                </c:pt>
                <c:pt idx="310" formatCode="General">
                  <c:v>18.66</c:v>
                </c:pt>
                <c:pt idx="311" formatCode="General">
                  <c:v>18.72</c:v>
                </c:pt>
                <c:pt idx="312" formatCode="General">
                  <c:v>18.78</c:v>
                </c:pt>
                <c:pt idx="313" formatCode="General">
                  <c:v>18.84</c:v>
                </c:pt>
                <c:pt idx="314" formatCode="General">
                  <c:v>18.899999999999999</c:v>
                </c:pt>
                <c:pt idx="315" formatCode="General">
                  <c:v>18.96</c:v>
                </c:pt>
                <c:pt idx="316" formatCode="General">
                  <c:v>19.02</c:v>
                </c:pt>
                <c:pt idx="317" formatCode="General">
                  <c:v>19.079999999999998</c:v>
                </c:pt>
                <c:pt idx="318" formatCode="General">
                  <c:v>19.14</c:v>
                </c:pt>
                <c:pt idx="319" formatCode="General">
                  <c:v>19.2</c:v>
                </c:pt>
                <c:pt idx="320" formatCode="General">
                  <c:v>19.260000000000002</c:v>
                </c:pt>
                <c:pt idx="321" formatCode="General">
                  <c:v>19.32</c:v>
                </c:pt>
                <c:pt idx="322" formatCode="General">
                  <c:v>19.38</c:v>
                </c:pt>
                <c:pt idx="323" formatCode="General">
                  <c:v>19.440000000000001</c:v>
                </c:pt>
                <c:pt idx="324" formatCode="General">
                  <c:v>19.5</c:v>
                </c:pt>
                <c:pt idx="325" formatCode="General">
                  <c:v>19.559999999999999</c:v>
                </c:pt>
                <c:pt idx="326" formatCode="General">
                  <c:v>19.62</c:v>
                </c:pt>
                <c:pt idx="327" formatCode="General">
                  <c:v>19.68</c:v>
                </c:pt>
                <c:pt idx="328" formatCode="General">
                  <c:v>19.739999999999998</c:v>
                </c:pt>
                <c:pt idx="329" formatCode="General">
                  <c:v>19.8</c:v>
                </c:pt>
                <c:pt idx="330" formatCode="General">
                  <c:v>19.86</c:v>
                </c:pt>
                <c:pt idx="331" formatCode="General">
                  <c:v>19.920000000000002</c:v>
                </c:pt>
                <c:pt idx="332" formatCode="General">
                  <c:v>19.98</c:v>
                </c:pt>
                <c:pt idx="333" formatCode="General">
                  <c:v>20.04</c:v>
                </c:pt>
                <c:pt idx="334" formatCode="General">
                  <c:v>20.100000000000001</c:v>
                </c:pt>
                <c:pt idx="335" formatCode="General">
                  <c:v>20.16</c:v>
                </c:pt>
                <c:pt idx="336" formatCode="General">
                  <c:v>20.22</c:v>
                </c:pt>
                <c:pt idx="337" formatCode="General">
                  <c:v>20.28</c:v>
                </c:pt>
                <c:pt idx="338" formatCode="General">
                  <c:v>20.34</c:v>
                </c:pt>
                <c:pt idx="339" formatCode="General">
                  <c:v>20.399999999999999</c:v>
                </c:pt>
                <c:pt idx="340" formatCode="General">
                  <c:v>20.46</c:v>
                </c:pt>
                <c:pt idx="341" formatCode="General">
                  <c:v>20.52</c:v>
                </c:pt>
                <c:pt idx="342" formatCode="General">
                  <c:v>20.58</c:v>
                </c:pt>
                <c:pt idx="343" formatCode="General">
                  <c:v>20.64</c:v>
                </c:pt>
                <c:pt idx="344" formatCode="General">
                  <c:v>20.7</c:v>
                </c:pt>
                <c:pt idx="345" formatCode="General">
                  <c:v>20.76</c:v>
                </c:pt>
                <c:pt idx="346" formatCode="General">
                  <c:v>20.82</c:v>
                </c:pt>
                <c:pt idx="347" formatCode="General">
                  <c:v>20.88</c:v>
                </c:pt>
                <c:pt idx="348" formatCode="General">
                  <c:v>20.94</c:v>
                </c:pt>
                <c:pt idx="349" formatCode="General">
                  <c:v>21</c:v>
                </c:pt>
                <c:pt idx="350" formatCode="General">
                  <c:v>21.06</c:v>
                </c:pt>
                <c:pt idx="351" formatCode="General">
                  <c:v>21.12</c:v>
                </c:pt>
                <c:pt idx="352" formatCode="General">
                  <c:v>21.18</c:v>
                </c:pt>
                <c:pt idx="353" formatCode="General">
                  <c:v>21.24</c:v>
                </c:pt>
                <c:pt idx="354" formatCode="General">
                  <c:v>21.3</c:v>
                </c:pt>
                <c:pt idx="355" formatCode="General">
                  <c:v>21.36</c:v>
                </c:pt>
                <c:pt idx="356" formatCode="General">
                  <c:v>21.42</c:v>
                </c:pt>
                <c:pt idx="357" formatCode="General">
                  <c:v>21.48</c:v>
                </c:pt>
                <c:pt idx="358" formatCode="General">
                  <c:v>21.54</c:v>
                </c:pt>
                <c:pt idx="359" formatCode="General">
                  <c:v>21.6</c:v>
                </c:pt>
                <c:pt idx="360" formatCode="General">
                  <c:v>21.66</c:v>
                </c:pt>
                <c:pt idx="361" formatCode="General">
                  <c:v>21.72</c:v>
                </c:pt>
                <c:pt idx="362" formatCode="General">
                  <c:v>21.78</c:v>
                </c:pt>
                <c:pt idx="363" formatCode="General">
                  <c:v>21.84</c:v>
                </c:pt>
                <c:pt idx="364" formatCode="General">
                  <c:v>21.9</c:v>
                </c:pt>
                <c:pt idx="365" formatCode="General">
                  <c:v>21.96</c:v>
                </c:pt>
                <c:pt idx="366" formatCode="General">
                  <c:v>22.02</c:v>
                </c:pt>
                <c:pt idx="367" formatCode="General">
                  <c:v>22.08</c:v>
                </c:pt>
                <c:pt idx="368" formatCode="General">
                  <c:v>22.14</c:v>
                </c:pt>
                <c:pt idx="369" formatCode="General">
                  <c:v>22.2</c:v>
                </c:pt>
                <c:pt idx="370" formatCode="General">
                  <c:v>22.26</c:v>
                </c:pt>
                <c:pt idx="371" formatCode="General">
                  <c:v>22.32</c:v>
                </c:pt>
                <c:pt idx="372" formatCode="General">
                  <c:v>22.38</c:v>
                </c:pt>
                <c:pt idx="373" formatCode="General">
                  <c:v>22.44</c:v>
                </c:pt>
                <c:pt idx="374" formatCode="General">
                  <c:v>22.5</c:v>
                </c:pt>
                <c:pt idx="375" formatCode="General">
                  <c:v>22.56</c:v>
                </c:pt>
                <c:pt idx="376" formatCode="General">
                  <c:v>22.62</c:v>
                </c:pt>
                <c:pt idx="377" formatCode="General">
                  <c:v>22.68</c:v>
                </c:pt>
                <c:pt idx="378" formatCode="General">
                  <c:v>22.74</c:v>
                </c:pt>
                <c:pt idx="379" formatCode="General">
                  <c:v>22.8</c:v>
                </c:pt>
                <c:pt idx="380" formatCode="General">
                  <c:v>22.86</c:v>
                </c:pt>
                <c:pt idx="381" formatCode="General">
                  <c:v>22.92</c:v>
                </c:pt>
                <c:pt idx="382" formatCode="General">
                  <c:v>22.98</c:v>
                </c:pt>
                <c:pt idx="383" formatCode="General">
                  <c:v>23.04</c:v>
                </c:pt>
                <c:pt idx="384" formatCode="General">
                  <c:v>23.1</c:v>
                </c:pt>
                <c:pt idx="385" formatCode="General">
                  <c:v>23.16</c:v>
                </c:pt>
                <c:pt idx="386" formatCode="General">
                  <c:v>23.22</c:v>
                </c:pt>
                <c:pt idx="387" formatCode="General">
                  <c:v>23.28</c:v>
                </c:pt>
                <c:pt idx="388" formatCode="General">
                  <c:v>23.34</c:v>
                </c:pt>
                <c:pt idx="389" formatCode="General">
                  <c:v>23.4</c:v>
                </c:pt>
                <c:pt idx="390" formatCode="General">
                  <c:v>23.46</c:v>
                </c:pt>
                <c:pt idx="391" formatCode="General">
                  <c:v>23.52</c:v>
                </c:pt>
                <c:pt idx="392" formatCode="General">
                  <c:v>23.58</c:v>
                </c:pt>
                <c:pt idx="393" formatCode="General">
                  <c:v>23.64</c:v>
                </c:pt>
                <c:pt idx="394" formatCode="General">
                  <c:v>23.7</c:v>
                </c:pt>
                <c:pt idx="395" formatCode="General">
                  <c:v>23.76</c:v>
                </c:pt>
                <c:pt idx="396" formatCode="General">
                  <c:v>23.82</c:v>
                </c:pt>
                <c:pt idx="397" formatCode="General">
                  <c:v>23.88</c:v>
                </c:pt>
                <c:pt idx="398" formatCode="General">
                  <c:v>23.94</c:v>
                </c:pt>
                <c:pt idx="399" formatCode="General">
                  <c:v>24</c:v>
                </c:pt>
                <c:pt idx="400" formatCode="General">
                  <c:v>24.06</c:v>
                </c:pt>
                <c:pt idx="401" formatCode="General">
                  <c:v>24.12</c:v>
                </c:pt>
                <c:pt idx="402" formatCode="General">
                  <c:v>24.18</c:v>
                </c:pt>
                <c:pt idx="403" formatCode="General">
                  <c:v>24.24</c:v>
                </c:pt>
                <c:pt idx="404" formatCode="General">
                  <c:v>24.3</c:v>
                </c:pt>
                <c:pt idx="405" formatCode="General">
                  <c:v>24.36</c:v>
                </c:pt>
                <c:pt idx="406" formatCode="General">
                  <c:v>24.42</c:v>
                </c:pt>
                <c:pt idx="407" formatCode="General">
                  <c:v>24.48</c:v>
                </c:pt>
                <c:pt idx="408" formatCode="General">
                  <c:v>24.54</c:v>
                </c:pt>
                <c:pt idx="409" formatCode="General">
                  <c:v>24.6</c:v>
                </c:pt>
                <c:pt idx="410" formatCode="General">
                  <c:v>24.66</c:v>
                </c:pt>
                <c:pt idx="411" formatCode="General">
                  <c:v>24.72</c:v>
                </c:pt>
                <c:pt idx="412" formatCode="General">
                  <c:v>24.78</c:v>
                </c:pt>
                <c:pt idx="413" formatCode="General">
                  <c:v>24.84</c:v>
                </c:pt>
                <c:pt idx="414" formatCode="General">
                  <c:v>24.9</c:v>
                </c:pt>
                <c:pt idx="415" formatCode="General">
                  <c:v>24.96</c:v>
                </c:pt>
                <c:pt idx="416" formatCode="General">
                  <c:v>25.02</c:v>
                </c:pt>
                <c:pt idx="417" formatCode="General">
                  <c:v>25.08</c:v>
                </c:pt>
                <c:pt idx="418" formatCode="General">
                  <c:v>25.14</c:v>
                </c:pt>
                <c:pt idx="419" formatCode="General">
                  <c:v>25.2</c:v>
                </c:pt>
                <c:pt idx="420" formatCode="General">
                  <c:v>25.26</c:v>
                </c:pt>
                <c:pt idx="421" formatCode="General">
                  <c:v>25.32</c:v>
                </c:pt>
                <c:pt idx="422" formatCode="General">
                  <c:v>25.38</c:v>
                </c:pt>
                <c:pt idx="423" formatCode="General">
                  <c:v>25.44</c:v>
                </c:pt>
                <c:pt idx="424" formatCode="General">
                  <c:v>25.5</c:v>
                </c:pt>
                <c:pt idx="425" formatCode="General">
                  <c:v>25.56</c:v>
                </c:pt>
                <c:pt idx="426" formatCode="General">
                  <c:v>25.62</c:v>
                </c:pt>
                <c:pt idx="427" formatCode="General">
                  <c:v>25.68</c:v>
                </c:pt>
                <c:pt idx="428" formatCode="General">
                  <c:v>25.74</c:v>
                </c:pt>
                <c:pt idx="429" formatCode="General">
                  <c:v>25.8</c:v>
                </c:pt>
                <c:pt idx="430" formatCode="General">
                  <c:v>25.86</c:v>
                </c:pt>
                <c:pt idx="431" formatCode="General">
                  <c:v>25.92</c:v>
                </c:pt>
                <c:pt idx="432" formatCode="General">
                  <c:v>25.98</c:v>
                </c:pt>
                <c:pt idx="433" formatCode="General">
                  <c:v>26.04</c:v>
                </c:pt>
                <c:pt idx="434" formatCode="General">
                  <c:v>26.1</c:v>
                </c:pt>
                <c:pt idx="435" formatCode="General">
                  <c:v>26.16</c:v>
                </c:pt>
                <c:pt idx="436" formatCode="General">
                  <c:v>26.22</c:v>
                </c:pt>
                <c:pt idx="437" formatCode="General">
                  <c:v>26.28</c:v>
                </c:pt>
                <c:pt idx="438" formatCode="General">
                  <c:v>26.34</c:v>
                </c:pt>
                <c:pt idx="439" formatCode="General">
                  <c:v>26.4</c:v>
                </c:pt>
                <c:pt idx="440" formatCode="General">
                  <c:v>26.46</c:v>
                </c:pt>
                <c:pt idx="441" formatCode="General">
                  <c:v>26.52</c:v>
                </c:pt>
                <c:pt idx="442" formatCode="General">
                  <c:v>26.58</c:v>
                </c:pt>
                <c:pt idx="443" formatCode="General">
                  <c:v>26.64</c:v>
                </c:pt>
                <c:pt idx="444" formatCode="General">
                  <c:v>26.7</c:v>
                </c:pt>
                <c:pt idx="445" formatCode="General">
                  <c:v>26.76</c:v>
                </c:pt>
                <c:pt idx="446" formatCode="General">
                  <c:v>26.82</c:v>
                </c:pt>
                <c:pt idx="447" formatCode="General">
                  <c:v>26.88</c:v>
                </c:pt>
                <c:pt idx="448" formatCode="General">
                  <c:v>26.94</c:v>
                </c:pt>
                <c:pt idx="449" formatCode="General">
                  <c:v>27</c:v>
                </c:pt>
                <c:pt idx="450" formatCode="General">
                  <c:v>27.06</c:v>
                </c:pt>
                <c:pt idx="451" formatCode="General">
                  <c:v>27.12</c:v>
                </c:pt>
                <c:pt idx="452" formatCode="General">
                  <c:v>27.18</c:v>
                </c:pt>
                <c:pt idx="453" formatCode="General">
                  <c:v>27.24</c:v>
                </c:pt>
                <c:pt idx="454" formatCode="General">
                  <c:v>27.3</c:v>
                </c:pt>
                <c:pt idx="455" formatCode="General">
                  <c:v>27.36</c:v>
                </c:pt>
                <c:pt idx="456" formatCode="General">
                  <c:v>27.42</c:v>
                </c:pt>
                <c:pt idx="457" formatCode="General">
                  <c:v>27.48</c:v>
                </c:pt>
                <c:pt idx="458" formatCode="General">
                  <c:v>27.54</c:v>
                </c:pt>
                <c:pt idx="459" formatCode="General">
                  <c:v>27.6</c:v>
                </c:pt>
                <c:pt idx="460" formatCode="General">
                  <c:v>27.66</c:v>
                </c:pt>
                <c:pt idx="461" formatCode="General">
                  <c:v>27.72</c:v>
                </c:pt>
                <c:pt idx="462" formatCode="General">
                  <c:v>27.78</c:v>
                </c:pt>
                <c:pt idx="463" formatCode="General">
                  <c:v>27.84</c:v>
                </c:pt>
                <c:pt idx="464" formatCode="General">
                  <c:v>27.9</c:v>
                </c:pt>
                <c:pt idx="465" formatCode="General">
                  <c:v>27.96</c:v>
                </c:pt>
                <c:pt idx="466" formatCode="General">
                  <c:v>28.02</c:v>
                </c:pt>
                <c:pt idx="467" formatCode="General">
                  <c:v>28.08</c:v>
                </c:pt>
                <c:pt idx="468" formatCode="General">
                  <c:v>28.14</c:v>
                </c:pt>
                <c:pt idx="469" formatCode="General">
                  <c:v>28.2</c:v>
                </c:pt>
                <c:pt idx="470" formatCode="General">
                  <c:v>28.26</c:v>
                </c:pt>
                <c:pt idx="471" formatCode="General">
                  <c:v>28.32</c:v>
                </c:pt>
                <c:pt idx="472" formatCode="General">
                  <c:v>28.38</c:v>
                </c:pt>
                <c:pt idx="473" formatCode="General">
                  <c:v>28.44</c:v>
                </c:pt>
                <c:pt idx="474" formatCode="General">
                  <c:v>28.5</c:v>
                </c:pt>
                <c:pt idx="475" formatCode="General">
                  <c:v>28.56</c:v>
                </c:pt>
                <c:pt idx="476" formatCode="General">
                  <c:v>28.62</c:v>
                </c:pt>
                <c:pt idx="477" formatCode="General">
                  <c:v>28.68</c:v>
                </c:pt>
                <c:pt idx="478" formatCode="General">
                  <c:v>28.74</c:v>
                </c:pt>
                <c:pt idx="479" formatCode="General">
                  <c:v>28.8</c:v>
                </c:pt>
                <c:pt idx="480" formatCode="General">
                  <c:v>28.86</c:v>
                </c:pt>
                <c:pt idx="481" formatCode="General">
                  <c:v>28.92</c:v>
                </c:pt>
                <c:pt idx="482" formatCode="General">
                  <c:v>28.98</c:v>
                </c:pt>
                <c:pt idx="483" formatCode="General">
                  <c:v>29.04</c:v>
                </c:pt>
                <c:pt idx="484" formatCode="General">
                  <c:v>29.1</c:v>
                </c:pt>
                <c:pt idx="485" formatCode="General">
                  <c:v>29.16</c:v>
                </c:pt>
                <c:pt idx="486" formatCode="General">
                  <c:v>29.22</c:v>
                </c:pt>
                <c:pt idx="487" formatCode="General">
                  <c:v>29.28</c:v>
                </c:pt>
                <c:pt idx="488" formatCode="General">
                  <c:v>29.34</c:v>
                </c:pt>
                <c:pt idx="489" formatCode="General">
                  <c:v>29.4</c:v>
                </c:pt>
                <c:pt idx="490" formatCode="General">
                  <c:v>29.46</c:v>
                </c:pt>
                <c:pt idx="491" formatCode="General">
                  <c:v>29.52</c:v>
                </c:pt>
                <c:pt idx="492" formatCode="General">
                  <c:v>29.58</c:v>
                </c:pt>
                <c:pt idx="493" formatCode="General">
                  <c:v>29.64</c:v>
                </c:pt>
                <c:pt idx="494" formatCode="General">
                  <c:v>29.7</c:v>
                </c:pt>
                <c:pt idx="495" formatCode="General">
                  <c:v>29.76</c:v>
                </c:pt>
                <c:pt idx="496" formatCode="General">
                  <c:v>29.82</c:v>
                </c:pt>
                <c:pt idx="497" formatCode="General">
                  <c:v>29.88</c:v>
                </c:pt>
                <c:pt idx="498" formatCode="General">
                  <c:v>29.94</c:v>
                </c:pt>
                <c:pt idx="499" formatCode="General">
                  <c:v>30</c:v>
                </c:pt>
                <c:pt idx="500" formatCode="General">
                  <c:v>30.06</c:v>
                </c:pt>
                <c:pt idx="501" formatCode="General">
                  <c:v>30.12</c:v>
                </c:pt>
                <c:pt idx="502" formatCode="General">
                  <c:v>30.18</c:v>
                </c:pt>
                <c:pt idx="503" formatCode="General">
                  <c:v>30.24</c:v>
                </c:pt>
                <c:pt idx="504" formatCode="General">
                  <c:v>30.3</c:v>
                </c:pt>
                <c:pt idx="505" formatCode="General">
                  <c:v>30.36</c:v>
                </c:pt>
                <c:pt idx="506" formatCode="General">
                  <c:v>30.42</c:v>
                </c:pt>
                <c:pt idx="507" formatCode="General">
                  <c:v>30.48</c:v>
                </c:pt>
                <c:pt idx="508" formatCode="General">
                  <c:v>30.54</c:v>
                </c:pt>
                <c:pt idx="509" formatCode="General">
                  <c:v>30.6</c:v>
                </c:pt>
                <c:pt idx="510" formatCode="General">
                  <c:v>30.66</c:v>
                </c:pt>
                <c:pt idx="511" formatCode="General">
                  <c:v>30.72</c:v>
                </c:pt>
                <c:pt idx="512" formatCode="General">
                  <c:v>30.78</c:v>
                </c:pt>
                <c:pt idx="513" formatCode="General">
                  <c:v>30.84</c:v>
                </c:pt>
                <c:pt idx="514" formatCode="General">
                  <c:v>30.9</c:v>
                </c:pt>
                <c:pt idx="515" formatCode="General">
                  <c:v>30.96</c:v>
                </c:pt>
                <c:pt idx="516" formatCode="General">
                  <c:v>31.02</c:v>
                </c:pt>
              </c:numCache>
            </c:numRef>
          </c:xVal>
          <c:yVal>
            <c:numRef>
              <c:f>二体分布関数!$H$2:$H$1550</c:f>
              <c:numCache>
                <c:formatCode>0.00E+00</c:formatCode>
                <c:ptCount val="517"/>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6.1592349999999997E-2</c:v>
                </c:pt>
                <c:pt idx="38">
                  <c:v>4.3855829999999998E-2</c:v>
                </c:pt>
                <c:pt idx="39">
                  <c:v>0.1181232</c:v>
                </c:pt>
                <c:pt idx="40">
                  <c:v>0.68120369999999997</c:v>
                </c:pt>
                <c:pt idx="41">
                  <c:v>4.2226470000000003</c:v>
                </c:pt>
                <c:pt idx="42">
                  <c:v>6.7823719999999996</c:v>
                </c:pt>
                <c:pt idx="43">
                  <c:v>6.471857</c:v>
                </c:pt>
                <c:pt idx="44">
                  <c:v>4.3811590000000002</c:v>
                </c:pt>
                <c:pt idx="45">
                  <c:v>3.021093</c:v>
                </c:pt>
                <c:pt idx="46">
                  <c:v>1.806805</c:v>
                </c:pt>
                <c:pt idx="47">
                  <c:v>1.2015180000000001</c:v>
                </c:pt>
                <c:pt idx="48">
                  <c:v>0.90756530000000002</c:v>
                </c:pt>
                <c:pt idx="49">
                  <c:v>0.69819089999999995</c:v>
                </c:pt>
                <c:pt idx="50">
                  <c:v>0.49155549999999998</c:v>
                </c:pt>
                <c:pt idx="51">
                  <c:v>0.46460879999999999</c:v>
                </c:pt>
                <c:pt idx="52">
                  <c:v>0.41162120000000002</c:v>
                </c:pt>
                <c:pt idx="53">
                  <c:v>0.40414290000000003</c:v>
                </c:pt>
                <c:pt idx="54">
                  <c:v>0.30504910000000002</c:v>
                </c:pt>
                <c:pt idx="55">
                  <c:v>0.3297041</c:v>
                </c:pt>
                <c:pt idx="56">
                  <c:v>0.3353469</c:v>
                </c:pt>
                <c:pt idx="57">
                  <c:v>0.32388309999999998</c:v>
                </c:pt>
                <c:pt idx="58">
                  <c:v>0.36090509999999998</c:v>
                </c:pt>
                <c:pt idx="59">
                  <c:v>0.29029820000000001</c:v>
                </c:pt>
                <c:pt idx="60">
                  <c:v>0.34957919999999998</c:v>
                </c:pt>
                <c:pt idx="61">
                  <c:v>0.41359220000000002</c:v>
                </c:pt>
                <c:pt idx="62">
                  <c:v>0.42297600000000002</c:v>
                </c:pt>
                <c:pt idx="63">
                  <c:v>0.46957650000000001</c:v>
                </c:pt>
                <c:pt idx="64">
                  <c:v>0.52102550000000003</c:v>
                </c:pt>
                <c:pt idx="65">
                  <c:v>0.50025209999999998</c:v>
                </c:pt>
                <c:pt idx="66">
                  <c:v>0.60183529999999996</c:v>
                </c:pt>
                <c:pt idx="67">
                  <c:v>0.73093200000000003</c:v>
                </c:pt>
                <c:pt idx="68">
                  <c:v>0.88036879999999995</c:v>
                </c:pt>
                <c:pt idx="69">
                  <c:v>0.89850549999999996</c:v>
                </c:pt>
                <c:pt idx="70">
                  <c:v>0.98805969999999999</c:v>
                </c:pt>
                <c:pt idx="71">
                  <c:v>1.35971</c:v>
                </c:pt>
                <c:pt idx="72">
                  <c:v>1.393648</c:v>
                </c:pt>
                <c:pt idx="73">
                  <c:v>1.3806</c:v>
                </c:pt>
                <c:pt idx="74">
                  <c:v>1.4369259999999999</c:v>
                </c:pt>
                <c:pt idx="75">
                  <c:v>1.3127439999999999</c:v>
                </c:pt>
                <c:pt idx="76">
                  <c:v>1.3745019999999999</c:v>
                </c:pt>
                <c:pt idx="77">
                  <c:v>1.3650690000000001</c:v>
                </c:pt>
                <c:pt idx="78">
                  <c:v>1.361013</c:v>
                </c:pt>
                <c:pt idx="79">
                  <c:v>1.2698739999999999</c:v>
                </c:pt>
                <c:pt idx="80">
                  <c:v>1.3166629999999999</c:v>
                </c:pt>
                <c:pt idx="81">
                  <c:v>1.167349</c:v>
                </c:pt>
                <c:pt idx="82">
                  <c:v>1.216855</c:v>
                </c:pt>
                <c:pt idx="83">
                  <c:v>1.1250290000000001</c:v>
                </c:pt>
                <c:pt idx="84">
                  <c:v>1.146417</c:v>
                </c:pt>
                <c:pt idx="85">
                  <c:v>1.110892</c:v>
                </c:pt>
                <c:pt idx="86">
                  <c:v>1.1751020000000001</c:v>
                </c:pt>
                <c:pt idx="87">
                  <c:v>1.175826</c:v>
                </c:pt>
                <c:pt idx="88">
                  <c:v>1.225346</c:v>
                </c:pt>
                <c:pt idx="89">
                  <c:v>1.220229</c:v>
                </c:pt>
                <c:pt idx="90">
                  <c:v>1.1103179999999999</c:v>
                </c:pt>
                <c:pt idx="91">
                  <c:v>1.079744</c:v>
                </c:pt>
                <c:pt idx="92">
                  <c:v>1.025798</c:v>
                </c:pt>
                <c:pt idx="93">
                  <c:v>0.94620899999999997</c:v>
                </c:pt>
                <c:pt idx="94">
                  <c:v>0.83276890000000003</c:v>
                </c:pt>
                <c:pt idx="95">
                  <c:v>0.76604870000000003</c:v>
                </c:pt>
                <c:pt idx="96">
                  <c:v>0.70543350000000005</c:v>
                </c:pt>
                <c:pt idx="97">
                  <c:v>0.68647990000000003</c:v>
                </c:pt>
                <c:pt idx="98">
                  <c:v>0.68969729999999996</c:v>
                </c:pt>
                <c:pt idx="99">
                  <c:v>0.65040109999999995</c:v>
                </c:pt>
                <c:pt idx="100">
                  <c:v>0.62995650000000003</c:v>
                </c:pt>
                <c:pt idx="101">
                  <c:v>0.6700277</c:v>
                </c:pt>
                <c:pt idx="102">
                  <c:v>0.7388228</c:v>
                </c:pt>
                <c:pt idx="103">
                  <c:v>0.77607910000000002</c:v>
                </c:pt>
                <c:pt idx="104">
                  <c:v>0.81481409999999999</c:v>
                </c:pt>
                <c:pt idx="105">
                  <c:v>0.91825239999999997</c:v>
                </c:pt>
                <c:pt idx="106">
                  <c:v>0.95457890000000001</c:v>
                </c:pt>
                <c:pt idx="107">
                  <c:v>0.95795359999999996</c:v>
                </c:pt>
                <c:pt idx="108">
                  <c:v>0.96853060000000002</c:v>
                </c:pt>
                <c:pt idx="109">
                  <c:v>1.114555</c:v>
                </c:pt>
                <c:pt idx="110">
                  <c:v>1.0918559999999999</c:v>
                </c:pt>
                <c:pt idx="111">
                  <c:v>1.1424650000000001</c:v>
                </c:pt>
                <c:pt idx="112">
                  <c:v>1.1667400000000001</c:v>
                </c:pt>
                <c:pt idx="113">
                  <c:v>1.1249739999999999</c:v>
                </c:pt>
                <c:pt idx="114">
                  <c:v>1.1803140000000001</c:v>
                </c:pt>
                <c:pt idx="115">
                  <c:v>1.1922759999999999</c:v>
                </c:pt>
                <c:pt idx="116">
                  <c:v>1.1557379999999999</c:v>
                </c:pt>
                <c:pt idx="117">
                  <c:v>1.182544</c:v>
                </c:pt>
                <c:pt idx="118">
                  <c:v>1.160398</c:v>
                </c:pt>
                <c:pt idx="119">
                  <c:v>1.137278</c:v>
                </c:pt>
                <c:pt idx="120">
                  <c:v>1.1846239999999999</c:v>
                </c:pt>
                <c:pt idx="121">
                  <c:v>1.131669</c:v>
                </c:pt>
                <c:pt idx="122">
                  <c:v>1.1059939999999999</c:v>
                </c:pt>
                <c:pt idx="123">
                  <c:v>1.0990740000000001</c:v>
                </c:pt>
                <c:pt idx="124">
                  <c:v>1.052386</c:v>
                </c:pt>
                <c:pt idx="125">
                  <c:v>1.021741</c:v>
                </c:pt>
                <c:pt idx="126">
                  <c:v>1.0898110000000001</c:v>
                </c:pt>
                <c:pt idx="127">
                  <c:v>1.009741</c:v>
                </c:pt>
                <c:pt idx="128">
                  <c:v>0.9440383</c:v>
                </c:pt>
                <c:pt idx="129">
                  <c:v>0.95062239999999998</c:v>
                </c:pt>
                <c:pt idx="130">
                  <c:v>0.94134739999999995</c:v>
                </c:pt>
                <c:pt idx="131">
                  <c:v>0.93224340000000006</c:v>
                </c:pt>
                <c:pt idx="132">
                  <c:v>0.93713329999999995</c:v>
                </c:pt>
                <c:pt idx="133">
                  <c:v>0.88357079999999999</c:v>
                </c:pt>
                <c:pt idx="134">
                  <c:v>0.90591189999999999</c:v>
                </c:pt>
                <c:pt idx="135">
                  <c:v>0.88121780000000005</c:v>
                </c:pt>
                <c:pt idx="136">
                  <c:v>0.90868079999999996</c:v>
                </c:pt>
                <c:pt idx="137">
                  <c:v>0.9025649</c:v>
                </c:pt>
                <c:pt idx="138">
                  <c:v>0.93968819999999997</c:v>
                </c:pt>
                <c:pt idx="139">
                  <c:v>0.88490310000000005</c:v>
                </c:pt>
                <c:pt idx="140">
                  <c:v>0.88805429999999996</c:v>
                </c:pt>
                <c:pt idx="141">
                  <c:v>0.86621709999999996</c:v>
                </c:pt>
                <c:pt idx="142">
                  <c:v>0.91177620000000004</c:v>
                </c:pt>
                <c:pt idx="143">
                  <c:v>0.93025449999999998</c:v>
                </c:pt>
                <c:pt idx="144">
                  <c:v>0.90847809999999996</c:v>
                </c:pt>
                <c:pt idx="145">
                  <c:v>0.96440300000000001</c:v>
                </c:pt>
                <c:pt idx="146">
                  <c:v>0.98682760000000003</c:v>
                </c:pt>
                <c:pt idx="147">
                  <c:v>1.031909</c:v>
                </c:pt>
                <c:pt idx="148">
                  <c:v>1.0075879999999999</c:v>
                </c:pt>
                <c:pt idx="149">
                  <c:v>1.0930249999999999</c:v>
                </c:pt>
                <c:pt idx="150">
                  <c:v>1.111753</c:v>
                </c:pt>
                <c:pt idx="151">
                  <c:v>1.0928420000000001</c:v>
                </c:pt>
                <c:pt idx="152">
                  <c:v>1.0900019999999999</c:v>
                </c:pt>
                <c:pt idx="153">
                  <c:v>1.1232409999999999</c:v>
                </c:pt>
                <c:pt idx="154">
                  <c:v>1.1208260000000001</c:v>
                </c:pt>
                <c:pt idx="155">
                  <c:v>1.122036</c:v>
                </c:pt>
                <c:pt idx="156">
                  <c:v>1.10463</c:v>
                </c:pt>
                <c:pt idx="157">
                  <c:v>1.068424</c:v>
                </c:pt>
                <c:pt idx="158">
                  <c:v>1.0669010000000001</c:v>
                </c:pt>
                <c:pt idx="159">
                  <c:v>1.035366</c:v>
                </c:pt>
                <c:pt idx="160">
                  <c:v>1.0521400000000001</c:v>
                </c:pt>
                <c:pt idx="161">
                  <c:v>1.0527470000000001</c:v>
                </c:pt>
                <c:pt idx="162">
                  <c:v>1.023131</c:v>
                </c:pt>
                <c:pt idx="163">
                  <c:v>0.9896102</c:v>
                </c:pt>
                <c:pt idx="164">
                  <c:v>0.98745229999999995</c:v>
                </c:pt>
                <c:pt idx="165">
                  <c:v>0.97478419999999999</c:v>
                </c:pt>
                <c:pt idx="166">
                  <c:v>0.97590200000000005</c:v>
                </c:pt>
                <c:pt idx="167">
                  <c:v>0.95131940000000004</c:v>
                </c:pt>
                <c:pt idx="168">
                  <c:v>0.95060480000000003</c:v>
                </c:pt>
                <c:pt idx="169">
                  <c:v>0.97484720000000002</c:v>
                </c:pt>
                <c:pt idx="170">
                  <c:v>0.97602619999999995</c:v>
                </c:pt>
                <c:pt idx="171">
                  <c:v>0.94591939999999997</c:v>
                </c:pt>
                <c:pt idx="172">
                  <c:v>0.92312819999999995</c:v>
                </c:pt>
                <c:pt idx="173">
                  <c:v>0.9360503</c:v>
                </c:pt>
                <c:pt idx="174">
                  <c:v>0.90977260000000004</c:v>
                </c:pt>
                <c:pt idx="175">
                  <c:v>0.94504699999999997</c:v>
                </c:pt>
                <c:pt idx="176">
                  <c:v>0.93014010000000003</c:v>
                </c:pt>
                <c:pt idx="177">
                  <c:v>0.9274384</c:v>
                </c:pt>
                <c:pt idx="178">
                  <c:v>0.95492719999999998</c:v>
                </c:pt>
                <c:pt idx="179">
                  <c:v>0.93199310000000002</c:v>
                </c:pt>
                <c:pt idx="180">
                  <c:v>0.97636149999999999</c:v>
                </c:pt>
                <c:pt idx="181">
                  <c:v>0.97573129999999997</c:v>
                </c:pt>
                <c:pt idx="182">
                  <c:v>0.986676</c:v>
                </c:pt>
                <c:pt idx="183">
                  <c:v>1.0081629999999999</c:v>
                </c:pt>
                <c:pt idx="184">
                  <c:v>1.0015160000000001</c:v>
                </c:pt>
                <c:pt idx="185">
                  <c:v>1.0431589999999999</c:v>
                </c:pt>
                <c:pt idx="186">
                  <c:v>1.0294890000000001</c:v>
                </c:pt>
                <c:pt idx="187">
                  <c:v>1.039013</c:v>
                </c:pt>
                <c:pt idx="188">
                  <c:v>1.0439210000000001</c:v>
                </c:pt>
                <c:pt idx="189">
                  <c:v>1.0551349999999999</c:v>
                </c:pt>
                <c:pt idx="190">
                  <c:v>1.0560020000000001</c:v>
                </c:pt>
                <c:pt idx="191">
                  <c:v>1.0411090000000001</c:v>
                </c:pt>
                <c:pt idx="192">
                  <c:v>1.0172159999999999</c:v>
                </c:pt>
                <c:pt idx="193">
                  <c:v>1.0617019999999999</c:v>
                </c:pt>
                <c:pt idx="194">
                  <c:v>1.0841730000000001</c:v>
                </c:pt>
                <c:pt idx="195">
                  <c:v>1.0760320000000001</c:v>
                </c:pt>
                <c:pt idx="196">
                  <c:v>1.025315</c:v>
                </c:pt>
                <c:pt idx="197">
                  <c:v>1.060076</c:v>
                </c:pt>
                <c:pt idx="198">
                  <c:v>1.039903</c:v>
                </c:pt>
                <c:pt idx="199">
                  <c:v>1.0298080000000001</c:v>
                </c:pt>
                <c:pt idx="200">
                  <c:v>0.98023439999999995</c:v>
                </c:pt>
                <c:pt idx="201">
                  <c:v>1.0062469999999999</c:v>
                </c:pt>
                <c:pt idx="202">
                  <c:v>1.00688</c:v>
                </c:pt>
                <c:pt idx="203">
                  <c:v>0.97058420000000001</c:v>
                </c:pt>
                <c:pt idx="204">
                  <c:v>0.97066240000000004</c:v>
                </c:pt>
                <c:pt idx="205">
                  <c:v>0.97881499999999999</c:v>
                </c:pt>
                <c:pt idx="206">
                  <c:v>0.98624630000000002</c:v>
                </c:pt>
                <c:pt idx="207">
                  <c:v>0.98500929999999998</c:v>
                </c:pt>
                <c:pt idx="208">
                  <c:v>0.94531719999999997</c:v>
                </c:pt>
                <c:pt idx="209">
                  <c:v>0.95473960000000002</c:v>
                </c:pt>
                <c:pt idx="210">
                  <c:v>0.93047809999999997</c:v>
                </c:pt>
                <c:pt idx="211">
                  <c:v>0.94447919999999996</c:v>
                </c:pt>
                <c:pt idx="212">
                  <c:v>0.94126810000000005</c:v>
                </c:pt>
                <c:pt idx="213">
                  <c:v>0.95337019999999995</c:v>
                </c:pt>
                <c:pt idx="214">
                  <c:v>0.95245950000000001</c:v>
                </c:pt>
                <c:pt idx="215">
                  <c:v>0.95938860000000004</c:v>
                </c:pt>
                <c:pt idx="216">
                  <c:v>0.98220499999999999</c:v>
                </c:pt>
                <c:pt idx="217">
                  <c:v>0.99356789999999995</c:v>
                </c:pt>
                <c:pt idx="218">
                  <c:v>1.0053780000000001</c:v>
                </c:pt>
                <c:pt idx="219">
                  <c:v>0.99258389999999996</c:v>
                </c:pt>
                <c:pt idx="220">
                  <c:v>1.0116210000000001</c:v>
                </c:pt>
                <c:pt idx="221">
                  <c:v>0.99936950000000002</c:v>
                </c:pt>
                <c:pt idx="222">
                  <c:v>1.037601</c:v>
                </c:pt>
                <c:pt idx="223">
                  <c:v>1.0059769999999999</c:v>
                </c:pt>
                <c:pt idx="224">
                  <c:v>1.0284599999999999</c:v>
                </c:pt>
                <c:pt idx="225">
                  <c:v>1.0028349999999999</c:v>
                </c:pt>
                <c:pt idx="226">
                  <c:v>1.0291889999999999</c:v>
                </c:pt>
                <c:pt idx="227">
                  <c:v>1.040071</c:v>
                </c:pt>
                <c:pt idx="228">
                  <c:v>1.0339750000000001</c:v>
                </c:pt>
                <c:pt idx="229">
                  <c:v>1.0365629999999999</c:v>
                </c:pt>
                <c:pt idx="230">
                  <c:v>1.0213570000000001</c:v>
                </c:pt>
                <c:pt idx="231">
                  <c:v>1.0412840000000001</c:v>
                </c:pt>
                <c:pt idx="232">
                  <c:v>1.014548</c:v>
                </c:pt>
                <c:pt idx="233">
                  <c:v>1.0444739999999999</c:v>
                </c:pt>
                <c:pt idx="234">
                  <c:v>1.0186930000000001</c:v>
                </c:pt>
                <c:pt idx="235">
                  <c:v>1.0160670000000001</c:v>
                </c:pt>
                <c:pt idx="236">
                  <c:v>0.99088339999999997</c:v>
                </c:pt>
                <c:pt idx="237">
                  <c:v>1.0383169999999999</c:v>
                </c:pt>
                <c:pt idx="238">
                  <c:v>1.0082359999999999</c:v>
                </c:pt>
                <c:pt idx="239">
                  <c:v>1.0060290000000001</c:v>
                </c:pt>
                <c:pt idx="240">
                  <c:v>0.97874629999999996</c:v>
                </c:pt>
                <c:pt idx="241">
                  <c:v>0.99554379999999998</c:v>
                </c:pt>
                <c:pt idx="242">
                  <c:v>0.96006559999999996</c:v>
                </c:pt>
                <c:pt idx="243">
                  <c:v>0.99422999999999995</c:v>
                </c:pt>
                <c:pt idx="244">
                  <c:v>0.99168699999999999</c:v>
                </c:pt>
                <c:pt idx="245">
                  <c:v>0.99301079999999997</c:v>
                </c:pt>
                <c:pt idx="246">
                  <c:v>0.9669451</c:v>
                </c:pt>
                <c:pt idx="247">
                  <c:v>0.96639359999999996</c:v>
                </c:pt>
                <c:pt idx="248">
                  <c:v>0.95506060000000004</c:v>
                </c:pt>
                <c:pt idx="249">
                  <c:v>0.96486850000000002</c:v>
                </c:pt>
                <c:pt idx="250">
                  <c:v>0.96354870000000004</c:v>
                </c:pt>
                <c:pt idx="251">
                  <c:v>0.97044799999999998</c:v>
                </c:pt>
                <c:pt idx="252">
                  <c:v>0.99284090000000003</c:v>
                </c:pt>
                <c:pt idx="253">
                  <c:v>0.99744639999999996</c:v>
                </c:pt>
                <c:pt idx="254">
                  <c:v>0.96792409999999995</c:v>
                </c:pt>
                <c:pt idx="255">
                  <c:v>0.97411840000000005</c:v>
                </c:pt>
                <c:pt idx="256">
                  <c:v>1.025636</c:v>
                </c:pt>
                <c:pt idx="257">
                  <c:v>1.006677</c:v>
                </c:pt>
                <c:pt idx="258">
                  <c:v>1.0002450000000001</c:v>
                </c:pt>
                <c:pt idx="259">
                  <c:v>1.0261169999999999</c:v>
                </c:pt>
                <c:pt idx="260">
                  <c:v>1.007987</c:v>
                </c:pt>
                <c:pt idx="261">
                  <c:v>1.023792</c:v>
                </c:pt>
                <c:pt idx="262">
                  <c:v>1.033542</c:v>
                </c:pt>
                <c:pt idx="263">
                  <c:v>1.0147200000000001</c:v>
                </c:pt>
                <c:pt idx="264">
                  <c:v>1.03304</c:v>
                </c:pt>
                <c:pt idx="265">
                  <c:v>1.0342439999999999</c:v>
                </c:pt>
                <c:pt idx="266">
                  <c:v>1.0237039999999999</c:v>
                </c:pt>
                <c:pt idx="267">
                  <c:v>1.0354289999999999</c:v>
                </c:pt>
                <c:pt idx="268">
                  <c:v>1.005773</c:v>
                </c:pt>
                <c:pt idx="269">
                  <c:v>1.002302</c:v>
                </c:pt>
                <c:pt idx="270">
                  <c:v>1.0295859999999999</c:v>
                </c:pt>
                <c:pt idx="271">
                  <c:v>1.009857</c:v>
                </c:pt>
                <c:pt idx="272">
                  <c:v>1.0109760000000001</c:v>
                </c:pt>
                <c:pt idx="273">
                  <c:v>0.99339160000000004</c:v>
                </c:pt>
                <c:pt idx="274">
                  <c:v>1.003822</c:v>
                </c:pt>
                <c:pt idx="275">
                  <c:v>0.98371730000000002</c:v>
                </c:pt>
                <c:pt idx="276">
                  <c:v>0.98720509999999995</c:v>
                </c:pt>
                <c:pt idx="277">
                  <c:v>1.0005440000000001</c:v>
                </c:pt>
                <c:pt idx="278">
                  <c:v>1.0043820000000001</c:v>
                </c:pt>
                <c:pt idx="279">
                  <c:v>0.99807179999999995</c:v>
                </c:pt>
                <c:pt idx="280">
                  <c:v>0.99956979999999995</c:v>
                </c:pt>
                <c:pt idx="281">
                  <c:v>0.99654759999999998</c:v>
                </c:pt>
                <c:pt idx="282">
                  <c:v>0.97410819999999998</c:v>
                </c:pt>
                <c:pt idx="283">
                  <c:v>0.9715336</c:v>
                </c:pt>
                <c:pt idx="284">
                  <c:v>0.98265899999999995</c:v>
                </c:pt>
                <c:pt idx="285">
                  <c:v>0.98273129999999997</c:v>
                </c:pt>
                <c:pt idx="286">
                  <c:v>0.97535510000000003</c:v>
                </c:pt>
                <c:pt idx="287">
                  <c:v>0.98132770000000002</c:v>
                </c:pt>
                <c:pt idx="288">
                  <c:v>0.97454819999999998</c:v>
                </c:pt>
                <c:pt idx="289">
                  <c:v>0.98714009999999996</c:v>
                </c:pt>
                <c:pt idx="290">
                  <c:v>0.99297139999999995</c:v>
                </c:pt>
                <c:pt idx="291">
                  <c:v>0.99778710000000004</c:v>
                </c:pt>
                <c:pt idx="292">
                  <c:v>1.004068</c:v>
                </c:pt>
                <c:pt idx="293">
                  <c:v>1.003295</c:v>
                </c:pt>
                <c:pt idx="294">
                  <c:v>0.99228839999999996</c:v>
                </c:pt>
                <c:pt idx="295">
                  <c:v>1.0084360000000001</c:v>
                </c:pt>
                <c:pt idx="296">
                  <c:v>1.0118659999999999</c:v>
                </c:pt>
                <c:pt idx="297">
                  <c:v>1.022113</c:v>
                </c:pt>
                <c:pt idx="298">
                  <c:v>1.0259830000000001</c:v>
                </c:pt>
                <c:pt idx="299">
                  <c:v>1.0363260000000001</c:v>
                </c:pt>
                <c:pt idx="300">
                  <c:v>1.008222</c:v>
                </c:pt>
                <c:pt idx="301">
                  <c:v>1.0365420000000001</c:v>
                </c:pt>
                <c:pt idx="302">
                  <c:v>1.0085189999999999</c:v>
                </c:pt>
                <c:pt idx="303">
                  <c:v>1.0225869999999999</c:v>
                </c:pt>
                <c:pt idx="304">
                  <c:v>1.0151760000000001</c:v>
                </c:pt>
                <c:pt idx="305">
                  <c:v>1.027549</c:v>
                </c:pt>
                <c:pt idx="306">
                  <c:v>1.0161469999999999</c:v>
                </c:pt>
                <c:pt idx="307">
                  <c:v>1.0135449999999999</c:v>
                </c:pt>
                <c:pt idx="308">
                  <c:v>1.015263</c:v>
                </c:pt>
                <c:pt idx="309">
                  <c:v>1.015433</c:v>
                </c:pt>
                <c:pt idx="310">
                  <c:v>0.98810770000000003</c:v>
                </c:pt>
                <c:pt idx="311">
                  <c:v>0.99229160000000005</c:v>
                </c:pt>
                <c:pt idx="312">
                  <c:v>0.99072749999999998</c:v>
                </c:pt>
                <c:pt idx="313">
                  <c:v>0.99716959999999999</c:v>
                </c:pt>
                <c:pt idx="314">
                  <c:v>0.97336880000000003</c:v>
                </c:pt>
                <c:pt idx="315">
                  <c:v>1.001066</c:v>
                </c:pt>
                <c:pt idx="316">
                  <c:v>0.99951710000000005</c:v>
                </c:pt>
                <c:pt idx="317">
                  <c:v>0.98840320000000004</c:v>
                </c:pt>
                <c:pt idx="318">
                  <c:v>0.98341789999999996</c:v>
                </c:pt>
                <c:pt idx="319">
                  <c:v>0.97782400000000003</c:v>
                </c:pt>
                <c:pt idx="320">
                  <c:v>0.98868129999999999</c:v>
                </c:pt>
                <c:pt idx="321">
                  <c:v>0.97976200000000002</c:v>
                </c:pt>
                <c:pt idx="322">
                  <c:v>0.98361549999999998</c:v>
                </c:pt>
                <c:pt idx="323">
                  <c:v>0.98051869999999997</c:v>
                </c:pt>
                <c:pt idx="324">
                  <c:v>1.0001770000000001</c:v>
                </c:pt>
                <c:pt idx="325">
                  <c:v>0.98107840000000002</c:v>
                </c:pt>
                <c:pt idx="326">
                  <c:v>1.002745</c:v>
                </c:pt>
                <c:pt idx="327">
                  <c:v>0.98992250000000004</c:v>
                </c:pt>
                <c:pt idx="328">
                  <c:v>0.99038499999999996</c:v>
                </c:pt>
                <c:pt idx="329">
                  <c:v>0.99868489999999999</c:v>
                </c:pt>
                <c:pt idx="330">
                  <c:v>1.007374</c:v>
                </c:pt>
                <c:pt idx="331">
                  <c:v>1.0277419999999999</c:v>
                </c:pt>
                <c:pt idx="332">
                  <c:v>1.0159640000000001</c:v>
                </c:pt>
                <c:pt idx="333">
                  <c:v>0.99723220000000001</c:v>
                </c:pt>
                <c:pt idx="334">
                  <c:v>1.0149649999999999</c:v>
                </c:pt>
                <c:pt idx="335">
                  <c:v>1.0156289999999999</c:v>
                </c:pt>
                <c:pt idx="336">
                  <c:v>1.028994</c:v>
                </c:pt>
                <c:pt idx="337">
                  <c:v>1.0204819999999999</c:v>
                </c:pt>
                <c:pt idx="338">
                  <c:v>1.0327550000000001</c:v>
                </c:pt>
                <c:pt idx="339">
                  <c:v>1.0168790000000001</c:v>
                </c:pt>
                <c:pt idx="340">
                  <c:v>1.0088200000000001</c:v>
                </c:pt>
                <c:pt idx="341">
                  <c:v>1.0109140000000001</c:v>
                </c:pt>
                <c:pt idx="342">
                  <c:v>0.99557739999999995</c:v>
                </c:pt>
                <c:pt idx="343">
                  <c:v>1.018078</c:v>
                </c:pt>
                <c:pt idx="344">
                  <c:v>1.0222720000000001</c:v>
                </c:pt>
                <c:pt idx="345">
                  <c:v>1.0176719999999999</c:v>
                </c:pt>
                <c:pt idx="346">
                  <c:v>0.99574850000000004</c:v>
                </c:pt>
                <c:pt idx="347">
                  <c:v>0.9909521</c:v>
                </c:pt>
                <c:pt idx="348">
                  <c:v>0.99714789999999998</c:v>
                </c:pt>
                <c:pt idx="349">
                  <c:v>0.98737379999999997</c:v>
                </c:pt>
                <c:pt idx="350">
                  <c:v>1.003234</c:v>
                </c:pt>
                <c:pt idx="351">
                  <c:v>0.98147980000000001</c:v>
                </c:pt>
                <c:pt idx="352">
                  <c:v>0.98565219999999998</c:v>
                </c:pt>
                <c:pt idx="353">
                  <c:v>0.98497100000000004</c:v>
                </c:pt>
                <c:pt idx="354">
                  <c:v>0.98807540000000005</c:v>
                </c:pt>
                <c:pt idx="355">
                  <c:v>0.97095229999999999</c:v>
                </c:pt>
                <c:pt idx="356">
                  <c:v>0.97686099999999998</c:v>
                </c:pt>
                <c:pt idx="357">
                  <c:v>0.97227889999999995</c:v>
                </c:pt>
                <c:pt idx="358">
                  <c:v>0.97006159999999997</c:v>
                </c:pt>
                <c:pt idx="359">
                  <c:v>0.98303839999999998</c:v>
                </c:pt>
                <c:pt idx="360">
                  <c:v>0.97521100000000005</c:v>
                </c:pt>
                <c:pt idx="361">
                  <c:v>1.0011369999999999</c:v>
                </c:pt>
                <c:pt idx="362">
                  <c:v>0.99006019999999995</c:v>
                </c:pt>
                <c:pt idx="363">
                  <c:v>1.001242</c:v>
                </c:pt>
                <c:pt idx="364">
                  <c:v>0.97523420000000005</c:v>
                </c:pt>
                <c:pt idx="365">
                  <c:v>1.0025299999999999</c:v>
                </c:pt>
                <c:pt idx="366">
                  <c:v>1.0088790000000001</c:v>
                </c:pt>
                <c:pt idx="367">
                  <c:v>1.0002009999999999</c:v>
                </c:pt>
                <c:pt idx="368">
                  <c:v>0.99895179999999995</c:v>
                </c:pt>
                <c:pt idx="369">
                  <c:v>1.014675</c:v>
                </c:pt>
                <c:pt idx="370">
                  <c:v>1.001781</c:v>
                </c:pt>
                <c:pt idx="371">
                  <c:v>1.017452</c:v>
                </c:pt>
                <c:pt idx="372">
                  <c:v>1.017757</c:v>
                </c:pt>
                <c:pt idx="373">
                  <c:v>1.006837</c:v>
                </c:pt>
                <c:pt idx="374">
                  <c:v>0.99854949999999998</c:v>
                </c:pt>
                <c:pt idx="375">
                  <c:v>1.023679</c:v>
                </c:pt>
                <c:pt idx="376">
                  <c:v>1.01677</c:v>
                </c:pt>
                <c:pt idx="377">
                  <c:v>1.012564</c:v>
                </c:pt>
                <c:pt idx="378">
                  <c:v>1.0062990000000001</c:v>
                </c:pt>
                <c:pt idx="379">
                  <c:v>1.003782</c:v>
                </c:pt>
                <c:pt idx="380">
                  <c:v>1.008859</c:v>
                </c:pt>
                <c:pt idx="381">
                  <c:v>1.0131079999999999</c:v>
                </c:pt>
                <c:pt idx="382">
                  <c:v>1.0141150000000001</c:v>
                </c:pt>
                <c:pt idx="383">
                  <c:v>1.0155510000000001</c:v>
                </c:pt>
                <c:pt idx="384">
                  <c:v>0.99835589999999996</c:v>
                </c:pt>
                <c:pt idx="385">
                  <c:v>0.99468219999999996</c:v>
                </c:pt>
                <c:pt idx="386">
                  <c:v>1.004173</c:v>
                </c:pt>
                <c:pt idx="387">
                  <c:v>1.0006280000000001</c:v>
                </c:pt>
                <c:pt idx="388">
                  <c:v>0.98630569999999995</c:v>
                </c:pt>
                <c:pt idx="389">
                  <c:v>0.98856390000000005</c:v>
                </c:pt>
                <c:pt idx="390">
                  <c:v>0.98518649999999997</c:v>
                </c:pt>
                <c:pt idx="391">
                  <c:v>0.98494170000000003</c:v>
                </c:pt>
                <c:pt idx="392">
                  <c:v>0.97878390000000004</c:v>
                </c:pt>
                <c:pt idx="393">
                  <c:v>0.99609570000000003</c:v>
                </c:pt>
                <c:pt idx="394">
                  <c:v>0.98364759999999996</c:v>
                </c:pt>
                <c:pt idx="395">
                  <c:v>0.99002979999999996</c:v>
                </c:pt>
                <c:pt idx="396">
                  <c:v>0.9935136</c:v>
                </c:pt>
                <c:pt idx="397">
                  <c:v>0.99077340000000003</c:v>
                </c:pt>
                <c:pt idx="398">
                  <c:v>0.99524120000000005</c:v>
                </c:pt>
                <c:pt idx="399">
                  <c:v>0.98547660000000004</c:v>
                </c:pt>
                <c:pt idx="400">
                  <c:v>1.006427</c:v>
                </c:pt>
                <c:pt idx="401">
                  <c:v>0.99612829999999997</c:v>
                </c:pt>
                <c:pt idx="402">
                  <c:v>0.9897532</c:v>
                </c:pt>
                <c:pt idx="403">
                  <c:v>1.003115</c:v>
                </c:pt>
                <c:pt idx="404">
                  <c:v>1.00359</c:v>
                </c:pt>
                <c:pt idx="405">
                  <c:v>1.005263</c:v>
                </c:pt>
                <c:pt idx="406">
                  <c:v>1.0131490000000001</c:v>
                </c:pt>
                <c:pt idx="407">
                  <c:v>1.0189410000000001</c:v>
                </c:pt>
                <c:pt idx="408">
                  <c:v>1.028653</c:v>
                </c:pt>
                <c:pt idx="409">
                  <c:v>1.022716</c:v>
                </c:pt>
                <c:pt idx="410">
                  <c:v>1.022418</c:v>
                </c:pt>
                <c:pt idx="411">
                  <c:v>1.0168060000000001</c:v>
                </c:pt>
                <c:pt idx="412">
                  <c:v>1.0150170000000001</c:v>
                </c:pt>
                <c:pt idx="413">
                  <c:v>0.99831309999999995</c:v>
                </c:pt>
                <c:pt idx="414">
                  <c:v>1.015198</c:v>
                </c:pt>
                <c:pt idx="415">
                  <c:v>1.0130220000000001</c:v>
                </c:pt>
                <c:pt idx="416">
                  <c:v>1.0147550000000001</c:v>
                </c:pt>
                <c:pt idx="417">
                  <c:v>1.029631</c:v>
                </c:pt>
                <c:pt idx="418">
                  <c:v>0.99603430000000004</c:v>
                </c:pt>
                <c:pt idx="419">
                  <c:v>1.000688</c:v>
                </c:pt>
                <c:pt idx="420">
                  <c:v>0.99706890000000004</c:v>
                </c:pt>
                <c:pt idx="421">
                  <c:v>0.99890429999999997</c:v>
                </c:pt>
                <c:pt idx="422">
                  <c:v>0.99108019999999997</c:v>
                </c:pt>
                <c:pt idx="423">
                  <c:v>0.98072119999999996</c:v>
                </c:pt>
                <c:pt idx="424">
                  <c:v>0.98374399999999995</c:v>
                </c:pt>
                <c:pt idx="425">
                  <c:v>1.001064</c:v>
                </c:pt>
                <c:pt idx="426">
                  <c:v>0.98077000000000003</c:v>
                </c:pt>
                <c:pt idx="427">
                  <c:v>0.99421820000000005</c:v>
                </c:pt>
                <c:pt idx="428">
                  <c:v>0.98771580000000003</c:v>
                </c:pt>
                <c:pt idx="429">
                  <c:v>0.99370999999999998</c:v>
                </c:pt>
                <c:pt idx="430">
                  <c:v>0.98323879999999997</c:v>
                </c:pt>
                <c:pt idx="431">
                  <c:v>0.99233459999999996</c:v>
                </c:pt>
                <c:pt idx="432">
                  <c:v>0.98265659999999999</c:v>
                </c:pt>
                <c:pt idx="433">
                  <c:v>1.004991</c:v>
                </c:pt>
                <c:pt idx="434">
                  <c:v>0.99790760000000001</c:v>
                </c:pt>
                <c:pt idx="435">
                  <c:v>0.97877219999999998</c:v>
                </c:pt>
                <c:pt idx="436">
                  <c:v>0.98471900000000001</c:v>
                </c:pt>
                <c:pt idx="437">
                  <c:v>0.99500580000000005</c:v>
                </c:pt>
                <c:pt idx="438">
                  <c:v>1.0107269999999999</c:v>
                </c:pt>
                <c:pt idx="439">
                  <c:v>1.0065980000000001</c:v>
                </c:pt>
                <c:pt idx="440">
                  <c:v>0.9997509</c:v>
                </c:pt>
                <c:pt idx="441">
                  <c:v>1.0140119999999999</c:v>
                </c:pt>
                <c:pt idx="442">
                  <c:v>1.005304</c:v>
                </c:pt>
                <c:pt idx="443">
                  <c:v>0.99638159999999998</c:v>
                </c:pt>
                <c:pt idx="444">
                  <c:v>1.024416</c:v>
                </c:pt>
                <c:pt idx="445">
                  <c:v>1.0132319999999999</c:v>
                </c:pt>
                <c:pt idx="446">
                  <c:v>1.006367</c:v>
                </c:pt>
                <c:pt idx="447">
                  <c:v>1.001214</c:v>
                </c:pt>
                <c:pt idx="448">
                  <c:v>1.0035430000000001</c:v>
                </c:pt>
                <c:pt idx="449">
                  <c:v>1.022751</c:v>
                </c:pt>
                <c:pt idx="450">
                  <c:v>1.0134650000000001</c:v>
                </c:pt>
                <c:pt idx="451">
                  <c:v>1.0195430000000001</c:v>
                </c:pt>
                <c:pt idx="452">
                  <c:v>0.99857660000000004</c:v>
                </c:pt>
                <c:pt idx="453">
                  <c:v>1.0151110000000001</c:v>
                </c:pt>
                <c:pt idx="454">
                  <c:v>1.009204</c:v>
                </c:pt>
                <c:pt idx="455">
                  <c:v>1.010076</c:v>
                </c:pt>
                <c:pt idx="456">
                  <c:v>1.0030520000000001</c:v>
                </c:pt>
                <c:pt idx="457">
                  <c:v>1.007687</c:v>
                </c:pt>
                <c:pt idx="458">
                  <c:v>0.99786560000000002</c:v>
                </c:pt>
                <c:pt idx="459">
                  <c:v>0.99510810000000005</c:v>
                </c:pt>
                <c:pt idx="460">
                  <c:v>0.99424829999999997</c:v>
                </c:pt>
                <c:pt idx="461">
                  <c:v>0.98250020000000005</c:v>
                </c:pt>
                <c:pt idx="462">
                  <c:v>0.98137260000000004</c:v>
                </c:pt>
                <c:pt idx="463">
                  <c:v>0.98917949999999999</c:v>
                </c:pt>
                <c:pt idx="464">
                  <c:v>0.99891540000000001</c:v>
                </c:pt>
                <c:pt idx="465">
                  <c:v>0.98971779999999998</c:v>
                </c:pt>
                <c:pt idx="466">
                  <c:v>0.99129529999999999</c:v>
                </c:pt>
                <c:pt idx="467">
                  <c:v>0.99528700000000003</c:v>
                </c:pt>
                <c:pt idx="468">
                  <c:v>0.9868519</c:v>
                </c:pt>
                <c:pt idx="469">
                  <c:v>0.99805829999999995</c:v>
                </c:pt>
                <c:pt idx="470">
                  <c:v>0.99146920000000005</c:v>
                </c:pt>
                <c:pt idx="471">
                  <c:v>0.98906910000000003</c:v>
                </c:pt>
                <c:pt idx="472">
                  <c:v>0.97410770000000002</c:v>
                </c:pt>
                <c:pt idx="473">
                  <c:v>0.9884598</c:v>
                </c:pt>
                <c:pt idx="474">
                  <c:v>0.98213399999999995</c:v>
                </c:pt>
                <c:pt idx="475">
                  <c:v>0.99773780000000001</c:v>
                </c:pt>
                <c:pt idx="476">
                  <c:v>1.0049440000000001</c:v>
                </c:pt>
                <c:pt idx="477">
                  <c:v>1.0009870000000001</c:v>
                </c:pt>
                <c:pt idx="478">
                  <c:v>0.99652130000000005</c:v>
                </c:pt>
                <c:pt idx="479">
                  <c:v>1.0162119999999999</c:v>
                </c:pt>
                <c:pt idx="480">
                  <c:v>1.007666</c:v>
                </c:pt>
                <c:pt idx="481">
                  <c:v>1.028613</c:v>
                </c:pt>
                <c:pt idx="482">
                  <c:v>1.0049140000000001</c:v>
                </c:pt>
                <c:pt idx="483">
                  <c:v>1.010448</c:v>
                </c:pt>
                <c:pt idx="484">
                  <c:v>1.007609</c:v>
                </c:pt>
                <c:pt idx="485">
                  <c:v>1.022154</c:v>
                </c:pt>
                <c:pt idx="486">
                  <c:v>1.0074129999999999</c:v>
                </c:pt>
                <c:pt idx="487">
                  <c:v>1.0100579999999999</c:v>
                </c:pt>
                <c:pt idx="488">
                  <c:v>1.000305</c:v>
                </c:pt>
                <c:pt idx="489">
                  <c:v>0.99738369999999998</c:v>
                </c:pt>
                <c:pt idx="490">
                  <c:v>1.0149079999999999</c:v>
                </c:pt>
                <c:pt idx="491">
                  <c:v>1.015242</c:v>
                </c:pt>
                <c:pt idx="492">
                  <c:v>1.0076970000000001</c:v>
                </c:pt>
                <c:pt idx="493">
                  <c:v>0.99072780000000005</c:v>
                </c:pt>
                <c:pt idx="494">
                  <c:v>0.99634849999999997</c:v>
                </c:pt>
                <c:pt idx="495">
                  <c:v>1.0005599999999999</c:v>
                </c:pt>
                <c:pt idx="496">
                  <c:v>0.99950839999999996</c:v>
                </c:pt>
                <c:pt idx="497">
                  <c:v>0.98733930000000003</c:v>
                </c:pt>
                <c:pt idx="498">
                  <c:v>1.000353</c:v>
                </c:pt>
                <c:pt idx="499">
                  <c:v>0.99809020000000004</c:v>
                </c:pt>
                <c:pt idx="500">
                  <c:v>1.0023489999999999</c:v>
                </c:pt>
                <c:pt idx="501">
                  <c:v>0.99156500000000003</c:v>
                </c:pt>
                <c:pt idx="502">
                  <c:v>0.98771410000000004</c:v>
                </c:pt>
                <c:pt idx="503">
                  <c:v>0.99894269999999996</c:v>
                </c:pt>
                <c:pt idx="504">
                  <c:v>0.99211300000000002</c:v>
                </c:pt>
                <c:pt idx="505">
                  <c:v>0.98163860000000003</c:v>
                </c:pt>
                <c:pt idx="506">
                  <c:v>0.99853130000000001</c:v>
                </c:pt>
                <c:pt idx="507">
                  <c:v>0.99193279999999995</c:v>
                </c:pt>
                <c:pt idx="508">
                  <c:v>0.99580639999999998</c:v>
                </c:pt>
                <c:pt idx="509">
                  <c:v>0.98839999999999995</c:v>
                </c:pt>
                <c:pt idx="510">
                  <c:v>0.99739390000000006</c:v>
                </c:pt>
                <c:pt idx="511">
                  <c:v>0.99630090000000004</c:v>
                </c:pt>
                <c:pt idx="512">
                  <c:v>0.99618039999999997</c:v>
                </c:pt>
                <c:pt idx="513">
                  <c:v>1.006027</c:v>
                </c:pt>
                <c:pt idx="514">
                  <c:v>0.99923130000000004</c:v>
                </c:pt>
                <c:pt idx="515">
                  <c:v>1.0042979999999999</c:v>
                </c:pt>
                <c:pt idx="516">
                  <c:v>1.00075</c:v>
                </c:pt>
              </c:numCache>
            </c:numRef>
          </c:yVal>
          <c:smooth val="1"/>
          <c:extLst>
            <c:ext xmlns:c16="http://schemas.microsoft.com/office/drawing/2014/chart" uri="{C3380CC4-5D6E-409C-BE32-E72D297353CC}">
              <c16:uniqueId val="{00000005-AEC3-4920-9F18-79397C998F93}"/>
            </c:ext>
          </c:extLst>
        </c:ser>
        <c:ser>
          <c:idx val="6"/>
          <c:order val="6"/>
          <c:tx>
            <c:strRef>
              <c:f>二体分布関数!$I$1</c:f>
              <c:strCache>
                <c:ptCount val="1"/>
                <c:pt idx="0">
                  <c:v>Ti-Be</c:v>
                </c:pt>
              </c:strCache>
            </c:strRef>
          </c:tx>
          <c:spPr>
            <a:ln w="19050" cap="rnd">
              <a:solidFill>
                <a:schemeClr val="accent1">
                  <a:lumMod val="60000"/>
                </a:schemeClr>
              </a:solidFill>
              <a:round/>
            </a:ln>
            <a:effectLst/>
          </c:spPr>
          <c:marker>
            <c:symbol val="none"/>
          </c:marker>
          <c:xVal>
            <c:numRef>
              <c:f>二体分布関数!$B$2:$B$1550</c:f>
              <c:numCache>
                <c:formatCode>0.00E+00</c:formatCode>
                <c:ptCount val="517"/>
                <c:pt idx="0">
                  <c:v>0.06</c:v>
                </c:pt>
                <c:pt idx="1">
                  <c:v>0.12</c:v>
                </c:pt>
                <c:pt idx="2">
                  <c:v>0.18</c:v>
                </c:pt>
                <c:pt idx="3">
                  <c:v>0.24</c:v>
                </c:pt>
                <c:pt idx="4">
                  <c:v>0.3</c:v>
                </c:pt>
                <c:pt idx="5">
                  <c:v>0.36</c:v>
                </c:pt>
                <c:pt idx="6">
                  <c:v>0.42</c:v>
                </c:pt>
                <c:pt idx="7">
                  <c:v>0.48</c:v>
                </c:pt>
                <c:pt idx="8">
                  <c:v>0.54</c:v>
                </c:pt>
                <c:pt idx="9">
                  <c:v>0.6</c:v>
                </c:pt>
                <c:pt idx="10">
                  <c:v>0.66</c:v>
                </c:pt>
                <c:pt idx="11">
                  <c:v>0.72</c:v>
                </c:pt>
                <c:pt idx="12">
                  <c:v>0.78</c:v>
                </c:pt>
                <c:pt idx="13">
                  <c:v>0.84</c:v>
                </c:pt>
                <c:pt idx="14">
                  <c:v>0.9</c:v>
                </c:pt>
                <c:pt idx="15">
                  <c:v>0.96</c:v>
                </c:pt>
                <c:pt idx="16" formatCode="General">
                  <c:v>1.02</c:v>
                </c:pt>
                <c:pt idx="17" formatCode="General">
                  <c:v>1.08</c:v>
                </c:pt>
                <c:pt idx="18" formatCode="General">
                  <c:v>1.1399999999999999</c:v>
                </c:pt>
                <c:pt idx="19" formatCode="General">
                  <c:v>1.2</c:v>
                </c:pt>
                <c:pt idx="20" formatCode="General">
                  <c:v>1.26</c:v>
                </c:pt>
                <c:pt idx="21" formatCode="General">
                  <c:v>1.32</c:v>
                </c:pt>
                <c:pt idx="22" formatCode="General">
                  <c:v>1.38</c:v>
                </c:pt>
                <c:pt idx="23" formatCode="General">
                  <c:v>1.44</c:v>
                </c:pt>
                <c:pt idx="24" formatCode="General">
                  <c:v>1.5</c:v>
                </c:pt>
                <c:pt idx="25" formatCode="General">
                  <c:v>1.56</c:v>
                </c:pt>
                <c:pt idx="26" formatCode="General">
                  <c:v>1.62</c:v>
                </c:pt>
                <c:pt idx="27" formatCode="General">
                  <c:v>1.68</c:v>
                </c:pt>
                <c:pt idx="28" formatCode="General">
                  <c:v>1.74</c:v>
                </c:pt>
                <c:pt idx="29" formatCode="General">
                  <c:v>1.8</c:v>
                </c:pt>
                <c:pt idx="30" formatCode="General">
                  <c:v>1.86</c:v>
                </c:pt>
                <c:pt idx="31" formatCode="General">
                  <c:v>1.92</c:v>
                </c:pt>
                <c:pt idx="32" formatCode="General">
                  <c:v>1.98</c:v>
                </c:pt>
                <c:pt idx="33" formatCode="General">
                  <c:v>2.04</c:v>
                </c:pt>
                <c:pt idx="34" formatCode="General">
                  <c:v>2.1</c:v>
                </c:pt>
                <c:pt idx="35" formatCode="General">
                  <c:v>2.16</c:v>
                </c:pt>
                <c:pt idx="36" formatCode="General">
                  <c:v>2.2200000000000002</c:v>
                </c:pt>
                <c:pt idx="37" formatCode="General">
                  <c:v>2.2799999999999998</c:v>
                </c:pt>
                <c:pt idx="38" formatCode="General">
                  <c:v>2.34</c:v>
                </c:pt>
                <c:pt idx="39" formatCode="General">
                  <c:v>2.4</c:v>
                </c:pt>
                <c:pt idx="40" formatCode="General">
                  <c:v>2.46</c:v>
                </c:pt>
                <c:pt idx="41" formatCode="General">
                  <c:v>2.52</c:v>
                </c:pt>
                <c:pt idx="42" formatCode="General">
                  <c:v>2.58</c:v>
                </c:pt>
                <c:pt idx="43" formatCode="General">
                  <c:v>2.64</c:v>
                </c:pt>
                <c:pt idx="44" formatCode="General">
                  <c:v>2.7</c:v>
                </c:pt>
                <c:pt idx="45" formatCode="General">
                  <c:v>2.76</c:v>
                </c:pt>
                <c:pt idx="46" formatCode="General">
                  <c:v>2.82</c:v>
                </c:pt>
                <c:pt idx="47" formatCode="General">
                  <c:v>2.88</c:v>
                </c:pt>
                <c:pt idx="48" formatCode="General">
                  <c:v>2.94</c:v>
                </c:pt>
                <c:pt idx="49" formatCode="General">
                  <c:v>3</c:v>
                </c:pt>
                <c:pt idx="50" formatCode="General">
                  <c:v>3.06</c:v>
                </c:pt>
                <c:pt idx="51" formatCode="General">
                  <c:v>3.12</c:v>
                </c:pt>
                <c:pt idx="52" formatCode="General">
                  <c:v>3.18</c:v>
                </c:pt>
                <c:pt idx="53" formatCode="General">
                  <c:v>3.24</c:v>
                </c:pt>
                <c:pt idx="54" formatCode="General">
                  <c:v>3.3</c:v>
                </c:pt>
                <c:pt idx="55" formatCode="General">
                  <c:v>3.36</c:v>
                </c:pt>
                <c:pt idx="56" formatCode="General">
                  <c:v>3.42</c:v>
                </c:pt>
                <c:pt idx="57" formatCode="General">
                  <c:v>3.48</c:v>
                </c:pt>
                <c:pt idx="58" formatCode="General">
                  <c:v>3.54</c:v>
                </c:pt>
                <c:pt idx="59" formatCode="General">
                  <c:v>3.6</c:v>
                </c:pt>
                <c:pt idx="60" formatCode="General">
                  <c:v>3.66</c:v>
                </c:pt>
                <c:pt idx="61" formatCode="General">
                  <c:v>3.72</c:v>
                </c:pt>
                <c:pt idx="62" formatCode="General">
                  <c:v>3.78</c:v>
                </c:pt>
                <c:pt idx="63" formatCode="General">
                  <c:v>3.84</c:v>
                </c:pt>
                <c:pt idx="64" formatCode="General">
                  <c:v>3.9</c:v>
                </c:pt>
                <c:pt idx="65" formatCode="General">
                  <c:v>3.96</c:v>
                </c:pt>
                <c:pt idx="66" formatCode="General">
                  <c:v>4.0199999999999996</c:v>
                </c:pt>
                <c:pt idx="67" formatCode="General">
                  <c:v>4.08</c:v>
                </c:pt>
                <c:pt idx="68" formatCode="General">
                  <c:v>4.1399999999999997</c:v>
                </c:pt>
                <c:pt idx="69" formatCode="General">
                  <c:v>4.2</c:v>
                </c:pt>
                <c:pt idx="70" formatCode="General">
                  <c:v>4.26</c:v>
                </c:pt>
                <c:pt idx="71" formatCode="General">
                  <c:v>4.32</c:v>
                </c:pt>
                <c:pt idx="72" formatCode="General">
                  <c:v>4.38</c:v>
                </c:pt>
                <c:pt idx="73" formatCode="General">
                  <c:v>4.4400000000000004</c:v>
                </c:pt>
                <c:pt idx="74" formatCode="General">
                  <c:v>4.5</c:v>
                </c:pt>
                <c:pt idx="75" formatCode="General">
                  <c:v>4.5599999999999996</c:v>
                </c:pt>
                <c:pt idx="76" formatCode="General">
                  <c:v>4.62</c:v>
                </c:pt>
                <c:pt idx="77" formatCode="General">
                  <c:v>4.68</c:v>
                </c:pt>
                <c:pt idx="78" formatCode="General">
                  <c:v>4.74</c:v>
                </c:pt>
                <c:pt idx="79" formatCode="General">
                  <c:v>4.8</c:v>
                </c:pt>
                <c:pt idx="80" formatCode="General">
                  <c:v>4.8600000000000003</c:v>
                </c:pt>
                <c:pt idx="81" formatCode="General">
                  <c:v>4.92</c:v>
                </c:pt>
                <c:pt idx="82" formatCode="General">
                  <c:v>4.9800000000000004</c:v>
                </c:pt>
                <c:pt idx="83" formatCode="General">
                  <c:v>5.04</c:v>
                </c:pt>
                <c:pt idx="84" formatCode="General">
                  <c:v>5.0999999999999996</c:v>
                </c:pt>
                <c:pt idx="85" formatCode="General">
                  <c:v>5.16</c:v>
                </c:pt>
                <c:pt idx="86" formatCode="General">
                  <c:v>5.22</c:v>
                </c:pt>
                <c:pt idx="87" formatCode="General">
                  <c:v>5.28</c:v>
                </c:pt>
                <c:pt idx="88" formatCode="General">
                  <c:v>5.34</c:v>
                </c:pt>
                <c:pt idx="89" formatCode="General">
                  <c:v>5.4</c:v>
                </c:pt>
                <c:pt idx="90" formatCode="General">
                  <c:v>5.46</c:v>
                </c:pt>
                <c:pt idx="91" formatCode="General">
                  <c:v>5.52</c:v>
                </c:pt>
                <c:pt idx="92" formatCode="General">
                  <c:v>5.58</c:v>
                </c:pt>
                <c:pt idx="93" formatCode="General">
                  <c:v>5.64</c:v>
                </c:pt>
                <c:pt idx="94" formatCode="General">
                  <c:v>5.7</c:v>
                </c:pt>
                <c:pt idx="95" formatCode="General">
                  <c:v>5.76</c:v>
                </c:pt>
                <c:pt idx="96" formatCode="General">
                  <c:v>5.82</c:v>
                </c:pt>
                <c:pt idx="97" formatCode="General">
                  <c:v>5.88</c:v>
                </c:pt>
                <c:pt idx="98" formatCode="General">
                  <c:v>5.94</c:v>
                </c:pt>
                <c:pt idx="99" formatCode="General">
                  <c:v>6</c:v>
                </c:pt>
                <c:pt idx="100" formatCode="General">
                  <c:v>6.06</c:v>
                </c:pt>
                <c:pt idx="101" formatCode="General">
                  <c:v>6.12</c:v>
                </c:pt>
                <c:pt idx="102" formatCode="General">
                  <c:v>6.18</c:v>
                </c:pt>
                <c:pt idx="103" formatCode="General">
                  <c:v>6.24</c:v>
                </c:pt>
                <c:pt idx="104" formatCode="General">
                  <c:v>6.3</c:v>
                </c:pt>
                <c:pt idx="105" formatCode="General">
                  <c:v>6.36</c:v>
                </c:pt>
                <c:pt idx="106" formatCode="General">
                  <c:v>6.42</c:v>
                </c:pt>
                <c:pt idx="107" formatCode="General">
                  <c:v>6.48</c:v>
                </c:pt>
                <c:pt idx="108" formatCode="General">
                  <c:v>6.54</c:v>
                </c:pt>
                <c:pt idx="109" formatCode="General">
                  <c:v>6.6</c:v>
                </c:pt>
                <c:pt idx="110" formatCode="General">
                  <c:v>6.66</c:v>
                </c:pt>
                <c:pt idx="111" formatCode="General">
                  <c:v>6.72</c:v>
                </c:pt>
                <c:pt idx="112" formatCode="General">
                  <c:v>6.78</c:v>
                </c:pt>
                <c:pt idx="113" formatCode="General">
                  <c:v>6.84</c:v>
                </c:pt>
                <c:pt idx="114" formatCode="General">
                  <c:v>6.9</c:v>
                </c:pt>
                <c:pt idx="115" formatCode="General">
                  <c:v>6.96</c:v>
                </c:pt>
                <c:pt idx="116" formatCode="General">
                  <c:v>7.02</c:v>
                </c:pt>
                <c:pt idx="117" formatCode="General">
                  <c:v>7.08</c:v>
                </c:pt>
                <c:pt idx="118" formatCode="General">
                  <c:v>7.14</c:v>
                </c:pt>
                <c:pt idx="119" formatCode="General">
                  <c:v>7.2</c:v>
                </c:pt>
                <c:pt idx="120" formatCode="General">
                  <c:v>7.26</c:v>
                </c:pt>
                <c:pt idx="121" formatCode="General">
                  <c:v>7.32</c:v>
                </c:pt>
                <c:pt idx="122" formatCode="General">
                  <c:v>7.38</c:v>
                </c:pt>
                <c:pt idx="123" formatCode="General">
                  <c:v>7.44</c:v>
                </c:pt>
                <c:pt idx="124" formatCode="General">
                  <c:v>7.5</c:v>
                </c:pt>
                <c:pt idx="125" formatCode="General">
                  <c:v>7.56</c:v>
                </c:pt>
                <c:pt idx="126" formatCode="General">
                  <c:v>7.62</c:v>
                </c:pt>
                <c:pt idx="127" formatCode="General">
                  <c:v>7.68</c:v>
                </c:pt>
                <c:pt idx="128" formatCode="General">
                  <c:v>7.74</c:v>
                </c:pt>
                <c:pt idx="129" formatCode="General">
                  <c:v>7.8</c:v>
                </c:pt>
                <c:pt idx="130" formatCode="General">
                  <c:v>7.86</c:v>
                </c:pt>
                <c:pt idx="131" formatCode="General">
                  <c:v>7.92</c:v>
                </c:pt>
                <c:pt idx="132" formatCode="General">
                  <c:v>7.98</c:v>
                </c:pt>
                <c:pt idx="133" formatCode="General">
                  <c:v>8.0399999999999991</c:v>
                </c:pt>
                <c:pt idx="134" formatCode="General">
                  <c:v>8.0999990000000004</c:v>
                </c:pt>
                <c:pt idx="135" formatCode="General">
                  <c:v>8.16</c:v>
                </c:pt>
                <c:pt idx="136" formatCode="General">
                  <c:v>8.2200000000000006</c:v>
                </c:pt>
                <c:pt idx="137" formatCode="General">
                  <c:v>8.2799999999999994</c:v>
                </c:pt>
                <c:pt idx="138" formatCode="General">
                  <c:v>8.34</c:v>
                </c:pt>
                <c:pt idx="139" formatCode="General">
                  <c:v>8.4</c:v>
                </c:pt>
                <c:pt idx="140" formatCode="General">
                  <c:v>8.4600000000000009</c:v>
                </c:pt>
                <c:pt idx="141" formatCode="General">
                  <c:v>8.52</c:v>
                </c:pt>
                <c:pt idx="142" formatCode="General">
                  <c:v>8.58</c:v>
                </c:pt>
                <c:pt idx="143" formatCode="General">
                  <c:v>8.6399989999999995</c:v>
                </c:pt>
                <c:pt idx="144" formatCode="General">
                  <c:v>8.6999999999999993</c:v>
                </c:pt>
                <c:pt idx="145" formatCode="General">
                  <c:v>8.76</c:v>
                </c:pt>
                <c:pt idx="146" formatCode="General">
                  <c:v>8.82</c:v>
                </c:pt>
                <c:pt idx="147" formatCode="General">
                  <c:v>8.8800000000000008</c:v>
                </c:pt>
                <c:pt idx="148" formatCode="General">
                  <c:v>8.94</c:v>
                </c:pt>
                <c:pt idx="149" formatCode="General">
                  <c:v>9</c:v>
                </c:pt>
                <c:pt idx="150" formatCode="General">
                  <c:v>9.0599989999999995</c:v>
                </c:pt>
                <c:pt idx="151" formatCode="General">
                  <c:v>9.1199999999999992</c:v>
                </c:pt>
                <c:pt idx="152" formatCode="General">
                  <c:v>9.1799990000000005</c:v>
                </c:pt>
                <c:pt idx="153" formatCode="General">
                  <c:v>9.24</c:v>
                </c:pt>
                <c:pt idx="154" formatCode="General">
                  <c:v>9.3000000000000007</c:v>
                </c:pt>
                <c:pt idx="155" formatCode="General">
                  <c:v>9.36</c:v>
                </c:pt>
                <c:pt idx="156" formatCode="General">
                  <c:v>9.42</c:v>
                </c:pt>
                <c:pt idx="157" formatCode="General">
                  <c:v>9.48</c:v>
                </c:pt>
                <c:pt idx="158" formatCode="General">
                  <c:v>9.5399999999999991</c:v>
                </c:pt>
                <c:pt idx="159" formatCode="General">
                  <c:v>9.5999990000000004</c:v>
                </c:pt>
                <c:pt idx="160" formatCode="General">
                  <c:v>9.66</c:v>
                </c:pt>
                <c:pt idx="161" formatCode="General">
                  <c:v>9.7199989999999996</c:v>
                </c:pt>
                <c:pt idx="162" formatCode="General">
                  <c:v>9.7799999999999994</c:v>
                </c:pt>
                <c:pt idx="163" formatCode="General">
                  <c:v>9.84</c:v>
                </c:pt>
                <c:pt idx="164" formatCode="General">
                  <c:v>9.9</c:v>
                </c:pt>
                <c:pt idx="165" formatCode="General">
                  <c:v>9.9600000000000009</c:v>
                </c:pt>
                <c:pt idx="166" formatCode="General">
                  <c:v>10.02</c:v>
                </c:pt>
                <c:pt idx="167" formatCode="General">
                  <c:v>10.08</c:v>
                </c:pt>
                <c:pt idx="168" formatCode="General">
                  <c:v>10.14</c:v>
                </c:pt>
                <c:pt idx="169" formatCode="General">
                  <c:v>10.199999999999999</c:v>
                </c:pt>
                <c:pt idx="170" formatCode="General">
                  <c:v>10.26</c:v>
                </c:pt>
                <c:pt idx="171" formatCode="General">
                  <c:v>10.32</c:v>
                </c:pt>
                <c:pt idx="172" formatCode="General">
                  <c:v>10.38</c:v>
                </c:pt>
                <c:pt idx="173" formatCode="General">
                  <c:v>10.44</c:v>
                </c:pt>
                <c:pt idx="174" formatCode="General">
                  <c:v>10.5</c:v>
                </c:pt>
                <c:pt idx="175" formatCode="General">
                  <c:v>10.56</c:v>
                </c:pt>
                <c:pt idx="176" formatCode="General">
                  <c:v>10.62</c:v>
                </c:pt>
                <c:pt idx="177" formatCode="General">
                  <c:v>10.68</c:v>
                </c:pt>
                <c:pt idx="178" formatCode="General">
                  <c:v>10.74</c:v>
                </c:pt>
                <c:pt idx="179" formatCode="General">
                  <c:v>10.8</c:v>
                </c:pt>
                <c:pt idx="180" formatCode="General">
                  <c:v>10.86</c:v>
                </c:pt>
                <c:pt idx="181" formatCode="General">
                  <c:v>10.92</c:v>
                </c:pt>
                <c:pt idx="182" formatCode="General">
                  <c:v>10.98</c:v>
                </c:pt>
                <c:pt idx="183" formatCode="General">
                  <c:v>11.04</c:v>
                </c:pt>
                <c:pt idx="184" formatCode="General">
                  <c:v>11.1</c:v>
                </c:pt>
                <c:pt idx="185" formatCode="General">
                  <c:v>11.16</c:v>
                </c:pt>
                <c:pt idx="186" formatCode="General">
                  <c:v>11.22</c:v>
                </c:pt>
                <c:pt idx="187" formatCode="General">
                  <c:v>11.28</c:v>
                </c:pt>
                <c:pt idx="188" formatCode="General">
                  <c:v>11.34</c:v>
                </c:pt>
                <c:pt idx="189" formatCode="General">
                  <c:v>11.4</c:v>
                </c:pt>
                <c:pt idx="190" formatCode="General">
                  <c:v>11.46</c:v>
                </c:pt>
                <c:pt idx="191" formatCode="General">
                  <c:v>11.52</c:v>
                </c:pt>
                <c:pt idx="192" formatCode="General">
                  <c:v>11.58</c:v>
                </c:pt>
                <c:pt idx="193" formatCode="General">
                  <c:v>11.64</c:v>
                </c:pt>
                <c:pt idx="194" formatCode="General">
                  <c:v>11.7</c:v>
                </c:pt>
                <c:pt idx="195" formatCode="General">
                  <c:v>11.76</c:v>
                </c:pt>
                <c:pt idx="196" formatCode="General">
                  <c:v>11.82</c:v>
                </c:pt>
                <c:pt idx="197" formatCode="General">
                  <c:v>11.88</c:v>
                </c:pt>
                <c:pt idx="198" formatCode="General">
                  <c:v>11.94</c:v>
                </c:pt>
                <c:pt idx="199" formatCode="General">
                  <c:v>12</c:v>
                </c:pt>
                <c:pt idx="200" formatCode="General">
                  <c:v>12.06</c:v>
                </c:pt>
                <c:pt idx="201" formatCode="General">
                  <c:v>12.12</c:v>
                </c:pt>
                <c:pt idx="202" formatCode="General">
                  <c:v>12.18</c:v>
                </c:pt>
                <c:pt idx="203" formatCode="General">
                  <c:v>12.24</c:v>
                </c:pt>
                <c:pt idx="204" formatCode="General">
                  <c:v>12.3</c:v>
                </c:pt>
                <c:pt idx="205" formatCode="General">
                  <c:v>12.36</c:v>
                </c:pt>
                <c:pt idx="206" formatCode="General">
                  <c:v>12.42</c:v>
                </c:pt>
                <c:pt idx="207" formatCode="General">
                  <c:v>12.48</c:v>
                </c:pt>
                <c:pt idx="208" formatCode="General">
                  <c:v>12.54</c:v>
                </c:pt>
                <c:pt idx="209" formatCode="General">
                  <c:v>12.6</c:v>
                </c:pt>
                <c:pt idx="210" formatCode="General">
                  <c:v>12.66</c:v>
                </c:pt>
                <c:pt idx="211" formatCode="General">
                  <c:v>12.72</c:v>
                </c:pt>
                <c:pt idx="212" formatCode="General">
                  <c:v>12.78</c:v>
                </c:pt>
                <c:pt idx="213" formatCode="General">
                  <c:v>12.84</c:v>
                </c:pt>
                <c:pt idx="214" formatCode="General">
                  <c:v>12.9</c:v>
                </c:pt>
                <c:pt idx="215" formatCode="General">
                  <c:v>12.96</c:v>
                </c:pt>
                <c:pt idx="216" formatCode="General">
                  <c:v>13.02</c:v>
                </c:pt>
                <c:pt idx="217" formatCode="General">
                  <c:v>13.08</c:v>
                </c:pt>
                <c:pt idx="218" formatCode="General">
                  <c:v>13.14</c:v>
                </c:pt>
                <c:pt idx="219" formatCode="General">
                  <c:v>13.2</c:v>
                </c:pt>
                <c:pt idx="220" formatCode="General">
                  <c:v>13.26</c:v>
                </c:pt>
                <c:pt idx="221" formatCode="General">
                  <c:v>13.32</c:v>
                </c:pt>
                <c:pt idx="222" formatCode="General">
                  <c:v>13.38</c:v>
                </c:pt>
                <c:pt idx="223" formatCode="General">
                  <c:v>13.44</c:v>
                </c:pt>
                <c:pt idx="224" formatCode="General">
                  <c:v>13.5</c:v>
                </c:pt>
                <c:pt idx="225" formatCode="General">
                  <c:v>13.56</c:v>
                </c:pt>
                <c:pt idx="226" formatCode="General">
                  <c:v>13.62</c:v>
                </c:pt>
                <c:pt idx="227" formatCode="General">
                  <c:v>13.68</c:v>
                </c:pt>
                <c:pt idx="228" formatCode="General">
                  <c:v>13.74</c:v>
                </c:pt>
                <c:pt idx="229" formatCode="General">
                  <c:v>13.8</c:v>
                </c:pt>
                <c:pt idx="230" formatCode="General">
                  <c:v>13.86</c:v>
                </c:pt>
                <c:pt idx="231" formatCode="General">
                  <c:v>13.92</c:v>
                </c:pt>
                <c:pt idx="232" formatCode="General">
                  <c:v>13.98</c:v>
                </c:pt>
                <c:pt idx="233" formatCode="General">
                  <c:v>14.04</c:v>
                </c:pt>
                <c:pt idx="234" formatCode="General">
                  <c:v>14.1</c:v>
                </c:pt>
                <c:pt idx="235" formatCode="General">
                  <c:v>14.16</c:v>
                </c:pt>
                <c:pt idx="236" formatCode="General">
                  <c:v>14.22</c:v>
                </c:pt>
                <c:pt idx="237" formatCode="General">
                  <c:v>14.28</c:v>
                </c:pt>
                <c:pt idx="238" formatCode="General">
                  <c:v>14.34</c:v>
                </c:pt>
                <c:pt idx="239" formatCode="General">
                  <c:v>14.4</c:v>
                </c:pt>
                <c:pt idx="240" formatCode="General">
                  <c:v>14.46</c:v>
                </c:pt>
                <c:pt idx="241" formatCode="General">
                  <c:v>14.52</c:v>
                </c:pt>
                <c:pt idx="242" formatCode="General">
                  <c:v>14.58</c:v>
                </c:pt>
                <c:pt idx="243" formatCode="General">
                  <c:v>14.64</c:v>
                </c:pt>
                <c:pt idx="244" formatCode="General">
                  <c:v>14.7</c:v>
                </c:pt>
                <c:pt idx="245" formatCode="General">
                  <c:v>14.76</c:v>
                </c:pt>
                <c:pt idx="246" formatCode="General">
                  <c:v>14.82</c:v>
                </c:pt>
                <c:pt idx="247" formatCode="General">
                  <c:v>14.88</c:v>
                </c:pt>
                <c:pt idx="248" formatCode="General">
                  <c:v>14.94</c:v>
                </c:pt>
                <c:pt idx="249" formatCode="General">
                  <c:v>15</c:v>
                </c:pt>
                <c:pt idx="250" formatCode="General">
                  <c:v>15.06</c:v>
                </c:pt>
                <c:pt idx="251" formatCode="General">
                  <c:v>15.12</c:v>
                </c:pt>
                <c:pt idx="252" formatCode="General">
                  <c:v>15.18</c:v>
                </c:pt>
                <c:pt idx="253" formatCode="General">
                  <c:v>15.24</c:v>
                </c:pt>
                <c:pt idx="254" formatCode="General">
                  <c:v>15.3</c:v>
                </c:pt>
                <c:pt idx="255" formatCode="General">
                  <c:v>15.36</c:v>
                </c:pt>
                <c:pt idx="256" formatCode="General">
                  <c:v>15.42</c:v>
                </c:pt>
                <c:pt idx="257" formatCode="General">
                  <c:v>15.48</c:v>
                </c:pt>
                <c:pt idx="258" formatCode="General">
                  <c:v>15.54</c:v>
                </c:pt>
                <c:pt idx="259" formatCode="General">
                  <c:v>15.6</c:v>
                </c:pt>
                <c:pt idx="260" formatCode="General">
                  <c:v>15.66</c:v>
                </c:pt>
                <c:pt idx="261" formatCode="General">
                  <c:v>15.72</c:v>
                </c:pt>
                <c:pt idx="262" formatCode="General">
                  <c:v>15.78</c:v>
                </c:pt>
                <c:pt idx="263" formatCode="General">
                  <c:v>15.84</c:v>
                </c:pt>
                <c:pt idx="264" formatCode="General">
                  <c:v>15.9</c:v>
                </c:pt>
                <c:pt idx="265" formatCode="General">
                  <c:v>15.96</c:v>
                </c:pt>
                <c:pt idx="266" formatCode="General">
                  <c:v>16.02</c:v>
                </c:pt>
                <c:pt idx="267" formatCode="General">
                  <c:v>16.079999999999998</c:v>
                </c:pt>
                <c:pt idx="268" formatCode="General">
                  <c:v>16.14</c:v>
                </c:pt>
                <c:pt idx="269" formatCode="General">
                  <c:v>16.2</c:v>
                </c:pt>
                <c:pt idx="270" formatCode="General">
                  <c:v>16.260000000000002</c:v>
                </c:pt>
                <c:pt idx="271" formatCode="General">
                  <c:v>16.32</c:v>
                </c:pt>
                <c:pt idx="272" formatCode="General">
                  <c:v>16.38</c:v>
                </c:pt>
                <c:pt idx="273" formatCode="General">
                  <c:v>16.440000000000001</c:v>
                </c:pt>
                <c:pt idx="274" formatCode="General">
                  <c:v>16.5</c:v>
                </c:pt>
                <c:pt idx="275" formatCode="General">
                  <c:v>16.559999999999999</c:v>
                </c:pt>
                <c:pt idx="276" formatCode="General">
                  <c:v>16.62</c:v>
                </c:pt>
                <c:pt idx="277" formatCode="General">
                  <c:v>16.68</c:v>
                </c:pt>
                <c:pt idx="278" formatCode="General">
                  <c:v>16.739999999999998</c:v>
                </c:pt>
                <c:pt idx="279" formatCode="General">
                  <c:v>16.8</c:v>
                </c:pt>
                <c:pt idx="280" formatCode="General">
                  <c:v>16.86</c:v>
                </c:pt>
                <c:pt idx="281" formatCode="General">
                  <c:v>16.920000000000002</c:v>
                </c:pt>
                <c:pt idx="282" formatCode="General">
                  <c:v>16.98</c:v>
                </c:pt>
                <c:pt idx="283" formatCode="General">
                  <c:v>17.04</c:v>
                </c:pt>
                <c:pt idx="284" formatCode="General">
                  <c:v>17.100000000000001</c:v>
                </c:pt>
                <c:pt idx="285" formatCode="General">
                  <c:v>17.16</c:v>
                </c:pt>
                <c:pt idx="286" formatCode="General">
                  <c:v>17.22</c:v>
                </c:pt>
                <c:pt idx="287" formatCode="General">
                  <c:v>17.28</c:v>
                </c:pt>
                <c:pt idx="288" formatCode="General">
                  <c:v>17.34</c:v>
                </c:pt>
                <c:pt idx="289" formatCode="General">
                  <c:v>17.399999999999999</c:v>
                </c:pt>
                <c:pt idx="290" formatCode="General">
                  <c:v>17.46</c:v>
                </c:pt>
                <c:pt idx="291" formatCode="General">
                  <c:v>17.52</c:v>
                </c:pt>
                <c:pt idx="292" formatCode="General">
                  <c:v>17.579999999999998</c:v>
                </c:pt>
                <c:pt idx="293" formatCode="General">
                  <c:v>17.64</c:v>
                </c:pt>
                <c:pt idx="294" formatCode="General">
                  <c:v>17.7</c:v>
                </c:pt>
                <c:pt idx="295" formatCode="General">
                  <c:v>17.760000000000002</c:v>
                </c:pt>
                <c:pt idx="296" formatCode="General">
                  <c:v>17.82</c:v>
                </c:pt>
                <c:pt idx="297" formatCode="General">
                  <c:v>17.88</c:v>
                </c:pt>
                <c:pt idx="298" formatCode="General">
                  <c:v>17.940000000000001</c:v>
                </c:pt>
                <c:pt idx="299" formatCode="General">
                  <c:v>18</c:v>
                </c:pt>
                <c:pt idx="300" formatCode="General">
                  <c:v>18.059999999999999</c:v>
                </c:pt>
                <c:pt idx="301" formatCode="General">
                  <c:v>18.12</c:v>
                </c:pt>
                <c:pt idx="302" formatCode="General">
                  <c:v>18.18</c:v>
                </c:pt>
                <c:pt idx="303" formatCode="General">
                  <c:v>18.239999999999998</c:v>
                </c:pt>
                <c:pt idx="304" formatCode="General">
                  <c:v>18.3</c:v>
                </c:pt>
                <c:pt idx="305" formatCode="General">
                  <c:v>18.36</c:v>
                </c:pt>
                <c:pt idx="306" formatCode="General">
                  <c:v>18.420000000000002</c:v>
                </c:pt>
                <c:pt idx="307" formatCode="General">
                  <c:v>18.48</c:v>
                </c:pt>
                <c:pt idx="308" formatCode="General">
                  <c:v>18.54</c:v>
                </c:pt>
                <c:pt idx="309" formatCode="General">
                  <c:v>18.600000000000001</c:v>
                </c:pt>
                <c:pt idx="310" formatCode="General">
                  <c:v>18.66</c:v>
                </c:pt>
                <c:pt idx="311" formatCode="General">
                  <c:v>18.72</c:v>
                </c:pt>
                <c:pt idx="312" formatCode="General">
                  <c:v>18.78</c:v>
                </c:pt>
                <c:pt idx="313" formatCode="General">
                  <c:v>18.84</c:v>
                </c:pt>
                <c:pt idx="314" formatCode="General">
                  <c:v>18.899999999999999</c:v>
                </c:pt>
                <c:pt idx="315" formatCode="General">
                  <c:v>18.96</c:v>
                </c:pt>
                <c:pt idx="316" formatCode="General">
                  <c:v>19.02</c:v>
                </c:pt>
                <c:pt idx="317" formatCode="General">
                  <c:v>19.079999999999998</c:v>
                </c:pt>
                <c:pt idx="318" formatCode="General">
                  <c:v>19.14</c:v>
                </c:pt>
                <c:pt idx="319" formatCode="General">
                  <c:v>19.2</c:v>
                </c:pt>
                <c:pt idx="320" formatCode="General">
                  <c:v>19.260000000000002</c:v>
                </c:pt>
                <c:pt idx="321" formatCode="General">
                  <c:v>19.32</c:v>
                </c:pt>
                <c:pt idx="322" formatCode="General">
                  <c:v>19.38</c:v>
                </c:pt>
                <c:pt idx="323" formatCode="General">
                  <c:v>19.440000000000001</c:v>
                </c:pt>
                <c:pt idx="324" formatCode="General">
                  <c:v>19.5</c:v>
                </c:pt>
                <c:pt idx="325" formatCode="General">
                  <c:v>19.559999999999999</c:v>
                </c:pt>
                <c:pt idx="326" formatCode="General">
                  <c:v>19.62</c:v>
                </c:pt>
                <c:pt idx="327" formatCode="General">
                  <c:v>19.68</c:v>
                </c:pt>
                <c:pt idx="328" formatCode="General">
                  <c:v>19.739999999999998</c:v>
                </c:pt>
                <c:pt idx="329" formatCode="General">
                  <c:v>19.8</c:v>
                </c:pt>
                <c:pt idx="330" formatCode="General">
                  <c:v>19.86</c:v>
                </c:pt>
                <c:pt idx="331" formatCode="General">
                  <c:v>19.920000000000002</c:v>
                </c:pt>
                <c:pt idx="332" formatCode="General">
                  <c:v>19.98</c:v>
                </c:pt>
                <c:pt idx="333" formatCode="General">
                  <c:v>20.04</c:v>
                </c:pt>
                <c:pt idx="334" formatCode="General">
                  <c:v>20.100000000000001</c:v>
                </c:pt>
                <c:pt idx="335" formatCode="General">
                  <c:v>20.16</c:v>
                </c:pt>
                <c:pt idx="336" formatCode="General">
                  <c:v>20.22</c:v>
                </c:pt>
                <c:pt idx="337" formatCode="General">
                  <c:v>20.28</c:v>
                </c:pt>
                <c:pt idx="338" formatCode="General">
                  <c:v>20.34</c:v>
                </c:pt>
                <c:pt idx="339" formatCode="General">
                  <c:v>20.399999999999999</c:v>
                </c:pt>
                <c:pt idx="340" formatCode="General">
                  <c:v>20.46</c:v>
                </c:pt>
                <c:pt idx="341" formatCode="General">
                  <c:v>20.52</c:v>
                </c:pt>
                <c:pt idx="342" formatCode="General">
                  <c:v>20.58</c:v>
                </c:pt>
                <c:pt idx="343" formatCode="General">
                  <c:v>20.64</c:v>
                </c:pt>
                <c:pt idx="344" formatCode="General">
                  <c:v>20.7</c:v>
                </c:pt>
                <c:pt idx="345" formatCode="General">
                  <c:v>20.76</c:v>
                </c:pt>
                <c:pt idx="346" formatCode="General">
                  <c:v>20.82</c:v>
                </c:pt>
                <c:pt idx="347" formatCode="General">
                  <c:v>20.88</c:v>
                </c:pt>
                <c:pt idx="348" formatCode="General">
                  <c:v>20.94</c:v>
                </c:pt>
                <c:pt idx="349" formatCode="General">
                  <c:v>21</c:v>
                </c:pt>
                <c:pt idx="350" formatCode="General">
                  <c:v>21.06</c:v>
                </c:pt>
                <c:pt idx="351" formatCode="General">
                  <c:v>21.12</c:v>
                </c:pt>
                <c:pt idx="352" formatCode="General">
                  <c:v>21.18</c:v>
                </c:pt>
                <c:pt idx="353" formatCode="General">
                  <c:v>21.24</c:v>
                </c:pt>
                <c:pt idx="354" formatCode="General">
                  <c:v>21.3</c:v>
                </c:pt>
                <c:pt idx="355" formatCode="General">
                  <c:v>21.36</c:v>
                </c:pt>
                <c:pt idx="356" formatCode="General">
                  <c:v>21.42</c:v>
                </c:pt>
                <c:pt idx="357" formatCode="General">
                  <c:v>21.48</c:v>
                </c:pt>
                <c:pt idx="358" formatCode="General">
                  <c:v>21.54</c:v>
                </c:pt>
                <c:pt idx="359" formatCode="General">
                  <c:v>21.6</c:v>
                </c:pt>
                <c:pt idx="360" formatCode="General">
                  <c:v>21.66</c:v>
                </c:pt>
                <c:pt idx="361" formatCode="General">
                  <c:v>21.72</c:v>
                </c:pt>
                <c:pt idx="362" formatCode="General">
                  <c:v>21.78</c:v>
                </c:pt>
                <c:pt idx="363" formatCode="General">
                  <c:v>21.84</c:v>
                </c:pt>
                <c:pt idx="364" formatCode="General">
                  <c:v>21.9</c:v>
                </c:pt>
                <c:pt idx="365" formatCode="General">
                  <c:v>21.96</c:v>
                </c:pt>
                <c:pt idx="366" formatCode="General">
                  <c:v>22.02</c:v>
                </c:pt>
                <c:pt idx="367" formatCode="General">
                  <c:v>22.08</c:v>
                </c:pt>
                <c:pt idx="368" formatCode="General">
                  <c:v>22.14</c:v>
                </c:pt>
                <c:pt idx="369" formatCode="General">
                  <c:v>22.2</c:v>
                </c:pt>
                <c:pt idx="370" formatCode="General">
                  <c:v>22.26</c:v>
                </c:pt>
                <c:pt idx="371" formatCode="General">
                  <c:v>22.32</c:v>
                </c:pt>
                <c:pt idx="372" formatCode="General">
                  <c:v>22.38</c:v>
                </c:pt>
                <c:pt idx="373" formatCode="General">
                  <c:v>22.44</c:v>
                </c:pt>
                <c:pt idx="374" formatCode="General">
                  <c:v>22.5</c:v>
                </c:pt>
                <c:pt idx="375" formatCode="General">
                  <c:v>22.56</c:v>
                </c:pt>
                <c:pt idx="376" formatCode="General">
                  <c:v>22.62</c:v>
                </c:pt>
                <c:pt idx="377" formatCode="General">
                  <c:v>22.68</c:v>
                </c:pt>
                <c:pt idx="378" formatCode="General">
                  <c:v>22.74</c:v>
                </c:pt>
                <c:pt idx="379" formatCode="General">
                  <c:v>22.8</c:v>
                </c:pt>
                <c:pt idx="380" formatCode="General">
                  <c:v>22.86</c:v>
                </c:pt>
                <c:pt idx="381" formatCode="General">
                  <c:v>22.92</c:v>
                </c:pt>
                <c:pt idx="382" formatCode="General">
                  <c:v>22.98</c:v>
                </c:pt>
                <c:pt idx="383" formatCode="General">
                  <c:v>23.04</c:v>
                </c:pt>
                <c:pt idx="384" formatCode="General">
                  <c:v>23.1</c:v>
                </c:pt>
                <c:pt idx="385" formatCode="General">
                  <c:v>23.16</c:v>
                </c:pt>
                <c:pt idx="386" formatCode="General">
                  <c:v>23.22</c:v>
                </c:pt>
                <c:pt idx="387" formatCode="General">
                  <c:v>23.28</c:v>
                </c:pt>
                <c:pt idx="388" formatCode="General">
                  <c:v>23.34</c:v>
                </c:pt>
                <c:pt idx="389" formatCode="General">
                  <c:v>23.4</c:v>
                </c:pt>
                <c:pt idx="390" formatCode="General">
                  <c:v>23.46</c:v>
                </c:pt>
                <c:pt idx="391" formatCode="General">
                  <c:v>23.52</c:v>
                </c:pt>
                <c:pt idx="392" formatCode="General">
                  <c:v>23.58</c:v>
                </c:pt>
                <c:pt idx="393" formatCode="General">
                  <c:v>23.64</c:v>
                </c:pt>
                <c:pt idx="394" formatCode="General">
                  <c:v>23.7</c:v>
                </c:pt>
                <c:pt idx="395" formatCode="General">
                  <c:v>23.76</c:v>
                </c:pt>
                <c:pt idx="396" formatCode="General">
                  <c:v>23.82</c:v>
                </c:pt>
                <c:pt idx="397" formatCode="General">
                  <c:v>23.88</c:v>
                </c:pt>
                <c:pt idx="398" formatCode="General">
                  <c:v>23.94</c:v>
                </c:pt>
                <c:pt idx="399" formatCode="General">
                  <c:v>24</c:v>
                </c:pt>
                <c:pt idx="400" formatCode="General">
                  <c:v>24.06</c:v>
                </c:pt>
                <c:pt idx="401" formatCode="General">
                  <c:v>24.12</c:v>
                </c:pt>
                <c:pt idx="402" formatCode="General">
                  <c:v>24.18</c:v>
                </c:pt>
                <c:pt idx="403" formatCode="General">
                  <c:v>24.24</c:v>
                </c:pt>
                <c:pt idx="404" formatCode="General">
                  <c:v>24.3</c:v>
                </c:pt>
                <c:pt idx="405" formatCode="General">
                  <c:v>24.36</c:v>
                </c:pt>
                <c:pt idx="406" formatCode="General">
                  <c:v>24.42</c:v>
                </c:pt>
                <c:pt idx="407" formatCode="General">
                  <c:v>24.48</c:v>
                </c:pt>
                <c:pt idx="408" formatCode="General">
                  <c:v>24.54</c:v>
                </c:pt>
                <c:pt idx="409" formatCode="General">
                  <c:v>24.6</c:v>
                </c:pt>
                <c:pt idx="410" formatCode="General">
                  <c:v>24.66</c:v>
                </c:pt>
                <c:pt idx="411" formatCode="General">
                  <c:v>24.72</c:v>
                </c:pt>
                <c:pt idx="412" formatCode="General">
                  <c:v>24.78</c:v>
                </c:pt>
                <c:pt idx="413" formatCode="General">
                  <c:v>24.84</c:v>
                </c:pt>
                <c:pt idx="414" formatCode="General">
                  <c:v>24.9</c:v>
                </c:pt>
                <c:pt idx="415" formatCode="General">
                  <c:v>24.96</c:v>
                </c:pt>
                <c:pt idx="416" formatCode="General">
                  <c:v>25.02</c:v>
                </c:pt>
                <c:pt idx="417" formatCode="General">
                  <c:v>25.08</c:v>
                </c:pt>
                <c:pt idx="418" formatCode="General">
                  <c:v>25.14</c:v>
                </c:pt>
                <c:pt idx="419" formatCode="General">
                  <c:v>25.2</c:v>
                </c:pt>
                <c:pt idx="420" formatCode="General">
                  <c:v>25.26</c:v>
                </c:pt>
                <c:pt idx="421" formatCode="General">
                  <c:v>25.32</c:v>
                </c:pt>
                <c:pt idx="422" formatCode="General">
                  <c:v>25.38</c:v>
                </c:pt>
                <c:pt idx="423" formatCode="General">
                  <c:v>25.44</c:v>
                </c:pt>
                <c:pt idx="424" formatCode="General">
                  <c:v>25.5</c:v>
                </c:pt>
                <c:pt idx="425" formatCode="General">
                  <c:v>25.56</c:v>
                </c:pt>
                <c:pt idx="426" formatCode="General">
                  <c:v>25.62</c:v>
                </c:pt>
                <c:pt idx="427" formatCode="General">
                  <c:v>25.68</c:v>
                </c:pt>
                <c:pt idx="428" formatCode="General">
                  <c:v>25.74</c:v>
                </c:pt>
                <c:pt idx="429" formatCode="General">
                  <c:v>25.8</c:v>
                </c:pt>
                <c:pt idx="430" formatCode="General">
                  <c:v>25.86</c:v>
                </c:pt>
                <c:pt idx="431" formatCode="General">
                  <c:v>25.92</c:v>
                </c:pt>
                <c:pt idx="432" formatCode="General">
                  <c:v>25.98</c:v>
                </c:pt>
                <c:pt idx="433" formatCode="General">
                  <c:v>26.04</c:v>
                </c:pt>
                <c:pt idx="434" formatCode="General">
                  <c:v>26.1</c:v>
                </c:pt>
                <c:pt idx="435" formatCode="General">
                  <c:v>26.16</c:v>
                </c:pt>
                <c:pt idx="436" formatCode="General">
                  <c:v>26.22</c:v>
                </c:pt>
                <c:pt idx="437" formatCode="General">
                  <c:v>26.28</c:v>
                </c:pt>
                <c:pt idx="438" formatCode="General">
                  <c:v>26.34</c:v>
                </c:pt>
                <c:pt idx="439" formatCode="General">
                  <c:v>26.4</c:v>
                </c:pt>
                <c:pt idx="440" formatCode="General">
                  <c:v>26.46</c:v>
                </c:pt>
                <c:pt idx="441" formatCode="General">
                  <c:v>26.52</c:v>
                </c:pt>
                <c:pt idx="442" formatCode="General">
                  <c:v>26.58</c:v>
                </c:pt>
                <c:pt idx="443" formatCode="General">
                  <c:v>26.64</c:v>
                </c:pt>
                <c:pt idx="444" formatCode="General">
                  <c:v>26.7</c:v>
                </c:pt>
                <c:pt idx="445" formatCode="General">
                  <c:v>26.76</c:v>
                </c:pt>
                <c:pt idx="446" formatCode="General">
                  <c:v>26.82</c:v>
                </c:pt>
                <c:pt idx="447" formatCode="General">
                  <c:v>26.88</c:v>
                </c:pt>
                <c:pt idx="448" formatCode="General">
                  <c:v>26.94</c:v>
                </c:pt>
                <c:pt idx="449" formatCode="General">
                  <c:v>27</c:v>
                </c:pt>
                <c:pt idx="450" formatCode="General">
                  <c:v>27.06</c:v>
                </c:pt>
                <c:pt idx="451" formatCode="General">
                  <c:v>27.12</c:v>
                </c:pt>
                <c:pt idx="452" formatCode="General">
                  <c:v>27.18</c:v>
                </c:pt>
                <c:pt idx="453" formatCode="General">
                  <c:v>27.24</c:v>
                </c:pt>
                <c:pt idx="454" formatCode="General">
                  <c:v>27.3</c:v>
                </c:pt>
                <c:pt idx="455" formatCode="General">
                  <c:v>27.36</c:v>
                </c:pt>
                <c:pt idx="456" formatCode="General">
                  <c:v>27.42</c:v>
                </c:pt>
                <c:pt idx="457" formatCode="General">
                  <c:v>27.48</c:v>
                </c:pt>
                <c:pt idx="458" formatCode="General">
                  <c:v>27.54</c:v>
                </c:pt>
                <c:pt idx="459" formatCode="General">
                  <c:v>27.6</c:v>
                </c:pt>
                <c:pt idx="460" formatCode="General">
                  <c:v>27.66</c:v>
                </c:pt>
                <c:pt idx="461" formatCode="General">
                  <c:v>27.72</c:v>
                </c:pt>
                <c:pt idx="462" formatCode="General">
                  <c:v>27.78</c:v>
                </c:pt>
                <c:pt idx="463" formatCode="General">
                  <c:v>27.84</c:v>
                </c:pt>
                <c:pt idx="464" formatCode="General">
                  <c:v>27.9</c:v>
                </c:pt>
                <c:pt idx="465" formatCode="General">
                  <c:v>27.96</c:v>
                </c:pt>
                <c:pt idx="466" formatCode="General">
                  <c:v>28.02</c:v>
                </c:pt>
                <c:pt idx="467" formatCode="General">
                  <c:v>28.08</c:v>
                </c:pt>
                <c:pt idx="468" formatCode="General">
                  <c:v>28.14</c:v>
                </c:pt>
                <c:pt idx="469" formatCode="General">
                  <c:v>28.2</c:v>
                </c:pt>
                <c:pt idx="470" formatCode="General">
                  <c:v>28.26</c:v>
                </c:pt>
                <c:pt idx="471" formatCode="General">
                  <c:v>28.32</c:v>
                </c:pt>
                <c:pt idx="472" formatCode="General">
                  <c:v>28.38</c:v>
                </c:pt>
                <c:pt idx="473" formatCode="General">
                  <c:v>28.44</c:v>
                </c:pt>
                <c:pt idx="474" formatCode="General">
                  <c:v>28.5</c:v>
                </c:pt>
                <c:pt idx="475" formatCode="General">
                  <c:v>28.56</c:v>
                </c:pt>
                <c:pt idx="476" formatCode="General">
                  <c:v>28.62</c:v>
                </c:pt>
                <c:pt idx="477" formatCode="General">
                  <c:v>28.68</c:v>
                </c:pt>
                <c:pt idx="478" formatCode="General">
                  <c:v>28.74</c:v>
                </c:pt>
                <c:pt idx="479" formatCode="General">
                  <c:v>28.8</c:v>
                </c:pt>
                <c:pt idx="480" formatCode="General">
                  <c:v>28.86</c:v>
                </c:pt>
                <c:pt idx="481" formatCode="General">
                  <c:v>28.92</c:v>
                </c:pt>
                <c:pt idx="482" formatCode="General">
                  <c:v>28.98</c:v>
                </c:pt>
                <c:pt idx="483" formatCode="General">
                  <c:v>29.04</c:v>
                </c:pt>
                <c:pt idx="484" formatCode="General">
                  <c:v>29.1</c:v>
                </c:pt>
                <c:pt idx="485" formatCode="General">
                  <c:v>29.16</c:v>
                </c:pt>
                <c:pt idx="486" formatCode="General">
                  <c:v>29.22</c:v>
                </c:pt>
                <c:pt idx="487" formatCode="General">
                  <c:v>29.28</c:v>
                </c:pt>
                <c:pt idx="488" formatCode="General">
                  <c:v>29.34</c:v>
                </c:pt>
                <c:pt idx="489" formatCode="General">
                  <c:v>29.4</c:v>
                </c:pt>
                <c:pt idx="490" formatCode="General">
                  <c:v>29.46</c:v>
                </c:pt>
                <c:pt idx="491" formatCode="General">
                  <c:v>29.52</c:v>
                </c:pt>
                <c:pt idx="492" formatCode="General">
                  <c:v>29.58</c:v>
                </c:pt>
                <c:pt idx="493" formatCode="General">
                  <c:v>29.64</c:v>
                </c:pt>
                <c:pt idx="494" formatCode="General">
                  <c:v>29.7</c:v>
                </c:pt>
                <c:pt idx="495" formatCode="General">
                  <c:v>29.76</c:v>
                </c:pt>
                <c:pt idx="496" formatCode="General">
                  <c:v>29.82</c:v>
                </c:pt>
                <c:pt idx="497" formatCode="General">
                  <c:v>29.88</c:v>
                </c:pt>
                <c:pt idx="498" formatCode="General">
                  <c:v>29.94</c:v>
                </c:pt>
                <c:pt idx="499" formatCode="General">
                  <c:v>30</c:v>
                </c:pt>
                <c:pt idx="500" formatCode="General">
                  <c:v>30.06</c:v>
                </c:pt>
                <c:pt idx="501" formatCode="General">
                  <c:v>30.12</c:v>
                </c:pt>
                <c:pt idx="502" formatCode="General">
                  <c:v>30.18</c:v>
                </c:pt>
                <c:pt idx="503" formatCode="General">
                  <c:v>30.24</c:v>
                </c:pt>
                <c:pt idx="504" formatCode="General">
                  <c:v>30.3</c:v>
                </c:pt>
                <c:pt idx="505" formatCode="General">
                  <c:v>30.36</c:v>
                </c:pt>
                <c:pt idx="506" formatCode="General">
                  <c:v>30.42</c:v>
                </c:pt>
                <c:pt idx="507" formatCode="General">
                  <c:v>30.48</c:v>
                </c:pt>
                <c:pt idx="508" formatCode="General">
                  <c:v>30.54</c:v>
                </c:pt>
                <c:pt idx="509" formatCode="General">
                  <c:v>30.6</c:v>
                </c:pt>
                <c:pt idx="510" formatCode="General">
                  <c:v>30.66</c:v>
                </c:pt>
                <c:pt idx="511" formatCode="General">
                  <c:v>30.72</c:v>
                </c:pt>
                <c:pt idx="512" formatCode="General">
                  <c:v>30.78</c:v>
                </c:pt>
                <c:pt idx="513" formatCode="General">
                  <c:v>30.84</c:v>
                </c:pt>
                <c:pt idx="514" formatCode="General">
                  <c:v>30.9</c:v>
                </c:pt>
                <c:pt idx="515" formatCode="General">
                  <c:v>30.96</c:v>
                </c:pt>
                <c:pt idx="516" formatCode="General">
                  <c:v>31.02</c:v>
                </c:pt>
              </c:numCache>
            </c:numRef>
          </c:xVal>
          <c:yVal>
            <c:numRef>
              <c:f>二体分布関数!$I$2:$I$1550</c:f>
              <c:numCache>
                <c:formatCode>0.00E+00</c:formatCode>
                <c:ptCount val="517"/>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3.0796179999999999E-2</c:v>
                </c:pt>
                <c:pt idx="38">
                  <c:v>0.50434199999999996</c:v>
                </c:pt>
                <c:pt idx="39">
                  <c:v>3.6826660000000002</c:v>
                </c:pt>
                <c:pt idx="40">
                  <c:v>6.4019919999999999</c:v>
                </c:pt>
                <c:pt idx="41">
                  <c:v>6.3150630000000003</c:v>
                </c:pt>
                <c:pt idx="42">
                  <c:v>4.5696839999999996</c:v>
                </c:pt>
                <c:pt idx="43">
                  <c:v>2.8655339999999998</c:v>
                </c:pt>
                <c:pt idx="44">
                  <c:v>1.8721490000000001</c:v>
                </c:pt>
                <c:pt idx="45">
                  <c:v>1.3660600000000001</c:v>
                </c:pt>
                <c:pt idx="46">
                  <c:v>0.89585340000000002</c:v>
                </c:pt>
                <c:pt idx="47">
                  <c:v>0.66107610000000006</c:v>
                </c:pt>
                <c:pt idx="48">
                  <c:v>0.50471739999999998</c:v>
                </c:pt>
                <c:pt idx="49">
                  <c:v>0.49362539999999999</c:v>
                </c:pt>
                <c:pt idx="50">
                  <c:v>0.35904930000000002</c:v>
                </c:pt>
                <c:pt idx="51">
                  <c:v>0.35770760000000001</c:v>
                </c:pt>
                <c:pt idx="52">
                  <c:v>0.39974749999999998</c:v>
                </c:pt>
                <c:pt idx="53">
                  <c:v>0.36601620000000001</c:v>
                </c:pt>
                <c:pt idx="54">
                  <c:v>0.3638538</c:v>
                </c:pt>
                <c:pt idx="55">
                  <c:v>0.35097539999999999</c:v>
                </c:pt>
                <c:pt idx="56">
                  <c:v>0.46880129999999998</c:v>
                </c:pt>
                <c:pt idx="57">
                  <c:v>0.4659952</c:v>
                </c:pt>
                <c:pt idx="58">
                  <c:v>0.3768744</c:v>
                </c:pt>
                <c:pt idx="59">
                  <c:v>0.47868319999999998</c:v>
                </c:pt>
                <c:pt idx="60">
                  <c:v>0.4422027</c:v>
                </c:pt>
                <c:pt idx="61">
                  <c:v>0.52060550000000005</c:v>
                </c:pt>
                <c:pt idx="62">
                  <c:v>0.52661919999999995</c:v>
                </c:pt>
                <c:pt idx="63">
                  <c:v>0.6025779</c:v>
                </c:pt>
                <c:pt idx="64">
                  <c:v>0.6131259</c:v>
                </c:pt>
                <c:pt idx="65">
                  <c:v>0.73761659999999996</c:v>
                </c:pt>
                <c:pt idx="66">
                  <c:v>0.7652968</c:v>
                </c:pt>
                <c:pt idx="67">
                  <c:v>0.91847380000000001</c:v>
                </c:pt>
                <c:pt idx="68">
                  <c:v>1.020481</c:v>
                </c:pt>
                <c:pt idx="69">
                  <c:v>1.2070829999999999</c:v>
                </c:pt>
                <c:pt idx="70">
                  <c:v>1.351966</c:v>
                </c:pt>
                <c:pt idx="71">
                  <c:v>1.333974</c:v>
                </c:pt>
                <c:pt idx="72">
                  <c:v>1.4353739999999999</c:v>
                </c:pt>
                <c:pt idx="73">
                  <c:v>1.4719629999999999</c:v>
                </c:pt>
                <c:pt idx="74">
                  <c:v>1.34996</c:v>
                </c:pt>
                <c:pt idx="75">
                  <c:v>1.35894</c:v>
                </c:pt>
                <c:pt idx="76">
                  <c:v>1.252616</c:v>
                </c:pt>
                <c:pt idx="77">
                  <c:v>1.3175559999999999</c:v>
                </c:pt>
                <c:pt idx="78">
                  <c:v>1.1632750000000001</c:v>
                </c:pt>
                <c:pt idx="79">
                  <c:v>1.1517470000000001</c:v>
                </c:pt>
                <c:pt idx="80">
                  <c:v>1.1709320000000001</c:v>
                </c:pt>
                <c:pt idx="81">
                  <c:v>1.0846750000000001</c:v>
                </c:pt>
                <c:pt idx="82">
                  <c:v>1.099043</c:v>
                </c:pt>
                <c:pt idx="83">
                  <c:v>1.038367</c:v>
                </c:pt>
                <c:pt idx="84">
                  <c:v>1.1341060000000001</c:v>
                </c:pt>
                <c:pt idx="85">
                  <c:v>1.1965760000000001</c:v>
                </c:pt>
                <c:pt idx="86">
                  <c:v>1.2191689999999999</c:v>
                </c:pt>
                <c:pt idx="87">
                  <c:v>1.2289460000000001</c:v>
                </c:pt>
                <c:pt idx="88">
                  <c:v>1.1677979999999999</c:v>
                </c:pt>
                <c:pt idx="89">
                  <c:v>1.0939509999999999</c:v>
                </c:pt>
                <c:pt idx="90">
                  <c:v>0.97874459999999996</c:v>
                </c:pt>
                <c:pt idx="91">
                  <c:v>0.95232919999999999</c:v>
                </c:pt>
                <c:pt idx="92">
                  <c:v>0.77513310000000002</c:v>
                </c:pt>
                <c:pt idx="93">
                  <c:v>0.7687948</c:v>
                </c:pt>
                <c:pt idx="94">
                  <c:v>0.75515880000000002</c:v>
                </c:pt>
                <c:pt idx="95">
                  <c:v>0.680396</c:v>
                </c:pt>
                <c:pt idx="96">
                  <c:v>0.65816830000000004</c:v>
                </c:pt>
                <c:pt idx="97">
                  <c:v>0.64480490000000001</c:v>
                </c:pt>
                <c:pt idx="98">
                  <c:v>0.70671289999999998</c:v>
                </c:pt>
                <c:pt idx="99">
                  <c:v>0.70376740000000004</c:v>
                </c:pt>
                <c:pt idx="100">
                  <c:v>0.76619289999999995</c:v>
                </c:pt>
                <c:pt idx="101">
                  <c:v>0.81215479999999995</c:v>
                </c:pt>
                <c:pt idx="102">
                  <c:v>0.83209259999999996</c:v>
                </c:pt>
                <c:pt idx="103">
                  <c:v>0.91895990000000005</c:v>
                </c:pt>
                <c:pt idx="104">
                  <c:v>0.89145509999999994</c:v>
                </c:pt>
                <c:pt idx="105">
                  <c:v>1.0488660000000001</c:v>
                </c:pt>
                <c:pt idx="106">
                  <c:v>1.047803</c:v>
                </c:pt>
                <c:pt idx="107">
                  <c:v>1.0323020000000001</c:v>
                </c:pt>
                <c:pt idx="108">
                  <c:v>1.0817600000000001</c:v>
                </c:pt>
                <c:pt idx="109">
                  <c:v>1.0419659999999999</c:v>
                </c:pt>
                <c:pt idx="110">
                  <c:v>1.1306579999999999</c:v>
                </c:pt>
                <c:pt idx="111">
                  <c:v>1.1628510000000001</c:v>
                </c:pt>
                <c:pt idx="112">
                  <c:v>1.1153690000000001</c:v>
                </c:pt>
                <c:pt idx="113">
                  <c:v>1.1831469999999999</c:v>
                </c:pt>
                <c:pt idx="114">
                  <c:v>1.1794739999999999</c:v>
                </c:pt>
                <c:pt idx="115">
                  <c:v>1.1187400000000001</c:v>
                </c:pt>
                <c:pt idx="116">
                  <c:v>1.1719820000000001</c:v>
                </c:pt>
                <c:pt idx="117">
                  <c:v>1.1801489999999999</c:v>
                </c:pt>
                <c:pt idx="118">
                  <c:v>1.1164320000000001</c:v>
                </c:pt>
                <c:pt idx="119">
                  <c:v>1.121065</c:v>
                </c:pt>
                <c:pt idx="120">
                  <c:v>1.094258</c:v>
                </c:pt>
                <c:pt idx="121">
                  <c:v>1.0853569999999999</c:v>
                </c:pt>
                <c:pt idx="122">
                  <c:v>1.0824780000000001</c:v>
                </c:pt>
                <c:pt idx="123">
                  <c:v>1.0549660000000001</c:v>
                </c:pt>
                <c:pt idx="124">
                  <c:v>1.006135</c:v>
                </c:pt>
                <c:pt idx="125">
                  <c:v>0.94610859999999997</c:v>
                </c:pt>
                <c:pt idx="126">
                  <c:v>0.95263699999999996</c:v>
                </c:pt>
                <c:pt idx="127">
                  <c:v>0.89573760000000002</c:v>
                </c:pt>
                <c:pt idx="128">
                  <c:v>0.95138750000000005</c:v>
                </c:pt>
                <c:pt idx="129">
                  <c:v>0.94404370000000004</c:v>
                </c:pt>
                <c:pt idx="130">
                  <c:v>0.93033370000000004</c:v>
                </c:pt>
                <c:pt idx="131">
                  <c:v>0.91310080000000005</c:v>
                </c:pt>
                <c:pt idx="132">
                  <c:v>0.94530409999999998</c:v>
                </c:pt>
                <c:pt idx="133">
                  <c:v>0.86871050000000005</c:v>
                </c:pt>
                <c:pt idx="134">
                  <c:v>0.89676129999999998</c:v>
                </c:pt>
                <c:pt idx="135">
                  <c:v>0.88843099999999997</c:v>
                </c:pt>
                <c:pt idx="136">
                  <c:v>0.91934329999999997</c:v>
                </c:pt>
                <c:pt idx="137">
                  <c:v>0.93000380000000005</c:v>
                </c:pt>
                <c:pt idx="138">
                  <c:v>0.91551979999999999</c:v>
                </c:pt>
                <c:pt idx="139">
                  <c:v>0.89794980000000002</c:v>
                </c:pt>
                <c:pt idx="140">
                  <c:v>0.93447020000000003</c:v>
                </c:pt>
                <c:pt idx="141">
                  <c:v>0.8959916</c:v>
                </c:pt>
                <c:pt idx="142">
                  <c:v>0.96940789999999999</c:v>
                </c:pt>
                <c:pt idx="143">
                  <c:v>0.93990560000000001</c:v>
                </c:pt>
                <c:pt idx="144">
                  <c:v>0.95554139999999999</c:v>
                </c:pt>
                <c:pt idx="145">
                  <c:v>1.030122</c:v>
                </c:pt>
                <c:pt idx="146">
                  <c:v>1.0434239999999999</c:v>
                </c:pt>
                <c:pt idx="147">
                  <c:v>1.028356</c:v>
                </c:pt>
                <c:pt idx="148">
                  <c:v>1.0256160000000001</c:v>
                </c:pt>
                <c:pt idx="149">
                  <c:v>1.077213</c:v>
                </c:pt>
                <c:pt idx="150">
                  <c:v>1.05324</c:v>
                </c:pt>
                <c:pt idx="151">
                  <c:v>1.0827370000000001</c:v>
                </c:pt>
                <c:pt idx="152">
                  <c:v>1.1194489999999999</c:v>
                </c:pt>
                <c:pt idx="153">
                  <c:v>1.119491</c:v>
                </c:pt>
                <c:pt idx="154">
                  <c:v>1.068071</c:v>
                </c:pt>
                <c:pt idx="155">
                  <c:v>1.128889</c:v>
                </c:pt>
                <c:pt idx="156">
                  <c:v>1.068546</c:v>
                </c:pt>
                <c:pt idx="157">
                  <c:v>1.0376939999999999</c:v>
                </c:pt>
                <c:pt idx="158">
                  <c:v>1.0682199999999999</c:v>
                </c:pt>
                <c:pt idx="159">
                  <c:v>1.0158229999999999</c:v>
                </c:pt>
                <c:pt idx="160">
                  <c:v>1.0628629999999999</c:v>
                </c:pt>
                <c:pt idx="161">
                  <c:v>1.0349539999999999</c:v>
                </c:pt>
                <c:pt idx="162">
                  <c:v>1.0243869999999999</c:v>
                </c:pt>
                <c:pt idx="163">
                  <c:v>1.0007710000000001</c:v>
                </c:pt>
                <c:pt idx="164">
                  <c:v>1.0005200000000001</c:v>
                </c:pt>
                <c:pt idx="165">
                  <c:v>1.011096</c:v>
                </c:pt>
                <c:pt idx="166">
                  <c:v>0.9376314</c:v>
                </c:pt>
                <c:pt idx="167">
                  <c:v>0.98046949999999999</c:v>
                </c:pt>
                <c:pt idx="168">
                  <c:v>0.92140940000000005</c:v>
                </c:pt>
                <c:pt idx="169">
                  <c:v>0.91098590000000002</c:v>
                </c:pt>
                <c:pt idx="170">
                  <c:v>0.93154040000000005</c:v>
                </c:pt>
                <c:pt idx="171">
                  <c:v>0.96846810000000005</c:v>
                </c:pt>
                <c:pt idx="172">
                  <c:v>0.94838889999999998</c:v>
                </c:pt>
                <c:pt idx="173">
                  <c:v>0.96065420000000001</c:v>
                </c:pt>
                <c:pt idx="174">
                  <c:v>0.89525100000000002</c:v>
                </c:pt>
                <c:pt idx="175">
                  <c:v>0.93607390000000001</c:v>
                </c:pt>
                <c:pt idx="176">
                  <c:v>0.95924030000000005</c:v>
                </c:pt>
                <c:pt idx="177">
                  <c:v>0.95901970000000003</c:v>
                </c:pt>
                <c:pt idx="178">
                  <c:v>0.94798729999999998</c:v>
                </c:pt>
                <c:pt idx="179">
                  <c:v>0.9803771</c:v>
                </c:pt>
                <c:pt idx="180">
                  <c:v>0.98518510000000004</c:v>
                </c:pt>
                <c:pt idx="181">
                  <c:v>0.98277990000000004</c:v>
                </c:pt>
                <c:pt idx="182">
                  <c:v>1.0148950000000001</c:v>
                </c:pt>
                <c:pt idx="183">
                  <c:v>0.97959280000000004</c:v>
                </c:pt>
                <c:pt idx="184">
                  <c:v>1.0314030000000001</c:v>
                </c:pt>
                <c:pt idx="185">
                  <c:v>1.026127</c:v>
                </c:pt>
                <c:pt idx="186">
                  <c:v>1.032986</c:v>
                </c:pt>
                <c:pt idx="187">
                  <c:v>1.039013</c:v>
                </c:pt>
                <c:pt idx="188">
                  <c:v>1.0339609999999999</c:v>
                </c:pt>
                <c:pt idx="189">
                  <c:v>1.051132</c:v>
                </c:pt>
                <c:pt idx="190">
                  <c:v>1.0486869999999999</c:v>
                </c:pt>
                <c:pt idx="191">
                  <c:v>1.0275380000000001</c:v>
                </c:pt>
                <c:pt idx="192">
                  <c:v>1.0106489999999999</c:v>
                </c:pt>
                <c:pt idx="193">
                  <c:v>1.0312749999999999</c:v>
                </c:pt>
                <c:pt idx="194">
                  <c:v>1.033298</c:v>
                </c:pt>
                <c:pt idx="195">
                  <c:v>1.0271220000000001</c:v>
                </c:pt>
                <c:pt idx="196">
                  <c:v>1.045369</c:v>
                </c:pt>
                <c:pt idx="197">
                  <c:v>0.99711810000000001</c:v>
                </c:pt>
                <c:pt idx="198">
                  <c:v>1.010705</c:v>
                </c:pt>
                <c:pt idx="199">
                  <c:v>0.98867150000000004</c:v>
                </c:pt>
                <c:pt idx="200">
                  <c:v>1.0157339999999999</c:v>
                </c:pt>
                <c:pt idx="201">
                  <c:v>1.0239579999999999</c:v>
                </c:pt>
                <c:pt idx="202">
                  <c:v>0.99177139999999997</c:v>
                </c:pt>
                <c:pt idx="203">
                  <c:v>0.95963069999999995</c:v>
                </c:pt>
                <c:pt idx="204">
                  <c:v>0.99129780000000001</c:v>
                </c:pt>
                <c:pt idx="205">
                  <c:v>1.005015</c:v>
                </c:pt>
                <c:pt idx="206">
                  <c:v>0.93487120000000001</c:v>
                </c:pt>
                <c:pt idx="207">
                  <c:v>0.97267429999999999</c:v>
                </c:pt>
                <c:pt idx="208">
                  <c:v>0.9580436</c:v>
                </c:pt>
                <c:pt idx="209">
                  <c:v>0.95675639999999995</c:v>
                </c:pt>
                <c:pt idx="210">
                  <c:v>0.94221520000000003</c:v>
                </c:pt>
                <c:pt idx="211">
                  <c:v>0.97589590000000004</c:v>
                </c:pt>
                <c:pt idx="212">
                  <c:v>0.96528380000000003</c:v>
                </c:pt>
                <c:pt idx="213">
                  <c:v>0.98930070000000003</c:v>
                </c:pt>
                <c:pt idx="214">
                  <c:v>0.97603050000000002</c:v>
                </c:pt>
                <c:pt idx="215">
                  <c:v>1.0022819999999999</c:v>
                </c:pt>
                <c:pt idx="216">
                  <c:v>0.99259370000000002</c:v>
                </c:pt>
                <c:pt idx="217">
                  <c:v>1.0059670000000001</c:v>
                </c:pt>
                <c:pt idx="218">
                  <c:v>0.99170119999999995</c:v>
                </c:pt>
                <c:pt idx="219">
                  <c:v>1.0033799999999999</c:v>
                </c:pt>
                <c:pt idx="220">
                  <c:v>1.00115</c:v>
                </c:pt>
                <c:pt idx="221">
                  <c:v>0.99891830000000004</c:v>
                </c:pt>
                <c:pt idx="222">
                  <c:v>1.0219499999999999</c:v>
                </c:pt>
                <c:pt idx="223">
                  <c:v>0.99999450000000001</c:v>
                </c:pt>
                <c:pt idx="224">
                  <c:v>1.0387820000000001</c:v>
                </c:pt>
                <c:pt idx="225">
                  <c:v>1.035922</c:v>
                </c:pt>
                <c:pt idx="226">
                  <c:v>1.037172</c:v>
                </c:pt>
                <c:pt idx="227">
                  <c:v>1.0270250000000001</c:v>
                </c:pt>
                <c:pt idx="228">
                  <c:v>1.0218910000000001</c:v>
                </c:pt>
                <c:pt idx="229">
                  <c:v>1.036983</c:v>
                </c:pt>
                <c:pt idx="230">
                  <c:v>1.0028140000000001</c:v>
                </c:pt>
                <c:pt idx="231">
                  <c:v>1.040044</c:v>
                </c:pt>
                <c:pt idx="232">
                  <c:v>1.0149570000000001</c:v>
                </c:pt>
                <c:pt idx="233">
                  <c:v>0.9971641</c:v>
                </c:pt>
                <c:pt idx="234">
                  <c:v>1.015471</c:v>
                </c:pt>
                <c:pt idx="235">
                  <c:v>1.018861</c:v>
                </c:pt>
                <c:pt idx="236">
                  <c:v>1.004739</c:v>
                </c:pt>
                <c:pt idx="237">
                  <c:v>0.98944390000000004</c:v>
                </c:pt>
                <c:pt idx="238">
                  <c:v>0.99013479999999998</c:v>
                </c:pt>
                <c:pt idx="239">
                  <c:v>1.0029399999999999</c:v>
                </c:pt>
                <c:pt idx="240">
                  <c:v>0.99367729999999999</c:v>
                </c:pt>
                <c:pt idx="241">
                  <c:v>0.98377340000000002</c:v>
                </c:pt>
                <c:pt idx="242">
                  <c:v>0.96401959999999998</c:v>
                </c:pt>
                <c:pt idx="243">
                  <c:v>0.95893519999999999</c:v>
                </c:pt>
                <c:pt idx="244">
                  <c:v>0.98983480000000001</c:v>
                </c:pt>
                <c:pt idx="245">
                  <c:v>0.98823399999999995</c:v>
                </c:pt>
                <c:pt idx="246">
                  <c:v>0.96002010000000004</c:v>
                </c:pt>
                <c:pt idx="247">
                  <c:v>0.95970520000000004</c:v>
                </c:pt>
                <c:pt idx="248">
                  <c:v>0.95936429999999995</c:v>
                </c:pt>
                <c:pt idx="249">
                  <c:v>1.001336</c:v>
                </c:pt>
                <c:pt idx="250">
                  <c:v>0.97784300000000002</c:v>
                </c:pt>
                <c:pt idx="251">
                  <c:v>0.97605039999999998</c:v>
                </c:pt>
                <c:pt idx="252">
                  <c:v>0.96366010000000002</c:v>
                </c:pt>
                <c:pt idx="253">
                  <c:v>0.98176439999999998</c:v>
                </c:pt>
                <c:pt idx="254">
                  <c:v>1.0040009999999999</c:v>
                </c:pt>
                <c:pt idx="255">
                  <c:v>0.98073460000000001</c:v>
                </c:pt>
                <c:pt idx="256">
                  <c:v>1.0340530000000001</c:v>
                </c:pt>
                <c:pt idx="257">
                  <c:v>0.98746909999999999</c:v>
                </c:pt>
                <c:pt idx="258">
                  <c:v>0.98648820000000004</c:v>
                </c:pt>
                <c:pt idx="259">
                  <c:v>1.021018</c:v>
                </c:pt>
                <c:pt idx="260">
                  <c:v>1.0238179999999999</c:v>
                </c:pt>
                <c:pt idx="261">
                  <c:v>1.025412</c:v>
                </c:pt>
                <c:pt idx="262">
                  <c:v>1.006216</c:v>
                </c:pt>
                <c:pt idx="263">
                  <c:v>1.0368930000000001</c:v>
                </c:pt>
                <c:pt idx="264">
                  <c:v>1.005809</c:v>
                </c:pt>
                <c:pt idx="265">
                  <c:v>1.0372300000000001</c:v>
                </c:pt>
                <c:pt idx="266">
                  <c:v>1.0293190000000001</c:v>
                </c:pt>
                <c:pt idx="267">
                  <c:v>1.0218069999999999</c:v>
                </c:pt>
                <c:pt idx="268">
                  <c:v>1.0214449999999999</c:v>
                </c:pt>
                <c:pt idx="269">
                  <c:v>1.019231</c:v>
                </c:pt>
                <c:pt idx="270">
                  <c:v>1.0379130000000001</c:v>
                </c:pt>
                <c:pt idx="271">
                  <c:v>1.005349</c:v>
                </c:pt>
                <c:pt idx="272">
                  <c:v>1.0103789999999999</c:v>
                </c:pt>
                <c:pt idx="273">
                  <c:v>0.98702369999999995</c:v>
                </c:pt>
                <c:pt idx="274">
                  <c:v>1.0182290000000001</c:v>
                </c:pt>
                <c:pt idx="275">
                  <c:v>0.98882559999999997</c:v>
                </c:pt>
                <c:pt idx="276">
                  <c:v>0.99140729999999999</c:v>
                </c:pt>
                <c:pt idx="277">
                  <c:v>0.98227359999999997</c:v>
                </c:pt>
                <c:pt idx="278">
                  <c:v>0.97753020000000002</c:v>
                </c:pt>
                <c:pt idx="279">
                  <c:v>1.0024679999999999</c:v>
                </c:pt>
                <c:pt idx="280">
                  <c:v>0.98323649999999996</c:v>
                </c:pt>
                <c:pt idx="281">
                  <c:v>0.98326590000000003</c:v>
                </c:pt>
                <c:pt idx="282">
                  <c:v>0.99465380000000003</c:v>
                </c:pt>
                <c:pt idx="283">
                  <c:v>0.98959129999999995</c:v>
                </c:pt>
                <c:pt idx="284">
                  <c:v>0.96513839999999995</c:v>
                </c:pt>
                <c:pt idx="285">
                  <c:v>0.99333349999999998</c:v>
                </c:pt>
                <c:pt idx="286">
                  <c:v>0.99168750000000006</c:v>
                </c:pt>
                <c:pt idx="287">
                  <c:v>0.97395529999999997</c:v>
                </c:pt>
                <c:pt idx="288">
                  <c:v>1.0046330000000001</c:v>
                </c:pt>
                <c:pt idx="289">
                  <c:v>0.98714009999999996</c:v>
                </c:pt>
                <c:pt idx="290">
                  <c:v>1.005444</c:v>
                </c:pt>
                <c:pt idx="291">
                  <c:v>0.9890506</c:v>
                </c:pt>
                <c:pt idx="292">
                  <c:v>0.99590920000000005</c:v>
                </c:pt>
                <c:pt idx="293">
                  <c:v>1.003552</c:v>
                </c:pt>
                <c:pt idx="294">
                  <c:v>1.005447</c:v>
                </c:pt>
                <c:pt idx="295">
                  <c:v>1.001711</c:v>
                </c:pt>
                <c:pt idx="296">
                  <c:v>1.022076</c:v>
                </c:pt>
                <c:pt idx="297">
                  <c:v>1.012473</c:v>
                </c:pt>
                <c:pt idx="298">
                  <c:v>1.009692</c:v>
                </c:pt>
                <c:pt idx="299">
                  <c:v>1.0315080000000001</c:v>
                </c:pt>
                <c:pt idx="300">
                  <c:v>1.008958</c:v>
                </c:pt>
                <c:pt idx="301">
                  <c:v>1.0369079999999999</c:v>
                </c:pt>
                <c:pt idx="302">
                  <c:v>0.9936237</c:v>
                </c:pt>
                <c:pt idx="303">
                  <c:v>1.002737</c:v>
                </c:pt>
                <c:pt idx="304">
                  <c:v>1.0314300000000001</c:v>
                </c:pt>
                <c:pt idx="305">
                  <c:v>1.0347919999999999</c:v>
                </c:pt>
                <c:pt idx="306">
                  <c:v>1.0258210000000001</c:v>
                </c:pt>
                <c:pt idx="307">
                  <c:v>1.0024109999999999</c:v>
                </c:pt>
                <c:pt idx="308">
                  <c:v>0.98824789999999996</c:v>
                </c:pt>
                <c:pt idx="309">
                  <c:v>1.0064090000000001</c:v>
                </c:pt>
                <c:pt idx="310">
                  <c:v>0.99580939999999996</c:v>
                </c:pt>
                <c:pt idx="311">
                  <c:v>0.98795140000000004</c:v>
                </c:pt>
                <c:pt idx="312">
                  <c:v>1.008999</c:v>
                </c:pt>
                <c:pt idx="313">
                  <c:v>1.0046120000000001</c:v>
                </c:pt>
                <c:pt idx="314">
                  <c:v>0.99320140000000001</c:v>
                </c:pt>
                <c:pt idx="315">
                  <c:v>0.997614</c:v>
                </c:pt>
                <c:pt idx="316">
                  <c:v>0.99664050000000004</c:v>
                </c:pt>
                <c:pt idx="317">
                  <c:v>0.98950260000000001</c:v>
                </c:pt>
                <c:pt idx="318">
                  <c:v>0.99543610000000005</c:v>
                </c:pt>
                <c:pt idx="319">
                  <c:v>0.97239520000000002</c:v>
                </c:pt>
                <c:pt idx="320">
                  <c:v>0.98263900000000004</c:v>
                </c:pt>
                <c:pt idx="321">
                  <c:v>0.98619570000000001</c:v>
                </c:pt>
                <c:pt idx="322">
                  <c:v>1.0009859999999999</c:v>
                </c:pt>
                <c:pt idx="323">
                  <c:v>0.99153329999999995</c:v>
                </c:pt>
                <c:pt idx="324">
                  <c:v>0.98102009999999995</c:v>
                </c:pt>
                <c:pt idx="325">
                  <c:v>0.98861069999999995</c:v>
                </c:pt>
                <c:pt idx="326">
                  <c:v>0.97955809999999999</c:v>
                </c:pt>
                <c:pt idx="327">
                  <c:v>0.98671880000000001</c:v>
                </c:pt>
                <c:pt idx="328">
                  <c:v>0.98124330000000004</c:v>
                </c:pt>
                <c:pt idx="329">
                  <c:v>0.98418749999999999</c:v>
                </c:pt>
                <c:pt idx="330">
                  <c:v>1.0143759999999999</c:v>
                </c:pt>
                <c:pt idx="331">
                  <c:v>0.99778429999999996</c:v>
                </c:pt>
                <c:pt idx="332">
                  <c:v>1.0038320000000001</c:v>
                </c:pt>
                <c:pt idx="333">
                  <c:v>0.99503960000000002</c:v>
                </c:pt>
                <c:pt idx="334">
                  <c:v>1.008823</c:v>
                </c:pt>
                <c:pt idx="335">
                  <c:v>1.0187809999999999</c:v>
                </c:pt>
                <c:pt idx="336">
                  <c:v>1.009023</c:v>
                </c:pt>
                <c:pt idx="337">
                  <c:v>1.01474</c:v>
                </c:pt>
                <c:pt idx="338">
                  <c:v>1.005763</c:v>
                </c:pt>
                <c:pt idx="339">
                  <c:v>1.0365949999999999</c:v>
                </c:pt>
                <c:pt idx="340">
                  <c:v>1.0150349999999999</c:v>
                </c:pt>
                <c:pt idx="341">
                  <c:v>1.0157609999999999</c:v>
                </c:pt>
                <c:pt idx="342">
                  <c:v>1.0188250000000001</c:v>
                </c:pt>
                <c:pt idx="343">
                  <c:v>1.0054879999999999</c:v>
                </c:pt>
                <c:pt idx="344">
                  <c:v>1.00275</c:v>
                </c:pt>
                <c:pt idx="345">
                  <c:v>0.99705489999999997</c:v>
                </c:pt>
                <c:pt idx="346">
                  <c:v>1.0114460000000001</c:v>
                </c:pt>
                <c:pt idx="347">
                  <c:v>1.0094050000000001</c:v>
                </c:pt>
                <c:pt idx="348">
                  <c:v>1.0187809999999999</c:v>
                </c:pt>
                <c:pt idx="349">
                  <c:v>1.012424</c:v>
                </c:pt>
                <c:pt idx="350">
                  <c:v>1.0036849999999999</c:v>
                </c:pt>
                <c:pt idx="351">
                  <c:v>0.98174890000000004</c:v>
                </c:pt>
                <c:pt idx="352">
                  <c:v>0.98984570000000005</c:v>
                </c:pt>
                <c:pt idx="353">
                  <c:v>0.99783549999999999</c:v>
                </c:pt>
                <c:pt idx="354">
                  <c:v>0.98075299999999999</c:v>
                </c:pt>
                <c:pt idx="355">
                  <c:v>0.97446140000000003</c:v>
                </c:pt>
                <c:pt idx="356">
                  <c:v>0.99055700000000002</c:v>
                </c:pt>
                <c:pt idx="357">
                  <c:v>0.99101660000000003</c:v>
                </c:pt>
                <c:pt idx="358">
                  <c:v>0.98602080000000003</c:v>
                </c:pt>
                <c:pt idx="359">
                  <c:v>1.0026839999999999</c:v>
                </c:pt>
                <c:pt idx="360">
                  <c:v>0.99978109999999998</c:v>
                </c:pt>
                <c:pt idx="361">
                  <c:v>0.99070170000000002</c:v>
                </c:pt>
                <c:pt idx="362">
                  <c:v>0.99714769999999997</c:v>
                </c:pt>
                <c:pt idx="363">
                  <c:v>0.99805379999999999</c:v>
                </c:pt>
                <c:pt idx="364">
                  <c:v>0.99225870000000005</c:v>
                </c:pt>
                <c:pt idx="365">
                  <c:v>1.005269</c:v>
                </c:pt>
                <c:pt idx="366">
                  <c:v>1.012346</c:v>
                </c:pt>
                <c:pt idx="367">
                  <c:v>0.99872340000000004</c:v>
                </c:pt>
                <c:pt idx="368">
                  <c:v>0.98760190000000003</c:v>
                </c:pt>
                <c:pt idx="369">
                  <c:v>1.021334</c:v>
                </c:pt>
                <c:pt idx="370">
                  <c:v>0.99733810000000001</c:v>
                </c:pt>
                <c:pt idx="371">
                  <c:v>1.0113460000000001</c:v>
                </c:pt>
                <c:pt idx="372">
                  <c:v>1.00617</c:v>
                </c:pt>
                <c:pt idx="373">
                  <c:v>1.01423</c:v>
                </c:pt>
                <c:pt idx="374">
                  <c:v>1.0041629999999999</c:v>
                </c:pt>
                <c:pt idx="375">
                  <c:v>0.99450340000000004</c:v>
                </c:pt>
                <c:pt idx="376">
                  <c:v>1.022637</c:v>
                </c:pt>
                <c:pt idx="377">
                  <c:v>1.0174669999999999</c:v>
                </c:pt>
                <c:pt idx="378">
                  <c:v>1.005757</c:v>
                </c:pt>
                <c:pt idx="379">
                  <c:v>1.0007790000000001</c:v>
                </c:pt>
                <c:pt idx="380">
                  <c:v>1.0094719999999999</c:v>
                </c:pt>
                <c:pt idx="381">
                  <c:v>1.0211079999999999</c:v>
                </c:pt>
                <c:pt idx="382">
                  <c:v>1.0138879999999999</c:v>
                </c:pt>
                <c:pt idx="383">
                  <c:v>1.0167569999999999</c:v>
                </c:pt>
                <c:pt idx="384">
                  <c:v>1.0103569999999999</c:v>
                </c:pt>
                <c:pt idx="385">
                  <c:v>1.0025919999999999</c:v>
                </c:pt>
                <c:pt idx="386">
                  <c:v>1.0078100000000001</c:v>
                </c:pt>
                <c:pt idx="387">
                  <c:v>0.99907699999999999</c:v>
                </c:pt>
                <c:pt idx="388">
                  <c:v>0.9800605</c:v>
                </c:pt>
                <c:pt idx="389">
                  <c:v>0.99660459999999995</c:v>
                </c:pt>
                <c:pt idx="390">
                  <c:v>0.99093160000000002</c:v>
                </c:pt>
                <c:pt idx="391">
                  <c:v>0.99340700000000004</c:v>
                </c:pt>
                <c:pt idx="392">
                  <c:v>1.0003789999999999</c:v>
                </c:pt>
                <c:pt idx="393">
                  <c:v>0.98771609999999999</c:v>
                </c:pt>
                <c:pt idx="394">
                  <c:v>0.99975199999999997</c:v>
                </c:pt>
                <c:pt idx="395">
                  <c:v>0.98449969999999998</c:v>
                </c:pt>
                <c:pt idx="396">
                  <c:v>0.99901589999999996</c:v>
                </c:pt>
                <c:pt idx="397">
                  <c:v>0.98557939999999999</c:v>
                </c:pt>
                <c:pt idx="398">
                  <c:v>0.9968475</c:v>
                </c:pt>
                <c:pt idx="399">
                  <c:v>0.98262760000000005</c:v>
                </c:pt>
                <c:pt idx="400">
                  <c:v>0.99370460000000005</c:v>
                </c:pt>
                <c:pt idx="401">
                  <c:v>1.0059659999999999</c:v>
                </c:pt>
                <c:pt idx="402">
                  <c:v>0.97592489999999998</c:v>
                </c:pt>
                <c:pt idx="403">
                  <c:v>0.99943700000000002</c:v>
                </c:pt>
                <c:pt idx="404">
                  <c:v>1.00759</c:v>
                </c:pt>
                <c:pt idx="405">
                  <c:v>1.0019579999999999</c:v>
                </c:pt>
                <c:pt idx="406">
                  <c:v>1.0212030000000001</c:v>
                </c:pt>
                <c:pt idx="407">
                  <c:v>0.99970599999999998</c:v>
                </c:pt>
                <c:pt idx="408">
                  <c:v>1.0154939999999999</c:v>
                </c:pt>
                <c:pt idx="409">
                  <c:v>1.0161020000000001</c:v>
                </c:pt>
                <c:pt idx="410">
                  <c:v>0.9988551</c:v>
                </c:pt>
                <c:pt idx="411">
                  <c:v>1.0131380000000001</c:v>
                </c:pt>
                <c:pt idx="412">
                  <c:v>1.0205569999999999</c:v>
                </c:pt>
                <c:pt idx="413">
                  <c:v>0.99792389999999997</c:v>
                </c:pt>
                <c:pt idx="414">
                  <c:v>1.0196529999999999</c:v>
                </c:pt>
                <c:pt idx="415">
                  <c:v>1.002807</c:v>
                </c:pt>
                <c:pt idx="416">
                  <c:v>1.0114939999999999</c:v>
                </c:pt>
                <c:pt idx="417">
                  <c:v>1.0163960000000001</c:v>
                </c:pt>
                <c:pt idx="418">
                  <c:v>1.00566</c:v>
                </c:pt>
                <c:pt idx="419">
                  <c:v>1.007306</c:v>
                </c:pt>
                <c:pt idx="420">
                  <c:v>1.0003310000000001</c:v>
                </c:pt>
                <c:pt idx="421">
                  <c:v>0.99684410000000001</c:v>
                </c:pt>
                <c:pt idx="422">
                  <c:v>0.98691700000000004</c:v>
                </c:pt>
                <c:pt idx="423">
                  <c:v>1.0033559999999999</c:v>
                </c:pt>
                <c:pt idx="424">
                  <c:v>0.99008410000000002</c:v>
                </c:pt>
                <c:pt idx="425">
                  <c:v>0.98421590000000003</c:v>
                </c:pt>
                <c:pt idx="426">
                  <c:v>0.99241679999999999</c:v>
                </c:pt>
                <c:pt idx="427">
                  <c:v>0.99743490000000001</c:v>
                </c:pt>
                <c:pt idx="428">
                  <c:v>0.9912801</c:v>
                </c:pt>
                <c:pt idx="429">
                  <c:v>0.98847870000000004</c:v>
                </c:pt>
                <c:pt idx="430">
                  <c:v>0.98509409999999997</c:v>
                </c:pt>
                <c:pt idx="431">
                  <c:v>0.99680270000000004</c:v>
                </c:pt>
                <c:pt idx="432">
                  <c:v>0.98668900000000004</c:v>
                </c:pt>
                <c:pt idx="433">
                  <c:v>0.98191110000000004</c:v>
                </c:pt>
                <c:pt idx="434">
                  <c:v>0.99068060000000002</c:v>
                </c:pt>
                <c:pt idx="435">
                  <c:v>0.99403719999999995</c:v>
                </c:pt>
                <c:pt idx="436">
                  <c:v>0.9850101</c:v>
                </c:pt>
                <c:pt idx="437">
                  <c:v>1.002424</c:v>
                </c:pt>
                <c:pt idx="438">
                  <c:v>0.99595849999999997</c:v>
                </c:pt>
                <c:pt idx="439">
                  <c:v>0.99660510000000002</c:v>
                </c:pt>
                <c:pt idx="440">
                  <c:v>1.0031239999999999</c:v>
                </c:pt>
                <c:pt idx="441">
                  <c:v>0.99318360000000006</c:v>
                </c:pt>
                <c:pt idx="442">
                  <c:v>0.99833570000000005</c:v>
                </c:pt>
                <c:pt idx="443">
                  <c:v>1.005349</c:v>
                </c:pt>
                <c:pt idx="444">
                  <c:v>1.00718</c:v>
                </c:pt>
                <c:pt idx="445">
                  <c:v>1.006637</c:v>
                </c:pt>
                <c:pt idx="446">
                  <c:v>1.0143800000000001</c:v>
                </c:pt>
                <c:pt idx="447">
                  <c:v>1.0042059999999999</c:v>
                </c:pt>
                <c:pt idx="448">
                  <c:v>0.99780749999999996</c:v>
                </c:pt>
                <c:pt idx="449">
                  <c:v>1.020445</c:v>
                </c:pt>
                <c:pt idx="450">
                  <c:v>1.0117160000000001</c:v>
                </c:pt>
                <c:pt idx="451">
                  <c:v>1.0150269999999999</c:v>
                </c:pt>
                <c:pt idx="452">
                  <c:v>0.99738459999999995</c:v>
                </c:pt>
                <c:pt idx="453">
                  <c:v>1.0089619999999999</c:v>
                </c:pt>
                <c:pt idx="454">
                  <c:v>1.011728</c:v>
                </c:pt>
                <c:pt idx="455">
                  <c:v>0.99360789999999999</c:v>
                </c:pt>
                <c:pt idx="456">
                  <c:v>0.99953860000000005</c:v>
                </c:pt>
                <c:pt idx="457">
                  <c:v>1.002175</c:v>
                </c:pt>
                <c:pt idx="458">
                  <c:v>1.001349</c:v>
                </c:pt>
                <c:pt idx="459">
                  <c:v>1.0028319999999999</c:v>
                </c:pt>
                <c:pt idx="460">
                  <c:v>0.98912149999999999</c:v>
                </c:pt>
                <c:pt idx="461">
                  <c:v>0.99276169999999997</c:v>
                </c:pt>
                <c:pt idx="462">
                  <c:v>0.9831879</c:v>
                </c:pt>
                <c:pt idx="463">
                  <c:v>0.9903672</c:v>
                </c:pt>
                <c:pt idx="464">
                  <c:v>1.0013840000000001</c:v>
                </c:pt>
                <c:pt idx="465">
                  <c:v>0.99273849999999997</c:v>
                </c:pt>
                <c:pt idx="466">
                  <c:v>1.0009809999999999</c:v>
                </c:pt>
                <c:pt idx="467">
                  <c:v>0.98589610000000005</c:v>
                </c:pt>
                <c:pt idx="468">
                  <c:v>0.9973149</c:v>
                </c:pt>
                <c:pt idx="469">
                  <c:v>0.99106229999999995</c:v>
                </c:pt>
                <c:pt idx="470">
                  <c:v>0.99467669999999997</c:v>
                </c:pt>
                <c:pt idx="471">
                  <c:v>0.99855110000000002</c:v>
                </c:pt>
                <c:pt idx="472">
                  <c:v>0.9948302</c:v>
                </c:pt>
                <c:pt idx="473">
                  <c:v>0.98776699999999995</c:v>
                </c:pt>
                <c:pt idx="474">
                  <c:v>0.99745910000000004</c:v>
                </c:pt>
                <c:pt idx="475">
                  <c:v>0.99548060000000005</c:v>
                </c:pt>
                <c:pt idx="476">
                  <c:v>1.0161830000000001</c:v>
                </c:pt>
                <c:pt idx="477">
                  <c:v>1.0119359999999999</c:v>
                </c:pt>
                <c:pt idx="478">
                  <c:v>1.0010760000000001</c:v>
                </c:pt>
                <c:pt idx="479">
                  <c:v>1.016742</c:v>
                </c:pt>
                <c:pt idx="480">
                  <c:v>1.0059359999999999</c:v>
                </c:pt>
                <c:pt idx="481">
                  <c:v>1.0050680000000001</c:v>
                </c:pt>
                <c:pt idx="482">
                  <c:v>0.99828939999999999</c:v>
                </c:pt>
                <c:pt idx="483">
                  <c:v>0.9918903</c:v>
                </c:pt>
                <c:pt idx="484">
                  <c:v>1.008459</c:v>
                </c:pt>
                <c:pt idx="485">
                  <c:v>1.0035130000000001</c:v>
                </c:pt>
                <c:pt idx="486">
                  <c:v>1.0045059999999999</c:v>
                </c:pt>
                <c:pt idx="487">
                  <c:v>1.0097780000000001</c:v>
                </c:pt>
                <c:pt idx="488">
                  <c:v>1.007884</c:v>
                </c:pt>
                <c:pt idx="489">
                  <c:v>1.0153970000000001</c:v>
                </c:pt>
                <c:pt idx="490">
                  <c:v>1.0143549999999999</c:v>
                </c:pt>
                <c:pt idx="491">
                  <c:v>1.0086740000000001</c:v>
                </c:pt>
                <c:pt idx="492">
                  <c:v>1.0011099999999999</c:v>
                </c:pt>
                <c:pt idx="493">
                  <c:v>1.0062629999999999</c:v>
                </c:pt>
                <c:pt idx="494">
                  <c:v>0.99348990000000004</c:v>
                </c:pt>
                <c:pt idx="495">
                  <c:v>0.99531780000000003</c:v>
                </c:pt>
                <c:pt idx="496">
                  <c:v>0.99851820000000002</c:v>
                </c:pt>
                <c:pt idx="497">
                  <c:v>0.99912959999999995</c:v>
                </c:pt>
                <c:pt idx="498">
                  <c:v>0.99347700000000005</c:v>
                </c:pt>
                <c:pt idx="499">
                  <c:v>1.0004470000000001</c:v>
                </c:pt>
                <c:pt idx="500">
                  <c:v>0.99685610000000002</c:v>
                </c:pt>
                <c:pt idx="501">
                  <c:v>0.9971681</c:v>
                </c:pt>
                <c:pt idx="502">
                  <c:v>0.98687919999999996</c:v>
                </c:pt>
                <c:pt idx="503">
                  <c:v>0.99780460000000004</c:v>
                </c:pt>
                <c:pt idx="504">
                  <c:v>0.99468520000000005</c:v>
                </c:pt>
                <c:pt idx="505">
                  <c:v>0.97295379999999998</c:v>
                </c:pt>
                <c:pt idx="506">
                  <c:v>0.98810739999999997</c:v>
                </c:pt>
                <c:pt idx="507">
                  <c:v>0.99378529999999998</c:v>
                </c:pt>
                <c:pt idx="508">
                  <c:v>0.97503629999999997</c:v>
                </c:pt>
                <c:pt idx="509">
                  <c:v>1.004173</c:v>
                </c:pt>
                <c:pt idx="510">
                  <c:v>0.99198649999999999</c:v>
                </c:pt>
                <c:pt idx="511">
                  <c:v>0.99082970000000004</c:v>
                </c:pt>
                <c:pt idx="512">
                  <c:v>1.0105869999999999</c:v>
                </c:pt>
                <c:pt idx="513">
                  <c:v>1.006448</c:v>
                </c:pt>
                <c:pt idx="514">
                  <c:v>1.012645</c:v>
                </c:pt>
                <c:pt idx="515">
                  <c:v>0.99928729999999999</c:v>
                </c:pt>
                <c:pt idx="516">
                  <c:v>1.0004999999999999</c:v>
                </c:pt>
              </c:numCache>
            </c:numRef>
          </c:yVal>
          <c:smooth val="1"/>
          <c:extLst>
            <c:ext xmlns:c16="http://schemas.microsoft.com/office/drawing/2014/chart" uri="{C3380CC4-5D6E-409C-BE32-E72D297353CC}">
              <c16:uniqueId val="{00000006-AEC3-4920-9F18-79397C998F93}"/>
            </c:ext>
          </c:extLst>
        </c:ser>
        <c:ser>
          <c:idx val="7"/>
          <c:order val="7"/>
          <c:tx>
            <c:strRef>
              <c:f>二体分布関数!$J$1</c:f>
              <c:strCache>
                <c:ptCount val="1"/>
                <c:pt idx="0">
                  <c:v>Cu-Cu</c:v>
                </c:pt>
              </c:strCache>
            </c:strRef>
          </c:tx>
          <c:spPr>
            <a:ln w="19050" cap="rnd">
              <a:solidFill>
                <a:schemeClr val="accent2">
                  <a:lumMod val="60000"/>
                </a:schemeClr>
              </a:solidFill>
              <a:round/>
            </a:ln>
            <a:effectLst/>
          </c:spPr>
          <c:marker>
            <c:symbol val="none"/>
          </c:marker>
          <c:xVal>
            <c:numRef>
              <c:f>二体分布関数!$B$2:$B$1550</c:f>
              <c:numCache>
                <c:formatCode>0.00E+00</c:formatCode>
                <c:ptCount val="517"/>
                <c:pt idx="0">
                  <c:v>0.06</c:v>
                </c:pt>
                <c:pt idx="1">
                  <c:v>0.12</c:v>
                </c:pt>
                <c:pt idx="2">
                  <c:v>0.18</c:v>
                </c:pt>
                <c:pt idx="3">
                  <c:v>0.24</c:v>
                </c:pt>
                <c:pt idx="4">
                  <c:v>0.3</c:v>
                </c:pt>
                <c:pt idx="5">
                  <c:v>0.36</c:v>
                </c:pt>
                <c:pt idx="6">
                  <c:v>0.42</c:v>
                </c:pt>
                <c:pt idx="7">
                  <c:v>0.48</c:v>
                </c:pt>
                <c:pt idx="8">
                  <c:v>0.54</c:v>
                </c:pt>
                <c:pt idx="9">
                  <c:v>0.6</c:v>
                </c:pt>
                <c:pt idx="10">
                  <c:v>0.66</c:v>
                </c:pt>
                <c:pt idx="11">
                  <c:v>0.72</c:v>
                </c:pt>
                <c:pt idx="12">
                  <c:v>0.78</c:v>
                </c:pt>
                <c:pt idx="13">
                  <c:v>0.84</c:v>
                </c:pt>
                <c:pt idx="14">
                  <c:v>0.9</c:v>
                </c:pt>
                <c:pt idx="15">
                  <c:v>0.96</c:v>
                </c:pt>
                <c:pt idx="16" formatCode="General">
                  <c:v>1.02</c:v>
                </c:pt>
                <c:pt idx="17" formatCode="General">
                  <c:v>1.08</c:v>
                </c:pt>
                <c:pt idx="18" formatCode="General">
                  <c:v>1.1399999999999999</c:v>
                </c:pt>
                <c:pt idx="19" formatCode="General">
                  <c:v>1.2</c:v>
                </c:pt>
                <c:pt idx="20" formatCode="General">
                  <c:v>1.26</c:v>
                </c:pt>
                <c:pt idx="21" formatCode="General">
                  <c:v>1.32</c:v>
                </c:pt>
                <c:pt idx="22" formatCode="General">
                  <c:v>1.38</c:v>
                </c:pt>
                <c:pt idx="23" formatCode="General">
                  <c:v>1.44</c:v>
                </c:pt>
                <c:pt idx="24" formatCode="General">
                  <c:v>1.5</c:v>
                </c:pt>
                <c:pt idx="25" formatCode="General">
                  <c:v>1.56</c:v>
                </c:pt>
                <c:pt idx="26" formatCode="General">
                  <c:v>1.62</c:v>
                </c:pt>
                <c:pt idx="27" formatCode="General">
                  <c:v>1.68</c:v>
                </c:pt>
                <c:pt idx="28" formatCode="General">
                  <c:v>1.74</c:v>
                </c:pt>
                <c:pt idx="29" formatCode="General">
                  <c:v>1.8</c:v>
                </c:pt>
                <c:pt idx="30" formatCode="General">
                  <c:v>1.86</c:v>
                </c:pt>
                <c:pt idx="31" formatCode="General">
                  <c:v>1.92</c:v>
                </c:pt>
                <c:pt idx="32" formatCode="General">
                  <c:v>1.98</c:v>
                </c:pt>
                <c:pt idx="33" formatCode="General">
                  <c:v>2.04</c:v>
                </c:pt>
                <c:pt idx="34" formatCode="General">
                  <c:v>2.1</c:v>
                </c:pt>
                <c:pt idx="35" formatCode="General">
                  <c:v>2.16</c:v>
                </c:pt>
                <c:pt idx="36" formatCode="General">
                  <c:v>2.2200000000000002</c:v>
                </c:pt>
                <c:pt idx="37" formatCode="General">
                  <c:v>2.2799999999999998</c:v>
                </c:pt>
                <c:pt idx="38" formatCode="General">
                  <c:v>2.34</c:v>
                </c:pt>
                <c:pt idx="39" formatCode="General">
                  <c:v>2.4</c:v>
                </c:pt>
                <c:pt idx="40" formatCode="General">
                  <c:v>2.46</c:v>
                </c:pt>
                <c:pt idx="41" formatCode="General">
                  <c:v>2.52</c:v>
                </c:pt>
                <c:pt idx="42" formatCode="General">
                  <c:v>2.58</c:v>
                </c:pt>
                <c:pt idx="43" formatCode="General">
                  <c:v>2.64</c:v>
                </c:pt>
                <c:pt idx="44" formatCode="General">
                  <c:v>2.7</c:v>
                </c:pt>
                <c:pt idx="45" formatCode="General">
                  <c:v>2.76</c:v>
                </c:pt>
                <c:pt idx="46" formatCode="General">
                  <c:v>2.82</c:v>
                </c:pt>
                <c:pt idx="47" formatCode="General">
                  <c:v>2.88</c:v>
                </c:pt>
                <c:pt idx="48" formatCode="General">
                  <c:v>2.94</c:v>
                </c:pt>
                <c:pt idx="49" formatCode="General">
                  <c:v>3</c:v>
                </c:pt>
                <c:pt idx="50" formatCode="General">
                  <c:v>3.06</c:v>
                </c:pt>
                <c:pt idx="51" formatCode="General">
                  <c:v>3.12</c:v>
                </c:pt>
                <c:pt idx="52" formatCode="General">
                  <c:v>3.18</c:v>
                </c:pt>
                <c:pt idx="53" formatCode="General">
                  <c:v>3.24</c:v>
                </c:pt>
                <c:pt idx="54" formatCode="General">
                  <c:v>3.3</c:v>
                </c:pt>
                <c:pt idx="55" formatCode="General">
                  <c:v>3.36</c:v>
                </c:pt>
                <c:pt idx="56" formatCode="General">
                  <c:v>3.42</c:v>
                </c:pt>
                <c:pt idx="57" formatCode="General">
                  <c:v>3.48</c:v>
                </c:pt>
                <c:pt idx="58" formatCode="General">
                  <c:v>3.54</c:v>
                </c:pt>
                <c:pt idx="59" formatCode="General">
                  <c:v>3.6</c:v>
                </c:pt>
                <c:pt idx="60" formatCode="General">
                  <c:v>3.66</c:v>
                </c:pt>
                <c:pt idx="61" formatCode="General">
                  <c:v>3.72</c:v>
                </c:pt>
                <c:pt idx="62" formatCode="General">
                  <c:v>3.78</c:v>
                </c:pt>
                <c:pt idx="63" formatCode="General">
                  <c:v>3.84</c:v>
                </c:pt>
                <c:pt idx="64" formatCode="General">
                  <c:v>3.9</c:v>
                </c:pt>
                <c:pt idx="65" formatCode="General">
                  <c:v>3.96</c:v>
                </c:pt>
                <c:pt idx="66" formatCode="General">
                  <c:v>4.0199999999999996</c:v>
                </c:pt>
                <c:pt idx="67" formatCode="General">
                  <c:v>4.08</c:v>
                </c:pt>
                <c:pt idx="68" formatCode="General">
                  <c:v>4.1399999999999997</c:v>
                </c:pt>
                <c:pt idx="69" formatCode="General">
                  <c:v>4.2</c:v>
                </c:pt>
                <c:pt idx="70" formatCode="General">
                  <c:v>4.26</c:v>
                </c:pt>
                <c:pt idx="71" formatCode="General">
                  <c:v>4.32</c:v>
                </c:pt>
                <c:pt idx="72" formatCode="General">
                  <c:v>4.38</c:v>
                </c:pt>
                <c:pt idx="73" formatCode="General">
                  <c:v>4.4400000000000004</c:v>
                </c:pt>
                <c:pt idx="74" formatCode="General">
                  <c:v>4.5</c:v>
                </c:pt>
                <c:pt idx="75" formatCode="General">
                  <c:v>4.5599999999999996</c:v>
                </c:pt>
                <c:pt idx="76" formatCode="General">
                  <c:v>4.62</c:v>
                </c:pt>
                <c:pt idx="77" formatCode="General">
                  <c:v>4.68</c:v>
                </c:pt>
                <c:pt idx="78" formatCode="General">
                  <c:v>4.74</c:v>
                </c:pt>
                <c:pt idx="79" formatCode="General">
                  <c:v>4.8</c:v>
                </c:pt>
                <c:pt idx="80" formatCode="General">
                  <c:v>4.8600000000000003</c:v>
                </c:pt>
                <c:pt idx="81" formatCode="General">
                  <c:v>4.92</c:v>
                </c:pt>
                <c:pt idx="82" formatCode="General">
                  <c:v>4.9800000000000004</c:v>
                </c:pt>
                <c:pt idx="83" formatCode="General">
                  <c:v>5.04</c:v>
                </c:pt>
                <c:pt idx="84" formatCode="General">
                  <c:v>5.0999999999999996</c:v>
                </c:pt>
                <c:pt idx="85" formatCode="General">
                  <c:v>5.16</c:v>
                </c:pt>
                <c:pt idx="86" formatCode="General">
                  <c:v>5.22</c:v>
                </c:pt>
                <c:pt idx="87" formatCode="General">
                  <c:v>5.28</c:v>
                </c:pt>
                <c:pt idx="88" formatCode="General">
                  <c:v>5.34</c:v>
                </c:pt>
                <c:pt idx="89" formatCode="General">
                  <c:v>5.4</c:v>
                </c:pt>
                <c:pt idx="90" formatCode="General">
                  <c:v>5.46</c:v>
                </c:pt>
                <c:pt idx="91" formatCode="General">
                  <c:v>5.52</c:v>
                </c:pt>
                <c:pt idx="92" formatCode="General">
                  <c:v>5.58</c:v>
                </c:pt>
                <c:pt idx="93" formatCode="General">
                  <c:v>5.64</c:v>
                </c:pt>
                <c:pt idx="94" formatCode="General">
                  <c:v>5.7</c:v>
                </c:pt>
                <c:pt idx="95" formatCode="General">
                  <c:v>5.76</c:v>
                </c:pt>
                <c:pt idx="96" formatCode="General">
                  <c:v>5.82</c:v>
                </c:pt>
                <c:pt idx="97" formatCode="General">
                  <c:v>5.88</c:v>
                </c:pt>
                <c:pt idx="98" formatCode="General">
                  <c:v>5.94</c:v>
                </c:pt>
                <c:pt idx="99" formatCode="General">
                  <c:v>6</c:v>
                </c:pt>
                <c:pt idx="100" formatCode="General">
                  <c:v>6.06</c:v>
                </c:pt>
                <c:pt idx="101" formatCode="General">
                  <c:v>6.12</c:v>
                </c:pt>
                <c:pt idx="102" formatCode="General">
                  <c:v>6.18</c:v>
                </c:pt>
                <c:pt idx="103" formatCode="General">
                  <c:v>6.24</c:v>
                </c:pt>
                <c:pt idx="104" formatCode="General">
                  <c:v>6.3</c:v>
                </c:pt>
                <c:pt idx="105" formatCode="General">
                  <c:v>6.36</c:v>
                </c:pt>
                <c:pt idx="106" formatCode="General">
                  <c:v>6.42</c:v>
                </c:pt>
                <c:pt idx="107" formatCode="General">
                  <c:v>6.48</c:v>
                </c:pt>
                <c:pt idx="108" formatCode="General">
                  <c:v>6.54</c:v>
                </c:pt>
                <c:pt idx="109" formatCode="General">
                  <c:v>6.6</c:v>
                </c:pt>
                <c:pt idx="110" formatCode="General">
                  <c:v>6.66</c:v>
                </c:pt>
                <c:pt idx="111" formatCode="General">
                  <c:v>6.72</c:v>
                </c:pt>
                <c:pt idx="112" formatCode="General">
                  <c:v>6.78</c:v>
                </c:pt>
                <c:pt idx="113" formatCode="General">
                  <c:v>6.84</c:v>
                </c:pt>
                <c:pt idx="114" formatCode="General">
                  <c:v>6.9</c:v>
                </c:pt>
                <c:pt idx="115" formatCode="General">
                  <c:v>6.96</c:v>
                </c:pt>
                <c:pt idx="116" formatCode="General">
                  <c:v>7.02</c:v>
                </c:pt>
                <c:pt idx="117" formatCode="General">
                  <c:v>7.08</c:v>
                </c:pt>
                <c:pt idx="118" formatCode="General">
                  <c:v>7.14</c:v>
                </c:pt>
                <c:pt idx="119" formatCode="General">
                  <c:v>7.2</c:v>
                </c:pt>
                <c:pt idx="120" formatCode="General">
                  <c:v>7.26</c:v>
                </c:pt>
                <c:pt idx="121" formatCode="General">
                  <c:v>7.32</c:v>
                </c:pt>
                <c:pt idx="122" formatCode="General">
                  <c:v>7.38</c:v>
                </c:pt>
                <c:pt idx="123" formatCode="General">
                  <c:v>7.44</c:v>
                </c:pt>
                <c:pt idx="124" formatCode="General">
                  <c:v>7.5</c:v>
                </c:pt>
                <c:pt idx="125" formatCode="General">
                  <c:v>7.56</c:v>
                </c:pt>
                <c:pt idx="126" formatCode="General">
                  <c:v>7.62</c:v>
                </c:pt>
                <c:pt idx="127" formatCode="General">
                  <c:v>7.68</c:v>
                </c:pt>
                <c:pt idx="128" formatCode="General">
                  <c:v>7.74</c:v>
                </c:pt>
                <c:pt idx="129" formatCode="General">
                  <c:v>7.8</c:v>
                </c:pt>
                <c:pt idx="130" formatCode="General">
                  <c:v>7.86</c:v>
                </c:pt>
                <c:pt idx="131" formatCode="General">
                  <c:v>7.92</c:v>
                </c:pt>
                <c:pt idx="132" formatCode="General">
                  <c:v>7.98</c:v>
                </c:pt>
                <c:pt idx="133" formatCode="General">
                  <c:v>8.0399999999999991</c:v>
                </c:pt>
                <c:pt idx="134" formatCode="General">
                  <c:v>8.0999990000000004</c:v>
                </c:pt>
                <c:pt idx="135" formatCode="General">
                  <c:v>8.16</c:v>
                </c:pt>
                <c:pt idx="136" formatCode="General">
                  <c:v>8.2200000000000006</c:v>
                </c:pt>
                <c:pt idx="137" formatCode="General">
                  <c:v>8.2799999999999994</c:v>
                </c:pt>
                <c:pt idx="138" formatCode="General">
                  <c:v>8.34</c:v>
                </c:pt>
                <c:pt idx="139" formatCode="General">
                  <c:v>8.4</c:v>
                </c:pt>
                <c:pt idx="140" formatCode="General">
                  <c:v>8.4600000000000009</c:v>
                </c:pt>
                <c:pt idx="141" formatCode="General">
                  <c:v>8.52</c:v>
                </c:pt>
                <c:pt idx="142" formatCode="General">
                  <c:v>8.58</c:v>
                </c:pt>
                <c:pt idx="143" formatCode="General">
                  <c:v>8.6399989999999995</c:v>
                </c:pt>
                <c:pt idx="144" formatCode="General">
                  <c:v>8.6999999999999993</c:v>
                </c:pt>
                <c:pt idx="145" formatCode="General">
                  <c:v>8.76</c:v>
                </c:pt>
                <c:pt idx="146" formatCode="General">
                  <c:v>8.82</c:v>
                </c:pt>
                <c:pt idx="147" formatCode="General">
                  <c:v>8.8800000000000008</c:v>
                </c:pt>
                <c:pt idx="148" formatCode="General">
                  <c:v>8.94</c:v>
                </c:pt>
                <c:pt idx="149" formatCode="General">
                  <c:v>9</c:v>
                </c:pt>
                <c:pt idx="150" formatCode="General">
                  <c:v>9.0599989999999995</c:v>
                </c:pt>
                <c:pt idx="151" formatCode="General">
                  <c:v>9.1199999999999992</c:v>
                </c:pt>
                <c:pt idx="152" formatCode="General">
                  <c:v>9.1799990000000005</c:v>
                </c:pt>
                <c:pt idx="153" formatCode="General">
                  <c:v>9.24</c:v>
                </c:pt>
                <c:pt idx="154" formatCode="General">
                  <c:v>9.3000000000000007</c:v>
                </c:pt>
                <c:pt idx="155" formatCode="General">
                  <c:v>9.36</c:v>
                </c:pt>
                <c:pt idx="156" formatCode="General">
                  <c:v>9.42</c:v>
                </c:pt>
                <c:pt idx="157" formatCode="General">
                  <c:v>9.48</c:v>
                </c:pt>
                <c:pt idx="158" formatCode="General">
                  <c:v>9.5399999999999991</c:v>
                </c:pt>
                <c:pt idx="159" formatCode="General">
                  <c:v>9.5999990000000004</c:v>
                </c:pt>
                <c:pt idx="160" formatCode="General">
                  <c:v>9.66</c:v>
                </c:pt>
                <c:pt idx="161" formatCode="General">
                  <c:v>9.7199989999999996</c:v>
                </c:pt>
                <c:pt idx="162" formatCode="General">
                  <c:v>9.7799999999999994</c:v>
                </c:pt>
                <c:pt idx="163" formatCode="General">
                  <c:v>9.84</c:v>
                </c:pt>
                <c:pt idx="164" formatCode="General">
                  <c:v>9.9</c:v>
                </c:pt>
                <c:pt idx="165" formatCode="General">
                  <c:v>9.9600000000000009</c:v>
                </c:pt>
                <c:pt idx="166" formatCode="General">
                  <c:v>10.02</c:v>
                </c:pt>
                <c:pt idx="167" formatCode="General">
                  <c:v>10.08</c:v>
                </c:pt>
                <c:pt idx="168" formatCode="General">
                  <c:v>10.14</c:v>
                </c:pt>
                <c:pt idx="169" formatCode="General">
                  <c:v>10.199999999999999</c:v>
                </c:pt>
                <c:pt idx="170" formatCode="General">
                  <c:v>10.26</c:v>
                </c:pt>
                <c:pt idx="171" formatCode="General">
                  <c:v>10.32</c:v>
                </c:pt>
                <c:pt idx="172" formatCode="General">
                  <c:v>10.38</c:v>
                </c:pt>
                <c:pt idx="173" formatCode="General">
                  <c:v>10.44</c:v>
                </c:pt>
                <c:pt idx="174" formatCode="General">
                  <c:v>10.5</c:v>
                </c:pt>
                <c:pt idx="175" formatCode="General">
                  <c:v>10.56</c:v>
                </c:pt>
                <c:pt idx="176" formatCode="General">
                  <c:v>10.62</c:v>
                </c:pt>
                <c:pt idx="177" formatCode="General">
                  <c:v>10.68</c:v>
                </c:pt>
                <c:pt idx="178" formatCode="General">
                  <c:v>10.74</c:v>
                </c:pt>
                <c:pt idx="179" formatCode="General">
                  <c:v>10.8</c:v>
                </c:pt>
                <c:pt idx="180" formatCode="General">
                  <c:v>10.86</c:v>
                </c:pt>
                <c:pt idx="181" formatCode="General">
                  <c:v>10.92</c:v>
                </c:pt>
                <c:pt idx="182" formatCode="General">
                  <c:v>10.98</c:v>
                </c:pt>
                <c:pt idx="183" formatCode="General">
                  <c:v>11.04</c:v>
                </c:pt>
                <c:pt idx="184" formatCode="General">
                  <c:v>11.1</c:v>
                </c:pt>
                <c:pt idx="185" formatCode="General">
                  <c:v>11.16</c:v>
                </c:pt>
                <c:pt idx="186" formatCode="General">
                  <c:v>11.22</c:v>
                </c:pt>
                <c:pt idx="187" formatCode="General">
                  <c:v>11.28</c:v>
                </c:pt>
                <c:pt idx="188" formatCode="General">
                  <c:v>11.34</c:v>
                </c:pt>
                <c:pt idx="189" formatCode="General">
                  <c:v>11.4</c:v>
                </c:pt>
                <c:pt idx="190" formatCode="General">
                  <c:v>11.46</c:v>
                </c:pt>
                <c:pt idx="191" formatCode="General">
                  <c:v>11.52</c:v>
                </c:pt>
                <c:pt idx="192" formatCode="General">
                  <c:v>11.58</c:v>
                </c:pt>
                <c:pt idx="193" formatCode="General">
                  <c:v>11.64</c:v>
                </c:pt>
                <c:pt idx="194" formatCode="General">
                  <c:v>11.7</c:v>
                </c:pt>
                <c:pt idx="195" formatCode="General">
                  <c:v>11.76</c:v>
                </c:pt>
                <c:pt idx="196" formatCode="General">
                  <c:v>11.82</c:v>
                </c:pt>
                <c:pt idx="197" formatCode="General">
                  <c:v>11.88</c:v>
                </c:pt>
                <c:pt idx="198" formatCode="General">
                  <c:v>11.94</c:v>
                </c:pt>
                <c:pt idx="199" formatCode="General">
                  <c:v>12</c:v>
                </c:pt>
                <c:pt idx="200" formatCode="General">
                  <c:v>12.06</c:v>
                </c:pt>
                <c:pt idx="201" formatCode="General">
                  <c:v>12.12</c:v>
                </c:pt>
                <c:pt idx="202" formatCode="General">
                  <c:v>12.18</c:v>
                </c:pt>
                <c:pt idx="203" formatCode="General">
                  <c:v>12.24</c:v>
                </c:pt>
                <c:pt idx="204" formatCode="General">
                  <c:v>12.3</c:v>
                </c:pt>
                <c:pt idx="205" formatCode="General">
                  <c:v>12.36</c:v>
                </c:pt>
                <c:pt idx="206" formatCode="General">
                  <c:v>12.42</c:v>
                </c:pt>
                <c:pt idx="207" formatCode="General">
                  <c:v>12.48</c:v>
                </c:pt>
                <c:pt idx="208" formatCode="General">
                  <c:v>12.54</c:v>
                </c:pt>
                <c:pt idx="209" formatCode="General">
                  <c:v>12.6</c:v>
                </c:pt>
                <c:pt idx="210" formatCode="General">
                  <c:v>12.66</c:v>
                </c:pt>
                <c:pt idx="211" formatCode="General">
                  <c:v>12.72</c:v>
                </c:pt>
                <c:pt idx="212" formatCode="General">
                  <c:v>12.78</c:v>
                </c:pt>
                <c:pt idx="213" formatCode="General">
                  <c:v>12.84</c:v>
                </c:pt>
                <c:pt idx="214" formatCode="General">
                  <c:v>12.9</c:v>
                </c:pt>
                <c:pt idx="215" formatCode="General">
                  <c:v>12.96</c:v>
                </c:pt>
                <c:pt idx="216" formatCode="General">
                  <c:v>13.02</c:v>
                </c:pt>
                <c:pt idx="217" formatCode="General">
                  <c:v>13.08</c:v>
                </c:pt>
                <c:pt idx="218" formatCode="General">
                  <c:v>13.14</c:v>
                </c:pt>
                <c:pt idx="219" formatCode="General">
                  <c:v>13.2</c:v>
                </c:pt>
                <c:pt idx="220" formatCode="General">
                  <c:v>13.26</c:v>
                </c:pt>
                <c:pt idx="221" formatCode="General">
                  <c:v>13.32</c:v>
                </c:pt>
                <c:pt idx="222" formatCode="General">
                  <c:v>13.38</c:v>
                </c:pt>
                <c:pt idx="223" formatCode="General">
                  <c:v>13.44</c:v>
                </c:pt>
                <c:pt idx="224" formatCode="General">
                  <c:v>13.5</c:v>
                </c:pt>
                <c:pt idx="225" formatCode="General">
                  <c:v>13.56</c:v>
                </c:pt>
                <c:pt idx="226" formatCode="General">
                  <c:v>13.62</c:v>
                </c:pt>
                <c:pt idx="227" formatCode="General">
                  <c:v>13.68</c:v>
                </c:pt>
                <c:pt idx="228" formatCode="General">
                  <c:v>13.74</c:v>
                </c:pt>
                <c:pt idx="229" formatCode="General">
                  <c:v>13.8</c:v>
                </c:pt>
                <c:pt idx="230" formatCode="General">
                  <c:v>13.86</c:v>
                </c:pt>
                <c:pt idx="231" formatCode="General">
                  <c:v>13.92</c:v>
                </c:pt>
                <c:pt idx="232" formatCode="General">
                  <c:v>13.98</c:v>
                </c:pt>
                <c:pt idx="233" formatCode="General">
                  <c:v>14.04</c:v>
                </c:pt>
                <c:pt idx="234" formatCode="General">
                  <c:v>14.1</c:v>
                </c:pt>
                <c:pt idx="235" formatCode="General">
                  <c:v>14.16</c:v>
                </c:pt>
                <c:pt idx="236" formatCode="General">
                  <c:v>14.22</c:v>
                </c:pt>
                <c:pt idx="237" formatCode="General">
                  <c:v>14.28</c:v>
                </c:pt>
                <c:pt idx="238" formatCode="General">
                  <c:v>14.34</c:v>
                </c:pt>
                <c:pt idx="239" formatCode="General">
                  <c:v>14.4</c:v>
                </c:pt>
                <c:pt idx="240" formatCode="General">
                  <c:v>14.46</c:v>
                </c:pt>
                <c:pt idx="241" formatCode="General">
                  <c:v>14.52</c:v>
                </c:pt>
                <c:pt idx="242" formatCode="General">
                  <c:v>14.58</c:v>
                </c:pt>
                <c:pt idx="243" formatCode="General">
                  <c:v>14.64</c:v>
                </c:pt>
                <c:pt idx="244" formatCode="General">
                  <c:v>14.7</c:v>
                </c:pt>
                <c:pt idx="245" formatCode="General">
                  <c:v>14.76</c:v>
                </c:pt>
                <c:pt idx="246" formatCode="General">
                  <c:v>14.82</c:v>
                </c:pt>
                <c:pt idx="247" formatCode="General">
                  <c:v>14.88</c:v>
                </c:pt>
                <c:pt idx="248" formatCode="General">
                  <c:v>14.94</c:v>
                </c:pt>
                <c:pt idx="249" formatCode="General">
                  <c:v>15</c:v>
                </c:pt>
                <c:pt idx="250" formatCode="General">
                  <c:v>15.06</c:v>
                </c:pt>
                <c:pt idx="251" formatCode="General">
                  <c:v>15.12</c:v>
                </c:pt>
                <c:pt idx="252" formatCode="General">
                  <c:v>15.18</c:v>
                </c:pt>
                <c:pt idx="253" formatCode="General">
                  <c:v>15.24</c:v>
                </c:pt>
                <c:pt idx="254" formatCode="General">
                  <c:v>15.3</c:v>
                </c:pt>
                <c:pt idx="255" formatCode="General">
                  <c:v>15.36</c:v>
                </c:pt>
                <c:pt idx="256" formatCode="General">
                  <c:v>15.42</c:v>
                </c:pt>
                <c:pt idx="257" formatCode="General">
                  <c:v>15.48</c:v>
                </c:pt>
                <c:pt idx="258" formatCode="General">
                  <c:v>15.54</c:v>
                </c:pt>
                <c:pt idx="259" formatCode="General">
                  <c:v>15.6</c:v>
                </c:pt>
                <c:pt idx="260" formatCode="General">
                  <c:v>15.66</c:v>
                </c:pt>
                <c:pt idx="261" formatCode="General">
                  <c:v>15.72</c:v>
                </c:pt>
                <c:pt idx="262" formatCode="General">
                  <c:v>15.78</c:v>
                </c:pt>
                <c:pt idx="263" formatCode="General">
                  <c:v>15.84</c:v>
                </c:pt>
                <c:pt idx="264" formatCode="General">
                  <c:v>15.9</c:v>
                </c:pt>
                <c:pt idx="265" formatCode="General">
                  <c:v>15.96</c:v>
                </c:pt>
                <c:pt idx="266" formatCode="General">
                  <c:v>16.02</c:v>
                </c:pt>
                <c:pt idx="267" formatCode="General">
                  <c:v>16.079999999999998</c:v>
                </c:pt>
                <c:pt idx="268" formatCode="General">
                  <c:v>16.14</c:v>
                </c:pt>
                <c:pt idx="269" formatCode="General">
                  <c:v>16.2</c:v>
                </c:pt>
                <c:pt idx="270" formatCode="General">
                  <c:v>16.260000000000002</c:v>
                </c:pt>
                <c:pt idx="271" formatCode="General">
                  <c:v>16.32</c:v>
                </c:pt>
                <c:pt idx="272" formatCode="General">
                  <c:v>16.38</c:v>
                </c:pt>
                <c:pt idx="273" formatCode="General">
                  <c:v>16.440000000000001</c:v>
                </c:pt>
                <c:pt idx="274" formatCode="General">
                  <c:v>16.5</c:v>
                </c:pt>
                <c:pt idx="275" formatCode="General">
                  <c:v>16.559999999999999</c:v>
                </c:pt>
                <c:pt idx="276" formatCode="General">
                  <c:v>16.62</c:v>
                </c:pt>
                <c:pt idx="277" formatCode="General">
                  <c:v>16.68</c:v>
                </c:pt>
                <c:pt idx="278" formatCode="General">
                  <c:v>16.739999999999998</c:v>
                </c:pt>
                <c:pt idx="279" formatCode="General">
                  <c:v>16.8</c:v>
                </c:pt>
                <c:pt idx="280" formatCode="General">
                  <c:v>16.86</c:v>
                </c:pt>
                <c:pt idx="281" formatCode="General">
                  <c:v>16.920000000000002</c:v>
                </c:pt>
                <c:pt idx="282" formatCode="General">
                  <c:v>16.98</c:v>
                </c:pt>
                <c:pt idx="283" formatCode="General">
                  <c:v>17.04</c:v>
                </c:pt>
                <c:pt idx="284" formatCode="General">
                  <c:v>17.100000000000001</c:v>
                </c:pt>
                <c:pt idx="285" formatCode="General">
                  <c:v>17.16</c:v>
                </c:pt>
                <c:pt idx="286" formatCode="General">
                  <c:v>17.22</c:v>
                </c:pt>
                <c:pt idx="287" formatCode="General">
                  <c:v>17.28</c:v>
                </c:pt>
                <c:pt idx="288" formatCode="General">
                  <c:v>17.34</c:v>
                </c:pt>
                <c:pt idx="289" formatCode="General">
                  <c:v>17.399999999999999</c:v>
                </c:pt>
                <c:pt idx="290" formatCode="General">
                  <c:v>17.46</c:v>
                </c:pt>
                <c:pt idx="291" formatCode="General">
                  <c:v>17.52</c:v>
                </c:pt>
                <c:pt idx="292" formatCode="General">
                  <c:v>17.579999999999998</c:v>
                </c:pt>
                <c:pt idx="293" formatCode="General">
                  <c:v>17.64</c:v>
                </c:pt>
                <c:pt idx="294" formatCode="General">
                  <c:v>17.7</c:v>
                </c:pt>
                <c:pt idx="295" formatCode="General">
                  <c:v>17.760000000000002</c:v>
                </c:pt>
                <c:pt idx="296" formatCode="General">
                  <c:v>17.82</c:v>
                </c:pt>
                <c:pt idx="297" formatCode="General">
                  <c:v>17.88</c:v>
                </c:pt>
                <c:pt idx="298" formatCode="General">
                  <c:v>17.940000000000001</c:v>
                </c:pt>
                <c:pt idx="299" formatCode="General">
                  <c:v>18</c:v>
                </c:pt>
                <c:pt idx="300" formatCode="General">
                  <c:v>18.059999999999999</c:v>
                </c:pt>
                <c:pt idx="301" formatCode="General">
                  <c:v>18.12</c:v>
                </c:pt>
                <c:pt idx="302" formatCode="General">
                  <c:v>18.18</c:v>
                </c:pt>
                <c:pt idx="303" formatCode="General">
                  <c:v>18.239999999999998</c:v>
                </c:pt>
                <c:pt idx="304" formatCode="General">
                  <c:v>18.3</c:v>
                </c:pt>
                <c:pt idx="305" formatCode="General">
                  <c:v>18.36</c:v>
                </c:pt>
                <c:pt idx="306" formatCode="General">
                  <c:v>18.420000000000002</c:v>
                </c:pt>
                <c:pt idx="307" formatCode="General">
                  <c:v>18.48</c:v>
                </c:pt>
                <c:pt idx="308" formatCode="General">
                  <c:v>18.54</c:v>
                </c:pt>
                <c:pt idx="309" formatCode="General">
                  <c:v>18.600000000000001</c:v>
                </c:pt>
                <c:pt idx="310" formatCode="General">
                  <c:v>18.66</c:v>
                </c:pt>
                <c:pt idx="311" formatCode="General">
                  <c:v>18.72</c:v>
                </c:pt>
                <c:pt idx="312" formatCode="General">
                  <c:v>18.78</c:v>
                </c:pt>
                <c:pt idx="313" formatCode="General">
                  <c:v>18.84</c:v>
                </c:pt>
                <c:pt idx="314" formatCode="General">
                  <c:v>18.899999999999999</c:v>
                </c:pt>
                <c:pt idx="315" formatCode="General">
                  <c:v>18.96</c:v>
                </c:pt>
                <c:pt idx="316" formatCode="General">
                  <c:v>19.02</c:v>
                </c:pt>
                <c:pt idx="317" formatCode="General">
                  <c:v>19.079999999999998</c:v>
                </c:pt>
                <c:pt idx="318" formatCode="General">
                  <c:v>19.14</c:v>
                </c:pt>
                <c:pt idx="319" formatCode="General">
                  <c:v>19.2</c:v>
                </c:pt>
                <c:pt idx="320" formatCode="General">
                  <c:v>19.260000000000002</c:v>
                </c:pt>
                <c:pt idx="321" formatCode="General">
                  <c:v>19.32</c:v>
                </c:pt>
                <c:pt idx="322" formatCode="General">
                  <c:v>19.38</c:v>
                </c:pt>
                <c:pt idx="323" formatCode="General">
                  <c:v>19.440000000000001</c:v>
                </c:pt>
                <c:pt idx="324" formatCode="General">
                  <c:v>19.5</c:v>
                </c:pt>
                <c:pt idx="325" formatCode="General">
                  <c:v>19.559999999999999</c:v>
                </c:pt>
                <c:pt idx="326" formatCode="General">
                  <c:v>19.62</c:v>
                </c:pt>
                <c:pt idx="327" formatCode="General">
                  <c:v>19.68</c:v>
                </c:pt>
                <c:pt idx="328" formatCode="General">
                  <c:v>19.739999999999998</c:v>
                </c:pt>
                <c:pt idx="329" formatCode="General">
                  <c:v>19.8</c:v>
                </c:pt>
                <c:pt idx="330" formatCode="General">
                  <c:v>19.86</c:v>
                </c:pt>
                <c:pt idx="331" formatCode="General">
                  <c:v>19.920000000000002</c:v>
                </c:pt>
                <c:pt idx="332" formatCode="General">
                  <c:v>19.98</c:v>
                </c:pt>
                <c:pt idx="333" formatCode="General">
                  <c:v>20.04</c:v>
                </c:pt>
                <c:pt idx="334" formatCode="General">
                  <c:v>20.100000000000001</c:v>
                </c:pt>
                <c:pt idx="335" formatCode="General">
                  <c:v>20.16</c:v>
                </c:pt>
                <c:pt idx="336" formatCode="General">
                  <c:v>20.22</c:v>
                </c:pt>
                <c:pt idx="337" formatCode="General">
                  <c:v>20.28</c:v>
                </c:pt>
                <c:pt idx="338" formatCode="General">
                  <c:v>20.34</c:v>
                </c:pt>
                <c:pt idx="339" formatCode="General">
                  <c:v>20.399999999999999</c:v>
                </c:pt>
                <c:pt idx="340" formatCode="General">
                  <c:v>20.46</c:v>
                </c:pt>
                <c:pt idx="341" formatCode="General">
                  <c:v>20.52</c:v>
                </c:pt>
                <c:pt idx="342" formatCode="General">
                  <c:v>20.58</c:v>
                </c:pt>
                <c:pt idx="343" formatCode="General">
                  <c:v>20.64</c:v>
                </c:pt>
                <c:pt idx="344" formatCode="General">
                  <c:v>20.7</c:v>
                </c:pt>
                <c:pt idx="345" formatCode="General">
                  <c:v>20.76</c:v>
                </c:pt>
                <c:pt idx="346" formatCode="General">
                  <c:v>20.82</c:v>
                </c:pt>
                <c:pt idx="347" formatCode="General">
                  <c:v>20.88</c:v>
                </c:pt>
                <c:pt idx="348" formatCode="General">
                  <c:v>20.94</c:v>
                </c:pt>
                <c:pt idx="349" formatCode="General">
                  <c:v>21</c:v>
                </c:pt>
                <c:pt idx="350" formatCode="General">
                  <c:v>21.06</c:v>
                </c:pt>
                <c:pt idx="351" formatCode="General">
                  <c:v>21.12</c:v>
                </c:pt>
                <c:pt idx="352" formatCode="General">
                  <c:v>21.18</c:v>
                </c:pt>
                <c:pt idx="353" formatCode="General">
                  <c:v>21.24</c:v>
                </c:pt>
                <c:pt idx="354" formatCode="General">
                  <c:v>21.3</c:v>
                </c:pt>
                <c:pt idx="355" formatCode="General">
                  <c:v>21.36</c:v>
                </c:pt>
                <c:pt idx="356" formatCode="General">
                  <c:v>21.42</c:v>
                </c:pt>
                <c:pt idx="357" formatCode="General">
                  <c:v>21.48</c:v>
                </c:pt>
                <c:pt idx="358" formatCode="General">
                  <c:v>21.54</c:v>
                </c:pt>
                <c:pt idx="359" formatCode="General">
                  <c:v>21.6</c:v>
                </c:pt>
                <c:pt idx="360" formatCode="General">
                  <c:v>21.66</c:v>
                </c:pt>
                <c:pt idx="361" formatCode="General">
                  <c:v>21.72</c:v>
                </c:pt>
                <c:pt idx="362" formatCode="General">
                  <c:v>21.78</c:v>
                </c:pt>
                <c:pt idx="363" formatCode="General">
                  <c:v>21.84</c:v>
                </c:pt>
                <c:pt idx="364" formatCode="General">
                  <c:v>21.9</c:v>
                </c:pt>
                <c:pt idx="365" formatCode="General">
                  <c:v>21.96</c:v>
                </c:pt>
                <c:pt idx="366" formatCode="General">
                  <c:v>22.02</c:v>
                </c:pt>
                <c:pt idx="367" formatCode="General">
                  <c:v>22.08</c:v>
                </c:pt>
                <c:pt idx="368" formatCode="General">
                  <c:v>22.14</c:v>
                </c:pt>
                <c:pt idx="369" formatCode="General">
                  <c:v>22.2</c:v>
                </c:pt>
                <c:pt idx="370" formatCode="General">
                  <c:v>22.26</c:v>
                </c:pt>
                <c:pt idx="371" formatCode="General">
                  <c:v>22.32</c:v>
                </c:pt>
                <c:pt idx="372" formatCode="General">
                  <c:v>22.38</c:v>
                </c:pt>
                <c:pt idx="373" formatCode="General">
                  <c:v>22.44</c:v>
                </c:pt>
                <c:pt idx="374" formatCode="General">
                  <c:v>22.5</c:v>
                </c:pt>
                <c:pt idx="375" formatCode="General">
                  <c:v>22.56</c:v>
                </c:pt>
                <c:pt idx="376" formatCode="General">
                  <c:v>22.62</c:v>
                </c:pt>
                <c:pt idx="377" formatCode="General">
                  <c:v>22.68</c:v>
                </c:pt>
                <c:pt idx="378" formatCode="General">
                  <c:v>22.74</c:v>
                </c:pt>
                <c:pt idx="379" formatCode="General">
                  <c:v>22.8</c:v>
                </c:pt>
                <c:pt idx="380" formatCode="General">
                  <c:v>22.86</c:v>
                </c:pt>
                <c:pt idx="381" formatCode="General">
                  <c:v>22.92</c:v>
                </c:pt>
                <c:pt idx="382" formatCode="General">
                  <c:v>22.98</c:v>
                </c:pt>
                <c:pt idx="383" formatCode="General">
                  <c:v>23.04</c:v>
                </c:pt>
                <c:pt idx="384" formatCode="General">
                  <c:v>23.1</c:v>
                </c:pt>
                <c:pt idx="385" formatCode="General">
                  <c:v>23.16</c:v>
                </c:pt>
                <c:pt idx="386" formatCode="General">
                  <c:v>23.22</c:v>
                </c:pt>
                <c:pt idx="387" formatCode="General">
                  <c:v>23.28</c:v>
                </c:pt>
                <c:pt idx="388" formatCode="General">
                  <c:v>23.34</c:v>
                </c:pt>
                <c:pt idx="389" formatCode="General">
                  <c:v>23.4</c:v>
                </c:pt>
                <c:pt idx="390" formatCode="General">
                  <c:v>23.46</c:v>
                </c:pt>
                <c:pt idx="391" formatCode="General">
                  <c:v>23.52</c:v>
                </c:pt>
                <c:pt idx="392" formatCode="General">
                  <c:v>23.58</c:v>
                </c:pt>
                <c:pt idx="393" formatCode="General">
                  <c:v>23.64</c:v>
                </c:pt>
                <c:pt idx="394" formatCode="General">
                  <c:v>23.7</c:v>
                </c:pt>
                <c:pt idx="395" formatCode="General">
                  <c:v>23.76</c:v>
                </c:pt>
                <c:pt idx="396" formatCode="General">
                  <c:v>23.82</c:v>
                </c:pt>
                <c:pt idx="397" formatCode="General">
                  <c:v>23.88</c:v>
                </c:pt>
                <c:pt idx="398" formatCode="General">
                  <c:v>23.94</c:v>
                </c:pt>
                <c:pt idx="399" formatCode="General">
                  <c:v>24</c:v>
                </c:pt>
                <c:pt idx="400" formatCode="General">
                  <c:v>24.06</c:v>
                </c:pt>
                <c:pt idx="401" formatCode="General">
                  <c:v>24.12</c:v>
                </c:pt>
                <c:pt idx="402" formatCode="General">
                  <c:v>24.18</c:v>
                </c:pt>
                <c:pt idx="403" formatCode="General">
                  <c:v>24.24</c:v>
                </c:pt>
                <c:pt idx="404" formatCode="General">
                  <c:v>24.3</c:v>
                </c:pt>
                <c:pt idx="405" formatCode="General">
                  <c:v>24.36</c:v>
                </c:pt>
                <c:pt idx="406" formatCode="General">
                  <c:v>24.42</c:v>
                </c:pt>
                <c:pt idx="407" formatCode="General">
                  <c:v>24.48</c:v>
                </c:pt>
                <c:pt idx="408" formatCode="General">
                  <c:v>24.54</c:v>
                </c:pt>
                <c:pt idx="409" formatCode="General">
                  <c:v>24.6</c:v>
                </c:pt>
                <c:pt idx="410" formatCode="General">
                  <c:v>24.66</c:v>
                </c:pt>
                <c:pt idx="411" formatCode="General">
                  <c:v>24.72</c:v>
                </c:pt>
                <c:pt idx="412" formatCode="General">
                  <c:v>24.78</c:v>
                </c:pt>
                <c:pt idx="413" formatCode="General">
                  <c:v>24.84</c:v>
                </c:pt>
                <c:pt idx="414" formatCode="General">
                  <c:v>24.9</c:v>
                </c:pt>
                <c:pt idx="415" formatCode="General">
                  <c:v>24.96</c:v>
                </c:pt>
                <c:pt idx="416" formatCode="General">
                  <c:v>25.02</c:v>
                </c:pt>
                <c:pt idx="417" formatCode="General">
                  <c:v>25.08</c:v>
                </c:pt>
                <c:pt idx="418" formatCode="General">
                  <c:v>25.14</c:v>
                </c:pt>
                <c:pt idx="419" formatCode="General">
                  <c:v>25.2</c:v>
                </c:pt>
                <c:pt idx="420" formatCode="General">
                  <c:v>25.26</c:v>
                </c:pt>
                <c:pt idx="421" formatCode="General">
                  <c:v>25.32</c:v>
                </c:pt>
                <c:pt idx="422" formatCode="General">
                  <c:v>25.38</c:v>
                </c:pt>
                <c:pt idx="423" formatCode="General">
                  <c:v>25.44</c:v>
                </c:pt>
                <c:pt idx="424" formatCode="General">
                  <c:v>25.5</c:v>
                </c:pt>
                <c:pt idx="425" formatCode="General">
                  <c:v>25.56</c:v>
                </c:pt>
                <c:pt idx="426" formatCode="General">
                  <c:v>25.62</c:v>
                </c:pt>
                <c:pt idx="427" formatCode="General">
                  <c:v>25.68</c:v>
                </c:pt>
                <c:pt idx="428" formatCode="General">
                  <c:v>25.74</c:v>
                </c:pt>
                <c:pt idx="429" formatCode="General">
                  <c:v>25.8</c:v>
                </c:pt>
                <c:pt idx="430" formatCode="General">
                  <c:v>25.86</c:v>
                </c:pt>
                <c:pt idx="431" formatCode="General">
                  <c:v>25.92</c:v>
                </c:pt>
                <c:pt idx="432" formatCode="General">
                  <c:v>25.98</c:v>
                </c:pt>
                <c:pt idx="433" formatCode="General">
                  <c:v>26.04</c:v>
                </c:pt>
                <c:pt idx="434" formatCode="General">
                  <c:v>26.1</c:v>
                </c:pt>
                <c:pt idx="435" formatCode="General">
                  <c:v>26.16</c:v>
                </c:pt>
                <c:pt idx="436" formatCode="General">
                  <c:v>26.22</c:v>
                </c:pt>
                <c:pt idx="437" formatCode="General">
                  <c:v>26.28</c:v>
                </c:pt>
                <c:pt idx="438" formatCode="General">
                  <c:v>26.34</c:v>
                </c:pt>
                <c:pt idx="439" formatCode="General">
                  <c:v>26.4</c:v>
                </c:pt>
                <c:pt idx="440" formatCode="General">
                  <c:v>26.46</c:v>
                </c:pt>
                <c:pt idx="441" formatCode="General">
                  <c:v>26.52</c:v>
                </c:pt>
                <c:pt idx="442" formatCode="General">
                  <c:v>26.58</c:v>
                </c:pt>
                <c:pt idx="443" formatCode="General">
                  <c:v>26.64</c:v>
                </c:pt>
                <c:pt idx="444" formatCode="General">
                  <c:v>26.7</c:v>
                </c:pt>
                <c:pt idx="445" formatCode="General">
                  <c:v>26.76</c:v>
                </c:pt>
                <c:pt idx="446" formatCode="General">
                  <c:v>26.82</c:v>
                </c:pt>
                <c:pt idx="447" formatCode="General">
                  <c:v>26.88</c:v>
                </c:pt>
                <c:pt idx="448" formatCode="General">
                  <c:v>26.94</c:v>
                </c:pt>
                <c:pt idx="449" formatCode="General">
                  <c:v>27</c:v>
                </c:pt>
                <c:pt idx="450" formatCode="General">
                  <c:v>27.06</c:v>
                </c:pt>
                <c:pt idx="451" formatCode="General">
                  <c:v>27.12</c:v>
                </c:pt>
                <c:pt idx="452" formatCode="General">
                  <c:v>27.18</c:v>
                </c:pt>
                <c:pt idx="453" formatCode="General">
                  <c:v>27.24</c:v>
                </c:pt>
                <c:pt idx="454" formatCode="General">
                  <c:v>27.3</c:v>
                </c:pt>
                <c:pt idx="455" formatCode="General">
                  <c:v>27.36</c:v>
                </c:pt>
                <c:pt idx="456" formatCode="General">
                  <c:v>27.42</c:v>
                </c:pt>
                <c:pt idx="457" formatCode="General">
                  <c:v>27.48</c:v>
                </c:pt>
                <c:pt idx="458" formatCode="General">
                  <c:v>27.54</c:v>
                </c:pt>
                <c:pt idx="459" formatCode="General">
                  <c:v>27.6</c:v>
                </c:pt>
                <c:pt idx="460" formatCode="General">
                  <c:v>27.66</c:v>
                </c:pt>
                <c:pt idx="461" formatCode="General">
                  <c:v>27.72</c:v>
                </c:pt>
                <c:pt idx="462" formatCode="General">
                  <c:v>27.78</c:v>
                </c:pt>
                <c:pt idx="463" formatCode="General">
                  <c:v>27.84</c:v>
                </c:pt>
                <c:pt idx="464" formatCode="General">
                  <c:v>27.9</c:v>
                </c:pt>
                <c:pt idx="465" formatCode="General">
                  <c:v>27.96</c:v>
                </c:pt>
                <c:pt idx="466" formatCode="General">
                  <c:v>28.02</c:v>
                </c:pt>
                <c:pt idx="467" formatCode="General">
                  <c:v>28.08</c:v>
                </c:pt>
                <c:pt idx="468" formatCode="General">
                  <c:v>28.14</c:v>
                </c:pt>
                <c:pt idx="469" formatCode="General">
                  <c:v>28.2</c:v>
                </c:pt>
                <c:pt idx="470" formatCode="General">
                  <c:v>28.26</c:v>
                </c:pt>
                <c:pt idx="471" formatCode="General">
                  <c:v>28.32</c:v>
                </c:pt>
                <c:pt idx="472" formatCode="General">
                  <c:v>28.38</c:v>
                </c:pt>
                <c:pt idx="473" formatCode="General">
                  <c:v>28.44</c:v>
                </c:pt>
                <c:pt idx="474" formatCode="General">
                  <c:v>28.5</c:v>
                </c:pt>
                <c:pt idx="475" formatCode="General">
                  <c:v>28.56</c:v>
                </c:pt>
                <c:pt idx="476" formatCode="General">
                  <c:v>28.62</c:v>
                </c:pt>
                <c:pt idx="477" formatCode="General">
                  <c:v>28.68</c:v>
                </c:pt>
                <c:pt idx="478" formatCode="General">
                  <c:v>28.74</c:v>
                </c:pt>
                <c:pt idx="479" formatCode="General">
                  <c:v>28.8</c:v>
                </c:pt>
                <c:pt idx="480" formatCode="General">
                  <c:v>28.86</c:v>
                </c:pt>
                <c:pt idx="481" formatCode="General">
                  <c:v>28.92</c:v>
                </c:pt>
                <c:pt idx="482" formatCode="General">
                  <c:v>28.98</c:v>
                </c:pt>
                <c:pt idx="483" formatCode="General">
                  <c:v>29.04</c:v>
                </c:pt>
                <c:pt idx="484" formatCode="General">
                  <c:v>29.1</c:v>
                </c:pt>
                <c:pt idx="485" formatCode="General">
                  <c:v>29.16</c:v>
                </c:pt>
                <c:pt idx="486" formatCode="General">
                  <c:v>29.22</c:v>
                </c:pt>
                <c:pt idx="487" formatCode="General">
                  <c:v>29.28</c:v>
                </c:pt>
                <c:pt idx="488" formatCode="General">
                  <c:v>29.34</c:v>
                </c:pt>
                <c:pt idx="489" formatCode="General">
                  <c:v>29.4</c:v>
                </c:pt>
                <c:pt idx="490" formatCode="General">
                  <c:v>29.46</c:v>
                </c:pt>
                <c:pt idx="491" formatCode="General">
                  <c:v>29.52</c:v>
                </c:pt>
                <c:pt idx="492" formatCode="General">
                  <c:v>29.58</c:v>
                </c:pt>
                <c:pt idx="493" formatCode="General">
                  <c:v>29.64</c:v>
                </c:pt>
                <c:pt idx="494" formatCode="General">
                  <c:v>29.7</c:v>
                </c:pt>
                <c:pt idx="495" formatCode="General">
                  <c:v>29.76</c:v>
                </c:pt>
                <c:pt idx="496" formatCode="General">
                  <c:v>29.82</c:v>
                </c:pt>
                <c:pt idx="497" formatCode="General">
                  <c:v>29.88</c:v>
                </c:pt>
                <c:pt idx="498" formatCode="General">
                  <c:v>29.94</c:v>
                </c:pt>
                <c:pt idx="499" formatCode="General">
                  <c:v>30</c:v>
                </c:pt>
                <c:pt idx="500" formatCode="General">
                  <c:v>30.06</c:v>
                </c:pt>
                <c:pt idx="501" formatCode="General">
                  <c:v>30.12</c:v>
                </c:pt>
                <c:pt idx="502" formatCode="General">
                  <c:v>30.18</c:v>
                </c:pt>
                <c:pt idx="503" formatCode="General">
                  <c:v>30.24</c:v>
                </c:pt>
                <c:pt idx="504" formatCode="General">
                  <c:v>30.3</c:v>
                </c:pt>
                <c:pt idx="505" formatCode="General">
                  <c:v>30.36</c:v>
                </c:pt>
                <c:pt idx="506" formatCode="General">
                  <c:v>30.42</c:v>
                </c:pt>
                <c:pt idx="507" formatCode="General">
                  <c:v>30.48</c:v>
                </c:pt>
                <c:pt idx="508" formatCode="General">
                  <c:v>30.54</c:v>
                </c:pt>
                <c:pt idx="509" formatCode="General">
                  <c:v>30.6</c:v>
                </c:pt>
                <c:pt idx="510" formatCode="General">
                  <c:v>30.66</c:v>
                </c:pt>
                <c:pt idx="511" formatCode="General">
                  <c:v>30.72</c:v>
                </c:pt>
                <c:pt idx="512" formatCode="General">
                  <c:v>30.78</c:v>
                </c:pt>
                <c:pt idx="513" formatCode="General">
                  <c:v>30.84</c:v>
                </c:pt>
                <c:pt idx="514" formatCode="General">
                  <c:v>30.9</c:v>
                </c:pt>
                <c:pt idx="515" formatCode="General">
                  <c:v>30.96</c:v>
                </c:pt>
                <c:pt idx="516" formatCode="General">
                  <c:v>31.02</c:v>
                </c:pt>
              </c:numCache>
            </c:numRef>
          </c:xVal>
          <c:yVal>
            <c:numRef>
              <c:f>二体分布関数!$J$2:$J$1550</c:f>
              <c:numCache>
                <c:formatCode>0.00E+00</c:formatCode>
                <c:ptCount val="517"/>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1.113243E-2</c:v>
                </c:pt>
                <c:pt idx="35">
                  <c:v>6.3135540000000004E-2</c:v>
                </c:pt>
                <c:pt idx="36">
                  <c:v>0.1195383</c:v>
                </c:pt>
                <c:pt idx="37">
                  <c:v>0.21721570000000001</c:v>
                </c:pt>
                <c:pt idx="38">
                  <c:v>1.712521</c:v>
                </c:pt>
                <c:pt idx="39">
                  <c:v>6.0175219999999996</c:v>
                </c:pt>
                <c:pt idx="40">
                  <c:v>7.0905149999999999</c:v>
                </c:pt>
                <c:pt idx="41">
                  <c:v>5.2802829999999998</c:v>
                </c:pt>
                <c:pt idx="42">
                  <c:v>3.717317</c:v>
                </c:pt>
                <c:pt idx="43">
                  <c:v>2.3104969999999998</c:v>
                </c:pt>
                <c:pt idx="44">
                  <c:v>1.4479420000000001</c:v>
                </c:pt>
                <c:pt idx="45">
                  <c:v>0.98608479999999998</c:v>
                </c:pt>
                <c:pt idx="46">
                  <c:v>0.74084059999999996</c:v>
                </c:pt>
                <c:pt idx="47">
                  <c:v>0.60375060000000003</c:v>
                </c:pt>
                <c:pt idx="48">
                  <c:v>0.44303999999999999</c:v>
                </c:pt>
                <c:pt idx="49">
                  <c:v>0.38731070000000001</c:v>
                </c:pt>
                <c:pt idx="50">
                  <c:v>0.42994729999999998</c:v>
                </c:pt>
                <c:pt idx="51">
                  <c:v>0.36817850000000002</c:v>
                </c:pt>
                <c:pt idx="52">
                  <c:v>0.34470640000000002</c:v>
                </c:pt>
                <c:pt idx="53">
                  <c:v>0.40688800000000003</c:v>
                </c:pt>
                <c:pt idx="54">
                  <c:v>0.35616019999999998</c:v>
                </c:pt>
                <c:pt idx="55">
                  <c:v>0.33920529999999999</c:v>
                </c:pt>
                <c:pt idx="56">
                  <c:v>0.39037110000000003</c:v>
                </c:pt>
                <c:pt idx="57">
                  <c:v>0.3324319</c:v>
                </c:pt>
                <c:pt idx="58">
                  <c:v>0.47013480000000002</c:v>
                </c:pt>
                <c:pt idx="59">
                  <c:v>0.36746400000000001</c:v>
                </c:pt>
                <c:pt idx="60">
                  <c:v>0.45447280000000001</c:v>
                </c:pt>
                <c:pt idx="61">
                  <c:v>0.55346150000000005</c:v>
                </c:pt>
                <c:pt idx="62">
                  <c:v>0.55664769999999997</c:v>
                </c:pt>
                <c:pt idx="63">
                  <c:v>0.61263900000000004</c:v>
                </c:pt>
                <c:pt idx="64">
                  <c:v>0.73273370000000004</c:v>
                </c:pt>
                <c:pt idx="65">
                  <c:v>0.74513739999999995</c:v>
                </c:pt>
                <c:pt idx="66">
                  <c:v>0.86281220000000003</c:v>
                </c:pt>
                <c:pt idx="67">
                  <c:v>0.95264800000000005</c:v>
                </c:pt>
                <c:pt idx="68">
                  <c:v>1.22028</c:v>
                </c:pt>
                <c:pt idx="69">
                  <c:v>1.2441120000000001</c:v>
                </c:pt>
                <c:pt idx="70">
                  <c:v>1.374344</c:v>
                </c:pt>
                <c:pt idx="71">
                  <c:v>1.3837870000000001</c:v>
                </c:pt>
                <c:pt idx="72">
                  <c:v>1.392201</c:v>
                </c:pt>
                <c:pt idx="73">
                  <c:v>1.367281</c:v>
                </c:pt>
                <c:pt idx="74">
                  <c:v>1.234083</c:v>
                </c:pt>
                <c:pt idx="75">
                  <c:v>1.326962</c:v>
                </c:pt>
                <c:pt idx="76">
                  <c:v>1.3134220000000001</c:v>
                </c:pt>
                <c:pt idx="77">
                  <c:v>1.18133</c:v>
                </c:pt>
                <c:pt idx="78">
                  <c:v>1.2433920000000001</c:v>
                </c:pt>
                <c:pt idx="79">
                  <c:v>1.1485730000000001</c:v>
                </c:pt>
                <c:pt idx="80">
                  <c:v>1.1058380000000001</c:v>
                </c:pt>
                <c:pt idx="81">
                  <c:v>1.074975</c:v>
                </c:pt>
                <c:pt idx="82">
                  <c:v>1.1165369999999999</c:v>
                </c:pt>
                <c:pt idx="83">
                  <c:v>1.066918</c:v>
                </c:pt>
                <c:pt idx="84">
                  <c:v>1.136342</c:v>
                </c:pt>
                <c:pt idx="85">
                  <c:v>1.1635450000000001</c:v>
                </c:pt>
                <c:pt idx="86">
                  <c:v>1.178393</c:v>
                </c:pt>
                <c:pt idx="87">
                  <c:v>1.127108</c:v>
                </c:pt>
                <c:pt idx="88">
                  <c:v>1.203506</c:v>
                </c:pt>
                <c:pt idx="89">
                  <c:v>1.069153</c:v>
                </c:pt>
                <c:pt idx="90">
                  <c:v>0.96673299999999995</c:v>
                </c:pt>
                <c:pt idx="91">
                  <c:v>0.86365530000000001</c:v>
                </c:pt>
                <c:pt idx="92">
                  <c:v>0.78368570000000004</c:v>
                </c:pt>
                <c:pt idx="93">
                  <c:v>0.75938300000000003</c:v>
                </c:pt>
                <c:pt idx="94">
                  <c:v>0.65734539999999997</c:v>
                </c:pt>
                <c:pt idx="95">
                  <c:v>0.72955179999999997</c:v>
                </c:pt>
                <c:pt idx="96">
                  <c:v>0.70589040000000003</c:v>
                </c:pt>
                <c:pt idx="97">
                  <c:v>0.69155809999999995</c:v>
                </c:pt>
                <c:pt idx="98">
                  <c:v>0.72636020000000001</c:v>
                </c:pt>
                <c:pt idx="99">
                  <c:v>0.66690020000000005</c:v>
                </c:pt>
                <c:pt idx="100">
                  <c:v>0.76873590000000003</c:v>
                </c:pt>
                <c:pt idx="101">
                  <c:v>0.77864270000000002</c:v>
                </c:pt>
                <c:pt idx="102">
                  <c:v>0.84072789999999997</c:v>
                </c:pt>
                <c:pt idx="103">
                  <c:v>0.89398829999999996</c:v>
                </c:pt>
                <c:pt idx="104">
                  <c:v>0.92528460000000001</c:v>
                </c:pt>
                <c:pt idx="105">
                  <c:v>1.0050110000000001</c:v>
                </c:pt>
                <c:pt idx="106">
                  <c:v>1.0542130000000001</c:v>
                </c:pt>
                <c:pt idx="107">
                  <c:v>1.100258</c:v>
                </c:pt>
                <c:pt idx="108">
                  <c:v>1.059501</c:v>
                </c:pt>
                <c:pt idx="109">
                  <c:v>1.1023160000000001</c:v>
                </c:pt>
                <c:pt idx="110">
                  <c:v>1.1223920000000001</c:v>
                </c:pt>
                <c:pt idx="111">
                  <c:v>1.1361429999999999</c:v>
                </c:pt>
                <c:pt idx="112">
                  <c:v>1.23895</c:v>
                </c:pt>
                <c:pt idx="113">
                  <c:v>1.1553949999999999</c:v>
                </c:pt>
                <c:pt idx="114">
                  <c:v>1.1745749999999999</c:v>
                </c:pt>
                <c:pt idx="115">
                  <c:v>1.1422490000000001</c:v>
                </c:pt>
                <c:pt idx="116">
                  <c:v>1.1487099999999999</c:v>
                </c:pt>
                <c:pt idx="117">
                  <c:v>1.0989599999999999</c:v>
                </c:pt>
                <c:pt idx="118">
                  <c:v>1.1932469999999999</c:v>
                </c:pt>
                <c:pt idx="119">
                  <c:v>1.083469</c:v>
                </c:pt>
                <c:pt idx="120">
                  <c:v>1.0488679999999999</c:v>
                </c:pt>
                <c:pt idx="121">
                  <c:v>1.0610649999999999</c:v>
                </c:pt>
                <c:pt idx="122">
                  <c:v>1.0952649999999999</c:v>
                </c:pt>
                <c:pt idx="123">
                  <c:v>0.98542580000000002</c:v>
                </c:pt>
                <c:pt idx="124">
                  <c:v>0.97059510000000004</c:v>
                </c:pt>
                <c:pt idx="125">
                  <c:v>1.017101</c:v>
                </c:pt>
                <c:pt idx="126">
                  <c:v>0.97493399999999997</c:v>
                </c:pt>
                <c:pt idx="127">
                  <c:v>0.96808430000000001</c:v>
                </c:pt>
                <c:pt idx="128">
                  <c:v>0.9555922</c:v>
                </c:pt>
                <c:pt idx="129">
                  <c:v>0.95628009999999997</c:v>
                </c:pt>
                <c:pt idx="130">
                  <c:v>0.94332559999999999</c:v>
                </c:pt>
                <c:pt idx="131">
                  <c:v>0.91499810000000004</c:v>
                </c:pt>
                <c:pt idx="132">
                  <c:v>0.88201560000000001</c:v>
                </c:pt>
                <c:pt idx="133">
                  <c:v>0.88788860000000003</c:v>
                </c:pt>
                <c:pt idx="134">
                  <c:v>0.92566910000000002</c:v>
                </c:pt>
                <c:pt idx="135">
                  <c:v>0.91653050000000003</c:v>
                </c:pt>
                <c:pt idx="136">
                  <c:v>0.90247290000000002</c:v>
                </c:pt>
                <c:pt idx="137">
                  <c:v>0.85435030000000001</c:v>
                </c:pt>
                <c:pt idx="138">
                  <c:v>0.87739529999999999</c:v>
                </c:pt>
                <c:pt idx="139">
                  <c:v>0.88438890000000003</c:v>
                </c:pt>
                <c:pt idx="140">
                  <c:v>0.92127990000000004</c:v>
                </c:pt>
                <c:pt idx="141">
                  <c:v>0.88738269999999997</c:v>
                </c:pt>
                <c:pt idx="142">
                  <c:v>0.93370529999999996</c:v>
                </c:pt>
                <c:pt idx="143">
                  <c:v>0.95235190000000003</c:v>
                </c:pt>
                <c:pt idx="144">
                  <c:v>1.0346150000000001</c:v>
                </c:pt>
                <c:pt idx="145">
                  <c:v>1.0044949999999999</c:v>
                </c:pt>
                <c:pt idx="146">
                  <c:v>1.0495699999999999</c:v>
                </c:pt>
                <c:pt idx="147">
                  <c:v>1.0609630000000001</c:v>
                </c:pt>
                <c:pt idx="148">
                  <c:v>1.016054</c:v>
                </c:pt>
                <c:pt idx="149">
                  <c:v>1.1074139999999999</c:v>
                </c:pt>
                <c:pt idx="150">
                  <c:v>1.0515239999999999</c:v>
                </c:pt>
                <c:pt idx="151">
                  <c:v>1.1121099999999999</c:v>
                </c:pt>
                <c:pt idx="152">
                  <c:v>1.1022810000000001</c:v>
                </c:pt>
                <c:pt idx="153">
                  <c:v>1.1334420000000001</c:v>
                </c:pt>
                <c:pt idx="154">
                  <c:v>1.101267</c:v>
                </c:pt>
                <c:pt idx="155">
                  <c:v>1.080468</c:v>
                </c:pt>
                <c:pt idx="156">
                  <c:v>1.065088</c:v>
                </c:pt>
                <c:pt idx="157">
                  <c:v>1.0582039999999999</c:v>
                </c:pt>
                <c:pt idx="158">
                  <c:v>1.104816</c:v>
                </c:pt>
                <c:pt idx="159">
                  <c:v>1.0628139999999999</c:v>
                </c:pt>
                <c:pt idx="160">
                  <c:v>1.0585960000000001</c:v>
                </c:pt>
                <c:pt idx="161">
                  <c:v>1.020624</c:v>
                </c:pt>
                <c:pt idx="162">
                  <c:v>1.009679</c:v>
                </c:pt>
                <c:pt idx="163">
                  <c:v>0.94872500000000004</c:v>
                </c:pt>
                <c:pt idx="164">
                  <c:v>0.94226960000000004</c:v>
                </c:pt>
                <c:pt idx="165">
                  <c:v>0.97994859999999995</c:v>
                </c:pt>
                <c:pt idx="166">
                  <c:v>0.98145130000000003</c:v>
                </c:pt>
                <c:pt idx="167">
                  <c:v>0.97173500000000002</c:v>
                </c:pt>
                <c:pt idx="168">
                  <c:v>0.9445114</c:v>
                </c:pt>
                <c:pt idx="169">
                  <c:v>0.93012890000000004</c:v>
                </c:pt>
                <c:pt idx="170">
                  <c:v>0.87870490000000001</c:v>
                </c:pt>
                <c:pt idx="171">
                  <c:v>0.9524184</c:v>
                </c:pt>
                <c:pt idx="172">
                  <c:v>0.91409879999999999</c:v>
                </c:pt>
                <c:pt idx="173">
                  <c:v>0.92704600000000004</c:v>
                </c:pt>
                <c:pt idx="174">
                  <c:v>0.95967809999999998</c:v>
                </c:pt>
                <c:pt idx="175">
                  <c:v>0.9703775</c:v>
                </c:pt>
                <c:pt idx="176">
                  <c:v>0.94551350000000001</c:v>
                </c:pt>
                <c:pt idx="177">
                  <c:v>0.95041560000000003</c:v>
                </c:pt>
                <c:pt idx="178">
                  <c:v>0.97600600000000004</c:v>
                </c:pt>
                <c:pt idx="179">
                  <c:v>0.99171010000000004</c:v>
                </c:pt>
                <c:pt idx="180">
                  <c:v>1.016167</c:v>
                </c:pt>
                <c:pt idx="181">
                  <c:v>0.99432620000000005</c:v>
                </c:pt>
                <c:pt idx="182">
                  <c:v>1.0022219999999999</c:v>
                </c:pt>
                <c:pt idx="183">
                  <c:v>1.0147219999999999</c:v>
                </c:pt>
                <c:pt idx="184">
                  <c:v>0.9906317</c:v>
                </c:pt>
                <c:pt idx="185">
                  <c:v>1.0261309999999999</c:v>
                </c:pt>
                <c:pt idx="186">
                  <c:v>1.0405359999999999</c:v>
                </c:pt>
                <c:pt idx="187">
                  <c:v>1.0549630000000001</c:v>
                </c:pt>
                <c:pt idx="188">
                  <c:v>1.0801000000000001</c:v>
                </c:pt>
                <c:pt idx="189">
                  <c:v>1.026826</c:v>
                </c:pt>
                <c:pt idx="190">
                  <c:v>1.0385329999999999</c:v>
                </c:pt>
                <c:pt idx="191">
                  <c:v>1.064368</c:v>
                </c:pt>
                <c:pt idx="192">
                  <c:v>1.0658160000000001</c:v>
                </c:pt>
                <c:pt idx="193">
                  <c:v>1.061741</c:v>
                </c:pt>
                <c:pt idx="194">
                  <c:v>1.0713239999999999</c:v>
                </c:pt>
                <c:pt idx="195">
                  <c:v>1.0171079999999999</c:v>
                </c:pt>
                <c:pt idx="196">
                  <c:v>1.0303530000000001</c:v>
                </c:pt>
                <c:pt idx="197">
                  <c:v>1.006753</c:v>
                </c:pt>
                <c:pt idx="198">
                  <c:v>1.020767</c:v>
                </c:pt>
                <c:pt idx="199">
                  <c:v>1.0030840000000001</c:v>
                </c:pt>
                <c:pt idx="200">
                  <c:v>1.0302610000000001</c:v>
                </c:pt>
                <c:pt idx="201">
                  <c:v>1.0237620000000001</c:v>
                </c:pt>
                <c:pt idx="202">
                  <c:v>0.99847669999999999</c:v>
                </c:pt>
                <c:pt idx="203">
                  <c:v>0.97101519999999997</c:v>
                </c:pt>
                <c:pt idx="204">
                  <c:v>0.94955769999999995</c:v>
                </c:pt>
                <c:pt idx="205">
                  <c:v>0.99210350000000003</c:v>
                </c:pt>
                <c:pt idx="206">
                  <c:v>0.94816639999999996</c:v>
                </c:pt>
                <c:pt idx="207">
                  <c:v>0.98446449999999996</c:v>
                </c:pt>
                <c:pt idx="208">
                  <c:v>0.95352320000000002</c:v>
                </c:pt>
                <c:pt idx="209">
                  <c:v>0.95745219999999998</c:v>
                </c:pt>
                <c:pt idx="210">
                  <c:v>0.94227179999999999</c:v>
                </c:pt>
                <c:pt idx="211">
                  <c:v>0.96132059999999997</c:v>
                </c:pt>
                <c:pt idx="212">
                  <c:v>0.97516130000000001</c:v>
                </c:pt>
                <c:pt idx="213">
                  <c:v>0.96428210000000003</c:v>
                </c:pt>
                <c:pt idx="214">
                  <c:v>0.95267760000000001</c:v>
                </c:pt>
                <c:pt idx="215">
                  <c:v>0.96755429999999998</c:v>
                </c:pt>
                <c:pt idx="216">
                  <c:v>0.98530269999999998</c:v>
                </c:pt>
                <c:pt idx="217">
                  <c:v>0.98632810000000004</c:v>
                </c:pt>
                <c:pt idx="218">
                  <c:v>1.012033</c:v>
                </c:pt>
                <c:pt idx="219">
                  <c:v>0.99721789999999999</c:v>
                </c:pt>
                <c:pt idx="220">
                  <c:v>1.0133449999999999</c:v>
                </c:pt>
                <c:pt idx="221">
                  <c:v>1.0404869999999999</c:v>
                </c:pt>
                <c:pt idx="222">
                  <c:v>1.0341929999999999</c:v>
                </c:pt>
                <c:pt idx="223">
                  <c:v>1.040473</c:v>
                </c:pt>
                <c:pt idx="224">
                  <c:v>1.0193909999999999</c:v>
                </c:pt>
                <c:pt idx="225">
                  <c:v>1.0338879999999999</c:v>
                </c:pt>
                <c:pt idx="226">
                  <c:v>1.039355</c:v>
                </c:pt>
                <c:pt idx="227">
                  <c:v>1.0562309999999999</c:v>
                </c:pt>
                <c:pt idx="228">
                  <c:v>1.027002</c:v>
                </c:pt>
                <c:pt idx="229">
                  <c:v>1.0062310000000001</c:v>
                </c:pt>
                <c:pt idx="230">
                  <c:v>1.038942</c:v>
                </c:pt>
                <c:pt idx="231">
                  <c:v>1.0142960000000001</c:v>
                </c:pt>
                <c:pt idx="232">
                  <c:v>1.0294730000000001</c:v>
                </c:pt>
                <c:pt idx="233">
                  <c:v>1.0311539999999999</c:v>
                </c:pt>
                <c:pt idx="234">
                  <c:v>1.004616</c:v>
                </c:pt>
                <c:pt idx="235">
                  <c:v>1.0056700000000001</c:v>
                </c:pt>
                <c:pt idx="236">
                  <c:v>1.0137119999999999</c:v>
                </c:pt>
                <c:pt idx="237">
                  <c:v>0.98546860000000003</c:v>
                </c:pt>
                <c:pt idx="238">
                  <c:v>0.98487959999999997</c:v>
                </c:pt>
                <c:pt idx="239">
                  <c:v>0.99160610000000005</c:v>
                </c:pt>
                <c:pt idx="240">
                  <c:v>0.99231689999999995</c:v>
                </c:pt>
                <c:pt idx="241">
                  <c:v>0.98366710000000002</c:v>
                </c:pt>
                <c:pt idx="242">
                  <c:v>0.97859030000000002</c:v>
                </c:pt>
                <c:pt idx="243">
                  <c:v>0.98203929999999995</c:v>
                </c:pt>
                <c:pt idx="244">
                  <c:v>0.95449910000000004</c:v>
                </c:pt>
                <c:pt idx="245">
                  <c:v>0.96771359999999995</c:v>
                </c:pt>
                <c:pt idx="246">
                  <c:v>0.96123499999999995</c:v>
                </c:pt>
                <c:pt idx="247">
                  <c:v>0.95904239999999996</c:v>
                </c:pt>
                <c:pt idx="248">
                  <c:v>0.97027169999999996</c:v>
                </c:pt>
                <c:pt idx="249">
                  <c:v>0.96230689999999997</c:v>
                </c:pt>
                <c:pt idx="250">
                  <c:v>0.94967539999999995</c:v>
                </c:pt>
                <c:pt idx="251">
                  <c:v>0.96040800000000004</c:v>
                </c:pt>
                <c:pt idx="252">
                  <c:v>0.99395250000000002</c:v>
                </c:pt>
                <c:pt idx="253">
                  <c:v>0.96923020000000004</c:v>
                </c:pt>
                <c:pt idx="254">
                  <c:v>0.97821250000000004</c:v>
                </c:pt>
                <c:pt idx="255">
                  <c:v>0.99930319999999995</c:v>
                </c:pt>
                <c:pt idx="256">
                  <c:v>0.98988980000000004</c:v>
                </c:pt>
                <c:pt idx="257">
                  <c:v>1.034068</c:v>
                </c:pt>
                <c:pt idx="258">
                  <c:v>1.030977</c:v>
                </c:pt>
                <c:pt idx="259">
                  <c:v>1.0079309999999999</c:v>
                </c:pt>
                <c:pt idx="260">
                  <c:v>1.0002219999999999</c:v>
                </c:pt>
                <c:pt idx="261">
                  <c:v>1.0084960000000001</c:v>
                </c:pt>
                <c:pt idx="262">
                  <c:v>1.0532889999999999</c:v>
                </c:pt>
                <c:pt idx="263">
                  <c:v>1.013037</c:v>
                </c:pt>
                <c:pt idx="264">
                  <c:v>1.018224</c:v>
                </c:pt>
                <c:pt idx="265">
                  <c:v>1.0468189999999999</c:v>
                </c:pt>
                <c:pt idx="266">
                  <c:v>0.99193070000000005</c:v>
                </c:pt>
                <c:pt idx="267">
                  <c:v>1.0194799999999999</c:v>
                </c:pt>
                <c:pt idx="268">
                  <c:v>0.98892100000000005</c:v>
                </c:pt>
                <c:pt idx="269">
                  <c:v>1.03474</c:v>
                </c:pt>
                <c:pt idx="270">
                  <c:v>1.01189</c:v>
                </c:pt>
                <c:pt idx="271">
                  <c:v>1.0162610000000001</c:v>
                </c:pt>
                <c:pt idx="272">
                  <c:v>1.004804</c:v>
                </c:pt>
                <c:pt idx="273">
                  <c:v>1.0269109999999999</c:v>
                </c:pt>
                <c:pt idx="274">
                  <c:v>1.004488</c:v>
                </c:pt>
                <c:pt idx="275">
                  <c:v>1.005279</c:v>
                </c:pt>
                <c:pt idx="276">
                  <c:v>0.97830439999999996</c:v>
                </c:pt>
                <c:pt idx="277">
                  <c:v>0.99210209999999999</c:v>
                </c:pt>
                <c:pt idx="278">
                  <c:v>0.977294</c:v>
                </c:pt>
                <c:pt idx="279">
                  <c:v>0.97589239999999999</c:v>
                </c:pt>
                <c:pt idx="280">
                  <c:v>0.97794040000000004</c:v>
                </c:pt>
                <c:pt idx="281">
                  <c:v>0.96861589999999997</c:v>
                </c:pt>
                <c:pt idx="282">
                  <c:v>0.97744920000000002</c:v>
                </c:pt>
                <c:pt idx="283">
                  <c:v>0.98478140000000003</c:v>
                </c:pt>
                <c:pt idx="284">
                  <c:v>0.96646520000000002</c:v>
                </c:pt>
                <c:pt idx="285">
                  <c:v>1.0015689999999999</c:v>
                </c:pt>
                <c:pt idx="286">
                  <c:v>0.97738159999999996</c:v>
                </c:pt>
                <c:pt idx="287">
                  <c:v>0.96978390000000003</c:v>
                </c:pt>
                <c:pt idx="288">
                  <c:v>0.96961580000000003</c:v>
                </c:pt>
                <c:pt idx="289">
                  <c:v>0.96991340000000004</c:v>
                </c:pt>
                <c:pt idx="290">
                  <c:v>0.99063789999999996</c:v>
                </c:pt>
                <c:pt idx="291">
                  <c:v>0.99969949999999996</c:v>
                </c:pt>
                <c:pt idx="292">
                  <c:v>0.99558789999999997</c:v>
                </c:pt>
                <c:pt idx="293">
                  <c:v>0.98440890000000003</c:v>
                </c:pt>
                <c:pt idx="294">
                  <c:v>1.0068950000000001</c:v>
                </c:pt>
                <c:pt idx="295">
                  <c:v>0.99870239999999999</c:v>
                </c:pt>
                <c:pt idx="296">
                  <c:v>1.0130159999999999</c:v>
                </c:pt>
                <c:pt idx="297">
                  <c:v>1.0220469999999999</c:v>
                </c:pt>
                <c:pt idx="298">
                  <c:v>1.035053</c:v>
                </c:pt>
                <c:pt idx="299">
                  <c:v>0.9993727</c:v>
                </c:pt>
                <c:pt idx="300">
                  <c:v>1.0353429999999999</c:v>
                </c:pt>
                <c:pt idx="301">
                  <c:v>1.0274509999999999</c:v>
                </c:pt>
                <c:pt idx="302">
                  <c:v>1.020086</c:v>
                </c:pt>
                <c:pt idx="303">
                  <c:v>1.0210600000000001</c:v>
                </c:pt>
                <c:pt idx="304">
                  <c:v>1.027277</c:v>
                </c:pt>
                <c:pt idx="305">
                  <c:v>1.000183</c:v>
                </c:pt>
                <c:pt idx="306">
                  <c:v>1.023631</c:v>
                </c:pt>
                <c:pt idx="307">
                  <c:v>1.0080819999999999</c:v>
                </c:pt>
                <c:pt idx="308">
                  <c:v>0.99656809999999996</c:v>
                </c:pt>
                <c:pt idx="309">
                  <c:v>0.99128439999999995</c:v>
                </c:pt>
                <c:pt idx="310">
                  <c:v>1.0062120000000001</c:v>
                </c:pt>
                <c:pt idx="311">
                  <c:v>1.004815</c:v>
                </c:pt>
                <c:pt idx="312">
                  <c:v>1.0024420000000001</c:v>
                </c:pt>
                <c:pt idx="313">
                  <c:v>0.98154350000000001</c:v>
                </c:pt>
                <c:pt idx="314">
                  <c:v>1.0001990000000001</c:v>
                </c:pt>
                <c:pt idx="315">
                  <c:v>1.000435</c:v>
                </c:pt>
                <c:pt idx="316">
                  <c:v>0.98707529999999999</c:v>
                </c:pt>
                <c:pt idx="317">
                  <c:v>0.97817980000000004</c:v>
                </c:pt>
                <c:pt idx="318">
                  <c:v>0.99001550000000005</c:v>
                </c:pt>
                <c:pt idx="319">
                  <c:v>0.98503629999999998</c:v>
                </c:pt>
                <c:pt idx="320">
                  <c:v>0.97308490000000003</c:v>
                </c:pt>
                <c:pt idx="321">
                  <c:v>0.98941120000000005</c:v>
                </c:pt>
                <c:pt idx="322">
                  <c:v>0.96381669999999997</c:v>
                </c:pt>
                <c:pt idx="323">
                  <c:v>0.9842495</c:v>
                </c:pt>
                <c:pt idx="324">
                  <c:v>0.98452870000000003</c:v>
                </c:pt>
                <c:pt idx="325">
                  <c:v>1.001212</c:v>
                </c:pt>
                <c:pt idx="326">
                  <c:v>0.99318450000000003</c:v>
                </c:pt>
                <c:pt idx="327">
                  <c:v>0.99461699999999997</c:v>
                </c:pt>
                <c:pt idx="328">
                  <c:v>1.0077320000000001</c:v>
                </c:pt>
                <c:pt idx="329">
                  <c:v>1.0097739999999999</c:v>
                </c:pt>
                <c:pt idx="330">
                  <c:v>1.0091589999999999</c:v>
                </c:pt>
                <c:pt idx="331">
                  <c:v>1.014348</c:v>
                </c:pt>
                <c:pt idx="332">
                  <c:v>1.0019929999999999</c:v>
                </c:pt>
                <c:pt idx="333">
                  <c:v>1.004804</c:v>
                </c:pt>
                <c:pt idx="334">
                  <c:v>1.0029459999999999</c:v>
                </c:pt>
                <c:pt idx="335">
                  <c:v>1.007978</c:v>
                </c:pt>
                <c:pt idx="336">
                  <c:v>1.010051</c:v>
                </c:pt>
                <c:pt idx="337">
                  <c:v>1.0122</c:v>
                </c:pt>
                <c:pt idx="338">
                  <c:v>1.0160880000000001</c:v>
                </c:pt>
                <c:pt idx="339">
                  <c:v>1.013423</c:v>
                </c:pt>
                <c:pt idx="340">
                  <c:v>1.0419700000000001</c:v>
                </c:pt>
                <c:pt idx="341">
                  <c:v>0.99402539999999995</c:v>
                </c:pt>
                <c:pt idx="342">
                  <c:v>1.0063219999999999</c:v>
                </c:pt>
                <c:pt idx="343">
                  <c:v>1.0115430000000001</c:v>
                </c:pt>
                <c:pt idx="344">
                  <c:v>1.024365</c:v>
                </c:pt>
                <c:pt idx="345">
                  <c:v>1.0069459999999999</c:v>
                </c:pt>
                <c:pt idx="346">
                  <c:v>1.0063610000000001</c:v>
                </c:pt>
                <c:pt idx="347">
                  <c:v>0.98267979999999999</c:v>
                </c:pt>
                <c:pt idx="348">
                  <c:v>0.99094079999999996</c:v>
                </c:pt>
                <c:pt idx="349">
                  <c:v>1.0059940000000001</c:v>
                </c:pt>
                <c:pt idx="350">
                  <c:v>1.006359</c:v>
                </c:pt>
                <c:pt idx="351">
                  <c:v>1.011215</c:v>
                </c:pt>
                <c:pt idx="352">
                  <c:v>0.99181339999999996</c:v>
                </c:pt>
                <c:pt idx="353">
                  <c:v>1.003522</c:v>
                </c:pt>
                <c:pt idx="354">
                  <c:v>0.99549529999999997</c:v>
                </c:pt>
                <c:pt idx="355">
                  <c:v>0.97183200000000003</c:v>
                </c:pt>
                <c:pt idx="356">
                  <c:v>0.99496640000000003</c:v>
                </c:pt>
                <c:pt idx="357">
                  <c:v>0.9918633</c:v>
                </c:pt>
                <c:pt idx="358">
                  <c:v>0.98698010000000003</c:v>
                </c:pt>
                <c:pt idx="359">
                  <c:v>1.0091810000000001</c:v>
                </c:pt>
                <c:pt idx="360">
                  <c:v>0.97021389999999996</c:v>
                </c:pt>
                <c:pt idx="361">
                  <c:v>0.99181589999999997</c:v>
                </c:pt>
                <c:pt idx="362">
                  <c:v>0.99350050000000001</c:v>
                </c:pt>
                <c:pt idx="363">
                  <c:v>0.98887259999999999</c:v>
                </c:pt>
                <c:pt idx="364">
                  <c:v>1.018062</c:v>
                </c:pt>
                <c:pt idx="365">
                  <c:v>1.007722</c:v>
                </c:pt>
                <c:pt idx="366">
                  <c:v>1.008313</c:v>
                </c:pt>
                <c:pt idx="367">
                  <c:v>1.0109980000000001</c:v>
                </c:pt>
                <c:pt idx="368">
                  <c:v>1.0041230000000001</c:v>
                </c:pt>
                <c:pt idx="369">
                  <c:v>1.0239069999999999</c:v>
                </c:pt>
                <c:pt idx="370">
                  <c:v>1.0192870000000001</c:v>
                </c:pt>
                <c:pt idx="371">
                  <c:v>1.001101</c:v>
                </c:pt>
                <c:pt idx="372">
                  <c:v>1.0085809999999999</c:v>
                </c:pt>
                <c:pt idx="373">
                  <c:v>1.0226949999999999</c:v>
                </c:pt>
                <c:pt idx="374">
                  <c:v>0.9945543</c:v>
                </c:pt>
                <c:pt idx="375">
                  <c:v>1.0047060000000001</c:v>
                </c:pt>
                <c:pt idx="376">
                  <c:v>1.0180940000000001</c:v>
                </c:pt>
                <c:pt idx="377">
                  <c:v>1.0078469999999999</c:v>
                </c:pt>
                <c:pt idx="378">
                  <c:v>0.99826280000000001</c:v>
                </c:pt>
                <c:pt idx="379">
                  <c:v>1.000005</c:v>
                </c:pt>
                <c:pt idx="380">
                  <c:v>1.000399</c:v>
                </c:pt>
                <c:pt idx="381">
                  <c:v>1.0048889999999999</c:v>
                </c:pt>
                <c:pt idx="382">
                  <c:v>1.006435</c:v>
                </c:pt>
                <c:pt idx="383">
                  <c:v>1.0104489999999999</c:v>
                </c:pt>
                <c:pt idx="384">
                  <c:v>0.98625269999999998</c:v>
                </c:pt>
                <c:pt idx="385">
                  <c:v>0.99863210000000002</c:v>
                </c:pt>
                <c:pt idx="386">
                  <c:v>1.0035860000000001</c:v>
                </c:pt>
                <c:pt idx="387">
                  <c:v>0.99533910000000003</c:v>
                </c:pt>
                <c:pt idx="388">
                  <c:v>0.99266169999999998</c:v>
                </c:pt>
                <c:pt idx="389">
                  <c:v>0.97663840000000002</c:v>
                </c:pt>
                <c:pt idx="390">
                  <c:v>0.99252379999999996</c:v>
                </c:pt>
                <c:pt idx="391">
                  <c:v>0.98720010000000002</c:v>
                </c:pt>
                <c:pt idx="392">
                  <c:v>0.99480970000000002</c:v>
                </c:pt>
                <c:pt idx="393">
                  <c:v>0.98475869999999999</c:v>
                </c:pt>
                <c:pt idx="394">
                  <c:v>0.98091519999999999</c:v>
                </c:pt>
                <c:pt idx="395">
                  <c:v>1.005711</c:v>
                </c:pt>
                <c:pt idx="396">
                  <c:v>0.99087250000000004</c:v>
                </c:pt>
                <c:pt idx="397">
                  <c:v>0.9860717</c:v>
                </c:pt>
                <c:pt idx="398">
                  <c:v>0.9739392</c:v>
                </c:pt>
                <c:pt idx="399">
                  <c:v>0.99285710000000005</c:v>
                </c:pt>
                <c:pt idx="400">
                  <c:v>0.99825870000000005</c:v>
                </c:pt>
                <c:pt idx="401">
                  <c:v>0.96738990000000002</c:v>
                </c:pt>
                <c:pt idx="402">
                  <c:v>1.005422</c:v>
                </c:pt>
                <c:pt idx="403">
                  <c:v>1.003876</c:v>
                </c:pt>
                <c:pt idx="404">
                  <c:v>1.0127280000000001</c:v>
                </c:pt>
                <c:pt idx="405">
                  <c:v>0.99351409999999996</c:v>
                </c:pt>
                <c:pt idx="406">
                  <c:v>1.00708</c:v>
                </c:pt>
                <c:pt idx="407">
                  <c:v>1.0188630000000001</c:v>
                </c:pt>
                <c:pt idx="408">
                  <c:v>1.0074460000000001</c:v>
                </c:pt>
                <c:pt idx="409">
                  <c:v>1.0048090000000001</c:v>
                </c:pt>
                <c:pt idx="410">
                  <c:v>1.0056579999999999</c:v>
                </c:pt>
                <c:pt idx="411">
                  <c:v>1.0142800000000001</c:v>
                </c:pt>
                <c:pt idx="412">
                  <c:v>1.0014590000000001</c:v>
                </c:pt>
                <c:pt idx="413">
                  <c:v>1.0083230000000001</c:v>
                </c:pt>
                <c:pt idx="414">
                  <c:v>1.0174859999999999</c:v>
                </c:pt>
                <c:pt idx="415">
                  <c:v>0.99691750000000001</c:v>
                </c:pt>
                <c:pt idx="416">
                  <c:v>1.011279</c:v>
                </c:pt>
                <c:pt idx="417">
                  <c:v>1.02034</c:v>
                </c:pt>
                <c:pt idx="418">
                  <c:v>1.0022690000000001</c:v>
                </c:pt>
                <c:pt idx="419">
                  <c:v>1.0014449999999999</c:v>
                </c:pt>
                <c:pt idx="420">
                  <c:v>1.0056959999999999</c:v>
                </c:pt>
                <c:pt idx="421">
                  <c:v>1.006373</c:v>
                </c:pt>
                <c:pt idx="422">
                  <c:v>0.99666580000000005</c:v>
                </c:pt>
                <c:pt idx="423">
                  <c:v>0.99341159999999995</c:v>
                </c:pt>
                <c:pt idx="424">
                  <c:v>0.99923740000000005</c:v>
                </c:pt>
                <c:pt idx="425">
                  <c:v>0.99981220000000004</c:v>
                </c:pt>
                <c:pt idx="426">
                  <c:v>1.005457</c:v>
                </c:pt>
                <c:pt idx="427">
                  <c:v>0.9758232</c:v>
                </c:pt>
                <c:pt idx="428">
                  <c:v>0.97461399999999998</c:v>
                </c:pt>
                <c:pt idx="429">
                  <c:v>0.97827350000000002</c:v>
                </c:pt>
                <c:pt idx="430">
                  <c:v>0.9772632</c:v>
                </c:pt>
                <c:pt idx="431">
                  <c:v>0.9945214</c:v>
                </c:pt>
                <c:pt idx="432">
                  <c:v>0.99873480000000003</c:v>
                </c:pt>
                <c:pt idx="433">
                  <c:v>0.99174819999999997</c:v>
                </c:pt>
                <c:pt idx="434">
                  <c:v>0.98330169999999995</c:v>
                </c:pt>
                <c:pt idx="435">
                  <c:v>0.9870468</c:v>
                </c:pt>
                <c:pt idx="436">
                  <c:v>1.0034590000000001</c:v>
                </c:pt>
                <c:pt idx="437">
                  <c:v>0.98231860000000004</c:v>
                </c:pt>
                <c:pt idx="438">
                  <c:v>1.0012719999999999</c:v>
                </c:pt>
                <c:pt idx="439">
                  <c:v>1.0090539999999999</c:v>
                </c:pt>
                <c:pt idx="440">
                  <c:v>1.011285</c:v>
                </c:pt>
                <c:pt idx="441">
                  <c:v>0.98870369999999996</c:v>
                </c:pt>
                <c:pt idx="442">
                  <c:v>1.0038419999999999</c:v>
                </c:pt>
                <c:pt idx="443">
                  <c:v>1.003822</c:v>
                </c:pt>
                <c:pt idx="444">
                  <c:v>1.0063409999999999</c:v>
                </c:pt>
                <c:pt idx="445">
                  <c:v>1.0200709999999999</c:v>
                </c:pt>
                <c:pt idx="446">
                  <c:v>0.992919</c:v>
                </c:pt>
                <c:pt idx="447">
                  <c:v>1.007925</c:v>
                </c:pt>
                <c:pt idx="448">
                  <c:v>1.0148060000000001</c:v>
                </c:pt>
                <c:pt idx="449">
                  <c:v>1.0327949999999999</c:v>
                </c:pt>
                <c:pt idx="450">
                  <c:v>1.0223869999999999</c:v>
                </c:pt>
                <c:pt idx="451">
                  <c:v>1.005986</c:v>
                </c:pt>
                <c:pt idx="452">
                  <c:v>1.0185630000000001</c:v>
                </c:pt>
                <c:pt idx="453">
                  <c:v>0.99939160000000005</c:v>
                </c:pt>
                <c:pt idx="454">
                  <c:v>0.99757280000000004</c:v>
                </c:pt>
                <c:pt idx="455">
                  <c:v>1.0056639999999999</c:v>
                </c:pt>
                <c:pt idx="456">
                  <c:v>1.0011369999999999</c:v>
                </c:pt>
                <c:pt idx="457">
                  <c:v>0.98877289999999995</c:v>
                </c:pt>
                <c:pt idx="458">
                  <c:v>1.0108809999999999</c:v>
                </c:pt>
                <c:pt idx="459">
                  <c:v>0.98760559999999997</c:v>
                </c:pt>
                <c:pt idx="460">
                  <c:v>1.0035400000000001</c:v>
                </c:pt>
                <c:pt idx="461">
                  <c:v>0.99638919999999997</c:v>
                </c:pt>
                <c:pt idx="462">
                  <c:v>0.99081739999999996</c:v>
                </c:pt>
                <c:pt idx="463">
                  <c:v>0.98686799999999997</c:v>
                </c:pt>
                <c:pt idx="464">
                  <c:v>0.9955581</c:v>
                </c:pt>
                <c:pt idx="465">
                  <c:v>0.98124129999999998</c:v>
                </c:pt>
                <c:pt idx="466">
                  <c:v>0.98911269999999996</c:v>
                </c:pt>
                <c:pt idx="467">
                  <c:v>0.98090520000000003</c:v>
                </c:pt>
                <c:pt idx="468">
                  <c:v>0.9834849</c:v>
                </c:pt>
                <c:pt idx="469">
                  <c:v>0.98566350000000003</c:v>
                </c:pt>
                <c:pt idx="470">
                  <c:v>1.000602</c:v>
                </c:pt>
                <c:pt idx="471">
                  <c:v>1.012405</c:v>
                </c:pt>
                <c:pt idx="472">
                  <c:v>0.99685179999999995</c:v>
                </c:pt>
                <c:pt idx="473">
                  <c:v>0.99404630000000005</c:v>
                </c:pt>
                <c:pt idx="474">
                  <c:v>1.005098</c:v>
                </c:pt>
                <c:pt idx="475">
                  <c:v>1.0034069999999999</c:v>
                </c:pt>
                <c:pt idx="476">
                  <c:v>1.0037</c:v>
                </c:pt>
                <c:pt idx="477">
                  <c:v>1.011323</c:v>
                </c:pt>
                <c:pt idx="478">
                  <c:v>1.0031220000000001</c:v>
                </c:pt>
                <c:pt idx="479">
                  <c:v>0.99770400000000004</c:v>
                </c:pt>
                <c:pt idx="480">
                  <c:v>1.0187310000000001</c:v>
                </c:pt>
                <c:pt idx="481">
                  <c:v>1.0204960000000001</c:v>
                </c:pt>
                <c:pt idx="482">
                  <c:v>0.99581310000000001</c:v>
                </c:pt>
                <c:pt idx="483">
                  <c:v>1.0144660000000001</c:v>
                </c:pt>
                <c:pt idx="484">
                  <c:v>1.0105770000000001</c:v>
                </c:pt>
                <c:pt idx="485">
                  <c:v>1.014853</c:v>
                </c:pt>
                <c:pt idx="486">
                  <c:v>1.0196019999999999</c:v>
                </c:pt>
                <c:pt idx="487">
                  <c:v>1.018348</c:v>
                </c:pt>
                <c:pt idx="488">
                  <c:v>1.0027239999999999</c:v>
                </c:pt>
                <c:pt idx="489">
                  <c:v>1.009768</c:v>
                </c:pt>
                <c:pt idx="490">
                  <c:v>1.0034529999999999</c:v>
                </c:pt>
                <c:pt idx="491">
                  <c:v>0.99498370000000003</c:v>
                </c:pt>
                <c:pt idx="492">
                  <c:v>1.000939</c:v>
                </c:pt>
                <c:pt idx="493">
                  <c:v>0.99985310000000005</c:v>
                </c:pt>
                <c:pt idx="494">
                  <c:v>1.0031639999999999</c:v>
                </c:pt>
                <c:pt idx="495">
                  <c:v>0.99685069999999998</c:v>
                </c:pt>
                <c:pt idx="496">
                  <c:v>0.99814369999999997</c:v>
                </c:pt>
                <c:pt idx="497">
                  <c:v>0.99023470000000002</c:v>
                </c:pt>
                <c:pt idx="498">
                  <c:v>0.98725569999999996</c:v>
                </c:pt>
                <c:pt idx="499">
                  <c:v>0.99662139999999999</c:v>
                </c:pt>
                <c:pt idx="500">
                  <c:v>0.99357059999999997</c:v>
                </c:pt>
                <c:pt idx="501">
                  <c:v>0.97830530000000004</c:v>
                </c:pt>
                <c:pt idx="502">
                  <c:v>0.98040249999999995</c:v>
                </c:pt>
                <c:pt idx="503">
                  <c:v>0.99686450000000004</c:v>
                </c:pt>
                <c:pt idx="504">
                  <c:v>0.99067430000000001</c:v>
                </c:pt>
                <c:pt idx="505">
                  <c:v>0.99725609999999998</c:v>
                </c:pt>
                <c:pt idx="506">
                  <c:v>0.9840411</c:v>
                </c:pt>
                <c:pt idx="507">
                  <c:v>1.0079689999999999</c:v>
                </c:pt>
                <c:pt idx="508">
                  <c:v>0.99306280000000002</c:v>
                </c:pt>
                <c:pt idx="509">
                  <c:v>1.002543</c:v>
                </c:pt>
                <c:pt idx="510">
                  <c:v>1.0009209999999999</c:v>
                </c:pt>
                <c:pt idx="511">
                  <c:v>1.0082530000000001</c:v>
                </c:pt>
                <c:pt idx="512">
                  <c:v>1.0051030000000001</c:v>
                </c:pt>
                <c:pt idx="513">
                  <c:v>0.997892</c:v>
                </c:pt>
                <c:pt idx="514">
                  <c:v>0.99468889999999999</c:v>
                </c:pt>
                <c:pt idx="515">
                  <c:v>1.0085599999999999</c:v>
                </c:pt>
                <c:pt idx="516">
                  <c:v>1.0009380000000001</c:v>
                </c:pt>
              </c:numCache>
            </c:numRef>
          </c:yVal>
          <c:smooth val="1"/>
          <c:extLst>
            <c:ext xmlns:c16="http://schemas.microsoft.com/office/drawing/2014/chart" uri="{C3380CC4-5D6E-409C-BE32-E72D297353CC}">
              <c16:uniqueId val="{00000007-AEC3-4920-9F18-79397C998F93}"/>
            </c:ext>
          </c:extLst>
        </c:ser>
        <c:ser>
          <c:idx val="8"/>
          <c:order val="8"/>
          <c:tx>
            <c:strRef>
              <c:f>二体分布関数!$K$1</c:f>
              <c:strCache>
                <c:ptCount val="1"/>
                <c:pt idx="0">
                  <c:v>Cu-Be</c:v>
                </c:pt>
              </c:strCache>
            </c:strRef>
          </c:tx>
          <c:spPr>
            <a:ln w="19050" cap="rnd">
              <a:solidFill>
                <a:schemeClr val="accent3">
                  <a:lumMod val="60000"/>
                </a:schemeClr>
              </a:solidFill>
              <a:round/>
            </a:ln>
            <a:effectLst/>
          </c:spPr>
          <c:marker>
            <c:symbol val="none"/>
          </c:marker>
          <c:xVal>
            <c:numRef>
              <c:f>二体分布関数!$B$2:$B$1550</c:f>
              <c:numCache>
                <c:formatCode>0.00E+00</c:formatCode>
                <c:ptCount val="517"/>
                <c:pt idx="0">
                  <c:v>0.06</c:v>
                </c:pt>
                <c:pt idx="1">
                  <c:v>0.12</c:v>
                </c:pt>
                <c:pt idx="2">
                  <c:v>0.18</c:v>
                </c:pt>
                <c:pt idx="3">
                  <c:v>0.24</c:v>
                </c:pt>
                <c:pt idx="4">
                  <c:v>0.3</c:v>
                </c:pt>
                <c:pt idx="5">
                  <c:v>0.36</c:v>
                </c:pt>
                <c:pt idx="6">
                  <c:v>0.42</c:v>
                </c:pt>
                <c:pt idx="7">
                  <c:v>0.48</c:v>
                </c:pt>
                <c:pt idx="8">
                  <c:v>0.54</c:v>
                </c:pt>
                <c:pt idx="9">
                  <c:v>0.6</c:v>
                </c:pt>
                <c:pt idx="10">
                  <c:v>0.66</c:v>
                </c:pt>
                <c:pt idx="11">
                  <c:v>0.72</c:v>
                </c:pt>
                <c:pt idx="12">
                  <c:v>0.78</c:v>
                </c:pt>
                <c:pt idx="13">
                  <c:v>0.84</c:v>
                </c:pt>
                <c:pt idx="14">
                  <c:v>0.9</c:v>
                </c:pt>
                <c:pt idx="15">
                  <c:v>0.96</c:v>
                </c:pt>
                <c:pt idx="16" formatCode="General">
                  <c:v>1.02</c:v>
                </c:pt>
                <c:pt idx="17" formatCode="General">
                  <c:v>1.08</c:v>
                </c:pt>
                <c:pt idx="18" formatCode="General">
                  <c:v>1.1399999999999999</c:v>
                </c:pt>
                <c:pt idx="19" formatCode="General">
                  <c:v>1.2</c:v>
                </c:pt>
                <c:pt idx="20" formatCode="General">
                  <c:v>1.26</c:v>
                </c:pt>
                <c:pt idx="21" formatCode="General">
                  <c:v>1.32</c:v>
                </c:pt>
                <c:pt idx="22" formatCode="General">
                  <c:v>1.38</c:v>
                </c:pt>
                <c:pt idx="23" formatCode="General">
                  <c:v>1.44</c:v>
                </c:pt>
                <c:pt idx="24" formatCode="General">
                  <c:v>1.5</c:v>
                </c:pt>
                <c:pt idx="25" formatCode="General">
                  <c:v>1.56</c:v>
                </c:pt>
                <c:pt idx="26" formatCode="General">
                  <c:v>1.62</c:v>
                </c:pt>
                <c:pt idx="27" formatCode="General">
                  <c:v>1.68</c:v>
                </c:pt>
                <c:pt idx="28" formatCode="General">
                  <c:v>1.74</c:v>
                </c:pt>
                <c:pt idx="29" formatCode="General">
                  <c:v>1.8</c:v>
                </c:pt>
                <c:pt idx="30" formatCode="General">
                  <c:v>1.86</c:v>
                </c:pt>
                <c:pt idx="31" formatCode="General">
                  <c:v>1.92</c:v>
                </c:pt>
                <c:pt idx="32" formatCode="General">
                  <c:v>1.98</c:v>
                </c:pt>
                <c:pt idx="33" formatCode="General">
                  <c:v>2.04</c:v>
                </c:pt>
                <c:pt idx="34" formatCode="General">
                  <c:v>2.1</c:v>
                </c:pt>
                <c:pt idx="35" formatCode="General">
                  <c:v>2.16</c:v>
                </c:pt>
                <c:pt idx="36" formatCode="General">
                  <c:v>2.2200000000000002</c:v>
                </c:pt>
                <c:pt idx="37" formatCode="General">
                  <c:v>2.2799999999999998</c:v>
                </c:pt>
                <c:pt idx="38" formatCode="General">
                  <c:v>2.34</c:v>
                </c:pt>
                <c:pt idx="39" formatCode="General">
                  <c:v>2.4</c:v>
                </c:pt>
                <c:pt idx="40" formatCode="General">
                  <c:v>2.46</c:v>
                </c:pt>
                <c:pt idx="41" formatCode="General">
                  <c:v>2.52</c:v>
                </c:pt>
                <c:pt idx="42" formatCode="General">
                  <c:v>2.58</c:v>
                </c:pt>
                <c:pt idx="43" formatCode="General">
                  <c:v>2.64</c:v>
                </c:pt>
                <c:pt idx="44" formatCode="General">
                  <c:v>2.7</c:v>
                </c:pt>
                <c:pt idx="45" formatCode="General">
                  <c:v>2.76</c:v>
                </c:pt>
                <c:pt idx="46" formatCode="General">
                  <c:v>2.82</c:v>
                </c:pt>
                <c:pt idx="47" formatCode="General">
                  <c:v>2.88</c:v>
                </c:pt>
                <c:pt idx="48" formatCode="General">
                  <c:v>2.94</c:v>
                </c:pt>
                <c:pt idx="49" formatCode="General">
                  <c:v>3</c:v>
                </c:pt>
                <c:pt idx="50" formatCode="General">
                  <c:v>3.06</c:v>
                </c:pt>
                <c:pt idx="51" formatCode="General">
                  <c:v>3.12</c:v>
                </c:pt>
                <c:pt idx="52" formatCode="General">
                  <c:v>3.18</c:v>
                </c:pt>
                <c:pt idx="53" formatCode="General">
                  <c:v>3.24</c:v>
                </c:pt>
                <c:pt idx="54" formatCode="General">
                  <c:v>3.3</c:v>
                </c:pt>
                <c:pt idx="55" formatCode="General">
                  <c:v>3.36</c:v>
                </c:pt>
                <c:pt idx="56" formatCode="General">
                  <c:v>3.42</c:v>
                </c:pt>
                <c:pt idx="57" formatCode="General">
                  <c:v>3.48</c:v>
                </c:pt>
                <c:pt idx="58" formatCode="General">
                  <c:v>3.54</c:v>
                </c:pt>
                <c:pt idx="59" formatCode="General">
                  <c:v>3.6</c:v>
                </c:pt>
                <c:pt idx="60" formatCode="General">
                  <c:v>3.66</c:v>
                </c:pt>
                <c:pt idx="61" formatCode="General">
                  <c:v>3.72</c:v>
                </c:pt>
                <c:pt idx="62" formatCode="General">
                  <c:v>3.78</c:v>
                </c:pt>
                <c:pt idx="63" formatCode="General">
                  <c:v>3.84</c:v>
                </c:pt>
                <c:pt idx="64" formatCode="General">
                  <c:v>3.9</c:v>
                </c:pt>
                <c:pt idx="65" formatCode="General">
                  <c:v>3.96</c:v>
                </c:pt>
                <c:pt idx="66" formatCode="General">
                  <c:v>4.0199999999999996</c:v>
                </c:pt>
                <c:pt idx="67" formatCode="General">
                  <c:v>4.08</c:v>
                </c:pt>
                <c:pt idx="68" formatCode="General">
                  <c:v>4.1399999999999997</c:v>
                </c:pt>
                <c:pt idx="69" formatCode="General">
                  <c:v>4.2</c:v>
                </c:pt>
                <c:pt idx="70" formatCode="General">
                  <c:v>4.26</c:v>
                </c:pt>
                <c:pt idx="71" formatCode="General">
                  <c:v>4.32</c:v>
                </c:pt>
                <c:pt idx="72" formatCode="General">
                  <c:v>4.38</c:v>
                </c:pt>
                <c:pt idx="73" formatCode="General">
                  <c:v>4.4400000000000004</c:v>
                </c:pt>
                <c:pt idx="74" formatCode="General">
                  <c:v>4.5</c:v>
                </c:pt>
                <c:pt idx="75" formatCode="General">
                  <c:v>4.5599999999999996</c:v>
                </c:pt>
                <c:pt idx="76" formatCode="General">
                  <c:v>4.62</c:v>
                </c:pt>
                <c:pt idx="77" formatCode="General">
                  <c:v>4.68</c:v>
                </c:pt>
                <c:pt idx="78" formatCode="General">
                  <c:v>4.74</c:v>
                </c:pt>
                <c:pt idx="79" formatCode="General">
                  <c:v>4.8</c:v>
                </c:pt>
                <c:pt idx="80" formatCode="General">
                  <c:v>4.8600000000000003</c:v>
                </c:pt>
                <c:pt idx="81" formatCode="General">
                  <c:v>4.92</c:v>
                </c:pt>
                <c:pt idx="82" formatCode="General">
                  <c:v>4.9800000000000004</c:v>
                </c:pt>
                <c:pt idx="83" formatCode="General">
                  <c:v>5.04</c:v>
                </c:pt>
                <c:pt idx="84" formatCode="General">
                  <c:v>5.0999999999999996</c:v>
                </c:pt>
                <c:pt idx="85" formatCode="General">
                  <c:v>5.16</c:v>
                </c:pt>
                <c:pt idx="86" formatCode="General">
                  <c:v>5.22</c:v>
                </c:pt>
                <c:pt idx="87" formatCode="General">
                  <c:v>5.28</c:v>
                </c:pt>
                <c:pt idx="88" formatCode="General">
                  <c:v>5.34</c:v>
                </c:pt>
                <c:pt idx="89" formatCode="General">
                  <c:v>5.4</c:v>
                </c:pt>
                <c:pt idx="90" formatCode="General">
                  <c:v>5.46</c:v>
                </c:pt>
                <c:pt idx="91" formatCode="General">
                  <c:v>5.52</c:v>
                </c:pt>
                <c:pt idx="92" formatCode="General">
                  <c:v>5.58</c:v>
                </c:pt>
                <c:pt idx="93" formatCode="General">
                  <c:v>5.64</c:v>
                </c:pt>
                <c:pt idx="94" formatCode="General">
                  <c:v>5.7</c:v>
                </c:pt>
                <c:pt idx="95" formatCode="General">
                  <c:v>5.76</c:v>
                </c:pt>
                <c:pt idx="96" formatCode="General">
                  <c:v>5.82</c:v>
                </c:pt>
                <c:pt idx="97" formatCode="General">
                  <c:v>5.88</c:v>
                </c:pt>
                <c:pt idx="98" formatCode="General">
                  <c:v>5.94</c:v>
                </c:pt>
                <c:pt idx="99" formatCode="General">
                  <c:v>6</c:v>
                </c:pt>
                <c:pt idx="100" formatCode="General">
                  <c:v>6.06</c:v>
                </c:pt>
                <c:pt idx="101" formatCode="General">
                  <c:v>6.12</c:v>
                </c:pt>
                <c:pt idx="102" formatCode="General">
                  <c:v>6.18</c:v>
                </c:pt>
                <c:pt idx="103" formatCode="General">
                  <c:v>6.24</c:v>
                </c:pt>
                <c:pt idx="104" formatCode="General">
                  <c:v>6.3</c:v>
                </c:pt>
                <c:pt idx="105" formatCode="General">
                  <c:v>6.36</c:v>
                </c:pt>
                <c:pt idx="106" formatCode="General">
                  <c:v>6.42</c:v>
                </c:pt>
                <c:pt idx="107" formatCode="General">
                  <c:v>6.48</c:v>
                </c:pt>
                <c:pt idx="108" formatCode="General">
                  <c:v>6.54</c:v>
                </c:pt>
                <c:pt idx="109" formatCode="General">
                  <c:v>6.6</c:v>
                </c:pt>
                <c:pt idx="110" formatCode="General">
                  <c:v>6.66</c:v>
                </c:pt>
                <c:pt idx="111" formatCode="General">
                  <c:v>6.72</c:v>
                </c:pt>
                <c:pt idx="112" formatCode="General">
                  <c:v>6.78</c:v>
                </c:pt>
                <c:pt idx="113" formatCode="General">
                  <c:v>6.84</c:v>
                </c:pt>
                <c:pt idx="114" formatCode="General">
                  <c:v>6.9</c:v>
                </c:pt>
                <c:pt idx="115" formatCode="General">
                  <c:v>6.96</c:v>
                </c:pt>
                <c:pt idx="116" formatCode="General">
                  <c:v>7.02</c:v>
                </c:pt>
                <c:pt idx="117" formatCode="General">
                  <c:v>7.08</c:v>
                </c:pt>
                <c:pt idx="118" formatCode="General">
                  <c:v>7.14</c:v>
                </c:pt>
                <c:pt idx="119" formatCode="General">
                  <c:v>7.2</c:v>
                </c:pt>
                <c:pt idx="120" formatCode="General">
                  <c:v>7.26</c:v>
                </c:pt>
                <c:pt idx="121" formatCode="General">
                  <c:v>7.32</c:v>
                </c:pt>
                <c:pt idx="122" formatCode="General">
                  <c:v>7.38</c:v>
                </c:pt>
                <c:pt idx="123" formatCode="General">
                  <c:v>7.44</c:v>
                </c:pt>
                <c:pt idx="124" formatCode="General">
                  <c:v>7.5</c:v>
                </c:pt>
                <c:pt idx="125" formatCode="General">
                  <c:v>7.56</c:v>
                </c:pt>
                <c:pt idx="126" formatCode="General">
                  <c:v>7.62</c:v>
                </c:pt>
                <c:pt idx="127" formatCode="General">
                  <c:v>7.68</c:v>
                </c:pt>
                <c:pt idx="128" formatCode="General">
                  <c:v>7.74</c:v>
                </c:pt>
                <c:pt idx="129" formatCode="General">
                  <c:v>7.8</c:v>
                </c:pt>
                <c:pt idx="130" formatCode="General">
                  <c:v>7.86</c:v>
                </c:pt>
                <c:pt idx="131" formatCode="General">
                  <c:v>7.92</c:v>
                </c:pt>
                <c:pt idx="132" formatCode="General">
                  <c:v>7.98</c:v>
                </c:pt>
                <c:pt idx="133" formatCode="General">
                  <c:v>8.0399999999999991</c:v>
                </c:pt>
                <c:pt idx="134" formatCode="General">
                  <c:v>8.0999990000000004</c:v>
                </c:pt>
                <c:pt idx="135" formatCode="General">
                  <c:v>8.16</c:v>
                </c:pt>
                <c:pt idx="136" formatCode="General">
                  <c:v>8.2200000000000006</c:v>
                </c:pt>
                <c:pt idx="137" formatCode="General">
                  <c:v>8.2799999999999994</c:v>
                </c:pt>
                <c:pt idx="138" formatCode="General">
                  <c:v>8.34</c:v>
                </c:pt>
                <c:pt idx="139" formatCode="General">
                  <c:v>8.4</c:v>
                </c:pt>
                <c:pt idx="140" formatCode="General">
                  <c:v>8.4600000000000009</c:v>
                </c:pt>
                <c:pt idx="141" formatCode="General">
                  <c:v>8.52</c:v>
                </c:pt>
                <c:pt idx="142" formatCode="General">
                  <c:v>8.58</c:v>
                </c:pt>
                <c:pt idx="143" formatCode="General">
                  <c:v>8.6399989999999995</c:v>
                </c:pt>
                <c:pt idx="144" formatCode="General">
                  <c:v>8.6999999999999993</c:v>
                </c:pt>
                <c:pt idx="145" formatCode="General">
                  <c:v>8.76</c:v>
                </c:pt>
                <c:pt idx="146" formatCode="General">
                  <c:v>8.82</c:v>
                </c:pt>
                <c:pt idx="147" formatCode="General">
                  <c:v>8.8800000000000008</c:v>
                </c:pt>
                <c:pt idx="148" formatCode="General">
                  <c:v>8.94</c:v>
                </c:pt>
                <c:pt idx="149" formatCode="General">
                  <c:v>9</c:v>
                </c:pt>
                <c:pt idx="150" formatCode="General">
                  <c:v>9.0599989999999995</c:v>
                </c:pt>
                <c:pt idx="151" formatCode="General">
                  <c:v>9.1199999999999992</c:v>
                </c:pt>
                <c:pt idx="152" formatCode="General">
                  <c:v>9.1799990000000005</c:v>
                </c:pt>
                <c:pt idx="153" formatCode="General">
                  <c:v>9.24</c:v>
                </c:pt>
                <c:pt idx="154" formatCode="General">
                  <c:v>9.3000000000000007</c:v>
                </c:pt>
                <c:pt idx="155" formatCode="General">
                  <c:v>9.36</c:v>
                </c:pt>
                <c:pt idx="156" formatCode="General">
                  <c:v>9.42</c:v>
                </c:pt>
                <c:pt idx="157" formatCode="General">
                  <c:v>9.48</c:v>
                </c:pt>
                <c:pt idx="158" formatCode="General">
                  <c:v>9.5399999999999991</c:v>
                </c:pt>
                <c:pt idx="159" formatCode="General">
                  <c:v>9.5999990000000004</c:v>
                </c:pt>
                <c:pt idx="160" formatCode="General">
                  <c:v>9.66</c:v>
                </c:pt>
                <c:pt idx="161" formatCode="General">
                  <c:v>9.7199989999999996</c:v>
                </c:pt>
                <c:pt idx="162" formatCode="General">
                  <c:v>9.7799999999999994</c:v>
                </c:pt>
                <c:pt idx="163" formatCode="General">
                  <c:v>9.84</c:v>
                </c:pt>
                <c:pt idx="164" formatCode="General">
                  <c:v>9.9</c:v>
                </c:pt>
                <c:pt idx="165" formatCode="General">
                  <c:v>9.9600000000000009</c:v>
                </c:pt>
                <c:pt idx="166" formatCode="General">
                  <c:v>10.02</c:v>
                </c:pt>
                <c:pt idx="167" formatCode="General">
                  <c:v>10.08</c:v>
                </c:pt>
                <c:pt idx="168" formatCode="General">
                  <c:v>10.14</c:v>
                </c:pt>
                <c:pt idx="169" formatCode="General">
                  <c:v>10.199999999999999</c:v>
                </c:pt>
                <c:pt idx="170" formatCode="General">
                  <c:v>10.26</c:v>
                </c:pt>
                <c:pt idx="171" formatCode="General">
                  <c:v>10.32</c:v>
                </c:pt>
                <c:pt idx="172" formatCode="General">
                  <c:v>10.38</c:v>
                </c:pt>
                <c:pt idx="173" formatCode="General">
                  <c:v>10.44</c:v>
                </c:pt>
                <c:pt idx="174" formatCode="General">
                  <c:v>10.5</c:v>
                </c:pt>
                <c:pt idx="175" formatCode="General">
                  <c:v>10.56</c:v>
                </c:pt>
                <c:pt idx="176" formatCode="General">
                  <c:v>10.62</c:v>
                </c:pt>
                <c:pt idx="177" formatCode="General">
                  <c:v>10.68</c:v>
                </c:pt>
                <c:pt idx="178" formatCode="General">
                  <c:v>10.74</c:v>
                </c:pt>
                <c:pt idx="179" formatCode="General">
                  <c:v>10.8</c:v>
                </c:pt>
                <c:pt idx="180" formatCode="General">
                  <c:v>10.86</c:v>
                </c:pt>
                <c:pt idx="181" formatCode="General">
                  <c:v>10.92</c:v>
                </c:pt>
                <c:pt idx="182" formatCode="General">
                  <c:v>10.98</c:v>
                </c:pt>
                <c:pt idx="183" formatCode="General">
                  <c:v>11.04</c:v>
                </c:pt>
                <c:pt idx="184" formatCode="General">
                  <c:v>11.1</c:v>
                </c:pt>
                <c:pt idx="185" formatCode="General">
                  <c:v>11.16</c:v>
                </c:pt>
                <c:pt idx="186" formatCode="General">
                  <c:v>11.22</c:v>
                </c:pt>
                <c:pt idx="187" formatCode="General">
                  <c:v>11.28</c:v>
                </c:pt>
                <c:pt idx="188" formatCode="General">
                  <c:v>11.34</c:v>
                </c:pt>
                <c:pt idx="189" formatCode="General">
                  <c:v>11.4</c:v>
                </c:pt>
                <c:pt idx="190" formatCode="General">
                  <c:v>11.46</c:v>
                </c:pt>
                <c:pt idx="191" formatCode="General">
                  <c:v>11.52</c:v>
                </c:pt>
                <c:pt idx="192" formatCode="General">
                  <c:v>11.58</c:v>
                </c:pt>
                <c:pt idx="193" formatCode="General">
                  <c:v>11.64</c:v>
                </c:pt>
                <c:pt idx="194" formatCode="General">
                  <c:v>11.7</c:v>
                </c:pt>
                <c:pt idx="195" formatCode="General">
                  <c:v>11.76</c:v>
                </c:pt>
                <c:pt idx="196" formatCode="General">
                  <c:v>11.82</c:v>
                </c:pt>
                <c:pt idx="197" formatCode="General">
                  <c:v>11.88</c:v>
                </c:pt>
                <c:pt idx="198" formatCode="General">
                  <c:v>11.94</c:v>
                </c:pt>
                <c:pt idx="199" formatCode="General">
                  <c:v>12</c:v>
                </c:pt>
                <c:pt idx="200" formatCode="General">
                  <c:v>12.06</c:v>
                </c:pt>
                <c:pt idx="201" formatCode="General">
                  <c:v>12.12</c:v>
                </c:pt>
                <c:pt idx="202" formatCode="General">
                  <c:v>12.18</c:v>
                </c:pt>
                <c:pt idx="203" formatCode="General">
                  <c:v>12.24</c:v>
                </c:pt>
                <c:pt idx="204" formatCode="General">
                  <c:v>12.3</c:v>
                </c:pt>
                <c:pt idx="205" formatCode="General">
                  <c:v>12.36</c:v>
                </c:pt>
                <c:pt idx="206" formatCode="General">
                  <c:v>12.42</c:v>
                </c:pt>
                <c:pt idx="207" formatCode="General">
                  <c:v>12.48</c:v>
                </c:pt>
                <c:pt idx="208" formatCode="General">
                  <c:v>12.54</c:v>
                </c:pt>
                <c:pt idx="209" formatCode="General">
                  <c:v>12.6</c:v>
                </c:pt>
                <c:pt idx="210" formatCode="General">
                  <c:v>12.66</c:v>
                </c:pt>
                <c:pt idx="211" formatCode="General">
                  <c:v>12.72</c:v>
                </c:pt>
                <c:pt idx="212" formatCode="General">
                  <c:v>12.78</c:v>
                </c:pt>
                <c:pt idx="213" formatCode="General">
                  <c:v>12.84</c:v>
                </c:pt>
                <c:pt idx="214" formatCode="General">
                  <c:v>12.9</c:v>
                </c:pt>
                <c:pt idx="215" formatCode="General">
                  <c:v>12.96</c:v>
                </c:pt>
                <c:pt idx="216" formatCode="General">
                  <c:v>13.02</c:v>
                </c:pt>
                <c:pt idx="217" formatCode="General">
                  <c:v>13.08</c:v>
                </c:pt>
                <c:pt idx="218" formatCode="General">
                  <c:v>13.14</c:v>
                </c:pt>
                <c:pt idx="219" formatCode="General">
                  <c:v>13.2</c:v>
                </c:pt>
                <c:pt idx="220" formatCode="General">
                  <c:v>13.26</c:v>
                </c:pt>
                <c:pt idx="221" formatCode="General">
                  <c:v>13.32</c:v>
                </c:pt>
                <c:pt idx="222" formatCode="General">
                  <c:v>13.38</c:v>
                </c:pt>
                <c:pt idx="223" formatCode="General">
                  <c:v>13.44</c:v>
                </c:pt>
                <c:pt idx="224" formatCode="General">
                  <c:v>13.5</c:v>
                </c:pt>
                <c:pt idx="225" formatCode="General">
                  <c:v>13.56</c:v>
                </c:pt>
                <c:pt idx="226" formatCode="General">
                  <c:v>13.62</c:v>
                </c:pt>
                <c:pt idx="227" formatCode="General">
                  <c:v>13.68</c:v>
                </c:pt>
                <c:pt idx="228" formatCode="General">
                  <c:v>13.74</c:v>
                </c:pt>
                <c:pt idx="229" formatCode="General">
                  <c:v>13.8</c:v>
                </c:pt>
                <c:pt idx="230" formatCode="General">
                  <c:v>13.86</c:v>
                </c:pt>
                <c:pt idx="231" formatCode="General">
                  <c:v>13.92</c:v>
                </c:pt>
                <c:pt idx="232" formatCode="General">
                  <c:v>13.98</c:v>
                </c:pt>
                <c:pt idx="233" formatCode="General">
                  <c:v>14.04</c:v>
                </c:pt>
                <c:pt idx="234" formatCode="General">
                  <c:v>14.1</c:v>
                </c:pt>
                <c:pt idx="235" formatCode="General">
                  <c:v>14.16</c:v>
                </c:pt>
                <c:pt idx="236" formatCode="General">
                  <c:v>14.22</c:v>
                </c:pt>
                <c:pt idx="237" formatCode="General">
                  <c:v>14.28</c:v>
                </c:pt>
                <c:pt idx="238" formatCode="General">
                  <c:v>14.34</c:v>
                </c:pt>
                <c:pt idx="239" formatCode="General">
                  <c:v>14.4</c:v>
                </c:pt>
                <c:pt idx="240" formatCode="General">
                  <c:v>14.46</c:v>
                </c:pt>
                <c:pt idx="241" formatCode="General">
                  <c:v>14.52</c:v>
                </c:pt>
                <c:pt idx="242" formatCode="General">
                  <c:v>14.58</c:v>
                </c:pt>
                <c:pt idx="243" formatCode="General">
                  <c:v>14.64</c:v>
                </c:pt>
                <c:pt idx="244" formatCode="General">
                  <c:v>14.7</c:v>
                </c:pt>
                <c:pt idx="245" formatCode="General">
                  <c:v>14.76</c:v>
                </c:pt>
                <c:pt idx="246" formatCode="General">
                  <c:v>14.82</c:v>
                </c:pt>
                <c:pt idx="247" formatCode="General">
                  <c:v>14.88</c:v>
                </c:pt>
                <c:pt idx="248" formatCode="General">
                  <c:v>14.94</c:v>
                </c:pt>
                <c:pt idx="249" formatCode="General">
                  <c:v>15</c:v>
                </c:pt>
                <c:pt idx="250" formatCode="General">
                  <c:v>15.06</c:v>
                </c:pt>
                <c:pt idx="251" formatCode="General">
                  <c:v>15.12</c:v>
                </c:pt>
                <c:pt idx="252" formatCode="General">
                  <c:v>15.18</c:v>
                </c:pt>
                <c:pt idx="253" formatCode="General">
                  <c:v>15.24</c:v>
                </c:pt>
                <c:pt idx="254" formatCode="General">
                  <c:v>15.3</c:v>
                </c:pt>
                <c:pt idx="255" formatCode="General">
                  <c:v>15.36</c:v>
                </c:pt>
                <c:pt idx="256" formatCode="General">
                  <c:v>15.42</c:v>
                </c:pt>
                <c:pt idx="257" formatCode="General">
                  <c:v>15.48</c:v>
                </c:pt>
                <c:pt idx="258" formatCode="General">
                  <c:v>15.54</c:v>
                </c:pt>
                <c:pt idx="259" formatCode="General">
                  <c:v>15.6</c:v>
                </c:pt>
                <c:pt idx="260" formatCode="General">
                  <c:v>15.66</c:v>
                </c:pt>
                <c:pt idx="261" formatCode="General">
                  <c:v>15.72</c:v>
                </c:pt>
                <c:pt idx="262" formatCode="General">
                  <c:v>15.78</c:v>
                </c:pt>
                <c:pt idx="263" formatCode="General">
                  <c:v>15.84</c:v>
                </c:pt>
                <c:pt idx="264" formatCode="General">
                  <c:v>15.9</c:v>
                </c:pt>
                <c:pt idx="265" formatCode="General">
                  <c:v>15.96</c:v>
                </c:pt>
                <c:pt idx="266" formatCode="General">
                  <c:v>16.02</c:v>
                </c:pt>
                <c:pt idx="267" formatCode="General">
                  <c:v>16.079999999999998</c:v>
                </c:pt>
                <c:pt idx="268" formatCode="General">
                  <c:v>16.14</c:v>
                </c:pt>
                <c:pt idx="269" formatCode="General">
                  <c:v>16.2</c:v>
                </c:pt>
                <c:pt idx="270" formatCode="General">
                  <c:v>16.260000000000002</c:v>
                </c:pt>
                <c:pt idx="271" formatCode="General">
                  <c:v>16.32</c:v>
                </c:pt>
                <c:pt idx="272" formatCode="General">
                  <c:v>16.38</c:v>
                </c:pt>
                <c:pt idx="273" formatCode="General">
                  <c:v>16.440000000000001</c:v>
                </c:pt>
                <c:pt idx="274" formatCode="General">
                  <c:v>16.5</c:v>
                </c:pt>
                <c:pt idx="275" formatCode="General">
                  <c:v>16.559999999999999</c:v>
                </c:pt>
                <c:pt idx="276" formatCode="General">
                  <c:v>16.62</c:v>
                </c:pt>
                <c:pt idx="277" formatCode="General">
                  <c:v>16.68</c:v>
                </c:pt>
                <c:pt idx="278" formatCode="General">
                  <c:v>16.739999999999998</c:v>
                </c:pt>
                <c:pt idx="279" formatCode="General">
                  <c:v>16.8</c:v>
                </c:pt>
                <c:pt idx="280" formatCode="General">
                  <c:v>16.86</c:v>
                </c:pt>
                <c:pt idx="281" formatCode="General">
                  <c:v>16.920000000000002</c:v>
                </c:pt>
                <c:pt idx="282" formatCode="General">
                  <c:v>16.98</c:v>
                </c:pt>
                <c:pt idx="283" formatCode="General">
                  <c:v>17.04</c:v>
                </c:pt>
                <c:pt idx="284" formatCode="General">
                  <c:v>17.100000000000001</c:v>
                </c:pt>
                <c:pt idx="285" formatCode="General">
                  <c:v>17.16</c:v>
                </c:pt>
                <c:pt idx="286" formatCode="General">
                  <c:v>17.22</c:v>
                </c:pt>
                <c:pt idx="287" formatCode="General">
                  <c:v>17.28</c:v>
                </c:pt>
                <c:pt idx="288" formatCode="General">
                  <c:v>17.34</c:v>
                </c:pt>
                <c:pt idx="289" formatCode="General">
                  <c:v>17.399999999999999</c:v>
                </c:pt>
                <c:pt idx="290" formatCode="General">
                  <c:v>17.46</c:v>
                </c:pt>
                <c:pt idx="291" formatCode="General">
                  <c:v>17.52</c:v>
                </c:pt>
                <c:pt idx="292" formatCode="General">
                  <c:v>17.579999999999998</c:v>
                </c:pt>
                <c:pt idx="293" formatCode="General">
                  <c:v>17.64</c:v>
                </c:pt>
                <c:pt idx="294" formatCode="General">
                  <c:v>17.7</c:v>
                </c:pt>
                <c:pt idx="295" formatCode="General">
                  <c:v>17.760000000000002</c:v>
                </c:pt>
                <c:pt idx="296" formatCode="General">
                  <c:v>17.82</c:v>
                </c:pt>
                <c:pt idx="297" formatCode="General">
                  <c:v>17.88</c:v>
                </c:pt>
                <c:pt idx="298" formatCode="General">
                  <c:v>17.940000000000001</c:v>
                </c:pt>
                <c:pt idx="299" formatCode="General">
                  <c:v>18</c:v>
                </c:pt>
                <c:pt idx="300" formatCode="General">
                  <c:v>18.059999999999999</c:v>
                </c:pt>
                <c:pt idx="301" formatCode="General">
                  <c:v>18.12</c:v>
                </c:pt>
                <c:pt idx="302" formatCode="General">
                  <c:v>18.18</c:v>
                </c:pt>
                <c:pt idx="303" formatCode="General">
                  <c:v>18.239999999999998</c:v>
                </c:pt>
                <c:pt idx="304" formatCode="General">
                  <c:v>18.3</c:v>
                </c:pt>
                <c:pt idx="305" formatCode="General">
                  <c:v>18.36</c:v>
                </c:pt>
                <c:pt idx="306" formatCode="General">
                  <c:v>18.420000000000002</c:v>
                </c:pt>
                <c:pt idx="307" formatCode="General">
                  <c:v>18.48</c:v>
                </c:pt>
                <c:pt idx="308" formatCode="General">
                  <c:v>18.54</c:v>
                </c:pt>
                <c:pt idx="309" formatCode="General">
                  <c:v>18.600000000000001</c:v>
                </c:pt>
                <c:pt idx="310" formatCode="General">
                  <c:v>18.66</c:v>
                </c:pt>
                <c:pt idx="311" formatCode="General">
                  <c:v>18.72</c:v>
                </c:pt>
                <c:pt idx="312" formatCode="General">
                  <c:v>18.78</c:v>
                </c:pt>
                <c:pt idx="313" formatCode="General">
                  <c:v>18.84</c:v>
                </c:pt>
                <c:pt idx="314" formatCode="General">
                  <c:v>18.899999999999999</c:v>
                </c:pt>
                <c:pt idx="315" formatCode="General">
                  <c:v>18.96</c:v>
                </c:pt>
                <c:pt idx="316" formatCode="General">
                  <c:v>19.02</c:v>
                </c:pt>
                <c:pt idx="317" formatCode="General">
                  <c:v>19.079999999999998</c:v>
                </c:pt>
                <c:pt idx="318" formatCode="General">
                  <c:v>19.14</c:v>
                </c:pt>
                <c:pt idx="319" formatCode="General">
                  <c:v>19.2</c:v>
                </c:pt>
                <c:pt idx="320" formatCode="General">
                  <c:v>19.260000000000002</c:v>
                </c:pt>
                <c:pt idx="321" formatCode="General">
                  <c:v>19.32</c:v>
                </c:pt>
                <c:pt idx="322" formatCode="General">
                  <c:v>19.38</c:v>
                </c:pt>
                <c:pt idx="323" formatCode="General">
                  <c:v>19.440000000000001</c:v>
                </c:pt>
                <c:pt idx="324" formatCode="General">
                  <c:v>19.5</c:v>
                </c:pt>
                <c:pt idx="325" formatCode="General">
                  <c:v>19.559999999999999</c:v>
                </c:pt>
                <c:pt idx="326" formatCode="General">
                  <c:v>19.62</c:v>
                </c:pt>
                <c:pt idx="327" formatCode="General">
                  <c:v>19.68</c:v>
                </c:pt>
                <c:pt idx="328" formatCode="General">
                  <c:v>19.739999999999998</c:v>
                </c:pt>
                <c:pt idx="329" formatCode="General">
                  <c:v>19.8</c:v>
                </c:pt>
                <c:pt idx="330" formatCode="General">
                  <c:v>19.86</c:v>
                </c:pt>
                <c:pt idx="331" formatCode="General">
                  <c:v>19.920000000000002</c:v>
                </c:pt>
                <c:pt idx="332" formatCode="General">
                  <c:v>19.98</c:v>
                </c:pt>
                <c:pt idx="333" formatCode="General">
                  <c:v>20.04</c:v>
                </c:pt>
                <c:pt idx="334" formatCode="General">
                  <c:v>20.100000000000001</c:v>
                </c:pt>
                <c:pt idx="335" formatCode="General">
                  <c:v>20.16</c:v>
                </c:pt>
                <c:pt idx="336" formatCode="General">
                  <c:v>20.22</c:v>
                </c:pt>
                <c:pt idx="337" formatCode="General">
                  <c:v>20.28</c:v>
                </c:pt>
                <c:pt idx="338" formatCode="General">
                  <c:v>20.34</c:v>
                </c:pt>
                <c:pt idx="339" formatCode="General">
                  <c:v>20.399999999999999</c:v>
                </c:pt>
                <c:pt idx="340" formatCode="General">
                  <c:v>20.46</c:v>
                </c:pt>
                <c:pt idx="341" formatCode="General">
                  <c:v>20.52</c:v>
                </c:pt>
                <c:pt idx="342" formatCode="General">
                  <c:v>20.58</c:v>
                </c:pt>
                <c:pt idx="343" formatCode="General">
                  <c:v>20.64</c:v>
                </c:pt>
                <c:pt idx="344" formatCode="General">
                  <c:v>20.7</c:v>
                </c:pt>
                <c:pt idx="345" formatCode="General">
                  <c:v>20.76</c:v>
                </c:pt>
                <c:pt idx="346" formatCode="General">
                  <c:v>20.82</c:v>
                </c:pt>
                <c:pt idx="347" formatCode="General">
                  <c:v>20.88</c:v>
                </c:pt>
                <c:pt idx="348" formatCode="General">
                  <c:v>20.94</c:v>
                </c:pt>
                <c:pt idx="349" formatCode="General">
                  <c:v>21</c:v>
                </c:pt>
                <c:pt idx="350" formatCode="General">
                  <c:v>21.06</c:v>
                </c:pt>
                <c:pt idx="351" formatCode="General">
                  <c:v>21.12</c:v>
                </c:pt>
                <c:pt idx="352" formatCode="General">
                  <c:v>21.18</c:v>
                </c:pt>
                <c:pt idx="353" formatCode="General">
                  <c:v>21.24</c:v>
                </c:pt>
                <c:pt idx="354" formatCode="General">
                  <c:v>21.3</c:v>
                </c:pt>
                <c:pt idx="355" formatCode="General">
                  <c:v>21.36</c:v>
                </c:pt>
                <c:pt idx="356" formatCode="General">
                  <c:v>21.42</c:v>
                </c:pt>
                <c:pt idx="357" formatCode="General">
                  <c:v>21.48</c:v>
                </c:pt>
                <c:pt idx="358" formatCode="General">
                  <c:v>21.54</c:v>
                </c:pt>
                <c:pt idx="359" formatCode="General">
                  <c:v>21.6</c:v>
                </c:pt>
                <c:pt idx="360" formatCode="General">
                  <c:v>21.66</c:v>
                </c:pt>
                <c:pt idx="361" formatCode="General">
                  <c:v>21.72</c:v>
                </c:pt>
                <c:pt idx="362" formatCode="General">
                  <c:v>21.78</c:v>
                </c:pt>
                <c:pt idx="363" formatCode="General">
                  <c:v>21.84</c:v>
                </c:pt>
                <c:pt idx="364" formatCode="General">
                  <c:v>21.9</c:v>
                </c:pt>
                <c:pt idx="365" formatCode="General">
                  <c:v>21.96</c:v>
                </c:pt>
                <c:pt idx="366" formatCode="General">
                  <c:v>22.02</c:v>
                </c:pt>
                <c:pt idx="367" formatCode="General">
                  <c:v>22.08</c:v>
                </c:pt>
                <c:pt idx="368" formatCode="General">
                  <c:v>22.14</c:v>
                </c:pt>
                <c:pt idx="369" formatCode="General">
                  <c:v>22.2</c:v>
                </c:pt>
                <c:pt idx="370" formatCode="General">
                  <c:v>22.26</c:v>
                </c:pt>
                <c:pt idx="371" formatCode="General">
                  <c:v>22.32</c:v>
                </c:pt>
                <c:pt idx="372" formatCode="General">
                  <c:v>22.38</c:v>
                </c:pt>
                <c:pt idx="373" formatCode="General">
                  <c:v>22.44</c:v>
                </c:pt>
                <c:pt idx="374" formatCode="General">
                  <c:v>22.5</c:v>
                </c:pt>
                <c:pt idx="375" formatCode="General">
                  <c:v>22.56</c:v>
                </c:pt>
                <c:pt idx="376" formatCode="General">
                  <c:v>22.62</c:v>
                </c:pt>
                <c:pt idx="377" formatCode="General">
                  <c:v>22.68</c:v>
                </c:pt>
                <c:pt idx="378" formatCode="General">
                  <c:v>22.74</c:v>
                </c:pt>
                <c:pt idx="379" formatCode="General">
                  <c:v>22.8</c:v>
                </c:pt>
                <c:pt idx="380" formatCode="General">
                  <c:v>22.86</c:v>
                </c:pt>
                <c:pt idx="381" formatCode="General">
                  <c:v>22.92</c:v>
                </c:pt>
                <c:pt idx="382" formatCode="General">
                  <c:v>22.98</c:v>
                </c:pt>
                <c:pt idx="383" formatCode="General">
                  <c:v>23.04</c:v>
                </c:pt>
                <c:pt idx="384" formatCode="General">
                  <c:v>23.1</c:v>
                </c:pt>
                <c:pt idx="385" formatCode="General">
                  <c:v>23.16</c:v>
                </c:pt>
                <c:pt idx="386" formatCode="General">
                  <c:v>23.22</c:v>
                </c:pt>
                <c:pt idx="387" formatCode="General">
                  <c:v>23.28</c:v>
                </c:pt>
                <c:pt idx="388" formatCode="General">
                  <c:v>23.34</c:v>
                </c:pt>
                <c:pt idx="389" formatCode="General">
                  <c:v>23.4</c:v>
                </c:pt>
                <c:pt idx="390" formatCode="General">
                  <c:v>23.46</c:v>
                </c:pt>
                <c:pt idx="391" formatCode="General">
                  <c:v>23.52</c:v>
                </c:pt>
                <c:pt idx="392" formatCode="General">
                  <c:v>23.58</c:v>
                </c:pt>
                <c:pt idx="393" formatCode="General">
                  <c:v>23.64</c:v>
                </c:pt>
                <c:pt idx="394" formatCode="General">
                  <c:v>23.7</c:v>
                </c:pt>
                <c:pt idx="395" formatCode="General">
                  <c:v>23.76</c:v>
                </c:pt>
                <c:pt idx="396" formatCode="General">
                  <c:v>23.82</c:v>
                </c:pt>
                <c:pt idx="397" formatCode="General">
                  <c:v>23.88</c:v>
                </c:pt>
                <c:pt idx="398" formatCode="General">
                  <c:v>23.94</c:v>
                </c:pt>
                <c:pt idx="399" formatCode="General">
                  <c:v>24</c:v>
                </c:pt>
                <c:pt idx="400" formatCode="General">
                  <c:v>24.06</c:v>
                </c:pt>
                <c:pt idx="401" formatCode="General">
                  <c:v>24.12</c:v>
                </c:pt>
                <c:pt idx="402" formatCode="General">
                  <c:v>24.18</c:v>
                </c:pt>
                <c:pt idx="403" formatCode="General">
                  <c:v>24.24</c:v>
                </c:pt>
                <c:pt idx="404" formatCode="General">
                  <c:v>24.3</c:v>
                </c:pt>
                <c:pt idx="405" formatCode="General">
                  <c:v>24.36</c:v>
                </c:pt>
                <c:pt idx="406" formatCode="General">
                  <c:v>24.42</c:v>
                </c:pt>
                <c:pt idx="407" formatCode="General">
                  <c:v>24.48</c:v>
                </c:pt>
                <c:pt idx="408" formatCode="General">
                  <c:v>24.54</c:v>
                </c:pt>
                <c:pt idx="409" formatCode="General">
                  <c:v>24.6</c:v>
                </c:pt>
                <c:pt idx="410" formatCode="General">
                  <c:v>24.66</c:v>
                </c:pt>
                <c:pt idx="411" formatCode="General">
                  <c:v>24.72</c:v>
                </c:pt>
                <c:pt idx="412" formatCode="General">
                  <c:v>24.78</c:v>
                </c:pt>
                <c:pt idx="413" formatCode="General">
                  <c:v>24.84</c:v>
                </c:pt>
                <c:pt idx="414" formatCode="General">
                  <c:v>24.9</c:v>
                </c:pt>
                <c:pt idx="415" formatCode="General">
                  <c:v>24.96</c:v>
                </c:pt>
                <c:pt idx="416" formatCode="General">
                  <c:v>25.02</c:v>
                </c:pt>
                <c:pt idx="417" formatCode="General">
                  <c:v>25.08</c:v>
                </c:pt>
                <c:pt idx="418" formatCode="General">
                  <c:v>25.14</c:v>
                </c:pt>
                <c:pt idx="419" formatCode="General">
                  <c:v>25.2</c:v>
                </c:pt>
                <c:pt idx="420" formatCode="General">
                  <c:v>25.26</c:v>
                </c:pt>
                <c:pt idx="421" formatCode="General">
                  <c:v>25.32</c:v>
                </c:pt>
                <c:pt idx="422" formatCode="General">
                  <c:v>25.38</c:v>
                </c:pt>
                <c:pt idx="423" formatCode="General">
                  <c:v>25.44</c:v>
                </c:pt>
                <c:pt idx="424" formatCode="General">
                  <c:v>25.5</c:v>
                </c:pt>
                <c:pt idx="425" formatCode="General">
                  <c:v>25.56</c:v>
                </c:pt>
                <c:pt idx="426" formatCode="General">
                  <c:v>25.62</c:v>
                </c:pt>
                <c:pt idx="427" formatCode="General">
                  <c:v>25.68</c:v>
                </c:pt>
                <c:pt idx="428" formatCode="General">
                  <c:v>25.74</c:v>
                </c:pt>
                <c:pt idx="429" formatCode="General">
                  <c:v>25.8</c:v>
                </c:pt>
                <c:pt idx="430" formatCode="General">
                  <c:v>25.86</c:v>
                </c:pt>
                <c:pt idx="431" formatCode="General">
                  <c:v>25.92</c:v>
                </c:pt>
                <c:pt idx="432" formatCode="General">
                  <c:v>25.98</c:v>
                </c:pt>
                <c:pt idx="433" formatCode="General">
                  <c:v>26.04</c:v>
                </c:pt>
                <c:pt idx="434" formatCode="General">
                  <c:v>26.1</c:v>
                </c:pt>
                <c:pt idx="435" formatCode="General">
                  <c:v>26.16</c:v>
                </c:pt>
                <c:pt idx="436" formatCode="General">
                  <c:v>26.22</c:v>
                </c:pt>
                <c:pt idx="437" formatCode="General">
                  <c:v>26.28</c:v>
                </c:pt>
                <c:pt idx="438" formatCode="General">
                  <c:v>26.34</c:v>
                </c:pt>
                <c:pt idx="439" formatCode="General">
                  <c:v>26.4</c:v>
                </c:pt>
                <c:pt idx="440" formatCode="General">
                  <c:v>26.46</c:v>
                </c:pt>
                <c:pt idx="441" formatCode="General">
                  <c:v>26.52</c:v>
                </c:pt>
                <c:pt idx="442" formatCode="General">
                  <c:v>26.58</c:v>
                </c:pt>
                <c:pt idx="443" formatCode="General">
                  <c:v>26.64</c:v>
                </c:pt>
                <c:pt idx="444" formatCode="General">
                  <c:v>26.7</c:v>
                </c:pt>
                <c:pt idx="445" formatCode="General">
                  <c:v>26.76</c:v>
                </c:pt>
                <c:pt idx="446" formatCode="General">
                  <c:v>26.82</c:v>
                </c:pt>
                <c:pt idx="447" formatCode="General">
                  <c:v>26.88</c:v>
                </c:pt>
                <c:pt idx="448" formatCode="General">
                  <c:v>26.94</c:v>
                </c:pt>
                <c:pt idx="449" formatCode="General">
                  <c:v>27</c:v>
                </c:pt>
                <c:pt idx="450" formatCode="General">
                  <c:v>27.06</c:v>
                </c:pt>
                <c:pt idx="451" formatCode="General">
                  <c:v>27.12</c:v>
                </c:pt>
                <c:pt idx="452" formatCode="General">
                  <c:v>27.18</c:v>
                </c:pt>
                <c:pt idx="453" formatCode="General">
                  <c:v>27.24</c:v>
                </c:pt>
                <c:pt idx="454" formatCode="General">
                  <c:v>27.3</c:v>
                </c:pt>
                <c:pt idx="455" formatCode="General">
                  <c:v>27.36</c:v>
                </c:pt>
                <c:pt idx="456" formatCode="General">
                  <c:v>27.42</c:v>
                </c:pt>
                <c:pt idx="457" formatCode="General">
                  <c:v>27.48</c:v>
                </c:pt>
                <c:pt idx="458" formatCode="General">
                  <c:v>27.54</c:v>
                </c:pt>
                <c:pt idx="459" formatCode="General">
                  <c:v>27.6</c:v>
                </c:pt>
                <c:pt idx="460" formatCode="General">
                  <c:v>27.66</c:v>
                </c:pt>
                <c:pt idx="461" formatCode="General">
                  <c:v>27.72</c:v>
                </c:pt>
                <c:pt idx="462" formatCode="General">
                  <c:v>27.78</c:v>
                </c:pt>
                <c:pt idx="463" formatCode="General">
                  <c:v>27.84</c:v>
                </c:pt>
                <c:pt idx="464" formatCode="General">
                  <c:v>27.9</c:v>
                </c:pt>
                <c:pt idx="465" formatCode="General">
                  <c:v>27.96</c:v>
                </c:pt>
                <c:pt idx="466" formatCode="General">
                  <c:v>28.02</c:v>
                </c:pt>
                <c:pt idx="467" formatCode="General">
                  <c:v>28.08</c:v>
                </c:pt>
                <c:pt idx="468" formatCode="General">
                  <c:v>28.14</c:v>
                </c:pt>
                <c:pt idx="469" formatCode="General">
                  <c:v>28.2</c:v>
                </c:pt>
                <c:pt idx="470" formatCode="General">
                  <c:v>28.26</c:v>
                </c:pt>
                <c:pt idx="471" formatCode="General">
                  <c:v>28.32</c:v>
                </c:pt>
                <c:pt idx="472" formatCode="General">
                  <c:v>28.38</c:v>
                </c:pt>
                <c:pt idx="473" formatCode="General">
                  <c:v>28.44</c:v>
                </c:pt>
                <c:pt idx="474" formatCode="General">
                  <c:v>28.5</c:v>
                </c:pt>
                <c:pt idx="475" formatCode="General">
                  <c:v>28.56</c:v>
                </c:pt>
                <c:pt idx="476" formatCode="General">
                  <c:v>28.62</c:v>
                </c:pt>
                <c:pt idx="477" formatCode="General">
                  <c:v>28.68</c:v>
                </c:pt>
                <c:pt idx="478" formatCode="General">
                  <c:v>28.74</c:v>
                </c:pt>
                <c:pt idx="479" formatCode="General">
                  <c:v>28.8</c:v>
                </c:pt>
                <c:pt idx="480" formatCode="General">
                  <c:v>28.86</c:v>
                </c:pt>
                <c:pt idx="481" formatCode="General">
                  <c:v>28.92</c:v>
                </c:pt>
                <c:pt idx="482" formatCode="General">
                  <c:v>28.98</c:v>
                </c:pt>
                <c:pt idx="483" formatCode="General">
                  <c:v>29.04</c:v>
                </c:pt>
                <c:pt idx="484" formatCode="General">
                  <c:v>29.1</c:v>
                </c:pt>
                <c:pt idx="485" formatCode="General">
                  <c:v>29.16</c:v>
                </c:pt>
                <c:pt idx="486" formatCode="General">
                  <c:v>29.22</c:v>
                </c:pt>
                <c:pt idx="487" formatCode="General">
                  <c:v>29.28</c:v>
                </c:pt>
                <c:pt idx="488" formatCode="General">
                  <c:v>29.34</c:v>
                </c:pt>
                <c:pt idx="489" formatCode="General">
                  <c:v>29.4</c:v>
                </c:pt>
                <c:pt idx="490" formatCode="General">
                  <c:v>29.46</c:v>
                </c:pt>
                <c:pt idx="491" formatCode="General">
                  <c:v>29.52</c:v>
                </c:pt>
                <c:pt idx="492" formatCode="General">
                  <c:v>29.58</c:v>
                </c:pt>
                <c:pt idx="493" formatCode="General">
                  <c:v>29.64</c:v>
                </c:pt>
                <c:pt idx="494" formatCode="General">
                  <c:v>29.7</c:v>
                </c:pt>
                <c:pt idx="495" formatCode="General">
                  <c:v>29.76</c:v>
                </c:pt>
                <c:pt idx="496" formatCode="General">
                  <c:v>29.82</c:v>
                </c:pt>
                <c:pt idx="497" formatCode="General">
                  <c:v>29.88</c:v>
                </c:pt>
                <c:pt idx="498" formatCode="General">
                  <c:v>29.94</c:v>
                </c:pt>
                <c:pt idx="499" formatCode="General">
                  <c:v>30</c:v>
                </c:pt>
                <c:pt idx="500" formatCode="General">
                  <c:v>30.06</c:v>
                </c:pt>
                <c:pt idx="501" formatCode="General">
                  <c:v>30.12</c:v>
                </c:pt>
                <c:pt idx="502" formatCode="General">
                  <c:v>30.18</c:v>
                </c:pt>
                <c:pt idx="503" formatCode="General">
                  <c:v>30.24</c:v>
                </c:pt>
                <c:pt idx="504" formatCode="General">
                  <c:v>30.3</c:v>
                </c:pt>
                <c:pt idx="505" formatCode="General">
                  <c:v>30.36</c:v>
                </c:pt>
                <c:pt idx="506" formatCode="General">
                  <c:v>30.42</c:v>
                </c:pt>
                <c:pt idx="507" formatCode="General">
                  <c:v>30.48</c:v>
                </c:pt>
                <c:pt idx="508" formatCode="General">
                  <c:v>30.54</c:v>
                </c:pt>
                <c:pt idx="509" formatCode="General">
                  <c:v>30.6</c:v>
                </c:pt>
                <c:pt idx="510" formatCode="General">
                  <c:v>30.66</c:v>
                </c:pt>
                <c:pt idx="511" formatCode="General">
                  <c:v>30.72</c:v>
                </c:pt>
                <c:pt idx="512" formatCode="General">
                  <c:v>30.78</c:v>
                </c:pt>
                <c:pt idx="513" formatCode="General">
                  <c:v>30.84</c:v>
                </c:pt>
                <c:pt idx="514" formatCode="General">
                  <c:v>30.9</c:v>
                </c:pt>
                <c:pt idx="515" formatCode="General">
                  <c:v>30.96</c:v>
                </c:pt>
                <c:pt idx="516" formatCode="General">
                  <c:v>31.02</c:v>
                </c:pt>
              </c:numCache>
            </c:numRef>
          </c:xVal>
          <c:yVal>
            <c:numRef>
              <c:f>二体分布関数!$K$2:$K$1550</c:f>
              <c:numCache>
                <c:formatCode>0.00E+00</c:formatCode>
                <c:ptCount val="517"/>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2.2264860000000001E-2</c:v>
                </c:pt>
                <c:pt idx="35">
                  <c:v>7.3658130000000002E-2</c:v>
                </c:pt>
                <c:pt idx="36">
                  <c:v>1.593844</c:v>
                </c:pt>
                <c:pt idx="37">
                  <c:v>5.6334419999999996</c:v>
                </c:pt>
                <c:pt idx="38">
                  <c:v>7.038373</c:v>
                </c:pt>
                <c:pt idx="39">
                  <c:v>5.5657819999999996</c:v>
                </c:pt>
                <c:pt idx="40">
                  <c:v>3.334327</c:v>
                </c:pt>
                <c:pt idx="41">
                  <c:v>2.1569530000000001</c:v>
                </c:pt>
                <c:pt idx="42">
                  <c:v>1.3313010000000001</c:v>
                </c:pt>
                <c:pt idx="43">
                  <c:v>0.92631209999999997</c:v>
                </c:pt>
                <c:pt idx="44">
                  <c:v>0.74417480000000003</c:v>
                </c:pt>
                <c:pt idx="45">
                  <c:v>0.54782489999999995</c:v>
                </c:pt>
                <c:pt idx="46">
                  <c:v>0.47537269999999998</c:v>
                </c:pt>
                <c:pt idx="47">
                  <c:v>0.43209599999999998</c:v>
                </c:pt>
                <c:pt idx="48">
                  <c:v>0.40044000000000002</c:v>
                </c:pt>
                <c:pt idx="49">
                  <c:v>0.38458310000000001</c:v>
                </c:pt>
                <c:pt idx="50">
                  <c:v>0.40373100000000001</c:v>
                </c:pt>
                <c:pt idx="51">
                  <c:v>0.34800429999999999</c:v>
                </c:pt>
                <c:pt idx="52">
                  <c:v>0.35927140000000002</c:v>
                </c:pt>
                <c:pt idx="53">
                  <c:v>0.35310399999999997</c:v>
                </c:pt>
                <c:pt idx="54">
                  <c:v>0.41702299999999998</c:v>
                </c:pt>
                <c:pt idx="55">
                  <c:v>0.39139069999999998</c:v>
                </c:pt>
                <c:pt idx="56">
                  <c:v>0.43654409999999999</c:v>
                </c:pt>
                <c:pt idx="57">
                  <c:v>0.48243170000000002</c:v>
                </c:pt>
                <c:pt idx="58">
                  <c:v>0.46229920000000002</c:v>
                </c:pt>
                <c:pt idx="59">
                  <c:v>0.55309019999999998</c:v>
                </c:pt>
                <c:pt idx="60">
                  <c:v>0.57358869999999995</c:v>
                </c:pt>
                <c:pt idx="61">
                  <c:v>0.62796589999999997</c:v>
                </c:pt>
                <c:pt idx="62">
                  <c:v>0.71299009999999996</c:v>
                </c:pt>
                <c:pt idx="63">
                  <c:v>0.76746349999999997</c:v>
                </c:pt>
                <c:pt idx="64">
                  <c:v>0.96191479999999996</c:v>
                </c:pt>
                <c:pt idx="65">
                  <c:v>0.96586090000000002</c:v>
                </c:pt>
                <c:pt idx="66">
                  <c:v>1.163581</c:v>
                </c:pt>
                <c:pt idx="67">
                  <c:v>1.2490600000000001</c:v>
                </c:pt>
                <c:pt idx="68">
                  <c:v>1.3420209999999999</c:v>
                </c:pt>
                <c:pt idx="69">
                  <c:v>1.2775110000000001</c:v>
                </c:pt>
                <c:pt idx="70">
                  <c:v>1.406809</c:v>
                </c:pt>
                <c:pt idx="71">
                  <c:v>1.3456410000000001</c:v>
                </c:pt>
                <c:pt idx="72">
                  <c:v>1.3077479999999999</c:v>
                </c:pt>
                <c:pt idx="73">
                  <c:v>1.2601899999999999</c:v>
                </c:pt>
                <c:pt idx="74">
                  <c:v>1.202564</c:v>
                </c:pt>
                <c:pt idx="75">
                  <c:v>1.1970989999999999</c:v>
                </c:pt>
                <c:pt idx="76">
                  <c:v>1.265117</c:v>
                </c:pt>
                <c:pt idx="77">
                  <c:v>1.097269</c:v>
                </c:pt>
                <c:pt idx="78">
                  <c:v>1.1450560000000001</c:v>
                </c:pt>
                <c:pt idx="79">
                  <c:v>1.0505500000000001</c:v>
                </c:pt>
                <c:pt idx="80">
                  <c:v>1.1619619999999999</c:v>
                </c:pt>
                <c:pt idx="81">
                  <c:v>1.1256820000000001</c:v>
                </c:pt>
                <c:pt idx="82">
                  <c:v>1.0848629999999999</c:v>
                </c:pt>
                <c:pt idx="83">
                  <c:v>1.1587270000000001</c:v>
                </c:pt>
                <c:pt idx="84">
                  <c:v>1.1920269999999999</c:v>
                </c:pt>
                <c:pt idx="85">
                  <c:v>1.2179420000000001</c:v>
                </c:pt>
                <c:pt idx="86">
                  <c:v>1.193708</c:v>
                </c:pt>
                <c:pt idx="87">
                  <c:v>1.0857220000000001</c:v>
                </c:pt>
                <c:pt idx="88">
                  <c:v>1.008948</c:v>
                </c:pt>
                <c:pt idx="89">
                  <c:v>0.92098690000000005</c:v>
                </c:pt>
                <c:pt idx="90">
                  <c:v>0.82674610000000004</c:v>
                </c:pt>
                <c:pt idx="91">
                  <c:v>0.76294919999999999</c:v>
                </c:pt>
                <c:pt idx="92">
                  <c:v>0.68592209999999998</c:v>
                </c:pt>
                <c:pt idx="93">
                  <c:v>0.69069899999999995</c:v>
                </c:pt>
                <c:pt idx="94">
                  <c:v>0.64601189999999997</c:v>
                </c:pt>
                <c:pt idx="95">
                  <c:v>0.67701820000000001</c:v>
                </c:pt>
                <c:pt idx="96">
                  <c:v>0.72618289999999996</c:v>
                </c:pt>
                <c:pt idx="97">
                  <c:v>0.7490696</c:v>
                </c:pt>
                <c:pt idx="98">
                  <c:v>0.78202000000000005</c:v>
                </c:pt>
                <c:pt idx="99">
                  <c:v>0.81350920000000004</c:v>
                </c:pt>
                <c:pt idx="100">
                  <c:v>0.90109220000000001</c:v>
                </c:pt>
                <c:pt idx="101">
                  <c:v>0.90972730000000002</c:v>
                </c:pt>
                <c:pt idx="102">
                  <c:v>0.93264239999999998</c:v>
                </c:pt>
                <c:pt idx="103">
                  <c:v>1.0036879999999999</c:v>
                </c:pt>
                <c:pt idx="104">
                  <c:v>0.97785759999999999</c:v>
                </c:pt>
                <c:pt idx="105">
                  <c:v>1.0177560000000001</c:v>
                </c:pt>
                <c:pt idx="106">
                  <c:v>1.072676</c:v>
                </c:pt>
                <c:pt idx="107">
                  <c:v>1.0838890000000001</c:v>
                </c:pt>
                <c:pt idx="108">
                  <c:v>1.1369830000000001</c:v>
                </c:pt>
                <c:pt idx="109">
                  <c:v>1.131621</c:v>
                </c:pt>
                <c:pt idx="110">
                  <c:v>1.1301410000000001</c:v>
                </c:pt>
                <c:pt idx="111">
                  <c:v>1.169303</c:v>
                </c:pt>
                <c:pt idx="112">
                  <c:v>1.182877</c:v>
                </c:pt>
                <c:pt idx="113">
                  <c:v>1.1291599999999999</c:v>
                </c:pt>
                <c:pt idx="114">
                  <c:v>1.1890130000000001</c:v>
                </c:pt>
                <c:pt idx="115">
                  <c:v>1.158466</c:v>
                </c:pt>
                <c:pt idx="116">
                  <c:v>1.1238030000000001</c:v>
                </c:pt>
                <c:pt idx="117">
                  <c:v>1.116101</c:v>
                </c:pt>
                <c:pt idx="118">
                  <c:v>1.081531</c:v>
                </c:pt>
                <c:pt idx="119">
                  <c:v>1.0574239999999999</c:v>
                </c:pt>
                <c:pt idx="120">
                  <c:v>1.0437449999999999</c:v>
                </c:pt>
                <c:pt idx="121">
                  <c:v>1.050986</c:v>
                </c:pt>
                <c:pt idx="122">
                  <c:v>0.98573860000000002</c:v>
                </c:pt>
                <c:pt idx="123">
                  <c:v>1.00627</c:v>
                </c:pt>
                <c:pt idx="124">
                  <c:v>0.98499689999999995</c:v>
                </c:pt>
                <c:pt idx="125">
                  <c:v>0.95439090000000004</c:v>
                </c:pt>
                <c:pt idx="126">
                  <c:v>0.91489909999999997</c:v>
                </c:pt>
                <c:pt idx="127">
                  <c:v>0.96142510000000003</c:v>
                </c:pt>
                <c:pt idx="128">
                  <c:v>0.9769004</c:v>
                </c:pt>
                <c:pt idx="129">
                  <c:v>0.94377180000000005</c:v>
                </c:pt>
                <c:pt idx="130">
                  <c:v>0.88133790000000001</c:v>
                </c:pt>
                <c:pt idx="131">
                  <c:v>0.90599680000000005</c:v>
                </c:pt>
                <c:pt idx="132">
                  <c:v>0.94022559999999999</c:v>
                </c:pt>
                <c:pt idx="133">
                  <c:v>0.93877699999999997</c:v>
                </c:pt>
                <c:pt idx="134">
                  <c:v>0.94325460000000005</c:v>
                </c:pt>
                <c:pt idx="135">
                  <c:v>0.91874270000000002</c:v>
                </c:pt>
                <c:pt idx="136">
                  <c:v>0.92390839999999996</c:v>
                </c:pt>
                <c:pt idx="137">
                  <c:v>0.91772830000000005</c:v>
                </c:pt>
                <c:pt idx="138">
                  <c:v>0.92786489999999999</c:v>
                </c:pt>
                <c:pt idx="139">
                  <c:v>0.92126739999999996</c:v>
                </c:pt>
                <c:pt idx="140">
                  <c:v>0.93397059999999998</c:v>
                </c:pt>
                <c:pt idx="141">
                  <c:v>0.96076760000000005</c:v>
                </c:pt>
                <c:pt idx="142">
                  <c:v>0.94837780000000005</c:v>
                </c:pt>
                <c:pt idx="143">
                  <c:v>1.0128600000000001</c:v>
                </c:pt>
                <c:pt idx="144">
                  <c:v>1.007695</c:v>
                </c:pt>
                <c:pt idx="145">
                  <c:v>1.027528</c:v>
                </c:pt>
                <c:pt idx="146">
                  <c:v>1.037579</c:v>
                </c:pt>
                <c:pt idx="147">
                  <c:v>1.0485100000000001</c:v>
                </c:pt>
                <c:pt idx="148">
                  <c:v>1.05752</c:v>
                </c:pt>
                <c:pt idx="149">
                  <c:v>1.1198399999999999</c:v>
                </c:pt>
                <c:pt idx="150">
                  <c:v>1.123599</c:v>
                </c:pt>
                <c:pt idx="151">
                  <c:v>1.0802339999999999</c:v>
                </c:pt>
                <c:pt idx="152">
                  <c:v>1.10199</c:v>
                </c:pt>
                <c:pt idx="153">
                  <c:v>1.076511</c:v>
                </c:pt>
                <c:pt idx="154">
                  <c:v>1.0447839999999999</c:v>
                </c:pt>
                <c:pt idx="155">
                  <c:v>1.0953189999999999</c:v>
                </c:pt>
                <c:pt idx="156">
                  <c:v>1.055682</c:v>
                </c:pt>
                <c:pt idx="157">
                  <c:v>1.0256989999999999</c:v>
                </c:pt>
                <c:pt idx="158">
                  <c:v>1.0363039999999999</c:v>
                </c:pt>
                <c:pt idx="159">
                  <c:v>1.0249889999999999</c:v>
                </c:pt>
                <c:pt idx="160">
                  <c:v>1.013611</c:v>
                </c:pt>
                <c:pt idx="161">
                  <c:v>0.99074300000000004</c:v>
                </c:pt>
                <c:pt idx="162">
                  <c:v>1.0053160000000001</c:v>
                </c:pt>
                <c:pt idx="163">
                  <c:v>0.98979760000000006</c:v>
                </c:pt>
                <c:pt idx="164">
                  <c:v>0.96155579999999996</c:v>
                </c:pt>
                <c:pt idx="165">
                  <c:v>0.97846379999999999</c:v>
                </c:pt>
                <c:pt idx="166">
                  <c:v>0.96947039999999995</c:v>
                </c:pt>
                <c:pt idx="167">
                  <c:v>0.94926569999999999</c:v>
                </c:pt>
                <c:pt idx="168">
                  <c:v>0.94475010000000004</c:v>
                </c:pt>
                <c:pt idx="169">
                  <c:v>0.95797140000000003</c:v>
                </c:pt>
                <c:pt idx="170">
                  <c:v>0.92861009999999999</c:v>
                </c:pt>
                <c:pt idx="171">
                  <c:v>0.93997149999999996</c:v>
                </c:pt>
                <c:pt idx="172">
                  <c:v>0.9341488</c:v>
                </c:pt>
                <c:pt idx="173">
                  <c:v>0.95565020000000001</c:v>
                </c:pt>
                <c:pt idx="174">
                  <c:v>0.96279539999999997</c:v>
                </c:pt>
                <c:pt idx="175">
                  <c:v>0.97081770000000001</c:v>
                </c:pt>
                <c:pt idx="176">
                  <c:v>0.94943140000000004</c:v>
                </c:pt>
                <c:pt idx="177">
                  <c:v>0.96849410000000002</c:v>
                </c:pt>
                <c:pt idx="178">
                  <c:v>0.9623853</c:v>
                </c:pt>
                <c:pt idx="179">
                  <c:v>1.014019</c:v>
                </c:pt>
                <c:pt idx="180">
                  <c:v>1.0157510000000001</c:v>
                </c:pt>
                <c:pt idx="181">
                  <c:v>0.98444469999999995</c:v>
                </c:pt>
                <c:pt idx="182">
                  <c:v>1.0060910000000001</c:v>
                </c:pt>
                <c:pt idx="183">
                  <c:v>1.00163</c:v>
                </c:pt>
                <c:pt idx="184">
                  <c:v>1.0276909999999999</c:v>
                </c:pt>
                <c:pt idx="185">
                  <c:v>1.0503750000000001</c:v>
                </c:pt>
                <c:pt idx="186">
                  <c:v>1.058281</c:v>
                </c:pt>
                <c:pt idx="187">
                  <c:v>1.0561210000000001</c:v>
                </c:pt>
                <c:pt idx="188">
                  <c:v>1.043447</c:v>
                </c:pt>
                <c:pt idx="189">
                  <c:v>1.05006</c:v>
                </c:pt>
                <c:pt idx="190">
                  <c:v>1.0357289999999999</c:v>
                </c:pt>
                <c:pt idx="191">
                  <c:v>1.038287</c:v>
                </c:pt>
                <c:pt idx="192">
                  <c:v>1.029569</c:v>
                </c:pt>
                <c:pt idx="193">
                  <c:v>1.033296</c:v>
                </c:pt>
                <c:pt idx="194">
                  <c:v>1.0370710000000001</c:v>
                </c:pt>
                <c:pt idx="195">
                  <c:v>1.0148010000000001</c:v>
                </c:pt>
                <c:pt idx="196">
                  <c:v>1.016999</c:v>
                </c:pt>
                <c:pt idx="197">
                  <c:v>1.01458</c:v>
                </c:pt>
                <c:pt idx="198">
                  <c:v>1.0145679999999999</c:v>
                </c:pt>
                <c:pt idx="199">
                  <c:v>1.0112669999999999</c:v>
                </c:pt>
                <c:pt idx="200">
                  <c:v>0.98755820000000005</c:v>
                </c:pt>
                <c:pt idx="201">
                  <c:v>0.98181549999999995</c:v>
                </c:pt>
                <c:pt idx="202">
                  <c:v>0.99880769999999997</c:v>
                </c:pt>
                <c:pt idx="203">
                  <c:v>0.9893672</c:v>
                </c:pt>
                <c:pt idx="204">
                  <c:v>0.99093450000000005</c:v>
                </c:pt>
                <c:pt idx="205">
                  <c:v>0.97410609999999997</c:v>
                </c:pt>
                <c:pt idx="206">
                  <c:v>0.95294069999999997</c:v>
                </c:pt>
                <c:pt idx="207">
                  <c:v>0.96192560000000005</c:v>
                </c:pt>
                <c:pt idx="208">
                  <c:v>0.98240360000000004</c:v>
                </c:pt>
                <c:pt idx="209">
                  <c:v>0.99131570000000002</c:v>
                </c:pt>
                <c:pt idx="210">
                  <c:v>0.95176799999999995</c:v>
                </c:pt>
                <c:pt idx="211">
                  <c:v>0.97907219999999995</c:v>
                </c:pt>
                <c:pt idx="212">
                  <c:v>0.9646401</c:v>
                </c:pt>
                <c:pt idx="213">
                  <c:v>0.98691499999999999</c:v>
                </c:pt>
                <c:pt idx="214">
                  <c:v>0.975248</c:v>
                </c:pt>
                <c:pt idx="215">
                  <c:v>0.98845459999999996</c:v>
                </c:pt>
                <c:pt idx="216">
                  <c:v>0.99326740000000002</c:v>
                </c:pt>
                <c:pt idx="217">
                  <c:v>0.98661509999999997</c:v>
                </c:pt>
                <c:pt idx="218">
                  <c:v>0.99781489999999995</c:v>
                </c:pt>
                <c:pt idx="219">
                  <c:v>0.99369569999999996</c:v>
                </c:pt>
                <c:pt idx="220">
                  <c:v>1.017115</c:v>
                </c:pt>
                <c:pt idx="221">
                  <c:v>1.025129</c:v>
                </c:pt>
                <c:pt idx="222">
                  <c:v>1.0501</c:v>
                </c:pt>
                <c:pt idx="223">
                  <c:v>1.0260670000000001</c:v>
                </c:pt>
                <c:pt idx="224">
                  <c:v>1.028686</c:v>
                </c:pt>
                <c:pt idx="225">
                  <c:v>1.032152</c:v>
                </c:pt>
                <c:pt idx="226">
                  <c:v>1.03393</c:v>
                </c:pt>
                <c:pt idx="227">
                  <c:v>1.0210760000000001</c:v>
                </c:pt>
                <c:pt idx="228">
                  <c:v>1.025701</c:v>
                </c:pt>
                <c:pt idx="229">
                  <c:v>1.030465</c:v>
                </c:pt>
                <c:pt idx="230">
                  <c:v>1.0297419999999999</c:v>
                </c:pt>
                <c:pt idx="231">
                  <c:v>1.008848</c:v>
                </c:pt>
                <c:pt idx="232">
                  <c:v>1.021811</c:v>
                </c:pt>
                <c:pt idx="233">
                  <c:v>1.002013</c:v>
                </c:pt>
                <c:pt idx="234">
                  <c:v>1.03104</c:v>
                </c:pt>
                <c:pt idx="235">
                  <c:v>1.0018750000000001</c:v>
                </c:pt>
                <c:pt idx="236">
                  <c:v>1.004122</c:v>
                </c:pt>
                <c:pt idx="237">
                  <c:v>1.0102679999999999</c:v>
                </c:pt>
                <c:pt idx="238">
                  <c:v>1.008278</c:v>
                </c:pt>
                <c:pt idx="239">
                  <c:v>0.99563120000000005</c:v>
                </c:pt>
                <c:pt idx="240">
                  <c:v>0.98914690000000005</c:v>
                </c:pt>
                <c:pt idx="241">
                  <c:v>1.0010159999999999</c:v>
                </c:pt>
                <c:pt idx="242">
                  <c:v>0.99545059999999996</c:v>
                </c:pt>
                <c:pt idx="243">
                  <c:v>0.97047099999999997</c:v>
                </c:pt>
                <c:pt idx="244">
                  <c:v>0.97676540000000001</c:v>
                </c:pt>
                <c:pt idx="245">
                  <c:v>0.99126420000000004</c:v>
                </c:pt>
                <c:pt idx="246">
                  <c:v>0.97822419999999999</c:v>
                </c:pt>
                <c:pt idx="247">
                  <c:v>0.97035130000000003</c:v>
                </c:pt>
                <c:pt idx="248">
                  <c:v>0.96213300000000002</c:v>
                </c:pt>
                <c:pt idx="249">
                  <c:v>0.98620090000000005</c:v>
                </c:pt>
                <c:pt idx="250">
                  <c:v>0.98268789999999995</c:v>
                </c:pt>
                <c:pt idx="251">
                  <c:v>1.002823</c:v>
                </c:pt>
                <c:pt idx="252">
                  <c:v>0.99693540000000003</c:v>
                </c:pt>
                <c:pt idx="253">
                  <c:v>0.98540170000000005</c:v>
                </c:pt>
                <c:pt idx="254">
                  <c:v>0.9928941</c:v>
                </c:pt>
                <c:pt idx="255">
                  <c:v>1.000656</c:v>
                </c:pt>
                <c:pt idx="256">
                  <c:v>0.98937359999999996</c:v>
                </c:pt>
                <c:pt idx="257">
                  <c:v>1.0077400000000001</c:v>
                </c:pt>
                <c:pt idx="258">
                  <c:v>1.023353</c:v>
                </c:pt>
                <c:pt idx="259">
                  <c:v>1.030022</c:v>
                </c:pt>
                <c:pt idx="260">
                  <c:v>1.006729</c:v>
                </c:pt>
                <c:pt idx="261">
                  <c:v>1.0228999999999999</c:v>
                </c:pt>
                <c:pt idx="262">
                  <c:v>1.0184880000000001</c:v>
                </c:pt>
                <c:pt idx="263">
                  <c:v>1.004329</c:v>
                </c:pt>
                <c:pt idx="264">
                  <c:v>1.025604</c:v>
                </c:pt>
                <c:pt idx="265">
                  <c:v>1.0292790000000001</c:v>
                </c:pt>
                <c:pt idx="266">
                  <c:v>1.0228269999999999</c:v>
                </c:pt>
                <c:pt idx="267">
                  <c:v>0.98767510000000003</c:v>
                </c:pt>
                <c:pt idx="268">
                  <c:v>1.0104070000000001</c:v>
                </c:pt>
                <c:pt idx="269">
                  <c:v>1.0131319999999999</c:v>
                </c:pt>
                <c:pt idx="270">
                  <c:v>1.0077119999999999</c:v>
                </c:pt>
                <c:pt idx="271">
                  <c:v>1.0132190000000001</c:v>
                </c:pt>
                <c:pt idx="272">
                  <c:v>0.99391580000000002</c:v>
                </c:pt>
                <c:pt idx="273">
                  <c:v>0.99839120000000003</c:v>
                </c:pt>
                <c:pt idx="274">
                  <c:v>1.006202</c:v>
                </c:pt>
                <c:pt idx="275">
                  <c:v>0.99874450000000004</c:v>
                </c:pt>
                <c:pt idx="276">
                  <c:v>0.99332379999999998</c:v>
                </c:pt>
                <c:pt idx="277">
                  <c:v>0.9998667</c:v>
                </c:pt>
                <c:pt idx="278">
                  <c:v>0.98351379999999999</c:v>
                </c:pt>
                <c:pt idx="279">
                  <c:v>0.98354640000000004</c:v>
                </c:pt>
                <c:pt idx="280">
                  <c:v>0.99529869999999998</c:v>
                </c:pt>
                <c:pt idx="281">
                  <c:v>0.98345050000000001</c:v>
                </c:pt>
                <c:pt idx="282">
                  <c:v>0.98443099999999994</c:v>
                </c:pt>
                <c:pt idx="283">
                  <c:v>0.97937050000000003</c:v>
                </c:pt>
                <c:pt idx="284">
                  <c:v>0.99710799999999999</c:v>
                </c:pt>
                <c:pt idx="285">
                  <c:v>0.97022269999999999</c:v>
                </c:pt>
                <c:pt idx="286">
                  <c:v>0.97738159999999996</c:v>
                </c:pt>
                <c:pt idx="287">
                  <c:v>0.98647309999999999</c:v>
                </c:pt>
                <c:pt idx="288">
                  <c:v>0.98039290000000001</c:v>
                </c:pt>
                <c:pt idx="289">
                  <c:v>0.9815083</c:v>
                </c:pt>
                <c:pt idx="290">
                  <c:v>0.99321470000000001</c:v>
                </c:pt>
                <c:pt idx="291">
                  <c:v>0.99354140000000002</c:v>
                </c:pt>
                <c:pt idx="292">
                  <c:v>0.9882803</c:v>
                </c:pt>
                <c:pt idx="293">
                  <c:v>1.0036579999999999</c:v>
                </c:pt>
                <c:pt idx="294">
                  <c:v>1.002821</c:v>
                </c:pt>
                <c:pt idx="295">
                  <c:v>1.020105</c:v>
                </c:pt>
                <c:pt idx="296">
                  <c:v>1.0153350000000001</c:v>
                </c:pt>
                <c:pt idx="297">
                  <c:v>1.004616</c:v>
                </c:pt>
                <c:pt idx="298">
                  <c:v>1.0208660000000001</c:v>
                </c:pt>
                <c:pt idx="299">
                  <c:v>1.016723</c:v>
                </c:pt>
                <c:pt idx="300">
                  <c:v>1.011409</c:v>
                </c:pt>
                <c:pt idx="301">
                  <c:v>1.024535</c:v>
                </c:pt>
                <c:pt idx="302">
                  <c:v>1.00902</c:v>
                </c:pt>
                <c:pt idx="303">
                  <c:v>1.0031300000000001</c:v>
                </c:pt>
                <c:pt idx="304">
                  <c:v>1.026691</c:v>
                </c:pt>
                <c:pt idx="305">
                  <c:v>1.01067</c:v>
                </c:pt>
                <c:pt idx="306">
                  <c:v>1.0133570000000001</c:v>
                </c:pt>
                <c:pt idx="307">
                  <c:v>1.004847</c:v>
                </c:pt>
                <c:pt idx="308">
                  <c:v>1.018494</c:v>
                </c:pt>
                <c:pt idx="309">
                  <c:v>0.99532900000000002</c:v>
                </c:pt>
                <c:pt idx="310">
                  <c:v>0.99902029999999997</c:v>
                </c:pt>
                <c:pt idx="311">
                  <c:v>0.98772300000000002</c:v>
                </c:pt>
                <c:pt idx="312">
                  <c:v>0.99353290000000005</c:v>
                </c:pt>
                <c:pt idx="313">
                  <c:v>1.0007699999999999</c:v>
                </c:pt>
                <c:pt idx="314">
                  <c:v>0.98459909999999995</c:v>
                </c:pt>
                <c:pt idx="315">
                  <c:v>0.98971330000000002</c:v>
                </c:pt>
                <c:pt idx="316">
                  <c:v>1.00024</c:v>
                </c:pt>
                <c:pt idx="317">
                  <c:v>0.99598209999999998</c:v>
                </c:pt>
                <c:pt idx="318">
                  <c:v>0.98050000000000004</c:v>
                </c:pt>
                <c:pt idx="319">
                  <c:v>0.98190639999999996</c:v>
                </c:pt>
                <c:pt idx="320">
                  <c:v>0.99538689999999996</c:v>
                </c:pt>
                <c:pt idx="321">
                  <c:v>0.97829650000000001</c:v>
                </c:pt>
                <c:pt idx="322">
                  <c:v>1.005779</c:v>
                </c:pt>
                <c:pt idx="323">
                  <c:v>0.99158979999999997</c:v>
                </c:pt>
                <c:pt idx="324">
                  <c:v>0.98285020000000001</c:v>
                </c:pt>
                <c:pt idx="325">
                  <c:v>0.99165150000000002</c:v>
                </c:pt>
                <c:pt idx="326">
                  <c:v>0.98884799999999995</c:v>
                </c:pt>
                <c:pt idx="327">
                  <c:v>0.99791289999999999</c:v>
                </c:pt>
                <c:pt idx="328">
                  <c:v>1.000802</c:v>
                </c:pt>
                <c:pt idx="329">
                  <c:v>1.0112760000000001</c:v>
                </c:pt>
                <c:pt idx="330">
                  <c:v>1.008661</c:v>
                </c:pt>
                <c:pt idx="331">
                  <c:v>0.99875800000000003</c:v>
                </c:pt>
                <c:pt idx="332">
                  <c:v>1.0109090000000001</c:v>
                </c:pt>
                <c:pt idx="333">
                  <c:v>1.00407</c:v>
                </c:pt>
                <c:pt idx="334">
                  <c:v>1.015828</c:v>
                </c:pt>
                <c:pt idx="335">
                  <c:v>0.9975889</c:v>
                </c:pt>
                <c:pt idx="336">
                  <c:v>1.0131730000000001</c:v>
                </c:pt>
                <c:pt idx="337">
                  <c:v>1.017393</c:v>
                </c:pt>
                <c:pt idx="338">
                  <c:v>1.0152570000000001</c:v>
                </c:pt>
                <c:pt idx="339">
                  <c:v>1.0155460000000001</c:v>
                </c:pt>
                <c:pt idx="340">
                  <c:v>1.016988</c:v>
                </c:pt>
                <c:pt idx="341">
                  <c:v>1.013673</c:v>
                </c:pt>
                <c:pt idx="342">
                  <c:v>1.025855</c:v>
                </c:pt>
                <c:pt idx="343">
                  <c:v>1.0048010000000001</c:v>
                </c:pt>
                <c:pt idx="344">
                  <c:v>1.0092399999999999</c:v>
                </c:pt>
                <c:pt idx="345">
                  <c:v>0.99595279999999997</c:v>
                </c:pt>
                <c:pt idx="346">
                  <c:v>1.0043219999999999</c:v>
                </c:pt>
                <c:pt idx="347">
                  <c:v>0.99039390000000005</c:v>
                </c:pt>
                <c:pt idx="348">
                  <c:v>0.98797360000000001</c:v>
                </c:pt>
                <c:pt idx="349">
                  <c:v>0.9897397</c:v>
                </c:pt>
                <c:pt idx="350">
                  <c:v>0.9796802</c:v>
                </c:pt>
                <c:pt idx="351">
                  <c:v>1.0019149999999999</c:v>
                </c:pt>
                <c:pt idx="352">
                  <c:v>0.98929610000000001</c:v>
                </c:pt>
                <c:pt idx="353">
                  <c:v>0.98931950000000002</c:v>
                </c:pt>
                <c:pt idx="354">
                  <c:v>0.98624270000000003</c:v>
                </c:pt>
                <c:pt idx="355">
                  <c:v>0.98108649999999997</c:v>
                </c:pt>
                <c:pt idx="356">
                  <c:v>0.97527680000000005</c:v>
                </c:pt>
                <c:pt idx="357">
                  <c:v>0.99425750000000002</c:v>
                </c:pt>
                <c:pt idx="358">
                  <c:v>0.98735050000000002</c:v>
                </c:pt>
                <c:pt idx="359">
                  <c:v>0.99292230000000004</c:v>
                </c:pt>
                <c:pt idx="360">
                  <c:v>0.99590559999999995</c:v>
                </c:pt>
                <c:pt idx="361">
                  <c:v>0.9866123</c:v>
                </c:pt>
                <c:pt idx="362">
                  <c:v>0.99598439999999999</c:v>
                </c:pt>
                <c:pt idx="363">
                  <c:v>0.98712279999999997</c:v>
                </c:pt>
                <c:pt idx="364">
                  <c:v>0.99282840000000006</c:v>
                </c:pt>
                <c:pt idx="365">
                  <c:v>0.99840609999999996</c:v>
                </c:pt>
                <c:pt idx="366">
                  <c:v>1.012262</c:v>
                </c:pt>
                <c:pt idx="367">
                  <c:v>1.0161340000000001</c:v>
                </c:pt>
                <c:pt idx="368">
                  <c:v>1.00227</c:v>
                </c:pt>
                <c:pt idx="369">
                  <c:v>1.0067219999999999</c:v>
                </c:pt>
                <c:pt idx="370">
                  <c:v>1.0068509999999999</c:v>
                </c:pt>
                <c:pt idx="371">
                  <c:v>1.0043530000000001</c:v>
                </c:pt>
                <c:pt idx="372">
                  <c:v>1.017207</c:v>
                </c:pt>
                <c:pt idx="373">
                  <c:v>1.0164059999999999</c:v>
                </c:pt>
                <c:pt idx="374">
                  <c:v>0.99945189999999995</c:v>
                </c:pt>
                <c:pt idx="375">
                  <c:v>1.004802</c:v>
                </c:pt>
                <c:pt idx="376">
                  <c:v>1.013296</c:v>
                </c:pt>
                <c:pt idx="377">
                  <c:v>1.014194</c:v>
                </c:pt>
                <c:pt idx="378">
                  <c:v>1.015163</c:v>
                </c:pt>
                <c:pt idx="379">
                  <c:v>0.99962709999999999</c:v>
                </c:pt>
                <c:pt idx="380">
                  <c:v>1.0077750000000001</c:v>
                </c:pt>
                <c:pt idx="381">
                  <c:v>1.0041880000000001</c:v>
                </c:pt>
                <c:pt idx="382">
                  <c:v>0.9981139</c:v>
                </c:pt>
                <c:pt idx="383">
                  <c:v>1.0086919999999999</c:v>
                </c:pt>
                <c:pt idx="384">
                  <c:v>1.0096229999999999</c:v>
                </c:pt>
                <c:pt idx="385">
                  <c:v>1.0043070000000001</c:v>
                </c:pt>
                <c:pt idx="386">
                  <c:v>1.003495</c:v>
                </c:pt>
                <c:pt idx="387">
                  <c:v>1.000729</c:v>
                </c:pt>
                <c:pt idx="388">
                  <c:v>0.99879030000000002</c:v>
                </c:pt>
                <c:pt idx="389">
                  <c:v>0.99806850000000003</c:v>
                </c:pt>
                <c:pt idx="390">
                  <c:v>0.99560139999999997</c:v>
                </c:pt>
                <c:pt idx="391">
                  <c:v>1.0041960000000001</c:v>
                </c:pt>
                <c:pt idx="392">
                  <c:v>0.98443420000000004</c:v>
                </c:pt>
                <c:pt idx="393">
                  <c:v>0.99446650000000003</c:v>
                </c:pt>
                <c:pt idx="394">
                  <c:v>0.97628239999999999</c:v>
                </c:pt>
                <c:pt idx="395">
                  <c:v>0.98557740000000005</c:v>
                </c:pt>
                <c:pt idx="396">
                  <c:v>0.98684879999999997</c:v>
                </c:pt>
                <c:pt idx="397">
                  <c:v>0.99429400000000001</c:v>
                </c:pt>
                <c:pt idx="398">
                  <c:v>0.99171500000000001</c:v>
                </c:pt>
                <c:pt idx="399">
                  <c:v>1.004407</c:v>
                </c:pt>
                <c:pt idx="400">
                  <c:v>1.0076309999999999</c:v>
                </c:pt>
                <c:pt idx="401">
                  <c:v>1.007476</c:v>
                </c:pt>
                <c:pt idx="402">
                  <c:v>1.002861</c:v>
                </c:pt>
                <c:pt idx="403">
                  <c:v>1.0048790000000001</c:v>
                </c:pt>
                <c:pt idx="404">
                  <c:v>1.0025839999999999</c:v>
                </c:pt>
                <c:pt idx="405">
                  <c:v>1.017798</c:v>
                </c:pt>
                <c:pt idx="406">
                  <c:v>1.008521</c:v>
                </c:pt>
                <c:pt idx="407">
                  <c:v>1.0063690000000001</c:v>
                </c:pt>
                <c:pt idx="408">
                  <c:v>1.0085869999999999</c:v>
                </c:pt>
                <c:pt idx="409">
                  <c:v>1.009109</c:v>
                </c:pt>
                <c:pt idx="410">
                  <c:v>1.010866</c:v>
                </c:pt>
                <c:pt idx="411">
                  <c:v>1.0078119999999999</c:v>
                </c:pt>
                <c:pt idx="412">
                  <c:v>1.0082150000000001</c:v>
                </c:pt>
                <c:pt idx="413">
                  <c:v>1.0112680000000001</c:v>
                </c:pt>
                <c:pt idx="414">
                  <c:v>1.0054890000000001</c:v>
                </c:pt>
                <c:pt idx="415">
                  <c:v>0.99900599999999995</c:v>
                </c:pt>
                <c:pt idx="416">
                  <c:v>1.002338</c:v>
                </c:pt>
                <c:pt idx="417">
                  <c:v>0.99700129999999998</c:v>
                </c:pt>
                <c:pt idx="418">
                  <c:v>1.009571</c:v>
                </c:pt>
                <c:pt idx="419">
                  <c:v>1.0064709999999999</c:v>
                </c:pt>
                <c:pt idx="420">
                  <c:v>1.0123519999999999</c:v>
                </c:pt>
                <c:pt idx="421">
                  <c:v>0.99768069999999998</c:v>
                </c:pt>
                <c:pt idx="422">
                  <c:v>1.001201</c:v>
                </c:pt>
                <c:pt idx="423">
                  <c:v>1.0014149999999999</c:v>
                </c:pt>
                <c:pt idx="424">
                  <c:v>0.99512239999999996</c:v>
                </c:pt>
                <c:pt idx="425">
                  <c:v>0.99338680000000001</c:v>
                </c:pt>
                <c:pt idx="426">
                  <c:v>0.98589700000000002</c:v>
                </c:pt>
                <c:pt idx="427">
                  <c:v>0.98151869999999997</c:v>
                </c:pt>
                <c:pt idx="428">
                  <c:v>0.99087979999999998</c:v>
                </c:pt>
                <c:pt idx="429">
                  <c:v>0.99645519999999999</c:v>
                </c:pt>
                <c:pt idx="430">
                  <c:v>0.98761509999999997</c:v>
                </c:pt>
                <c:pt idx="431">
                  <c:v>0.99938110000000002</c:v>
                </c:pt>
                <c:pt idx="432">
                  <c:v>0.98396830000000002</c:v>
                </c:pt>
                <c:pt idx="433">
                  <c:v>0.99457200000000001</c:v>
                </c:pt>
                <c:pt idx="434">
                  <c:v>0.99793270000000001</c:v>
                </c:pt>
                <c:pt idx="435">
                  <c:v>0.99325260000000004</c:v>
                </c:pt>
                <c:pt idx="436">
                  <c:v>0.99449670000000001</c:v>
                </c:pt>
                <c:pt idx="437">
                  <c:v>1.0009440000000001</c:v>
                </c:pt>
                <c:pt idx="438">
                  <c:v>0.98846350000000005</c:v>
                </c:pt>
                <c:pt idx="439">
                  <c:v>1.0001070000000001</c:v>
                </c:pt>
                <c:pt idx="440">
                  <c:v>0.99059799999999998</c:v>
                </c:pt>
                <c:pt idx="441">
                  <c:v>0.99359030000000004</c:v>
                </c:pt>
                <c:pt idx="442">
                  <c:v>1.010583</c:v>
                </c:pt>
                <c:pt idx="443">
                  <c:v>1.01247</c:v>
                </c:pt>
                <c:pt idx="444">
                  <c:v>1.0041709999999999</c:v>
                </c:pt>
                <c:pt idx="445">
                  <c:v>1.0067010000000001</c:v>
                </c:pt>
                <c:pt idx="446">
                  <c:v>1.0111429999999999</c:v>
                </c:pt>
                <c:pt idx="447">
                  <c:v>1.0140750000000001</c:v>
                </c:pt>
                <c:pt idx="448">
                  <c:v>1.0060450000000001</c:v>
                </c:pt>
                <c:pt idx="449">
                  <c:v>1.007943</c:v>
                </c:pt>
                <c:pt idx="450">
                  <c:v>1.0177940000000001</c:v>
                </c:pt>
                <c:pt idx="451">
                  <c:v>1.0042169999999999</c:v>
                </c:pt>
                <c:pt idx="452">
                  <c:v>1.001549</c:v>
                </c:pt>
                <c:pt idx="453">
                  <c:v>1.0122610000000001</c:v>
                </c:pt>
                <c:pt idx="454">
                  <c:v>1.010122</c:v>
                </c:pt>
                <c:pt idx="455">
                  <c:v>1.003762</c:v>
                </c:pt>
                <c:pt idx="456">
                  <c:v>0.99914530000000001</c:v>
                </c:pt>
                <c:pt idx="457">
                  <c:v>0.9936817</c:v>
                </c:pt>
                <c:pt idx="458">
                  <c:v>0.99404979999999998</c:v>
                </c:pt>
                <c:pt idx="459">
                  <c:v>0.99514659999999999</c:v>
                </c:pt>
                <c:pt idx="460">
                  <c:v>0.99394629999999995</c:v>
                </c:pt>
                <c:pt idx="461">
                  <c:v>0.98971209999999998</c:v>
                </c:pt>
                <c:pt idx="462">
                  <c:v>0.99584340000000005</c:v>
                </c:pt>
                <c:pt idx="463">
                  <c:v>0.99545139999999999</c:v>
                </c:pt>
                <c:pt idx="464">
                  <c:v>0.99243590000000004</c:v>
                </c:pt>
                <c:pt idx="465">
                  <c:v>0.99370780000000003</c:v>
                </c:pt>
                <c:pt idx="466">
                  <c:v>0.98470400000000002</c:v>
                </c:pt>
                <c:pt idx="467">
                  <c:v>0.99423050000000002</c:v>
                </c:pt>
                <c:pt idx="468">
                  <c:v>0.98531400000000002</c:v>
                </c:pt>
                <c:pt idx="469">
                  <c:v>1.001654</c:v>
                </c:pt>
                <c:pt idx="470">
                  <c:v>0.99273279999999997</c:v>
                </c:pt>
                <c:pt idx="471">
                  <c:v>0.9916528</c:v>
                </c:pt>
                <c:pt idx="472">
                  <c:v>0.98831760000000002</c:v>
                </c:pt>
                <c:pt idx="473">
                  <c:v>0.99064700000000006</c:v>
                </c:pt>
                <c:pt idx="474">
                  <c:v>1.000443</c:v>
                </c:pt>
                <c:pt idx="475">
                  <c:v>1.000548</c:v>
                </c:pt>
                <c:pt idx="476">
                  <c:v>0.99560789999999999</c:v>
                </c:pt>
                <c:pt idx="477">
                  <c:v>1.0062199999999999</c:v>
                </c:pt>
                <c:pt idx="478">
                  <c:v>1.0078180000000001</c:v>
                </c:pt>
                <c:pt idx="479">
                  <c:v>1.0043340000000001</c:v>
                </c:pt>
                <c:pt idx="480">
                  <c:v>1.0042</c:v>
                </c:pt>
                <c:pt idx="481">
                  <c:v>1.0031779999999999</c:v>
                </c:pt>
                <c:pt idx="482">
                  <c:v>1.013147</c:v>
                </c:pt>
                <c:pt idx="483">
                  <c:v>1.0141169999999999</c:v>
                </c:pt>
                <c:pt idx="484">
                  <c:v>1.0041990000000001</c:v>
                </c:pt>
                <c:pt idx="485">
                  <c:v>1.011533</c:v>
                </c:pt>
                <c:pt idx="486">
                  <c:v>1.011638</c:v>
                </c:pt>
                <c:pt idx="487">
                  <c:v>1.00993</c:v>
                </c:pt>
                <c:pt idx="488">
                  <c:v>1.008313</c:v>
                </c:pt>
                <c:pt idx="489">
                  <c:v>0.99394910000000003</c:v>
                </c:pt>
                <c:pt idx="490">
                  <c:v>0.99827699999999997</c:v>
                </c:pt>
                <c:pt idx="491">
                  <c:v>0.9951527</c:v>
                </c:pt>
                <c:pt idx="492">
                  <c:v>0.99903160000000002</c:v>
                </c:pt>
                <c:pt idx="493">
                  <c:v>0.99571750000000003</c:v>
                </c:pt>
                <c:pt idx="494">
                  <c:v>1.0031639999999999</c:v>
                </c:pt>
                <c:pt idx="495">
                  <c:v>1.0055259999999999</c:v>
                </c:pt>
                <c:pt idx="496">
                  <c:v>0.99944120000000003</c:v>
                </c:pt>
                <c:pt idx="497">
                  <c:v>0.9931217</c:v>
                </c:pt>
                <c:pt idx="498">
                  <c:v>0.99788140000000003</c:v>
                </c:pt>
                <c:pt idx="499">
                  <c:v>0.98440159999999999</c:v>
                </c:pt>
                <c:pt idx="500">
                  <c:v>1.0009330000000001</c:v>
                </c:pt>
                <c:pt idx="501">
                  <c:v>0.99207849999999997</c:v>
                </c:pt>
                <c:pt idx="502">
                  <c:v>0.99428280000000002</c:v>
                </c:pt>
                <c:pt idx="503">
                  <c:v>0.98362989999999995</c:v>
                </c:pt>
                <c:pt idx="504">
                  <c:v>0.981904</c:v>
                </c:pt>
                <c:pt idx="505">
                  <c:v>0.9871354</c:v>
                </c:pt>
                <c:pt idx="506">
                  <c:v>0.99035479999999998</c:v>
                </c:pt>
                <c:pt idx="507">
                  <c:v>0.99763690000000005</c:v>
                </c:pt>
                <c:pt idx="508">
                  <c:v>1.0027489999999999</c:v>
                </c:pt>
                <c:pt idx="509">
                  <c:v>0.99459920000000002</c:v>
                </c:pt>
                <c:pt idx="510">
                  <c:v>0.99708220000000003</c:v>
                </c:pt>
                <c:pt idx="511">
                  <c:v>0.99758740000000001</c:v>
                </c:pt>
                <c:pt idx="512">
                  <c:v>1.0080309999999999</c:v>
                </c:pt>
                <c:pt idx="513">
                  <c:v>1.0087330000000001</c:v>
                </c:pt>
                <c:pt idx="514">
                  <c:v>1.00379</c:v>
                </c:pt>
                <c:pt idx="515">
                  <c:v>1.003387</c:v>
                </c:pt>
                <c:pt idx="516">
                  <c:v>1.004586</c:v>
                </c:pt>
              </c:numCache>
            </c:numRef>
          </c:yVal>
          <c:smooth val="1"/>
          <c:extLst>
            <c:ext xmlns:c16="http://schemas.microsoft.com/office/drawing/2014/chart" uri="{C3380CC4-5D6E-409C-BE32-E72D297353CC}">
              <c16:uniqueId val="{00000008-AEC3-4920-9F18-79397C998F93}"/>
            </c:ext>
          </c:extLst>
        </c:ser>
        <c:ser>
          <c:idx val="9"/>
          <c:order val="9"/>
          <c:tx>
            <c:strRef>
              <c:f>二体分布関数!$L$1</c:f>
              <c:strCache>
                <c:ptCount val="1"/>
                <c:pt idx="0">
                  <c:v>Be-Be</c:v>
                </c:pt>
              </c:strCache>
            </c:strRef>
          </c:tx>
          <c:spPr>
            <a:ln w="19050" cap="rnd">
              <a:solidFill>
                <a:schemeClr val="accent4">
                  <a:lumMod val="60000"/>
                </a:schemeClr>
              </a:solidFill>
              <a:round/>
            </a:ln>
            <a:effectLst/>
          </c:spPr>
          <c:marker>
            <c:symbol val="none"/>
          </c:marker>
          <c:xVal>
            <c:numRef>
              <c:f>二体分布関数!$B$2:$B$1550</c:f>
              <c:numCache>
                <c:formatCode>0.00E+00</c:formatCode>
                <c:ptCount val="517"/>
                <c:pt idx="0">
                  <c:v>0.06</c:v>
                </c:pt>
                <c:pt idx="1">
                  <c:v>0.12</c:v>
                </c:pt>
                <c:pt idx="2">
                  <c:v>0.18</c:v>
                </c:pt>
                <c:pt idx="3">
                  <c:v>0.24</c:v>
                </c:pt>
                <c:pt idx="4">
                  <c:v>0.3</c:v>
                </c:pt>
                <c:pt idx="5">
                  <c:v>0.36</c:v>
                </c:pt>
                <c:pt idx="6">
                  <c:v>0.42</c:v>
                </c:pt>
                <c:pt idx="7">
                  <c:v>0.48</c:v>
                </c:pt>
                <c:pt idx="8">
                  <c:v>0.54</c:v>
                </c:pt>
                <c:pt idx="9">
                  <c:v>0.6</c:v>
                </c:pt>
                <c:pt idx="10">
                  <c:v>0.66</c:v>
                </c:pt>
                <c:pt idx="11">
                  <c:v>0.72</c:v>
                </c:pt>
                <c:pt idx="12">
                  <c:v>0.78</c:v>
                </c:pt>
                <c:pt idx="13">
                  <c:v>0.84</c:v>
                </c:pt>
                <c:pt idx="14">
                  <c:v>0.9</c:v>
                </c:pt>
                <c:pt idx="15">
                  <c:v>0.96</c:v>
                </c:pt>
                <c:pt idx="16" formatCode="General">
                  <c:v>1.02</c:v>
                </c:pt>
                <c:pt idx="17" formatCode="General">
                  <c:v>1.08</c:v>
                </c:pt>
                <c:pt idx="18" formatCode="General">
                  <c:v>1.1399999999999999</c:v>
                </c:pt>
                <c:pt idx="19" formatCode="General">
                  <c:v>1.2</c:v>
                </c:pt>
                <c:pt idx="20" formatCode="General">
                  <c:v>1.26</c:v>
                </c:pt>
                <c:pt idx="21" formatCode="General">
                  <c:v>1.32</c:v>
                </c:pt>
                <c:pt idx="22" formatCode="General">
                  <c:v>1.38</c:v>
                </c:pt>
                <c:pt idx="23" formatCode="General">
                  <c:v>1.44</c:v>
                </c:pt>
                <c:pt idx="24" formatCode="General">
                  <c:v>1.5</c:v>
                </c:pt>
                <c:pt idx="25" formatCode="General">
                  <c:v>1.56</c:v>
                </c:pt>
                <c:pt idx="26" formatCode="General">
                  <c:v>1.62</c:v>
                </c:pt>
                <c:pt idx="27" formatCode="General">
                  <c:v>1.68</c:v>
                </c:pt>
                <c:pt idx="28" formatCode="General">
                  <c:v>1.74</c:v>
                </c:pt>
                <c:pt idx="29" formatCode="General">
                  <c:v>1.8</c:v>
                </c:pt>
                <c:pt idx="30" formatCode="General">
                  <c:v>1.86</c:v>
                </c:pt>
                <c:pt idx="31" formatCode="General">
                  <c:v>1.92</c:v>
                </c:pt>
                <c:pt idx="32" formatCode="General">
                  <c:v>1.98</c:v>
                </c:pt>
                <c:pt idx="33" formatCode="General">
                  <c:v>2.04</c:v>
                </c:pt>
                <c:pt idx="34" formatCode="General">
                  <c:v>2.1</c:v>
                </c:pt>
                <c:pt idx="35" formatCode="General">
                  <c:v>2.16</c:v>
                </c:pt>
                <c:pt idx="36" formatCode="General">
                  <c:v>2.2200000000000002</c:v>
                </c:pt>
                <c:pt idx="37" formatCode="General">
                  <c:v>2.2799999999999998</c:v>
                </c:pt>
                <c:pt idx="38" formatCode="General">
                  <c:v>2.34</c:v>
                </c:pt>
                <c:pt idx="39" formatCode="General">
                  <c:v>2.4</c:v>
                </c:pt>
                <c:pt idx="40" formatCode="General">
                  <c:v>2.46</c:v>
                </c:pt>
                <c:pt idx="41" formatCode="General">
                  <c:v>2.52</c:v>
                </c:pt>
                <c:pt idx="42" formatCode="General">
                  <c:v>2.58</c:v>
                </c:pt>
                <c:pt idx="43" formatCode="General">
                  <c:v>2.64</c:v>
                </c:pt>
                <c:pt idx="44" formatCode="General">
                  <c:v>2.7</c:v>
                </c:pt>
                <c:pt idx="45" formatCode="General">
                  <c:v>2.76</c:v>
                </c:pt>
                <c:pt idx="46" formatCode="General">
                  <c:v>2.82</c:v>
                </c:pt>
                <c:pt idx="47" formatCode="General">
                  <c:v>2.88</c:v>
                </c:pt>
                <c:pt idx="48" formatCode="General">
                  <c:v>2.94</c:v>
                </c:pt>
                <c:pt idx="49" formatCode="General">
                  <c:v>3</c:v>
                </c:pt>
                <c:pt idx="50" formatCode="General">
                  <c:v>3.06</c:v>
                </c:pt>
                <c:pt idx="51" formatCode="General">
                  <c:v>3.12</c:v>
                </c:pt>
                <c:pt idx="52" formatCode="General">
                  <c:v>3.18</c:v>
                </c:pt>
                <c:pt idx="53" formatCode="General">
                  <c:v>3.24</c:v>
                </c:pt>
                <c:pt idx="54" formatCode="General">
                  <c:v>3.3</c:v>
                </c:pt>
                <c:pt idx="55" formatCode="General">
                  <c:v>3.36</c:v>
                </c:pt>
                <c:pt idx="56" formatCode="General">
                  <c:v>3.42</c:v>
                </c:pt>
                <c:pt idx="57" formatCode="General">
                  <c:v>3.48</c:v>
                </c:pt>
                <c:pt idx="58" formatCode="General">
                  <c:v>3.54</c:v>
                </c:pt>
                <c:pt idx="59" formatCode="General">
                  <c:v>3.6</c:v>
                </c:pt>
                <c:pt idx="60" formatCode="General">
                  <c:v>3.66</c:v>
                </c:pt>
                <c:pt idx="61" formatCode="General">
                  <c:v>3.72</c:v>
                </c:pt>
                <c:pt idx="62" formatCode="General">
                  <c:v>3.78</c:v>
                </c:pt>
                <c:pt idx="63" formatCode="General">
                  <c:v>3.84</c:v>
                </c:pt>
                <c:pt idx="64" formatCode="General">
                  <c:v>3.9</c:v>
                </c:pt>
                <c:pt idx="65" formatCode="General">
                  <c:v>3.96</c:v>
                </c:pt>
                <c:pt idx="66" formatCode="General">
                  <c:v>4.0199999999999996</c:v>
                </c:pt>
                <c:pt idx="67" formatCode="General">
                  <c:v>4.08</c:v>
                </c:pt>
                <c:pt idx="68" formatCode="General">
                  <c:v>4.1399999999999997</c:v>
                </c:pt>
                <c:pt idx="69" formatCode="General">
                  <c:v>4.2</c:v>
                </c:pt>
                <c:pt idx="70" formatCode="General">
                  <c:v>4.26</c:v>
                </c:pt>
                <c:pt idx="71" formatCode="General">
                  <c:v>4.32</c:v>
                </c:pt>
                <c:pt idx="72" formatCode="General">
                  <c:v>4.38</c:v>
                </c:pt>
                <c:pt idx="73" formatCode="General">
                  <c:v>4.4400000000000004</c:v>
                </c:pt>
                <c:pt idx="74" formatCode="General">
                  <c:v>4.5</c:v>
                </c:pt>
                <c:pt idx="75" formatCode="General">
                  <c:v>4.5599999999999996</c:v>
                </c:pt>
                <c:pt idx="76" formatCode="General">
                  <c:v>4.62</c:v>
                </c:pt>
                <c:pt idx="77" formatCode="General">
                  <c:v>4.68</c:v>
                </c:pt>
                <c:pt idx="78" formatCode="General">
                  <c:v>4.74</c:v>
                </c:pt>
                <c:pt idx="79" formatCode="General">
                  <c:v>4.8</c:v>
                </c:pt>
                <c:pt idx="80" formatCode="General">
                  <c:v>4.8600000000000003</c:v>
                </c:pt>
                <c:pt idx="81" formatCode="General">
                  <c:v>4.92</c:v>
                </c:pt>
                <c:pt idx="82" formatCode="General">
                  <c:v>4.9800000000000004</c:v>
                </c:pt>
                <c:pt idx="83" formatCode="General">
                  <c:v>5.04</c:v>
                </c:pt>
                <c:pt idx="84" formatCode="General">
                  <c:v>5.0999999999999996</c:v>
                </c:pt>
                <c:pt idx="85" formatCode="General">
                  <c:v>5.16</c:v>
                </c:pt>
                <c:pt idx="86" formatCode="General">
                  <c:v>5.22</c:v>
                </c:pt>
                <c:pt idx="87" formatCode="General">
                  <c:v>5.28</c:v>
                </c:pt>
                <c:pt idx="88" formatCode="General">
                  <c:v>5.34</c:v>
                </c:pt>
                <c:pt idx="89" formatCode="General">
                  <c:v>5.4</c:v>
                </c:pt>
                <c:pt idx="90" formatCode="General">
                  <c:v>5.46</c:v>
                </c:pt>
                <c:pt idx="91" formatCode="General">
                  <c:v>5.52</c:v>
                </c:pt>
                <c:pt idx="92" formatCode="General">
                  <c:v>5.58</c:v>
                </c:pt>
                <c:pt idx="93" formatCode="General">
                  <c:v>5.64</c:v>
                </c:pt>
                <c:pt idx="94" formatCode="General">
                  <c:v>5.7</c:v>
                </c:pt>
                <c:pt idx="95" formatCode="General">
                  <c:v>5.76</c:v>
                </c:pt>
                <c:pt idx="96" formatCode="General">
                  <c:v>5.82</c:v>
                </c:pt>
                <c:pt idx="97" formatCode="General">
                  <c:v>5.88</c:v>
                </c:pt>
                <c:pt idx="98" formatCode="General">
                  <c:v>5.94</c:v>
                </c:pt>
                <c:pt idx="99" formatCode="General">
                  <c:v>6</c:v>
                </c:pt>
                <c:pt idx="100" formatCode="General">
                  <c:v>6.06</c:v>
                </c:pt>
                <c:pt idx="101" formatCode="General">
                  <c:v>6.12</c:v>
                </c:pt>
                <c:pt idx="102" formatCode="General">
                  <c:v>6.18</c:v>
                </c:pt>
                <c:pt idx="103" formatCode="General">
                  <c:v>6.24</c:v>
                </c:pt>
                <c:pt idx="104" formatCode="General">
                  <c:v>6.3</c:v>
                </c:pt>
                <c:pt idx="105" formatCode="General">
                  <c:v>6.36</c:v>
                </c:pt>
                <c:pt idx="106" formatCode="General">
                  <c:v>6.42</c:v>
                </c:pt>
                <c:pt idx="107" formatCode="General">
                  <c:v>6.48</c:v>
                </c:pt>
                <c:pt idx="108" formatCode="General">
                  <c:v>6.54</c:v>
                </c:pt>
                <c:pt idx="109" formatCode="General">
                  <c:v>6.6</c:v>
                </c:pt>
                <c:pt idx="110" formatCode="General">
                  <c:v>6.66</c:v>
                </c:pt>
                <c:pt idx="111" formatCode="General">
                  <c:v>6.72</c:v>
                </c:pt>
                <c:pt idx="112" formatCode="General">
                  <c:v>6.78</c:v>
                </c:pt>
                <c:pt idx="113" formatCode="General">
                  <c:v>6.84</c:v>
                </c:pt>
                <c:pt idx="114" formatCode="General">
                  <c:v>6.9</c:v>
                </c:pt>
                <c:pt idx="115" formatCode="General">
                  <c:v>6.96</c:v>
                </c:pt>
                <c:pt idx="116" formatCode="General">
                  <c:v>7.02</c:v>
                </c:pt>
                <c:pt idx="117" formatCode="General">
                  <c:v>7.08</c:v>
                </c:pt>
                <c:pt idx="118" formatCode="General">
                  <c:v>7.14</c:v>
                </c:pt>
                <c:pt idx="119" formatCode="General">
                  <c:v>7.2</c:v>
                </c:pt>
                <c:pt idx="120" formatCode="General">
                  <c:v>7.26</c:v>
                </c:pt>
                <c:pt idx="121" formatCode="General">
                  <c:v>7.32</c:v>
                </c:pt>
                <c:pt idx="122" formatCode="General">
                  <c:v>7.38</c:v>
                </c:pt>
                <c:pt idx="123" formatCode="General">
                  <c:v>7.44</c:v>
                </c:pt>
                <c:pt idx="124" formatCode="General">
                  <c:v>7.5</c:v>
                </c:pt>
                <c:pt idx="125" formatCode="General">
                  <c:v>7.56</c:v>
                </c:pt>
                <c:pt idx="126" formatCode="General">
                  <c:v>7.62</c:v>
                </c:pt>
                <c:pt idx="127" formatCode="General">
                  <c:v>7.68</c:v>
                </c:pt>
                <c:pt idx="128" formatCode="General">
                  <c:v>7.74</c:v>
                </c:pt>
                <c:pt idx="129" formatCode="General">
                  <c:v>7.8</c:v>
                </c:pt>
                <c:pt idx="130" formatCode="General">
                  <c:v>7.86</c:v>
                </c:pt>
                <c:pt idx="131" formatCode="General">
                  <c:v>7.92</c:v>
                </c:pt>
                <c:pt idx="132" formatCode="General">
                  <c:v>7.98</c:v>
                </c:pt>
                <c:pt idx="133" formatCode="General">
                  <c:v>8.0399999999999991</c:v>
                </c:pt>
                <c:pt idx="134" formatCode="General">
                  <c:v>8.0999990000000004</c:v>
                </c:pt>
                <c:pt idx="135" formatCode="General">
                  <c:v>8.16</c:v>
                </c:pt>
                <c:pt idx="136" formatCode="General">
                  <c:v>8.2200000000000006</c:v>
                </c:pt>
                <c:pt idx="137" formatCode="General">
                  <c:v>8.2799999999999994</c:v>
                </c:pt>
                <c:pt idx="138" formatCode="General">
                  <c:v>8.34</c:v>
                </c:pt>
                <c:pt idx="139" formatCode="General">
                  <c:v>8.4</c:v>
                </c:pt>
                <c:pt idx="140" formatCode="General">
                  <c:v>8.4600000000000009</c:v>
                </c:pt>
                <c:pt idx="141" formatCode="General">
                  <c:v>8.52</c:v>
                </c:pt>
                <c:pt idx="142" formatCode="General">
                  <c:v>8.58</c:v>
                </c:pt>
                <c:pt idx="143" formatCode="General">
                  <c:v>8.6399989999999995</c:v>
                </c:pt>
                <c:pt idx="144" formatCode="General">
                  <c:v>8.6999999999999993</c:v>
                </c:pt>
                <c:pt idx="145" formatCode="General">
                  <c:v>8.76</c:v>
                </c:pt>
                <c:pt idx="146" formatCode="General">
                  <c:v>8.82</c:v>
                </c:pt>
                <c:pt idx="147" formatCode="General">
                  <c:v>8.8800000000000008</c:v>
                </c:pt>
                <c:pt idx="148" formatCode="General">
                  <c:v>8.94</c:v>
                </c:pt>
                <c:pt idx="149" formatCode="General">
                  <c:v>9</c:v>
                </c:pt>
                <c:pt idx="150" formatCode="General">
                  <c:v>9.0599989999999995</c:v>
                </c:pt>
                <c:pt idx="151" formatCode="General">
                  <c:v>9.1199999999999992</c:v>
                </c:pt>
                <c:pt idx="152" formatCode="General">
                  <c:v>9.1799990000000005</c:v>
                </c:pt>
                <c:pt idx="153" formatCode="General">
                  <c:v>9.24</c:v>
                </c:pt>
                <c:pt idx="154" formatCode="General">
                  <c:v>9.3000000000000007</c:v>
                </c:pt>
                <c:pt idx="155" formatCode="General">
                  <c:v>9.36</c:v>
                </c:pt>
                <c:pt idx="156" formatCode="General">
                  <c:v>9.42</c:v>
                </c:pt>
                <c:pt idx="157" formatCode="General">
                  <c:v>9.48</c:v>
                </c:pt>
                <c:pt idx="158" formatCode="General">
                  <c:v>9.5399999999999991</c:v>
                </c:pt>
                <c:pt idx="159" formatCode="General">
                  <c:v>9.5999990000000004</c:v>
                </c:pt>
                <c:pt idx="160" formatCode="General">
                  <c:v>9.66</c:v>
                </c:pt>
                <c:pt idx="161" formatCode="General">
                  <c:v>9.7199989999999996</c:v>
                </c:pt>
                <c:pt idx="162" formatCode="General">
                  <c:v>9.7799999999999994</c:v>
                </c:pt>
                <c:pt idx="163" formatCode="General">
                  <c:v>9.84</c:v>
                </c:pt>
                <c:pt idx="164" formatCode="General">
                  <c:v>9.9</c:v>
                </c:pt>
                <c:pt idx="165" formatCode="General">
                  <c:v>9.9600000000000009</c:v>
                </c:pt>
                <c:pt idx="166" formatCode="General">
                  <c:v>10.02</c:v>
                </c:pt>
                <c:pt idx="167" formatCode="General">
                  <c:v>10.08</c:v>
                </c:pt>
                <c:pt idx="168" formatCode="General">
                  <c:v>10.14</c:v>
                </c:pt>
                <c:pt idx="169" formatCode="General">
                  <c:v>10.199999999999999</c:v>
                </c:pt>
                <c:pt idx="170" formatCode="General">
                  <c:v>10.26</c:v>
                </c:pt>
                <c:pt idx="171" formatCode="General">
                  <c:v>10.32</c:v>
                </c:pt>
                <c:pt idx="172" formatCode="General">
                  <c:v>10.38</c:v>
                </c:pt>
                <c:pt idx="173" formatCode="General">
                  <c:v>10.44</c:v>
                </c:pt>
                <c:pt idx="174" formatCode="General">
                  <c:v>10.5</c:v>
                </c:pt>
                <c:pt idx="175" formatCode="General">
                  <c:v>10.56</c:v>
                </c:pt>
                <c:pt idx="176" formatCode="General">
                  <c:v>10.62</c:v>
                </c:pt>
                <c:pt idx="177" formatCode="General">
                  <c:v>10.68</c:v>
                </c:pt>
                <c:pt idx="178" formatCode="General">
                  <c:v>10.74</c:v>
                </c:pt>
                <c:pt idx="179" formatCode="General">
                  <c:v>10.8</c:v>
                </c:pt>
                <c:pt idx="180" formatCode="General">
                  <c:v>10.86</c:v>
                </c:pt>
                <c:pt idx="181" formatCode="General">
                  <c:v>10.92</c:v>
                </c:pt>
                <c:pt idx="182" formatCode="General">
                  <c:v>10.98</c:v>
                </c:pt>
                <c:pt idx="183" formatCode="General">
                  <c:v>11.04</c:v>
                </c:pt>
                <c:pt idx="184" formatCode="General">
                  <c:v>11.1</c:v>
                </c:pt>
                <c:pt idx="185" formatCode="General">
                  <c:v>11.16</c:v>
                </c:pt>
                <c:pt idx="186" formatCode="General">
                  <c:v>11.22</c:v>
                </c:pt>
                <c:pt idx="187" formatCode="General">
                  <c:v>11.28</c:v>
                </c:pt>
                <c:pt idx="188" formatCode="General">
                  <c:v>11.34</c:v>
                </c:pt>
                <c:pt idx="189" formatCode="General">
                  <c:v>11.4</c:v>
                </c:pt>
                <c:pt idx="190" formatCode="General">
                  <c:v>11.46</c:v>
                </c:pt>
                <c:pt idx="191" formatCode="General">
                  <c:v>11.52</c:v>
                </c:pt>
                <c:pt idx="192" formatCode="General">
                  <c:v>11.58</c:v>
                </c:pt>
                <c:pt idx="193" formatCode="General">
                  <c:v>11.64</c:v>
                </c:pt>
                <c:pt idx="194" formatCode="General">
                  <c:v>11.7</c:v>
                </c:pt>
                <c:pt idx="195" formatCode="General">
                  <c:v>11.76</c:v>
                </c:pt>
                <c:pt idx="196" formatCode="General">
                  <c:v>11.82</c:v>
                </c:pt>
                <c:pt idx="197" formatCode="General">
                  <c:v>11.88</c:v>
                </c:pt>
                <c:pt idx="198" formatCode="General">
                  <c:v>11.94</c:v>
                </c:pt>
                <c:pt idx="199" formatCode="General">
                  <c:v>12</c:v>
                </c:pt>
                <c:pt idx="200" formatCode="General">
                  <c:v>12.06</c:v>
                </c:pt>
                <c:pt idx="201" formatCode="General">
                  <c:v>12.12</c:v>
                </c:pt>
                <c:pt idx="202" formatCode="General">
                  <c:v>12.18</c:v>
                </c:pt>
                <c:pt idx="203" formatCode="General">
                  <c:v>12.24</c:v>
                </c:pt>
                <c:pt idx="204" formatCode="General">
                  <c:v>12.3</c:v>
                </c:pt>
                <c:pt idx="205" formatCode="General">
                  <c:v>12.36</c:v>
                </c:pt>
                <c:pt idx="206" formatCode="General">
                  <c:v>12.42</c:v>
                </c:pt>
                <c:pt idx="207" formatCode="General">
                  <c:v>12.48</c:v>
                </c:pt>
                <c:pt idx="208" formatCode="General">
                  <c:v>12.54</c:v>
                </c:pt>
                <c:pt idx="209" formatCode="General">
                  <c:v>12.6</c:v>
                </c:pt>
                <c:pt idx="210" formatCode="General">
                  <c:v>12.66</c:v>
                </c:pt>
                <c:pt idx="211" formatCode="General">
                  <c:v>12.72</c:v>
                </c:pt>
                <c:pt idx="212" formatCode="General">
                  <c:v>12.78</c:v>
                </c:pt>
                <c:pt idx="213" formatCode="General">
                  <c:v>12.84</c:v>
                </c:pt>
                <c:pt idx="214" formatCode="General">
                  <c:v>12.9</c:v>
                </c:pt>
                <c:pt idx="215" formatCode="General">
                  <c:v>12.96</c:v>
                </c:pt>
                <c:pt idx="216" formatCode="General">
                  <c:v>13.02</c:v>
                </c:pt>
                <c:pt idx="217" formatCode="General">
                  <c:v>13.08</c:v>
                </c:pt>
                <c:pt idx="218" formatCode="General">
                  <c:v>13.14</c:v>
                </c:pt>
                <c:pt idx="219" formatCode="General">
                  <c:v>13.2</c:v>
                </c:pt>
                <c:pt idx="220" formatCode="General">
                  <c:v>13.26</c:v>
                </c:pt>
                <c:pt idx="221" formatCode="General">
                  <c:v>13.32</c:v>
                </c:pt>
                <c:pt idx="222" formatCode="General">
                  <c:v>13.38</c:v>
                </c:pt>
                <c:pt idx="223" formatCode="General">
                  <c:v>13.44</c:v>
                </c:pt>
                <c:pt idx="224" formatCode="General">
                  <c:v>13.5</c:v>
                </c:pt>
                <c:pt idx="225" formatCode="General">
                  <c:v>13.56</c:v>
                </c:pt>
                <c:pt idx="226" formatCode="General">
                  <c:v>13.62</c:v>
                </c:pt>
                <c:pt idx="227" formatCode="General">
                  <c:v>13.68</c:v>
                </c:pt>
                <c:pt idx="228" formatCode="General">
                  <c:v>13.74</c:v>
                </c:pt>
                <c:pt idx="229" formatCode="General">
                  <c:v>13.8</c:v>
                </c:pt>
                <c:pt idx="230" formatCode="General">
                  <c:v>13.86</c:v>
                </c:pt>
                <c:pt idx="231" formatCode="General">
                  <c:v>13.92</c:v>
                </c:pt>
                <c:pt idx="232" formatCode="General">
                  <c:v>13.98</c:v>
                </c:pt>
                <c:pt idx="233" formatCode="General">
                  <c:v>14.04</c:v>
                </c:pt>
                <c:pt idx="234" formatCode="General">
                  <c:v>14.1</c:v>
                </c:pt>
                <c:pt idx="235" formatCode="General">
                  <c:v>14.16</c:v>
                </c:pt>
                <c:pt idx="236" formatCode="General">
                  <c:v>14.22</c:v>
                </c:pt>
                <c:pt idx="237" formatCode="General">
                  <c:v>14.28</c:v>
                </c:pt>
                <c:pt idx="238" formatCode="General">
                  <c:v>14.34</c:v>
                </c:pt>
                <c:pt idx="239" formatCode="General">
                  <c:v>14.4</c:v>
                </c:pt>
                <c:pt idx="240" formatCode="General">
                  <c:v>14.46</c:v>
                </c:pt>
                <c:pt idx="241" formatCode="General">
                  <c:v>14.52</c:v>
                </c:pt>
                <c:pt idx="242" formatCode="General">
                  <c:v>14.58</c:v>
                </c:pt>
                <c:pt idx="243" formatCode="General">
                  <c:v>14.64</c:v>
                </c:pt>
                <c:pt idx="244" formatCode="General">
                  <c:v>14.7</c:v>
                </c:pt>
                <c:pt idx="245" formatCode="General">
                  <c:v>14.76</c:v>
                </c:pt>
                <c:pt idx="246" formatCode="General">
                  <c:v>14.82</c:v>
                </c:pt>
                <c:pt idx="247" formatCode="General">
                  <c:v>14.88</c:v>
                </c:pt>
                <c:pt idx="248" formatCode="General">
                  <c:v>14.94</c:v>
                </c:pt>
                <c:pt idx="249" formatCode="General">
                  <c:v>15</c:v>
                </c:pt>
                <c:pt idx="250" formatCode="General">
                  <c:v>15.06</c:v>
                </c:pt>
                <c:pt idx="251" formatCode="General">
                  <c:v>15.12</c:v>
                </c:pt>
                <c:pt idx="252" formatCode="General">
                  <c:v>15.18</c:v>
                </c:pt>
                <c:pt idx="253" formatCode="General">
                  <c:v>15.24</c:v>
                </c:pt>
                <c:pt idx="254" formatCode="General">
                  <c:v>15.3</c:v>
                </c:pt>
                <c:pt idx="255" formatCode="General">
                  <c:v>15.36</c:v>
                </c:pt>
                <c:pt idx="256" formatCode="General">
                  <c:v>15.42</c:v>
                </c:pt>
                <c:pt idx="257" formatCode="General">
                  <c:v>15.48</c:v>
                </c:pt>
                <c:pt idx="258" formatCode="General">
                  <c:v>15.54</c:v>
                </c:pt>
                <c:pt idx="259" formatCode="General">
                  <c:v>15.6</c:v>
                </c:pt>
                <c:pt idx="260" formatCode="General">
                  <c:v>15.66</c:v>
                </c:pt>
                <c:pt idx="261" formatCode="General">
                  <c:v>15.72</c:v>
                </c:pt>
                <c:pt idx="262" formatCode="General">
                  <c:v>15.78</c:v>
                </c:pt>
                <c:pt idx="263" formatCode="General">
                  <c:v>15.84</c:v>
                </c:pt>
                <c:pt idx="264" formatCode="General">
                  <c:v>15.9</c:v>
                </c:pt>
                <c:pt idx="265" formatCode="General">
                  <c:v>15.96</c:v>
                </c:pt>
                <c:pt idx="266" formatCode="General">
                  <c:v>16.02</c:v>
                </c:pt>
                <c:pt idx="267" formatCode="General">
                  <c:v>16.079999999999998</c:v>
                </c:pt>
                <c:pt idx="268" formatCode="General">
                  <c:v>16.14</c:v>
                </c:pt>
                <c:pt idx="269" formatCode="General">
                  <c:v>16.2</c:v>
                </c:pt>
                <c:pt idx="270" formatCode="General">
                  <c:v>16.260000000000002</c:v>
                </c:pt>
                <c:pt idx="271" formatCode="General">
                  <c:v>16.32</c:v>
                </c:pt>
                <c:pt idx="272" formatCode="General">
                  <c:v>16.38</c:v>
                </c:pt>
                <c:pt idx="273" formatCode="General">
                  <c:v>16.440000000000001</c:v>
                </c:pt>
                <c:pt idx="274" formatCode="General">
                  <c:v>16.5</c:v>
                </c:pt>
                <c:pt idx="275" formatCode="General">
                  <c:v>16.559999999999999</c:v>
                </c:pt>
                <c:pt idx="276" formatCode="General">
                  <c:v>16.62</c:v>
                </c:pt>
                <c:pt idx="277" formatCode="General">
                  <c:v>16.68</c:v>
                </c:pt>
                <c:pt idx="278" formatCode="General">
                  <c:v>16.739999999999998</c:v>
                </c:pt>
                <c:pt idx="279" formatCode="General">
                  <c:v>16.8</c:v>
                </c:pt>
                <c:pt idx="280" formatCode="General">
                  <c:v>16.86</c:v>
                </c:pt>
                <c:pt idx="281" formatCode="General">
                  <c:v>16.920000000000002</c:v>
                </c:pt>
                <c:pt idx="282" formatCode="General">
                  <c:v>16.98</c:v>
                </c:pt>
                <c:pt idx="283" formatCode="General">
                  <c:v>17.04</c:v>
                </c:pt>
                <c:pt idx="284" formatCode="General">
                  <c:v>17.100000000000001</c:v>
                </c:pt>
                <c:pt idx="285" formatCode="General">
                  <c:v>17.16</c:v>
                </c:pt>
                <c:pt idx="286" formatCode="General">
                  <c:v>17.22</c:v>
                </c:pt>
                <c:pt idx="287" formatCode="General">
                  <c:v>17.28</c:v>
                </c:pt>
                <c:pt idx="288" formatCode="General">
                  <c:v>17.34</c:v>
                </c:pt>
                <c:pt idx="289" formatCode="General">
                  <c:v>17.399999999999999</c:v>
                </c:pt>
                <c:pt idx="290" formatCode="General">
                  <c:v>17.46</c:v>
                </c:pt>
                <c:pt idx="291" formatCode="General">
                  <c:v>17.52</c:v>
                </c:pt>
                <c:pt idx="292" formatCode="General">
                  <c:v>17.579999999999998</c:v>
                </c:pt>
                <c:pt idx="293" formatCode="General">
                  <c:v>17.64</c:v>
                </c:pt>
                <c:pt idx="294" formatCode="General">
                  <c:v>17.7</c:v>
                </c:pt>
                <c:pt idx="295" formatCode="General">
                  <c:v>17.760000000000002</c:v>
                </c:pt>
                <c:pt idx="296" formatCode="General">
                  <c:v>17.82</c:v>
                </c:pt>
                <c:pt idx="297" formatCode="General">
                  <c:v>17.88</c:v>
                </c:pt>
                <c:pt idx="298" formatCode="General">
                  <c:v>17.940000000000001</c:v>
                </c:pt>
                <c:pt idx="299" formatCode="General">
                  <c:v>18</c:v>
                </c:pt>
                <c:pt idx="300" formatCode="General">
                  <c:v>18.059999999999999</c:v>
                </c:pt>
                <c:pt idx="301" formatCode="General">
                  <c:v>18.12</c:v>
                </c:pt>
                <c:pt idx="302" formatCode="General">
                  <c:v>18.18</c:v>
                </c:pt>
                <c:pt idx="303" formatCode="General">
                  <c:v>18.239999999999998</c:v>
                </c:pt>
                <c:pt idx="304" formatCode="General">
                  <c:v>18.3</c:v>
                </c:pt>
                <c:pt idx="305" formatCode="General">
                  <c:v>18.36</c:v>
                </c:pt>
                <c:pt idx="306" formatCode="General">
                  <c:v>18.420000000000002</c:v>
                </c:pt>
                <c:pt idx="307" formatCode="General">
                  <c:v>18.48</c:v>
                </c:pt>
                <c:pt idx="308" formatCode="General">
                  <c:v>18.54</c:v>
                </c:pt>
                <c:pt idx="309" formatCode="General">
                  <c:v>18.600000000000001</c:v>
                </c:pt>
                <c:pt idx="310" formatCode="General">
                  <c:v>18.66</c:v>
                </c:pt>
                <c:pt idx="311" formatCode="General">
                  <c:v>18.72</c:v>
                </c:pt>
                <c:pt idx="312" formatCode="General">
                  <c:v>18.78</c:v>
                </c:pt>
                <c:pt idx="313" formatCode="General">
                  <c:v>18.84</c:v>
                </c:pt>
                <c:pt idx="314" formatCode="General">
                  <c:v>18.899999999999999</c:v>
                </c:pt>
                <c:pt idx="315" formatCode="General">
                  <c:v>18.96</c:v>
                </c:pt>
                <c:pt idx="316" formatCode="General">
                  <c:v>19.02</c:v>
                </c:pt>
                <c:pt idx="317" formatCode="General">
                  <c:v>19.079999999999998</c:v>
                </c:pt>
                <c:pt idx="318" formatCode="General">
                  <c:v>19.14</c:v>
                </c:pt>
                <c:pt idx="319" formatCode="General">
                  <c:v>19.2</c:v>
                </c:pt>
                <c:pt idx="320" formatCode="General">
                  <c:v>19.260000000000002</c:v>
                </c:pt>
                <c:pt idx="321" formatCode="General">
                  <c:v>19.32</c:v>
                </c:pt>
                <c:pt idx="322" formatCode="General">
                  <c:v>19.38</c:v>
                </c:pt>
                <c:pt idx="323" formatCode="General">
                  <c:v>19.440000000000001</c:v>
                </c:pt>
                <c:pt idx="324" formatCode="General">
                  <c:v>19.5</c:v>
                </c:pt>
                <c:pt idx="325" formatCode="General">
                  <c:v>19.559999999999999</c:v>
                </c:pt>
                <c:pt idx="326" formatCode="General">
                  <c:v>19.62</c:v>
                </c:pt>
                <c:pt idx="327" formatCode="General">
                  <c:v>19.68</c:v>
                </c:pt>
                <c:pt idx="328" formatCode="General">
                  <c:v>19.739999999999998</c:v>
                </c:pt>
                <c:pt idx="329" formatCode="General">
                  <c:v>19.8</c:v>
                </c:pt>
                <c:pt idx="330" formatCode="General">
                  <c:v>19.86</c:v>
                </c:pt>
                <c:pt idx="331" formatCode="General">
                  <c:v>19.920000000000002</c:v>
                </c:pt>
                <c:pt idx="332" formatCode="General">
                  <c:v>19.98</c:v>
                </c:pt>
                <c:pt idx="333" formatCode="General">
                  <c:v>20.04</c:v>
                </c:pt>
                <c:pt idx="334" formatCode="General">
                  <c:v>20.100000000000001</c:v>
                </c:pt>
                <c:pt idx="335" formatCode="General">
                  <c:v>20.16</c:v>
                </c:pt>
                <c:pt idx="336" formatCode="General">
                  <c:v>20.22</c:v>
                </c:pt>
                <c:pt idx="337" formatCode="General">
                  <c:v>20.28</c:v>
                </c:pt>
                <c:pt idx="338" formatCode="General">
                  <c:v>20.34</c:v>
                </c:pt>
                <c:pt idx="339" formatCode="General">
                  <c:v>20.399999999999999</c:v>
                </c:pt>
                <c:pt idx="340" formatCode="General">
                  <c:v>20.46</c:v>
                </c:pt>
                <c:pt idx="341" formatCode="General">
                  <c:v>20.52</c:v>
                </c:pt>
                <c:pt idx="342" formatCode="General">
                  <c:v>20.58</c:v>
                </c:pt>
                <c:pt idx="343" formatCode="General">
                  <c:v>20.64</c:v>
                </c:pt>
                <c:pt idx="344" formatCode="General">
                  <c:v>20.7</c:v>
                </c:pt>
                <c:pt idx="345" formatCode="General">
                  <c:v>20.76</c:v>
                </c:pt>
                <c:pt idx="346" formatCode="General">
                  <c:v>20.82</c:v>
                </c:pt>
                <c:pt idx="347" formatCode="General">
                  <c:v>20.88</c:v>
                </c:pt>
                <c:pt idx="348" formatCode="General">
                  <c:v>20.94</c:v>
                </c:pt>
                <c:pt idx="349" formatCode="General">
                  <c:v>21</c:v>
                </c:pt>
                <c:pt idx="350" formatCode="General">
                  <c:v>21.06</c:v>
                </c:pt>
                <c:pt idx="351" formatCode="General">
                  <c:v>21.12</c:v>
                </c:pt>
                <c:pt idx="352" formatCode="General">
                  <c:v>21.18</c:v>
                </c:pt>
                <c:pt idx="353" formatCode="General">
                  <c:v>21.24</c:v>
                </c:pt>
                <c:pt idx="354" formatCode="General">
                  <c:v>21.3</c:v>
                </c:pt>
                <c:pt idx="355" formatCode="General">
                  <c:v>21.36</c:v>
                </c:pt>
                <c:pt idx="356" formatCode="General">
                  <c:v>21.42</c:v>
                </c:pt>
                <c:pt idx="357" formatCode="General">
                  <c:v>21.48</c:v>
                </c:pt>
                <c:pt idx="358" formatCode="General">
                  <c:v>21.54</c:v>
                </c:pt>
                <c:pt idx="359" formatCode="General">
                  <c:v>21.6</c:v>
                </c:pt>
                <c:pt idx="360" formatCode="General">
                  <c:v>21.66</c:v>
                </c:pt>
                <c:pt idx="361" formatCode="General">
                  <c:v>21.72</c:v>
                </c:pt>
                <c:pt idx="362" formatCode="General">
                  <c:v>21.78</c:v>
                </c:pt>
                <c:pt idx="363" formatCode="General">
                  <c:v>21.84</c:v>
                </c:pt>
                <c:pt idx="364" formatCode="General">
                  <c:v>21.9</c:v>
                </c:pt>
                <c:pt idx="365" formatCode="General">
                  <c:v>21.96</c:v>
                </c:pt>
                <c:pt idx="366" formatCode="General">
                  <c:v>22.02</c:v>
                </c:pt>
                <c:pt idx="367" formatCode="General">
                  <c:v>22.08</c:v>
                </c:pt>
                <c:pt idx="368" formatCode="General">
                  <c:v>22.14</c:v>
                </c:pt>
                <c:pt idx="369" formatCode="General">
                  <c:v>22.2</c:v>
                </c:pt>
                <c:pt idx="370" formatCode="General">
                  <c:v>22.26</c:v>
                </c:pt>
                <c:pt idx="371" formatCode="General">
                  <c:v>22.32</c:v>
                </c:pt>
                <c:pt idx="372" formatCode="General">
                  <c:v>22.38</c:v>
                </c:pt>
                <c:pt idx="373" formatCode="General">
                  <c:v>22.44</c:v>
                </c:pt>
                <c:pt idx="374" formatCode="General">
                  <c:v>22.5</c:v>
                </c:pt>
                <c:pt idx="375" formatCode="General">
                  <c:v>22.56</c:v>
                </c:pt>
                <c:pt idx="376" formatCode="General">
                  <c:v>22.62</c:v>
                </c:pt>
                <c:pt idx="377" formatCode="General">
                  <c:v>22.68</c:v>
                </c:pt>
                <c:pt idx="378" formatCode="General">
                  <c:v>22.74</c:v>
                </c:pt>
                <c:pt idx="379" formatCode="General">
                  <c:v>22.8</c:v>
                </c:pt>
                <c:pt idx="380" formatCode="General">
                  <c:v>22.86</c:v>
                </c:pt>
                <c:pt idx="381" formatCode="General">
                  <c:v>22.92</c:v>
                </c:pt>
                <c:pt idx="382" formatCode="General">
                  <c:v>22.98</c:v>
                </c:pt>
                <c:pt idx="383" formatCode="General">
                  <c:v>23.04</c:v>
                </c:pt>
                <c:pt idx="384" formatCode="General">
                  <c:v>23.1</c:v>
                </c:pt>
                <c:pt idx="385" formatCode="General">
                  <c:v>23.16</c:v>
                </c:pt>
                <c:pt idx="386" formatCode="General">
                  <c:v>23.22</c:v>
                </c:pt>
                <c:pt idx="387" formatCode="General">
                  <c:v>23.28</c:v>
                </c:pt>
                <c:pt idx="388" formatCode="General">
                  <c:v>23.34</c:v>
                </c:pt>
                <c:pt idx="389" formatCode="General">
                  <c:v>23.4</c:v>
                </c:pt>
                <c:pt idx="390" formatCode="General">
                  <c:v>23.46</c:v>
                </c:pt>
                <c:pt idx="391" formatCode="General">
                  <c:v>23.52</c:v>
                </c:pt>
                <c:pt idx="392" formatCode="General">
                  <c:v>23.58</c:v>
                </c:pt>
                <c:pt idx="393" formatCode="General">
                  <c:v>23.64</c:v>
                </c:pt>
                <c:pt idx="394" formatCode="General">
                  <c:v>23.7</c:v>
                </c:pt>
                <c:pt idx="395" formatCode="General">
                  <c:v>23.76</c:v>
                </c:pt>
                <c:pt idx="396" formatCode="General">
                  <c:v>23.82</c:v>
                </c:pt>
                <c:pt idx="397" formatCode="General">
                  <c:v>23.88</c:v>
                </c:pt>
                <c:pt idx="398" formatCode="General">
                  <c:v>23.94</c:v>
                </c:pt>
                <c:pt idx="399" formatCode="General">
                  <c:v>24</c:v>
                </c:pt>
                <c:pt idx="400" formatCode="General">
                  <c:v>24.06</c:v>
                </c:pt>
                <c:pt idx="401" formatCode="General">
                  <c:v>24.12</c:v>
                </c:pt>
                <c:pt idx="402" formatCode="General">
                  <c:v>24.18</c:v>
                </c:pt>
                <c:pt idx="403" formatCode="General">
                  <c:v>24.24</c:v>
                </c:pt>
                <c:pt idx="404" formatCode="General">
                  <c:v>24.3</c:v>
                </c:pt>
                <c:pt idx="405" formatCode="General">
                  <c:v>24.36</c:v>
                </c:pt>
                <c:pt idx="406" formatCode="General">
                  <c:v>24.42</c:v>
                </c:pt>
                <c:pt idx="407" formatCode="General">
                  <c:v>24.48</c:v>
                </c:pt>
                <c:pt idx="408" formatCode="General">
                  <c:v>24.54</c:v>
                </c:pt>
                <c:pt idx="409" formatCode="General">
                  <c:v>24.6</c:v>
                </c:pt>
                <c:pt idx="410" formatCode="General">
                  <c:v>24.66</c:v>
                </c:pt>
                <c:pt idx="411" formatCode="General">
                  <c:v>24.72</c:v>
                </c:pt>
                <c:pt idx="412" formatCode="General">
                  <c:v>24.78</c:v>
                </c:pt>
                <c:pt idx="413" formatCode="General">
                  <c:v>24.84</c:v>
                </c:pt>
                <c:pt idx="414" formatCode="General">
                  <c:v>24.9</c:v>
                </c:pt>
                <c:pt idx="415" formatCode="General">
                  <c:v>24.96</c:v>
                </c:pt>
                <c:pt idx="416" formatCode="General">
                  <c:v>25.02</c:v>
                </c:pt>
                <c:pt idx="417" formatCode="General">
                  <c:v>25.08</c:v>
                </c:pt>
                <c:pt idx="418" formatCode="General">
                  <c:v>25.14</c:v>
                </c:pt>
                <c:pt idx="419" formatCode="General">
                  <c:v>25.2</c:v>
                </c:pt>
                <c:pt idx="420" formatCode="General">
                  <c:v>25.26</c:v>
                </c:pt>
                <c:pt idx="421" formatCode="General">
                  <c:v>25.32</c:v>
                </c:pt>
                <c:pt idx="422" formatCode="General">
                  <c:v>25.38</c:v>
                </c:pt>
                <c:pt idx="423" formatCode="General">
                  <c:v>25.44</c:v>
                </c:pt>
                <c:pt idx="424" formatCode="General">
                  <c:v>25.5</c:v>
                </c:pt>
                <c:pt idx="425" formatCode="General">
                  <c:v>25.56</c:v>
                </c:pt>
                <c:pt idx="426" formatCode="General">
                  <c:v>25.62</c:v>
                </c:pt>
                <c:pt idx="427" formatCode="General">
                  <c:v>25.68</c:v>
                </c:pt>
                <c:pt idx="428" formatCode="General">
                  <c:v>25.74</c:v>
                </c:pt>
                <c:pt idx="429" formatCode="General">
                  <c:v>25.8</c:v>
                </c:pt>
                <c:pt idx="430" formatCode="General">
                  <c:v>25.86</c:v>
                </c:pt>
                <c:pt idx="431" formatCode="General">
                  <c:v>25.92</c:v>
                </c:pt>
                <c:pt idx="432" formatCode="General">
                  <c:v>25.98</c:v>
                </c:pt>
                <c:pt idx="433" formatCode="General">
                  <c:v>26.04</c:v>
                </c:pt>
                <c:pt idx="434" formatCode="General">
                  <c:v>26.1</c:v>
                </c:pt>
                <c:pt idx="435" formatCode="General">
                  <c:v>26.16</c:v>
                </c:pt>
                <c:pt idx="436" formatCode="General">
                  <c:v>26.22</c:v>
                </c:pt>
                <c:pt idx="437" formatCode="General">
                  <c:v>26.28</c:v>
                </c:pt>
                <c:pt idx="438" formatCode="General">
                  <c:v>26.34</c:v>
                </c:pt>
                <c:pt idx="439" formatCode="General">
                  <c:v>26.4</c:v>
                </c:pt>
                <c:pt idx="440" formatCode="General">
                  <c:v>26.46</c:v>
                </c:pt>
                <c:pt idx="441" formatCode="General">
                  <c:v>26.52</c:v>
                </c:pt>
                <c:pt idx="442" formatCode="General">
                  <c:v>26.58</c:v>
                </c:pt>
                <c:pt idx="443" formatCode="General">
                  <c:v>26.64</c:v>
                </c:pt>
                <c:pt idx="444" formatCode="General">
                  <c:v>26.7</c:v>
                </c:pt>
                <c:pt idx="445" formatCode="General">
                  <c:v>26.76</c:v>
                </c:pt>
                <c:pt idx="446" formatCode="General">
                  <c:v>26.82</c:v>
                </c:pt>
                <c:pt idx="447" formatCode="General">
                  <c:v>26.88</c:v>
                </c:pt>
                <c:pt idx="448" formatCode="General">
                  <c:v>26.94</c:v>
                </c:pt>
                <c:pt idx="449" formatCode="General">
                  <c:v>27</c:v>
                </c:pt>
                <c:pt idx="450" formatCode="General">
                  <c:v>27.06</c:v>
                </c:pt>
                <c:pt idx="451" formatCode="General">
                  <c:v>27.12</c:v>
                </c:pt>
                <c:pt idx="452" formatCode="General">
                  <c:v>27.18</c:v>
                </c:pt>
                <c:pt idx="453" formatCode="General">
                  <c:v>27.24</c:v>
                </c:pt>
                <c:pt idx="454" formatCode="General">
                  <c:v>27.3</c:v>
                </c:pt>
                <c:pt idx="455" formatCode="General">
                  <c:v>27.36</c:v>
                </c:pt>
                <c:pt idx="456" formatCode="General">
                  <c:v>27.42</c:v>
                </c:pt>
                <c:pt idx="457" formatCode="General">
                  <c:v>27.48</c:v>
                </c:pt>
                <c:pt idx="458" formatCode="General">
                  <c:v>27.54</c:v>
                </c:pt>
                <c:pt idx="459" formatCode="General">
                  <c:v>27.6</c:v>
                </c:pt>
                <c:pt idx="460" formatCode="General">
                  <c:v>27.66</c:v>
                </c:pt>
                <c:pt idx="461" formatCode="General">
                  <c:v>27.72</c:v>
                </c:pt>
                <c:pt idx="462" formatCode="General">
                  <c:v>27.78</c:v>
                </c:pt>
                <c:pt idx="463" formatCode="General">
                  <c:v>27.84</c:v>
                </c:pt>
                <c:pt idx="464" formatCode="General">
                  <c:v>27.9</c:v>
                </c:pt>
                <c:pt idx="465" formatCode="General">
                  <c:v>27.96</c:v>
                </c:pt>
                <c:pt idx="466" formatCode="General">
                  <c:v>28.02</c:v>
                </c:pt>
                <c:pt idx="467" formatCode="General">
                  <c:v>28.08</c:v>
                </c:pt>
                <c:pt idx="468" formatCode="General">
                  <c:v>28.14</c:v>
                </c:pt>
                <c:pt idx="469" formatCode="General">
                  <c:v>28.2</c:v>
                </c:pt>
                <c:pt idx="470" formatCode="General">
                  <c:v>28.26</c:v>
                </c:pt>
                <c:pt idx="471" formatCode="General">
                  <c:v>28.32</c:v>
                </c:pt>
                <c:pt idx="472" formatCode="General">
                  <c:v>28.38</c:v>
                </c:pt>
                <c:pt idx="473" formatCode="General">
                  <c:v>28.44</c:v>
                </c:pt>
                <c:pt idx="474" formatCode="General">
                  <c:v>28.5</c:v>
                </c:pt>
                <c:pt idx="475" formatCode="General">
                  <c:v>28.56</c:v>
                </c:pt>
                <c:pt idx="476" formatCode="General">
                  <c:v>28.62</c:v>
                </c:pt>
                <c:pt idx="477" formatCode="General">
                  <c:v>28.68</c:v>
                </c:pt>
                <c:pt idx="478" formatCode="General">
                  <c:v>28.74</c:v>
                </c:pt>
                <c:pt idx="479" formatCode="General">
                  <c:v>28.8</c:v>
                </c:pt>
                <c:pt idx="480" formatCode="General">
                  <c:v>28.86</c:v>
                </c:pt>
                <c:pt idx="481" formatCode="General">
                  <c:v>28.92</c:v>
                </c:pt>
                <c:pt idx="482" formatCode="General">
                  <c:v>28.98</c:v>
                </c:pt>
                <c:pt idx="483" formatCode="General">
                  <c:v>29.04</c:v>
                </c:pt>
                <c:pt idx="484" formatCode="General">
                  <c:v>29.1</c:v>
                </c:pt>
                <c:pt idx="485" formatCode="General">
                  <c:v>29.16</c:v>
                </c:pt>
                <c:pt idx="486" formatCode="General">
                  <c:v>29.22</c:v>
                </c:pt>
                <c:pt idx="487" formatCode="General">
                  <c:v>29.28</c:v>
                </c:pt>
                <c:pt idx="488" formatCode="General">
                  <c:v>29.34</c:v>
                </c:pt>
                <c:pt idx="489" formatCode="General">
                  <c:v>29.4</c:v>
                </c:pt>
                <c:pt idx="490" formatCode="General">
                  <c:v>29.46</c:v>
                </c:pt>
                <c:pt idx="491" formatCode="General">
                  <c:v>29.52</c:v>
                </c:pt>
                <c:pt idx="492" formatCode="General">
                  <c:v>29.58</c:v>
                </c:pt>
                <c:pt idx="493" formatCode="General">
                  <c:v>29.64</c:v>
                </c:pt>
                <c:pt idx="494" formatCode="General">
                  <c:v>29.7</c:v>
                </c:pt>
                <c:pt idx="495" formatCode="General">
                  <c:v>29.76</c:v>
                </c:pt>
                <c:pt idx="496" formatCode="General">
                  <c:v>29.82</c:v>
                </c:pt>
                <c:pt idx="497" formatCode="General">
                  <c:v>29.88</c:v>
                </c:pt>
                <c:pt idx="498" formatCode="General">
                  <c:v>29.94</c:v>
                </c:pt>
                <c:pt idx="499" formatCode="General">
                  <c:v>30</c:v>
                </c:pt>
                <c:pt idx="500" formatCode="General">
                  <c:v>30.06</c:v>
                </c:pt>
                <c:pt idx="501" formatCode="General">
                  <c:v>30.12</c:v>
                </c:pt>
                <c:pt idx="502" formatCode="General">
                  <c:v>30.18</c:v>
                </c:pt>
                <c:pt idx="503" formatCode="General">
                  <c:v>30.24</c:v>
                </c:pt>
                <c:pt idx="504" formatCode="General">
                  <c:v>30.3</c:v>
                </c:pt>
                <c:pt idx="505" formatCode="General">
                  <c:v>30.36</c:v>
                </c:pt>
                <c:pt idx="506" formatCode="General">
                  <c:v>30.42</c:v>
                </c:pt>
                <c:pt idx="507" formatCode="General">
                  <c:v>30.48</c:v>
                </c:pt>
                <c:pt idx="508" formatCode="General">
                  <c:v>30.54</c:v>
                </c:pt>
                <c:pt idx="509" formatCode="General">
                  <c:v>30.6</c:v>
                </c:pt>
                <c:pt idx="510" formatCode="General">
                  <c:v>30.66</c:v>
                </c:pt>
                <c:pt idx="511" formatCode="General">
                  <c:v>30.72</c:v>
                </c:pt>
                <c:pt idx="512" formatCode="General">
                  <c:v>30.78</c:v>
                </c:pt>
                <c:pt idx="513" formatCode="General">
                  <c:v>30.84</c:v>
                </c:pt>
                <c:pt idx="514" formatCode="General">
                  <c:v>30.9</c:v>
                </c:pt>
                <c:pt idx="515" formatCode="General">
                  <c:v>30.96</c:v>
                </c:pt>
                <c:pt idx="516" formatCode="General">
                  <c:v>31.02</c:v>
                </c:pt>
              </c:numCache>
            </c:numRef>
          </c:xVal>
          <c:yVal>
            <c:numRef>
              <c:f>二体分布関数!$L$2:$L$1550</c:f>
              <c:numCache>
                <c:formatCode>0.00E+00</c:formatCode>
                <c:ptCount val="517"/>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4.7187439999999997E-2</c:v>
                </c:pt>
                <c:pt idx="34">
                  <c:v>1.836851</c:v>
                </c:pt>
                <c:pt idx="35">
                  <c:v>6.2925089999999999</c:v>
                </c:pt>
                <c:pt idx="36">
                  <c:v>7.3416420000000002</c:v>
                </c:pt>
                <c:pt idx="37">
                  <c:v>5.3453949999999999</c:v>
                </c:pt>
                <c:pt idx="38">
                  <c:v>3.2905509999999998</c:v>
                </c:pt>
                <c:pt idx="39">
                  <c:v>2.1564209999999999</c:v>
                </c:pt>
                <c:pt idx="40">
                  <c:v>1.265584</c:v>
                </c:pt>
                <c:pt idx="41">
                  <c:v>0.81948759999999998</c:v>
                </c:pt>
                <c:pt idx="42">
                  <c:v>0.59742600000000001</c:v>
                </c:pt>
                <c:pt idx="43">
                  <c:v>0.45787290000000003</c:v>
                </c:pt>
                <c:pt idx="44">
                  <c:v>0.54550370000000004</c:v>
                </c:pt>
                <c:pt idx="45">
                  <c:v>0.49626490000000001</c:v>
                </c:pt>
                <c:pt idx="46">
                  <c:v>0.43215700000000001</c:v>
                </c:pt>
                <c:pt idx="47">
                  <c:v>0.34922829999999999</c:v>
                </c:pt>
                <c:pt idx="48">
                  <c:v>0.36919999999999997</c:v>
                </c:pt>
                <c:pt idx="49">
                  <c:v>0.3927658</c:v>
                </c:pt>
                <c:pt idx="50">
                  <c:v>0.3984877</c:v>
                </c:pt>
                <c:pt idx="51">
                  <c:v>0.45896219999999999</c:v>
                </c:pt>
                <c:pt idx="52">
                  <c:v>0.40296660000000001</c:v>
                </c:pt>
                <c:pt idx="53">
                  <c:v>0.46301049999999999</c:v>
                </c:pt>
                <c:pt idx="54">
                  <c:v>0.39673540000000002</c:v>
                </c:pt>
                <c:pt idx="55">
                  <c:v>0.49141279999999998</c:v>
                </c:pt>
                <c:pt idx="56">
                  <c:v>0.55407519999999999</c:v>
                </c:pt>
                <c:pt idx="57">
                  <c:v>0.48243170000000002</c:v>
                </c:pt>
                <c:pt idx="58">
                  <c:v>0.63859980000000005</c:v>
                </c:pt>
                <c:pt idx="59">
                  <c:v>0.67810369999999998</c:v>
                </c:pt>
                <c:pt idx="60">
                  <c:v>0.79899249999999999</c:v>
                </c:pt>
                <c:pt idx="61">
                  <c:v>0.78052259999999996</c:v>
                </c:pt>
                <c:pt idx="62">
                  <c:v>0.94492659999999995</c:v>
                </c:pt>
                <c:pt idx="63">
                  <c:v>1.068789</c:v>
                </c:pt>
                <c:pt idx="64">
                  <c:v>1.1781839999999999</c:v>
                </c:pt>
                <c:pt idx="65">
                  <c:v>1.224154</c:v>
                </c:pt>
                <c:pt idx="66">
                  <c:v>1.2607999999999999</c:v>
                </c:pt>
                <c:pt idx="67">
                  <c:v>1.353763</c:v>
                </c:pt>
                <c:pt idx="68">
                  <c:v>1.352047</c:v>
                </c:pt>
                <c:pt idx="69">
                  <c:v>1.3164769999999999</c:v>
                </c:pt>
                <c:pt idx="70">
                  <c:v>1.295887</c:v>
                </c:pt>
                <c:pt idx="71">
                  <c:v>1.331172</c:v>
                </c:pt>
                <c:pt idx="72">
                  <c:v>1.1286039999999999</c:v>
                </c:pt>
                <c:pt idx="73">
                  <c:v>1.1979280000000001</c:v>
                </c:pt>
                <c:pt idx="74">
                  <c:v>1.0473950000000001</c:v>
                </c:pt>
                <c:pt idx="75">
                  <c:v>1.1734880000000001</c:v>
                </c:pt>
                <c:pt idx="76">
                  <c:v>1.025895</c:v>
                </c:pt>
                <c:pt idx="77">
                  <c:v>1.062524</c:v>
                </c:pt>
                <c:pt idx="78">
                  <c:v>1.155983</c:v>
                </c:pt>
                <c:pt idx="79">
                  <c:v>1.0590740000000001</c:v>
                </c:pt>
                <c:pt idx="80">
                  <c:v>1.176512</c:v>
                </c:pt>
                <c:pt idx="81">
                  <c:v>1.164218</c:v>
                </c:pt>
                <c:pt idx="82">
                  <c:v>1.2986679999999999</c:v>
                </c:pt>
                <c:pt idx="83">
                  <c:v>1.225409</c:v>
                </c:pt>
                <c:pt idx="84">
                  <c:v>1.209959</c:v>
                </c:pt>
                <c:pt idx="85">
                  <c:v>1.1082259999999999</c:v>
                </c:pt>
                <c:pt idx="86">
                  <c:v>1.0126250000000001</c:v>
                </c:pt>
                <c:pt idx="87">
                  <c:v>0.8699865</c:v>
                </c:pt>
                <c:pt idx="88">
                  <c:v>0.82816350000000005</c:v>
                </c:pt>
                <c:pt idx="89">
                  <c:v>0.76945339999999995</c:v>
                </c:pt>
                <c:pt idx="90">
                  <c:v>0.76910440000000002</c:v>
                </c:pt>
                <c:pt idx="91">
                  <c:v>0.73152890000000004</c:v>
                </c:pt>
                <c:pt idx="92">
                  <c:v>0.65911589999999998</c:v>
                </c:pt>
                <c:pt idx="93">
                  <c:v>0.73160080000000005</c:v>
                </c:pt>
                <c:pt idx="94">
                  <c:v>0.77068080000000005</c:v>
                </c:pt>
                <c:pt idx="95">
                  <c:v>0.75174909999999995</c:v>
                </c:pt>
                <c:pt idx="96">
                  <c:v>0.83779190000000003</c:v>
                </c:pt>
                <c:pt idx="97">
                  <c:v>0.83782190000000001</c:v>
                </c:pt>
                <c:pt idx="98">
                  <c:v>0.88499059999999996</c:v>
                </c:pt>
                <c:pt idx="99">
                  <c:v>0.97511990000000004</c:v>
                </c:pt>
                <c:pt idx="100">
                  <c:v>0.95991720000000003</c:v>
                </c:pt>
                <c:pt idx="101">
                  <c:v>0.9975541</c:v>
                </c:pt>
                <c:pt idx="102">
                  <c:v>0.99884649999999997</c:v>
                </c:pt>
                <c:pt idx="103">
                  <c:v>1.0604290000000001</c:v>
                </c:pt>
                <c:pt idx="104">
                  <c:v>1.0762</c:v>
                </c:pt>
                <c:pt idx="105">
                  <c:v>1.0778380000000001</c:v>
                </c:pt>
                <c:pt idx="106">
                  <c:v>1.0959049999999999</c:v>
                </c:pt>
                <c:pt idx="107">
                  <c:v>1.08155</c:v>
                </c:pt>
                <c:pt idx="108">
                  <c:v>1.1421490000000001</c:v>
                </c:pt>
                <c:pt idx="109">
                  <c:v>1.133875</c:v>
                </c:pt>
                <c:pt idx="110">
                  <c:v>1.167775</c:v>
                </c:pt>
                <c:pt idx="111">
                  <c:v>1.0719970000000001</c:v>
                </c:pt>
                <c:pt idx="112">
                  <c:v>1.1599139999999999</c:v>
                </c:pt>
                <c:pt idx="113">
                  <c:v>1.1281099999999999</c:v>
                </c:pt>
                <c:pt idx="114">
                  <c:v>1.104452</c:v>
                </c:pt>
                <c:pt idx="115">
                  <c:v>1.1452899999999999</c:v>
                </c:pt>
                <c:pt idx="116">
                  <c:v>1.025172</c:v>
                </c:pt>
                <c:pt idx="117">
                  <c:v>1.0891649999999999</c:v>
                </c:pt>
                <c:pt idx="118">
                  <c:v>1.063232</c:v>
                </c:pt>
                <c:pt idx="119">
                  <c:v>1.058845</c:v>
                </c:pt>
                <c:pt idx="120">
                  <c:v>1.0497989999999999</c:v>
                </c:pt>
                <c:pt idx="121">
                  <c:v>0.98134790000000005</c:v>
                </c:pt>
                <c:pt idx="122">
                  <c:v>1.003317</c:v>
                </c:pt>
                <c:pt idx="123">
                  <c:v>0.91003319999999999</c:v>
                </c:pt>
                <c:pt idx="124">
                  <c:v>0.9295717</c:v>
                </c:pt>
                <c:pt idx="125">
                  <c:v>0.91315710000000005</c:v>
                </c:pt>
                <c:pt idx="126">
                  <c:v>0.91320789999999996</c:v>
                </c:pt>
                <c:pt idx="127">
                  <c:v>0.98057039999999995</c:v>
                </c:pt>
                <c:pt idx="128">
                  <c:v>0.94411849999999997</c:v>
                </c:pt>
                <c:pt idx="129">
                  <c:v>0.96354300000000004</c:v>
                </c:pt>
                <c:pt idx="130">
                  <c:v>0.90597399999999995</c:v>
                </c:pt>
                <c:pt idx="131">
                  <c:v>0.95961300000000005</c:v>
                </c:pt>
                <c:pt idx="132">
                  <c:v>0.92210729999999996</c:v>
                </c:pt>
                <c:pt idx="133">
                  <c:v>0.92130789999999996</c:v>
                </c:pt>
                <c:pt idx="134">
                  <c:v>0.92043090000000005</c:v>
                </c:pt>
                <c:pt idx="135">
                  <c:v>0.87155199999999999</c:v>
                </c:pt>
                <c:pt idx="136">
                  <c:v>0.93517110000000003</c:v>
                </c:pt>
                <c:pt idx="137">
                  <c:v>0.94458339999999996</c:v>
                </c:pt>
                <c:pt idx="138">
                  <c:v>0.97198169999999995</c:v>
                </c:pt>
                <c:pt idx="139">
                  <c:v>0.95814589999999999</c:v>
                </c:pt>
                <c:pt idx="140">
                  <c:v>0.94871930000000004</c:v>
                </c:pt>
                <c:pt idx="141">
                  <c:v>1.055796</c:v>
                </c:pt>
                <c:pt idx="142">
                  <c:v>1.0010650000000001</c:v>
                </c:pt>
                <c:pt idx="143">
                  <c:v>1.01878</c:v>
                </c:pt>
                <c:pt idx="144">
                  <c:v>1.0164519999999999</c:v>
                </c:pt>
                <c:pt idx="145">
                  <c:v>1.0160119999999999</c:v>
                </c:pt>
                <c:pt idx="146">
                  <c:v>1.0451520000000001</c:v>
                </c:pt>
                <c:pt idx="147">
                  <c:v>1.085245</c:v>
                </c:pt>
                <c:pt idx="148">
                  <c:v>1.038783</c:v>
                </c:pt>
                <c:pt idx="149">
                  <c:v>1.0607409999999999</c:v>
                </c:pt>
                <c:pt idx="150">
                  <c:v>1.0616920000000001</c:v>
                </c:pt>
                <c:pt idx="151">
                  <c:v>1.0625260000000001</c:v>
                </c:pt>
                <c:pt idx="152">
                  <c:v>1.0760639999999999</c:v>
                </c:pt>
                <c:pt idx="153">
                  <c:v>1.0408569999999999</c:v>
                </c:pt>
                <c:pt idx="154">
                  <c:v>1.003061</c:v>
                </c:pt>
                <c:pt idx="155">
                  <c:v>1.0087360000000001</c:v>
                </c:pt>
                <c:pt idx="156">
                  <c:v>1.055129</c:v>
                </c:pt>
                <c:pt idx="157">
                  <c:v>1.003573</c:v>
                </c:pt>
                <c:pt idx="158">
                  <c:v>1.0524880000000001</c:v>
                </c:pt>
                <c:pt idx="159">
                  <c:v>1.007409</c:v>
                </c:pt>
                <c:pt idx="160">
                  <c:v>0.99493339999999997</c:v>
                </c:pt>
                <c:pt idx="161">
                  <c:v>0.97281450000000003</c:v>
                </c:pt>
                <c:pt idx="162">
                  <c:v>0.99171330000000002</c:v>
                </c:pt>
                <c:pt idx="163">
                  <c:v>0.96393709999999999</c:v>
                </c:pt>
                <c:pt idx="164">
                  <c:v>0.93625840000000005</c:v>
                </c:pt>
                <c:pt idx="165">
                  <c:v>0.97499939999999996</c:v>
                </c:pt>
                <c:pt idx="166">
                  <c:v>0.95553359999999998</c:v>
                </c:pt>
                <c:pt idx="167">
                  <c:v>0.93017890000000003</c:v>
                </c:pt>
                <c:pt idx="168">
                  <c:v>0.94833149999999999</c:v>
                </c:pt>
                <c:pt idx="169">
                  <c:v>0.96835329999999997</c:v>
                </c:pt>
                <c:pt idx="170">
                  <c:v>0.98970910000000001</c:v>
                </c:pt>
                <c:pt idx="171">
                  <c:v>0.95057449999999999</c:v>
                </c:pt>
                <c:pt idx="172">
                  <c:v>0.93369310000000005</c:v>
                </c:pt>
                <c:pt idx="173">
                  <c:v>0.97479470000000001</c:v>
                </c:pt>
                <c:pt idx="174">
                  <c:v>0.97793649999999999</c:v>
                </c:pt>
                <c:pt idx="175">
                  <c:v>1.010003</c:v>
                </c:pt>
                <c:pt idx="176">
                  <c:v>0.97990370000000004</c:v>
                </c:pt>
                <c:pt idx="177">
                  <c:v>0.96935499999999997</c:v>
                </c:pt>
                <c:pt idx="178">
                  <c:v>0.96749309999999999</c:v>
                </c:pt>
                <c:pt idx="179">
                  <c:v>1.0013920000000001</c:v>
                </c:pt>
                <c:pt idx="180">
                  <c:v>0.98494530000000002</c:v>
                </c:pt>
                <c:pt idx="181">
                  <c:v>1.0165599999999999</c:v>
                </c:pt>
                <c:pt idx="182">
                  <c:v>0.97656580000000004</c:v>
                </c:pt>
                <c:pt idx="183">
                  <c:v>0.98974669999999998</c:v>
                </c:pt>
                <c:pt idx="184">
                  <c:v>1.0065710000000001</c:v>
                </c:pt>
                <c:pt idx="185">
                  <c:v>1.0284960000000001</c:v>
                </c:pt>
                <c:pt idx="186">
                  <c:v>0.99373540000000005</c:v>
                </c:pt>
                <c:pt idx="187">
                  <c:v>1.0140610000000001</c:v>
                </c:pt>
                <c:pt idx="188">
                  <c:v>1.064446</c:v>
                </c:pt>
                <c:pt idx="189">
                  <c:v>0.99395849999999997</c:v>
                </c:pt>
                <c:pt idx="190">
                  <c:v>1.084141</c:v>
                </c:pt>
                <c:pt idx="191">
                  <c:v>1.0395810000000001</c:v>
                </c:pt>
                <c:pt idx="192">
                  <c:v>1.003573</c:v>
                </c:pt>
                <c:pt idx="193">
                  <c:v>1.0244180000000001</c:v>
                </c:pt>
                <c:pt idx="194">
                  <c:v>1.022904</c:v>
                </c:pt>
                <c:pt idx="195">
                  <c:v>0.99935759999999996</c:v>
                </c:pt>
                <c:pt idx="196">
                  <c:v>0.99204890000000001</c:v>
                </c:pt>
                <c:pt idx="197">
                  <c:v>1.001187</c:v>
                </c:pt>
                <c:pt idx="198">
                  <c:v>1.0248999999999999</c:v>
                </c:pt>
                <c:pt idx="199">
                  <c:v>0.96728409999999998</c:v>
                </c:pt>
                <c:pt idx="200">
                  <c:v>0.99819170000000002</c:v>
                </c:pt>
                <c:pt idx="201">
                  <c:v>0.96159419999999995</c:v>
                </c:pt>
                <c:pt idx="202">
                  <c:v>0.93890569999999995</c:v>
                </c:pt>
                <c:pt idx="203">
                  <c:v>0.98805639999999995</c:v>
                </c:pt>
                <c:pt idx="204">
                  <c:v>0.97389700000000001</c:v>
                </c:pt>
                <c:pt idx="205">
                  <c:v>0.96960679999999999</c:v>
                </c:pt>
                <c:pt idx="206">
                  <c:v>0.97044629999999998</c:v>
                </c:pt>
                <c:pt idx="207">
                  <c:v>0.96649640000000003</c:v>
                </c:pt>
                <c:pt idx="208">
                  <c:v>1.008786</c:v>
                </c:pt>
                <c:pt idx="209">
                  <c:v>0.97384269999999995</c:v>
                </c:pt>
                <c:pt idx="210">
                  <c:v>0.97872510000000001</c:v>
                </c:pt>
                <c:pt idx="211">
                  <c:v>0.99075500000000005</c:v>
                </c:pt>
                <c:pt idx="212">
                  <c:v>0.96223530000000002</c:v>
                </c:pt>
                <c:pt idx="213">
                  <c:v>0.98393699999999995</c:v>
                </c:pt>
                <c:pt idx="214">
                  <c:v>0.98926230000000004</c:v>
                </c:pt>
                <c:pt idx="215">
                  <c:v>1.009063</c:v>
                </c:pt>
                <c:pt idx="216">
                  <c:v>0.99688770000000004</c:v>
                </c:pt>
                <c:pt idx="217">
                  <c:v>1.0127299999999999</c:v>
                </c:pt>
                <c:pt idx="218">
                  <c:v>1.0020800000000001</c:v>
                </c:pt>
                <c:pt idx="219">
                  <c:v>1.004826</c:v>
                </c:pt>
                <c:pt idx="220">
                  <c:v>1.001617</c:v>
                </c:pt>
                <c:pt idx="221">
                  <c:v>1.002022</c:v>
                </c:pt>
                <c:pt idx="222">
                  <c:v>1.031725</c:v>
                </c:pt>
                <c:pt idx="223">
                  <c:v>0.99888659999999996</c:v>
                </c:pt>
                <c:pt idx="224">
                  <c:v>1.0261260000000001</c:v>
                </c:pt>
                <c:pt idx="225">
                  <c:v>1.0336209999999999</c:v>
                </c:pt>
                <c:pt idx="226">
                  <c:v>1.010507</c:v>
                </c:pt>
                <c:pt idx="227">
                  <c:v>1.020289</c:v>
                </c:pt>
                <c:pt idx="228">
                  <c:v>1.01946</c:v>
                </c:pt>
                <c:pt idx="229">
                  <c:v>0.99591890000000005</c:v>
                </c:pt>
                <c:pt idx="230">
                  <c:v>1.02233</c:v>
                </c:pt>
                <c:pt idx="231">
                  <c:v>1.0203770000000001</c:v>
                </c:pt>
                <c:pt idx="232">
                  <c:v>1.0008349999999999</c:v>
                </c:pt>
                <c:pt idx="233">
                  <c:v>1.002013</c:v>
                </c:pt>
                <c:pt idx="234">
                  <c:v>1.0172110000000001</c:v>
                </c:pt>
                <c:pt idx="235">
                  <c:v>1.0448489999999999</c:v>
                </c:pt>
                <c:pt idx="236">
                  <c:v>1.008856</c:v>
                </c:pt>
                <c:pt idx="237">
                  <c:v>0.99269169999999995</c:v>
                </c:pt>
                <c:pt idx="238">
                  <c:v>0.99371359999999997</c:v>
                </c:pt>
                <c:pt idx="239">
                  <c:v>0.98568670000000003</c:v>
                </c:pt>
                <c:pt idx="240">
                  <c:v>0.99302140000000005</c:v>
                </c:pt>
                <c:pt idx="241">
                  <c:v>0.98087259999999998</c:v>
                </c:pt>
                <c:pt idx="242">
                  <c:v>1.044646</c:v>
                </c:pt>
                <c:pt idx="243">
                  <c:v>0.98936959999999996</c:v>
                </c:pt>
                <c:pt idx="244">
                  <c:v>0.98221840000000005</c:v>
                </c:pt>
                <c:pt idx="245">
                  <c:v>0.98393980000000003</c:v>
                </c:pt>
                <c:pt idx="246">
                  <c:v>1.0115320000000001</c:v>
                </c:pt>
                <c:pt idx="247">
                  <c:v>0.98387769999999997</c:v>
                </c:pt>
                <c:pt idx="248">
                  <c:v>0.98830899999999999</c:v>
                </c:pt>
                <c:pt idx="249">
                  <c:v>0.99351100000000003</c:v>
                </c:pt>
                <c:pt idx="250">
                  <c:v>0.94945900000000005</c:v>
                </c:pt>
                <c:pt idx="251">
                  <c:v>0.98016590000000003</c:v>
                </c:pt>
                <c:pt idx="252">
                  <c:v>1.0269779999999999</c:v>
                </c:pt>
                <c:pt idx="253">
                  <c:v>0.99396300000000004</c:v>
                </c:pt>
                <c:pt idx="254">
                  <c:v>0.98786039999999997</c:v>
                </c:pt>
                <c:pt idx="255">
                  <c:v>1.0153270000000001</c:v>
                </c:pt>
                <c:pt idx="256">
                  <c:v>1.023134</c:v>
                </c:pt>
                <c:pt idx="257">
                  <c:v>1.0053829999999999</c:v>
                </c:pt>
                <c:pt idx="258">
                  <c:v>0.97669399999999995</c:v>
                </c:pt>
                <c:pt idx="259">
                  <c:v>1.003493</c:v>
                </c:pt>
                <c:pt idx="260">
                  <c:v>1.026049</c:v>
                </c:pt>
                <c:pt idx="261">
                  <c:v>1.0377019999999999</c:v>
                </c:pt>
                <c:pt idx="262">
                  <c:v>1.024896</c:v>
                </c:pt>
                <c:pt idx="263">
                  <c:v>1.0245820000000001</c:v>
                </c:pt>
                <c:pt idx="264">
                  <c:v>1.0104550000000001</c:v>
                </c:pt>
                <c:pt idx="265">
                  <c:v>1.004993</c:v>
                </c:pt>
                <c:pt idx="266">
                  <c:v>1.04741</c:v>
                </c:pt>
                <c:pt idx="267">
                  <c:v>0.98663080000000003</c:v>
                </c:pt>
                <c:pt idx="268">
                  <c:v>1.005695</c:v>
                </c:pt>
                <c:pt idx="269">
                  <c:v>1.0020009999999999</c:v>
                </c:pt>
                <c:pt idx="270">
                  <c:v>1.000748</c:v>
                </c:pt>
                <c:pt idx="271">
                  <c:v>1.0026200000000001</c:v>
                </c:pt>
                <c:pt idx="272">
                  <c:v>0.99602020000000002</c:v>
                </c:pt>
                <c:pt idx="273">
                  <c:v>1.0190999999999999</c:v>
                </c:pt>
                <c:pt idx="274">
                  <c:v>1.032621</c:v>
                </c:pt>
                <c:pt idx="275">
                  <c:v>1.011725</c:v>
                </c:pt>
                <c:pt idx="276">
                  <c:v>0.99323490000000003</c:v>
                </c:pt>
                <c:pt idx="277">
                  <c:v>0.99404329999999996</c:v>
                </c:pt>
                <c:pt idx="278">
                  <c:v>0.99516490000000002</c:v>
                </c:pt>
                <c:pt idx="279">
                  <c:v>1.013989</c:v>
                </c:pt>
                <c:pt idx="280">
                  <c:v>0.98778549999999998</c:v>
                </c:pt>
                <c:pt idx="281">
                  <c:v>0.98799510000000001</c:v>
                </c:pt>
                <c:pt idx="282">
                  <c:v>0.97114860000000003</c:v>
                </c:pt>
                <c:pt idx="283">
                  <c:v>0.96482880000000004</c:v>
                </c:pt>
                <c:pt idx="284">
                  <c:v>0.97939399999999999</c:v>
                </c:pt>
                <c:pt idx="285">
                  <c:v>0.97905960000000003</c:v>
                </c:pt>
                <c:pt idx="286">
                  <c:v>1.001555</c:v>
                </c:pt>
                <c:pt idx="287">
                  <c:v>0.97553880000000004</c:v>
                </c:pt>
                <c:pt idx="288">
                  <c:v>0.98953720000000001</c:v>
                </c:pt>
                <c:pt idx="289">
                  <c:v>0.99650870000000003</c:v>
                </c:pt>
                <c:pt idx="290">
                  <c:v>0.97453259999999997</c:v>
                </c:pt>
                <c:pt idx="291">
                  <c:v>1.000659</c:v>
                </c:pt>
                <c:pt idx="292">
                  <c:v>1.010362</c:v>
                </c:pt>
                <c:pt idx="293">
                  <c:v>1.0216460000000001</c:v>
                </c:pt>
                <c:pt idx="294">
                  <c:v>1.013164</c:v>
                </c:pt>
                <c:pt idx="295">
                  <c:v>1.0072639999999999</c:v>
                </c:pt>
                <c:pt idx="296">
                  <c:v>1.0037389999999999</c:v>
                </c:pt>
                <c:pt idx="297">
                  <c:v>1.02389</c:v>
                </c:pt>
                <c:pt idx="298">
                  <c:v>0.98135550000000005</c:v>
                </c:pt>
                <c:pt idx="299">
                  <c:v>1.0152840000000001</c:v>
                </c:pt>
                <c:pt idx="300">
                  <c:v>1.017882</c:v>
                </c:pt>
                <c:pt idx="301">
                  <c:v>1.015339</c:v>
                </c:pt>
                <c:pt idx="302">
                  <c:v>1.0267710000000001</c:v>
                </c:pt>
                <c:pt idx="303">
                  <c:v>1.019142</c:v>
                </c:pt>
                <c:pt idx="304">
                  <c:v>0.99179819999999996</c:v>
                </c:pt>
                <c:pt idx="305">
                  <c:v>0.99712429999999996</c:v>
                </c:pt>
                <c:pt idx="306">
                  <c:v>0.98557419999999996</c:v>
                </c:pt>
                <c:pt idx="307">
                  <c:v>1.001325</c:v>
                </c:pt>
                <c:pt idx="308">
                  <c:v>1.009852</c:v>
                </c:pt>
                <c:pt idx="309">
                  <c:v>1.003347</c:v>
                </c:pt>
                <c:pt idx="310">
                  <c:v>1.0033920000000001</c:v>
                </c:pt>
                <c:pt idx="311">
                  <c:v>1.0106999999999999</c:v>
                </c:pt>
                <c:pt idx="312">
                  <c:v>1.0120480000000001</c:v>
                </c:pt>
                <c:pt idx="313">
                  <c:v>0.9776705</c:v>
                </c:pt>
                <c:pt idx="314">
                  <c:v>0.97133539999999996</c:v>
                </c:pt>
                <c:pt idx="315">
                  <c:v>0.98855230000000005</c:v>
                </c:pt>
                <c:pt idx="316">
                  <c:v>0.98259669999999999</c:v>
                </c:pt>
                <c:pt idx="317">
                  <c:v>0.97858440000000002</c:v>
                </c:pt>
                <c:pt idx="318">
                  <c:v>0.99055159999999998</c:v>
                </c:pt>
                <c:pt idx="319">
                  <c:v>0.97398189999999996</c:v>
                </c:pt>
                <c:pt idx="320">
                  <c:v>0.98459980000000002</c:v>
                </c:pt>
                <c:pt idx="321">
                  <c:v>0.98086139999999999</c:v>
                </c:pt>
                <c:pt idx="322">
                  <c:v>0.98813110000000004</c:v>
                </c:pt>
                <c:pt idx="323">
                  <c:v>0.98658809999999997</c:v>
                </c:pt>
                <c:pt idx="324">
                  <c:v>0.98272110000000001</c:v>
                </c:pt>
                <c:pt idx="325">
                  <c:v>0.99826040000000005</c:v>
                </c:pt>
                <c:pt idx="326">
                  <c:v>1.00122</c:v>
                </c:pt>
                <c:pt idx="327">
                  <c:v>1.0143930000000001</c:v>
                </c:pt>
                <c:pt idx="328">
                  <c:v>0.985178</c:v>
                </c:pt>
                <c:pt idx="329">
                  <c:v>1.000631</c:v>
                </c:pt>
                <c:pt idx="330">
                  <c:v>1.000445</c:v>
                </c:pt>
                <c:pt idx="331">
                  <c:v>0.98588989999999999</c:v>
                </c:pt>
                <c:pt idx="332">
                  <c:v>1.0249919999999999</c:v>
                </c:pt>
                <c:pt idx="333">
                  <c:v>1.0093270000000001</c:v>
                </c:pt>
                <c:pt idx="334">
                  <c:v>0.99942169999999997</c:v>
                </c:pt>
                <c:pt idx="335">
                  <c:v>1.021749</c:v>
                </c:pt>
                <c:pt idx="336">
                  <c:v>1.0060880000000001</c:v>
                </c:pt>
                <c:pt idx="337">
                  <c:v>0.99847209999999997</c:v>
                </c:pt>
                <c:pt idx="338">
                  <c:v>0.9879618</c:v>
                </c:pt>
                <c:pt idx="339">
                  <c:v>1.0102370000000001</c:v>
                </c:pt>
                <c:pt idx="340">
                  <c:v>1.0047900000000001</c:v>
                </c:pt>
                <c:pt idx="341">
                  <c:v>1.0034700000000001</c:v>
                </c:pt>
                <c:pt idx="342">
                  <c:v>1.0096830000000001</c:v>
                </c:pt>
                <c:pt idx="343">
                  <c:v>1.0050889999999999</c:v>
                </c:pt>
                <c:pt idx="344">
                  <c:v>0.99652130000000005</c:v>
                </c:pt>
                <c:pt idx="345">
                  <c:v>1.017655</c:v>
                </c:pt>
                <c:pt idx="346">
                  <c:v>0.99310889999999996</c:v>
                </c:pt>
                <c:pt idx="347">
                  <c:v>0.9994594</c:v>
                </c:pt>
                <c:pt idx="348">
                  <c:v>0.99049290000000001</c:v>
                </c:pt>
                <c:pt idx="349">
                  <c:v>0.99096430000000002</c:v>
                </c:pt>
                <c:pt idx="350">
                  <c:v>1.0041450000000001</c:v>
                </c:pt>
                <c:pt idx="351">
                  <c:v>1.0140769999999999</c:v>
                </c:pt>
                <c:pt idx="352">
                  <c:v>1.002977</c:v>
                </c:pt>
                <c:pt idx="353">
                  <c:v>0.99274770000000001</c:v>
                </c:pt>
                <c:pt idx="354">
                  <c:v>0.99560360000000003</c:v>
                </c:pt>
                <c:pt idx="355">
                  <c:v>0.97979519999999998</c:v>
                </c:pt>
                <c:pt idx="356">
                  <c:v>1.004704</c:v>
                </c:pt>
                <c:pt idx="357">
                  <c:v>0.98111559999999998</c:v>
                </c:pt>
                <c:pt idx="358">
                  <c:v>0.99332929999999997</c:v>
                </c:pt>
                <c:pt idx="359">
                  <c:v>0.98750280000000001</c:v>
                </c:pt>
                <c:pt idx="360">
                  <c:v>0.99020220000000003</c:v>
                </c:pt>
                <c:pt idx="361">
                  <c:v>0.98265760000000002</c:v>
                </c:pt>
                <c:pt idx="362">
                  <c:v>1.0142009999999999</c:v>
                </c:pt>
                <c:pt idx="363">
                  <c:v>0.99299000000000004</c:v>
                </c:pt>
                <c:pt idx="364">
                  <c:v>1.003833</c:v>
                </c:pt>
                <c:pt idx="365">
                  <c:v>1.004667</c:v>
                </c:pt>
                <c:pt idx="366">
                  <c:v>0.99545340000000004</c:v>
                </c:pt>
                <c:pt idx="367">
                  <c:v>0.9990135</c:v>
                </c:pt>
                <c:pt idx="368">
                  <c:v>1.002721</c:v>
                </c:pt>
                <c:pt idx="369">
                  <c:v>1.017531</c:v>
                </c:pt>
                <c:pt idx="370">
                  <c:v>1.007396</c:v>
                </c:pt>
                <c:pt idx="371">
                  <c:v>1.0083930000000001</c:v>
                </c:pt>
                <c:pt idx="372">
                  <c:v>0.99211289999999996</c:v>
                </c:pt>
                <c:pt idx="373">
                  <c:v>1.00573</c:v>
                </c:pt>
                <c:pt idx="374">
                  <c:v>0.98456509999999997</c:v>
                </c:pt>
                <c:pt idx="375">
                  <c:v>1.000075</c:v>
                </c:pt>
                <c:pt idx="376">
                  <c:v>1.0089779999999999</c:v>
                </c:pt>
                <c:pt idx="377">
                  <c:v>1.0088969999999999</c:v>
                </c:pt>
                <c:pt idx="378">
                  <c:v>1.0003519999999999</c:v>
                </c:pt>
                <c:pt idx="379">
                  <c:v>0.98914340000000001</c:v>
                </c:pt>
                <c:pt idx="380">
                  <c:v>0.99025269999999999</c:v>
                </c:pt>
                <c:pt idx="381">
                  <c:v>1.0239549999999999</c:v>
                </c:pt>
                <c:pt idx="382">
                  <c:v>1.000299</c:v>
                </c:pt>
                <c:pt idx="383">
                  <c:v>0.98945369999999999</c:v>
                </c:pt>
                <c:pt idx="384">
                  <c:v>0.99471750000000003</c:v>
                </c:pt>
                <c:pt idx="385">
                  <c:v>1.0044900000000001</c:v>
                </c:pt>
                <c:pt idx="386">
                  <c:v>0.99411519999999998</c:v>
                </c:pt>
                <c:pt idx="387">
                  <c:v>0.99841919999999995</c:v>
                </c:pt>
                <c:pt idx="388">
                  <c:v>0.981576</c:v>
                </c:pt>
                <c:pt idx="389">
                  <c:v>1.004793</c:v>
                </c:pt>
                <c:pt idx="390">
                  <c:v>0.98913390000000001</c:v>
                </c:pt>
                <c:pt idx="391">
                  <c:v>0.992614</c:v>
                </c:pt>
                <c:pt idx="392">
                  <c:v>0.99242560000000002</c:v>
                </c:pt>
                <c:pt idx="393">
                  <c:v>0.98704289999999995</c:v>
                </c:pt>
                <c:pt idx="394">
                  <c:v>0.99490080000000003</c:v>
                </c:pt>
                <c:pt idx="395">
                  <c:v>1.0013620000000001</c:v>
                </c:pt>
                <c:pt idx="396">
                  <c:v>0.99078599999999994</c:v>
                </c:pt>
                <c:pt idx="397">
                  <c:v>0.99760870000000001</c:v>
                </c:pt>
                <c:pt idx="398">
                  <c:v>0.99141509999999999</c:v>
                </c:pt>
                <c:pt idx="399">
                  <c:v>0.97862229999999995</c:v>
                </c:pt>
                <c:pt idx="400">
                  <c:v>0.99376350000000002</c:v>
                </c:pt>
                <c:pt idx="401">
                  <c:v>1.00275</c:v>
                </c:pt>
                <c:pt idx="402">
                  <c:v>0.98938269999999995</c:v>
                </c:pt>
                <c:pt idx="403">
                  <c:v>1.0014529999999999</c:v>
                </c:pt>
                <c:pt idx="404">
                  <c:v>0.99809369999999997</c:v>
                </c:pt>
                <c:pt idx="405">
                  <c:v>0.9995539</c:v>
                </c:pt>
                <c:pt idx="406">
                  <c:v>1.0054339999999999</c:v>
                </c:pt>
                <c:pt idx="407">
                  <c:v>1.00346</c:v>
                </c:pt>
                <c:pt idx="408">
                  <c:v>1.0019020000000001</c:v>
                </c:pt>
                <c:pt idx="409">
                  <c:v>0.99799439999999995</c:v>
                </c:pt>
                <c:pt idx="410">
                  <c:v>0.99984499999999998</c:v>
                </c:pt>
                <c:pt idx="411">
                  <c:v>1.0106649999999999</c:v>
                </c:pt>
                <c:pt idx="412">
                  <c:v>1.009854</c:v>
                </c:pt>
                <c:pt idx="413">
                  <c:v>1.0037879999999999</c:v>
                </c:pt>
                <c:pt idx="414">
                  <c:v>1.0151110000000001</c:v>
                </c:pt>
                <c:pt idx="415">
                  <c:v>1.0010939999999999</c:v>
                </c:pt>
                <c:pt idx="416">
                  <c:v>1.0082990000000001</c:v>
                </c:pt>
                <c:pt idx="417">
                  <c:v>0.99458159999999995</c:v>
                </c:pt>
                <c:pt idx="418">
                  <c:v>1.0006379999999999</c:v>
                </c:pt>
                <c:pt idx="419">
                  <c:v>0.98922969999999999</c:v>
                </c:pt>
                <c:pt idx="420">
                  <c:v>1.0053879999999999</c:v>
                </c:pt>
                <c:pt idx="421">
                  <c:v>0.99748919999999996</c:v>
                </c:pt>
                <c:pt idx="422">
                  <c:v>1.00101</c:v>
                </c:pt>
                <c:pt idx="423">
                  <c:v>0.97725300000000004</c:v>
                </c:pt>
                <c:pt idx="424">
                  <c:v>1.006335</c:v>
                </c:pt>
                <c:pt idx="425">
                  <c:v>0.99402559999999995</c:v>
                </c:pt>
                <c:pt idx="426">
                  <c:v>0.99730399999999997</c:v>
                </c:pt>
                <c:pt idx="427">
                  <c:v>0.98535289999999998</c:v>
                </c:pt>
                <c:pt idx="428">
                  <c:v>0.98232079999999999</c:v>
                </c:pt>
                <c:pt idx="429">
                  <c:v>1.005269</c:v>
                </c:pt>
                <c:pt idx="430">
                  <c:v>0.98130119999999998</c:v>
                </c:pt>
                <c:pt idx="431">
                  <c:v>0.99846760000000001</c:v>
                </c:pt>
                <c:pt idx="432">
                  <c:v>0.99146069999999997</c:v>
                </c:pt>
                <c:pt idx="433">
                  <c:v>0.99095169999999999</c:v>
                </c:pt>
                <c:pt idx="434">
                  <c:v>0.99418490000000004</c:v>
                </c:pt>
                <c:pt idx="435">
                  <c:v>0.99529730000000005</c:v>
                </c:pt>
                <c:pt idx="436">
                  <c:v>0.98317739999999998</c:v>
                </c:pt>
                <c:pt idx="437">
                  <c:v>0.9989536</c:v>
                </c:pt>
                <c:pt idx="438">
                  <c:v>1.0058720000000001</c:v>
                </c:pt>
                <c:pt idx="439">
                  <c:v>1.0006010000000001</c:v>
                </c:pt>
                <c:pt idx="440">
                  <c:v>0.99403419999999998</c:v>
                </c:pt>
                <c:pt idx="441">
                  <c:v>0.99205449999999995</c:v>
                </c:pt>
                <c:pt idx="442">
                  <c:v>1.001271</c:v>
                </c:pt>
                <c:pt idx="443">
                  <c:v>1.0019549999999999</c:v>
                </c:pt>
                <c:pt idx="444">
                  <c:v>1.004481</c:v>
                </c:pt>
                <c:pt idx="445">
                  <c:v>0.99113739999999995</c:v>
                </c:pt>
                <c:pt idx="446">
                  <c:v>1.004864</c:v>
                </c:pt>
                <c:pt idx="447">
                  <c:v>1.0022850000000001</c:v>
                </c:pt>
                <c:pt idx="448">
                  <c:v>1.011153</c:v>
                </c:pt>
                <c:pt idx="449">
                  <c:v>1.0088189999999999</c:v>
                </c:pt>
                <c:pt idx="450">
                  <c:v>1.003881</c:v>
                </c:pt>
                <c:pt idx="451">
                  <c:v>1.0035829999999999</c:v>
                </c:pt>
                <c:pt idx="452">
                  <c:v>1.000154</c:v>
                </c:pt>
                <c:pt idx="453">
                  <c:v>1.0133529999999999</c:v>
                </c:pt>
                <c:pt idx="454">
                  <c:v>1.017863</c:v>
                </c:pt>
                <c:pt idx="455">
                  <c:v>0.99989220000000001</c:v>
                </c:pt>
                <c:pt idx="456">
                  <c:v>1.008124</c:v>
                </c:pt>
                <c:pt idx="457">
                  <c:v>0.99475440000000004</c:v>
                </c:pt>
                <c:pt idx="458">
                  <c:v>1.005055</c:v>
                </c:pt>
                <c:pt idx="459">
                  <c:v>0.99127940000000003</c:v>
                </c:pt>
                <c:pt idx="460">
                  <c:v>0.99654529999999997</c:v>
                </c:pt>
                <c:pt idx="461">
                  <c:v>0.99958400000000003</c:v>
                </c:pt>
                <c:pt idx="462">
                  <c:v>1.0100309999999999</c:v>
                </c:pt>
                <c:pt idx="463">
                  <c:v>1.0021340000000001</c:v>
                </c:pt>
                <c:pt idx="464">
                  <c:v>0.99082760000000003</c:v>
                </c:pt>
                <c:pt idx="465">
                  <c:v>1.0080579999999999</c:v>
                </c:pt>
                <c:pt idx="466">
                  <c:v>0.99580400000000002</c:v>
                </c:pt>
                <c:pt idx="467">
                  <c:v>0.98987170000000002</c:v>
                </c:pt>
                <c:pt idx="468">
                  <c:v>0.99334330000000004</c:v>
                </c:pt>
                <c:pt idx="469">
                  <c:v>0.99362779999999995</c:v>
                </c:pt>
                <c:pt idx="470">
                  <c:v>0.98892119999999994</c:v>
                </c:pt>
                <c:pt idx="471">
                  <c:v>0.9961217</c:v>
                </c:pt>
                <c:pt idx="472">
                  <c:v>0.99002440000000003</c:v>
                </c:pt>
                <c:pt idx="473">
                  <c:v>0.98651929999999999</c:v>
                </c:pt>
                <c:pt idx="474">
                  <c:v>0.99439869999999997</c:v>
                </c:pt>
                <c:pt idx="475">
                  <c:v>1.0036480000000001</c:v>
                </c:pt>
                <c:pt idx="476">
                  <c:v>0.99812529999999999</c:v>
                </c:pt>
                <c:pt idx="477">
                  <c:v>1.003981</c:v>
                </c:pt>
                <c:pt idx="478">
                  <c:v>1.005976</c:v>
                </c:pt>
                <c:pt idx="479">
                  <c:v>1.002972</c:v>
                </c:pt>
                <c:pt idx="480">
                  <c:v>1.0136019999999999</c:v>
                </c:pt>
                <c:pt idx="481">
                  <c:v>0.99901010000000001</c:v>
                </c:pt>
                <c:pt idx="482">
                  <c:v>1.006453</c:v>
                </c:pt>
                <c:pt idx="483">
                  <c:v>0.98687020000000003</c:v>
                </c:pt>
                <c:pt idx="484">
                  <c:v>1.0093589999999999</c:v>
                </c:pt>
                <c:pt idx="485">
                  <c:v>1.021204</c:v>
                </c:pt>
                <c:pt idx="486">
                  <c:v>1.0102869999999999</c:v>
                </c:pt>
                <c:pt idx="487">
                  <c:v>1.0151410000000001</c:v>
                </c:pt>
                <c:pt idx="488">
                  <c:v>0.99907360000000001</c:v>
                </c:pt>
                <c:pt idx="489">
                  <c:v>1.0077799999999999</c:v>
                </c:pt>
                <c:pt idx="490">
                  <c:v>1.0042450000000001</c:v>
                </c:pt>
                <c:pt idx="491">
                  <c:v>0.98872979999999999</c:v>
                </c:pt>
                <c:pt idx="492">
                  <c:v>0.98707959999999995</c:v>
                </c:pt>
                <c:pt idx="493">
                  <c:v>1.0085710000000001</c:v>
                </c:pt>
                <c:pt idx="494">
                  <c:v>0.99587300000000001</c:v>
                </c:pt>
                <c:pt idx="495">
                  <c:v>1.005887</c:v>
                </c:pt>
                <c:pt idx="496">
                  <c:v>1.0034989999999999</c:v>
                </c:pt>
                <c:pt idx="497">
                  <c:v>1.003268</c:v>
                </c:pt>
                <c:pt idx="498">
                  <c:v>0.99596430000000002</c:v>
                </c:pt>
                <c:pt idx="499">
                  <c:v>0.99651230000000002</c:v>
                </c:pt>
                <c:pt idx="500">
                  <c:v>0.99905849999999996</c:v>
                </c:pt>
                <c:pt idx="501">
                  <c:v>0.99616450000000001</c:v>
                </c:pt>
                <c:pt idx="502">
                  <c:v>0.98697880000000004</c:v>
                </c:pt>
                <c:pt idx="503">
                  <c:v>1.000891</c:v>
                </c:pt>
                <c:pt idx="504">
                  <c:v>1.000621</c:v>
                </c:pt>
                <c:pt idx="505">
                  <c:v>0.99544500000000002</c:v>
                </c:pt>
                <c:pt idx="506">
                  <c:v>0.98796729999999999</c:v>
                </c:pt>
                <c:pt idx="507">
                  <c:v>0.98112200000000005</c:v>
                </c:pt>
                <c:pt idx="508">
                  <c:v>0.99558959999999996</c:v>
                </c:pt>
                <c:pt idx="509">
                  <c:v>1.0041679999999999</c:v>
                </c:pt>
                <c:pt idx="510">
                  <c:v>0.99172879999999997</c:v>
                </c:pt>
                <c:pt idx="511">
                  <c:v>1.005131</c:v>
                </c:pt>
                <c:pt idx="512">
                  <c:v>0.99738130000000003</c:v>
                </c:pt>
                <c:pt idx="513">
                  <c:v>1.0105390000000001</c:v>
                </c:pt>
                <c:pt idx="514">
                  <c:v>1.0042530000000001</c:v>
                </c:pt>
                <c:pt idx="515">
                  <c:v>1.0112749999999999</c:v>
                </c:pt>
                <c:pt idx="516">
                  <c:v>1.008948</c:v>
                </c:pt>
              </c:numCache>
            </c:numRef>
          </c:yVal>
          <c:smooth val="1"/>
          <c:extLst>
            <c:ext xmlns:c16="http://schemas.microsoft.com/office/drawing/2014/chart" uri="{C3380CC4-5D6E-409C-BE32-E72D297353CC}">
              <c16:uniqueId val="{00000009-AEC3-4920-9F18-79397C998F93}"/>
            </c:ext>
          </c:extLst>
        </c:ser>
        <c:dLbls>
          <c:showLegendKey val="0"/>
          <c:showVal val="0"/>
          <c:showCatName val="0"/>
          <c:showSerName val="0"/>
          <c:showPercent val="0"/>
          <c:showBubbleSize val="0"/>
        </c:dLbls>
        <c:axId val="192236096"/>
        <c:axId val="192239936"/>
      </c:scatterChart>
      <c:valAx>
        <c:axId val="192236096"/>
        <c:scaling>
          <c:orientation val="minMax"/>
          <c:max val="4"/>
          <c:min val="2"/>
        </c:scaling>
        <c:delete val="0"/>
        <c:axPos val="b"/>
        <c:majorGridlines>
          <c:spPr>
            <a:ln w="9525" cap="flat" cmpd="sng" algn="ctr">
              <a:noFill/>
              <a:round/>
            </a:ln>
            <a:effectLst/>
          </c:spPr>
        </c:majorGridlines>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ltLang="ja-JP" sz="1000" b="0" i="0" u="none" strike="noStrike" kern="1200" baseline="0" dirty="0">
                    <a:solidFill>
                      <a:srgbClr val="000000">
                        <a:lumMod val="65000"/>
                        <a:lumOff val="35000"/>
                      </a:srgbClr>
                    </a:solidFill>
                  </a:rPr>
                  <a:t>r[</a:t>
                </a:r>
                <a:r>
                  <a:rPr lang="en-US" altLang="ja-JP" sz="1000" b="0" i="0" u="none" strike="noStrike" kern="1200" baseline="0" dirty="0">
                    <a:solidFill>
                      <a:srgbClr val="000000">
                        <a:lumMod val="65000"/>
                        <a:lumOff val="35000"/>
                      </a:srgbClr>
                    </a:solidFill>
                    <a:latin typeface="Yu Gothic UI" panose="020B0500000000000000" pitchFamily="50" charset="-128"/>
                    <a:ea typeface="Yu Gothic UI" panose="020B0500000000000000" pitchFamily="50" charset="-128"/>
                  </a:rPr>
                  <a:t>Å</a:t>
                </a:r>
                <a:r>
                  <a:rPr lang="en-US" altLang="ja-JP" sz="1000" b="0" i="0" u="none" strike="noStrike" kern="1200" baseline="0" dirty="0">
                    <a:solidFill>
                      <a:srgbClr val="000000">
                        <a:lumMod val="65000"/>
                        <a:lumOff val="35000"/>
                      </a:srgbClr>
                    </a:solidFill>
                  </a:rPr>
                  <a:t>]</a:t>
                </a:r>
                <a:endParaRPr lang="ja-JP" altLang="en-US" sz="1000" b="0" i="0" u="none" strike="noStrike" kern="1200" baseline="0" dirty="0">
                  <a:solidFill>
                    <a:srgbClr val="000000">
                      <a:lumMod val="65000"/>
                      <a:lumOff val="35000"/>
                    </a:srgbClr>
                  </a:solidFill>
                </a:endParaRPr>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ja-JP" altLang="en-US"/>
            </a:p>
          </c:txPr>
        </c:title>
        <c:numFmt formatCode="General" sourceLinked="0"/>
        <c:majorTickMark val="none"/>
        <c:minorTickMark val="none"/>
        <c:tickLblPos val="low"/>
        <c:spPr>
          <a:noFill/>
          <a:ln w="9525" cap="flat" cmpd="sng" algn="ctr">
            <a:no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ja-JP"/>
          </a:p>
        </c:txPr>
        <c:crossAx val="192239936"/>
        <c:crosses val="autoZero"/>
        <c:crossBetween val="midCat"/>
      </c:valAx>
      <c:valAx>
        <c:axId val="192239936"/>
        <c:scaling>
          <c:orientation val="minMax"/>
          <c:max val="8"/>
          <c:min val="-0.5"/>
        </c:scaling>
        <c:delete val="0"/>
        <c:axPos val="l"/>
        <c:majorGridlines>
          <c:spPr>
            <a:ln w="9525" cap="flat" cmpd="sng" algn="ctr">
              <a:no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ltLang="ja-JP" sz="1000" b="0" i="0" u="none" strike="noStrike" kern="1200" baseline="0" dirty="0">
                    <a:solidFill>
                      <a:srgbClr val="000000">
                        <a:lumMod val="65000"/>
                        <a:lumOff val="35000"/>
                      </a:srgbClr>
                    </a:solidFill>
                  </a:rPr>
                  <a:t>g(r)</a:t>
                </a:r>
                <a:endParaRPr lang="ja-JP" altLang="en-US" sz="1000" b="0" i="0" u="none" strike="noStrike" kern="1200" baseline="0" dirty="0">
                  <a:solidFill>
                    <a:srgbClr val="000000">
                      <a:lumMod val="65000"/>
                      <a:lumOff val="35000"/>
                    </a:srgbClr>
                  </a:solidFill>
                </a:endParaRPr>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ja-JP" altLang="en-US"/>
            </a:p>
          </c:txPr>
        </c:title>
        <c:numFmt formatCode="General" sourceLinked="0"/>
        <c:majorTickMark val="none"/>
        <c:minorTickMark val="none"/>
        <c:tickLblPos val="low"/>
        <c:spPr>
          <a:noFill/>
          <a:ln w="9525" cap="flat" cmpd="sng" algn="ctr">
            <a:no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ja-JP"/>
          </a:p>
        </c:txPr>
        <c:crossAx val="192236096"/>
        <c:crosses val="autoZero"/>
        <c:crossBetween val="midCat"/>
      </c:valAx>
      <c:spPr>
        <a:noFill/>
        <a:ln>
          <a:solidFill>
            <a:schemeClr val="tx1"/>
          </a:solidFill>
        </a:ln>
        <a:effectLst/>
      </c:spPr>
    </c:plotArea>
    <c:legend>
      <c:legendPos val="b"/>
      <c:layout>
        <c:manualLayout>
          <c:xMode val="edge"/>
          <c:yMode val="edge"/>
          <c:x val="0.65751859996126194"/>
          <c:y val="6.4737717967501718E-2"/>
          <c:w val="0.22899479598723335"/>
          <c:h val="0.55339072658582134"/>
        </c:manualLayout>
      </c:layout>
      <c:overlay val="1"/>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ja-JP"/>
        </a:p>
      </c:txPr>
    </c:legend>
    <c:plotVisOnly val="1"/>
    <c:dispBlanksAs val="gap"/>
    <c:showDLblsOverMax val="0"/>
  </c:chart>
  <c:spPr>
    <a:noFill/>
    <a:ln>
      <a:noFill/>
    </a:ln>
    <a:effectLst/>
  </c:spPr>
  <c:txPr>
    <a:bodyPr/>
    <a:lstStyle/>
    <a:p>
      <a:pPr>
        <a:defRPr/>
      </a:pPr>
      <a:endParaRPr lang="ja-JP"/>
    </a:p>
  </c:txPr>
  <c:externalData r:id="rId4">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scatterChart>
        <c:scatterStyle val="smoothMarker"/>
        <c:varyColors val="0"/>
        <c:ser>
          <c:idx val="0"/>
          <c:order val="0"/>
          <c:tx>
            <c:strRef>
              <c:f>Sheet1!$C$1</c:f>
              <c:strCache>
                <c:ptCount val="1"/>
                <c:pt idx="0">
                  <c:v>Zr-Zr</c:v>
                </c:pt>
              </c:strCache>
            </c:strRef>
          </c:tx>
          <c:spPr>
            <a:ln w="19050" cap="rnd">
              <a:solidFill>
                <a:schemeClr val="accent1"/>
              </a:solidFill>
              <a:round/>
            </a:ln>
            <a:effectLst/>
          </c:spPr>
          <c:marker>
            <c:symbol val="none"/>
          </c:marker>
          <c:xVal>
            <c:numRef>
              <c:f>Sheet1!$B$2:$B$1550</c:f>
              <c:numCache>
                <c:formatCode>0.00E+00</c:formatCode>
                <c:ptCount val="517"/>
                <c:pt idx="0">
                  <c:v>0.06</c:v>
                </c:pt>
                <c:pt idx="1">
                  <c:v>0.12</c:v>
                </c:pt>
                <c:pt idx="2">
                  <c:v>0.18</c:v>
                </c:pt>
                <c:pt idx="3">
                  <c:v>0.24</c:v>
                </c:pt>
                <c:pt idx="4">
                  <c:v>0.3</c:v>
                </c:pt>
                <c:pt idx="5">
                  <c:v>0.36</c:v>
                </c:pt>
                <c:pt idx="6">
                  <c:v>0.42</c:v>
                </c:pt>
                <c:pt idx="7">
                  <c:v>0.48</c:v>
                </c:pt>
                <c:pt idx="8">
                  <c:v>0.54</c:v>
                </c:pt>
                <c:pt idx="9">
                  <c:v>0.6</c:v>
                </c:pt>
                <c:pt idx="10">
                  <c:v>0.66</c:v>
                </c:pt>
                <c:pt idx="11">
                  <c:v>0.72</c:v>
                </c:pt>
                <c:pt idx="12">
                  <c:v>0.78</c:v>
                </c:pt>
                <c:pt idx="13">
                  <c:v>0.84</c:v>
                </c:pt>
                <c:pt idx="14">
                  <c:v>0.9</c:v>
                </c:pt>
                <c:pt idx="15">
                  <c:v>0.96</c:v>
                </c:pt>
                <c:pt idx="16" formatCode="General">
                  <c:v>1.02</c:v>
                </c:pt>
                <c:pt idx="17" formatCode="General">
                  <c:v>1.08</c:v>
                </c:pt>
                <c:pt idx="18" formatCode="General">
                  <c:v>1.1399999999999999</c:v>
                </c:pt>
                <c:pt idx="19" formatCode="General">
                  <c:v>1.2</c:v>
                </c:pt>
                <c:pt idx="20" formatCode="General">
                  <c:v>1.26</c:v>
                </c:pt>
                <c:pt idx="21" formatCode="General">
                  <c:v>1.32</c:v>
                </c:pt>
                <c:pt idx="22" formatCode="General">
                  <c:v>1.38</c:v>
                </c:pt>
                <c:pt idx="23" formatCode="General">
                  <c:v>1.44</c:v>
                </c:pt>
                <c:pt idx="24" formatCode="General">
                  <c:v>1.5</c:v>
                </c:pt>
                <c:pt idx="25" formatCode="General">
                  <c:v>1.56</c:v>
                </c:pt>
                <c:pt idx="26" formatCode="General">
                  <c:v>1.62</c:v>
                </c:pt>
                <c:pt idx="27" formatCode="General">
                  <c:v>1.68</c:v>
                </c:pt>
                <c:pt idx="28" formatCode="General">
                  <c:v>1.74</c:v>
                </c:pt>
                <c:pt idx="29" formatCode="General">
                  <c:v>1.8</c:v>
                </c:pt>
                <c:pt idx="30" formatCode="General">
                  <c:v>1.86</c:v>
                </c:pt>
                <c:pt idx="31" formatCode="General">
                  <c:v>1.92</c:v>
                </c:pt>
                <c:pt idx="32" formatCode="General">
                  <c:v>1.98</c:v>
                </c:pt>
                <c:pt idx="33" formatCode="General">
                  <c:v>2.04</c:v>
                </c:pt>
                <c:pt idx="34" formatCode="General">
                  <c:v>2.1</c:v>
                </c:pt>
                <c:pt idx="35" formatCode="General">
                  <c:v>2.16</c:v>
                </c:pt>
                <c:pt idx="36" formatCode="General">
                  <c:v>2.2200000000000002</c:v>
                </c:pt>
                <c:pt idx="37" formatCode="General">
                  <c:v>2.2799999999999998</c:v>
                </c:pt>
                <c:pt idx="38" formatCode="General">
                  <c:v>2.34</c:v>
                </c:pt>
                <c:pt idx="39" formatCode="General">
                  <c:v>2.4</c:v>
                </c:pt>
                <c:pt idx="40" formatCode="General">
                  <c:v>2.46</c:v>
                </c:pt>
                <c:pt idx="41" formatCode="General">
                  <c:v>2.52</c:v>
                </c:pt>
                <c:pt idx="42" formatCode="General">
                  <c:v>2.58</c:v>
                </c:pt>
                <c:pt idx="43" formatCode="General">
                  <c:v>2.64</c:v>
                </c:pt>
                <c:pt idx="44" formatCode="General">
                  <c:v>2.7</c:v>
                </c:pt>
                <c:pt idx="45" formatCode="General">
                  <c:v>2.76</c:v>
                </c:pt>
                <c:pt idx="46" formatCode="General">
                  <c:v>2.82</c:v>
                </c:pt>
                <c:pt idx="47" formatCode="General">
                  <c:v>2.88</c:v>
                </c:pt>
                <c:pt idx="48" formatCode="General">
                  <c:v>2.94</c:v>
                </c:pt>
                <c:pt idx="49" formatCode="General">
                  <c:v>3</c:v>
                </c:pt>
                <c:pt idx="50" formatCode="General">
                  <c:v>3.06</c:v>
                </c:pt>
                <c:pt idx="51" formatCode="General">
                  <c:v>3.12</c:v>
                </c:pt>
                <c:pt idx="52" formatCode="General">
                  <c:v>3.18</c:v>
                </c:pt>
                <c:pt idx="53" formatCode="General">
                  <c:v>3.24</c:v>
                </c:pt>
                <c:pt idx="54" formatCode="General">
                  <c:v>3.3</c:v>
                </c:pt>
                <c:pt idx="55" formatCode="General">
                  <c:v>3.36</c:v>
                </c:pt>
                <c:pt idx="56" formatCode="General">
                  <c:v>3.42</c:v>
                </c:pt>
                <c:pt idx="57" formatCode="General">
                  <c:v>3.48</c:v>
                </c:pt>
                <c:pt idx="58" formatCode="General">
                  <c:v>3.54</c:v>
                </c:pt>
                <c:pt idx="59" formatCode="General">
                  <c:v>3.6</c:v>
                </c:pt>
                <c:pt idx="60" formatCode="General">
                  <c:v>3.66</c:v>
                </c:pt>
                <c:pt idx="61" formatCode="General">
                  <c:v>3.72</c:v>
                </c:pt>
                <c:pt idx="62" formatCode="General">
                  <c:v>3.78</c:v>
                </c:pt>
                <c:pt idx="63" formatCode="General">
                  <c:v>3.84</c:v>
                </c:pt>
                <c:pt idx="64" formatCode="General">
                  <c:v>3.9</c:v>
                </c:pt>
                <c:pt idx="65" formatCode="General">
                  <c:v>3.96</c:v>
                </c:pt>
                <c:pt idx="66" formatCode="General">
                  <c:v>4.0199999999999996</c:v>
                </c:pt>
                <c:pt idx="67" formatCode="General">
                  <c:v>4.08</c:v>
                </c:pt>
                <c:pt idx="68" formatCode="General">
                  <c:v>4.1399999999999997</c:v>
                </c:pt>
                <c:pt idx="69" formatCode="General">
                  <c:v>4.2</c:v>
                </c:pt>
                <c:pt idx="70" formatCode="General">
                  <c:v>4.26</c:v>
                </c:pt>
                <c:pt idx="71" formatCode="General">
                  <c:v>4.32</c:v>
                </c:pt>
                <c:pt idx="72" formatCode="General">
                  <c:v>4.38</c:v>
                </c:pt>
                <c:pt idx="73" formatCode="General">
                  <c:v>4.4400000000000004</c:v>
                </c:pt>
                <c:pt idx="74" formatCode="General">
                  <c:v>4.5</c:v>
                </c:pt>
                <c:pt idx="75" formatCode="General">
                  <c:v>4.5599999999999996</c:v>
                </c:pt>
                <c:pt idx="76" formatCode="General">
                  <c:v>4.62</c:v>
                </c:pt>
                <c:pt idx="77" formatCode="General">
                  <c:v>4.68</c:v>
                </c:pt>
                <c:pt idx="78" formatCode="General">
                  <c:v>4.74</c:v>
                </c:pt>
                <c:pt idx="79" formatCode="General">
                  <c:v>4.8</c:v>
                </c:pt>
                <c:pt idx="80" formatCode="General">
                  <c:v>4.8600000000000003</c:v>
                </c:pt>
                <c:pt idx="81" formatCode="General">
                  <c:v>4.92</c:v>
                </c:pt>
                <c:pt idx="82" formatCode="General">
                  <c:v>4.9800000000000004</c:v>
                </c:pt>
                <c:pt idx="83" formatCode="General">
                  <c:v>5.04</c:v>
                </c:pt>
                <c:pt idx="84" formatCode="General">
                  <c:v>5.0999999999999996</c:v>
                </c:pt>
                <c:pt idx="85" formatCode="General">
                  <c:v>5.16</c:v>
                </c:pt>
                <c:pt idx="86" formatCode="General">
                  <c:v>5.22</c:v>
                </c:pt>
                <c:pt idx="87" formatCode="General">
                  <c:v>5.28</c:v>
                </c:pt>
                <c:pt idx="88" formatCode="General">
                  <c:v>5.34</c:v>
                </c:pt>
                <c:pt idx="89" formatCode="General">
                  <c:v>5.4</c:v>
                </c:pt>
                <c:pt idx="90" formatCode="General">
                  <c:v>5.46</c:v>
                </c:pt>
                <c:pt idx="91" formatCode="General">
                  <c:v>5.52</c:v>
                </c:pt>
                <c:pt idx="92" formatCode="General">
                  <c:v>5.58</c:v>
                </c:pt>
                <c:pt idx="93" formatCode="General">
                  <c:v>5.64</c:v>
                </c:pt>
                <c:pt idx="94" formatCode="General">
                  <c:v>5.7</c:v>
                </c:pt>
                <c:pt idx="95" formatCode="General">
                  <c:v>5.76</c:v>
                </c:pt>
                <c:pt idx="96" formatCode="General">
                  <c:v>5.82</c:v>
                </c:pt>
                <c:pt idx="97" formatCode="General">
                  <c:v>5.88</c:v>
                </c:pt>
                <c:pt idx="98" formatCode="General">
                  <c:v>5.94</c:v>
                </c:pt>
                <c:pt idx="99" formatCode="General">
                  <c:v>6</c:v>
                </c:pt>
                <c:pt idx="100" formatCode="General">
                  <c:v>6.06</c:v>
                </c:pt>
                <c:pt idx="101" formatCode="General">
                  <c:v>6.12</c:v>
                </c:pt>
                <c:pt idx="102" formatCode="General">
                  <c:v>6.18</c:v>
                </c:pt>
                <c:pt idx="103" formatCode="General">
                  <c:v>6.24</c:v>
                </c:pt>
                <c:pt idx="104" formatCode="General">
                  <c:v>6.3</c:v>
                </c:pt>
                <c:pt idx="105" formatCode="General">
                  <c:v>6.36</c:v>
                </c:pt>
                <c:pt idx="106" formatCode="General">
                  <c:v>6.42</c:v>
                </c:pt>
                <c:pt idx="107" formatCode="General">
                  <c:v>6.48</c:v>
                </c:pt>
                <c:pt idx="108" formatCode="General">
                  <c:v>6.54</c:v>
                </c:pt>
                <c:pt idx="109" formatCode="General">
                  <c:v>6.6</c:v>
                </c:pt>
                <c:pt idx="110" formatCode="General">
                  <c:v>6.66</c:v>
                </c:pt>
                <c:pt idx="111" formatCode="General">
                  <c:v>6.72</c:v>
                </c:pt>
                <c:pt idx="112" formatCode="General">
                  <c:v>6.78</c:v>
                </c:pt>
                <c:pt idx="113" formatCode="General">
                  <c:v>6.84</c:v>
                </c:pt>
                <c:pt idx="114" formatCode="General">
                  <c:v>6.9</c:v>
                </c:pt>
                <c:pt idx="115" formatCode="General">
                  <c:v>6.96</c:v>
                </c:pt>
                <c:pt idx="116" formatCode="General">
                  <c:v>7.02</c:v>
                </c:pt>
                <c:pt idx="117" formatCode="General">
                  <c:v>7.08</c:v>
                </c:pt>
                <c:pt idx="118" formatCode="General">
                  <c:v>7.14</c:v>
                </c:pt>
                <c:pt idx="119" formatCode="General">
                  <c:v>7.2</c:v>
                </c:pt>
                <c:pt idx="120" formatCode="General">
                  <c:v>7.26</c:v>
                </c:pt>
                <c:pt idx="121" formatCode="General">
                  <c:v>7.32</c:v>
                </c:pt>
                <c:pt idx="122" formatCode="General">
                  <c:v>7.38</c:v>
                </c:pt>
                <c:pt idx="123" formatCode="General">
                  <c:v>7.44</c:v>
                </c:pt>
                <c:pt idx="124" formatCode="General">
                  <c:v>7.5</c:v>
                </c:pt>
                <c:pt idx="125" formatCode="General">
                  <c:v>7.56</c:v>
                </c:pt>
                <c:pt idx="126" formatCode="General">
                  <c:v>7.62</c:v>
                </c:pt>
                <c:pt idx="127" formatCode="General">
                  <c:v>7.68</c:v>
                </c:pt>
                <c:pt idx="128" formatCode="General">
                  <c:v>7.74</c:v>
                </c:pt>
                <c:pt idx="129" formatCode="General">
                  <c:v>7.8</c:v>
                </c:pt>
                <c:pt idx="130" formatCode="General">
                  <c:v>7.86</c:v>
                </c:pt>
                <c:pt idx="131" formatCode="General">
                  <c:v>7.92</c:v>
                </c:pt>
                <c:pt idx="132" formatCode="General">
                  <c:v>7.98</c:v>
                </c:pt>
                <c:pt idx="133" formatCode="General">
                  <c:v>8.0399999999999991</c:v>
                </c:pt>
                <c:pt idx="134" formatCode="General">
                  <c:v>8.0999990000000004</c:v>
                </c:pt>
                <c:pt idx="135" formatCode="General">
                  <c:v>8.16</c:v>
                </c:pt>
                <c:pt idx="136" formatCode="General">
                  <c:v>8.2200000000000006</c:v>
                </c:pt>
                <c:pt idx="137" formatCode="General">
                  <c:v>8.2799999999999994</c:v>
                </c:pt>
                <c:pt idx="138" formatCode="General">
                  <c:v>8.34</c:v>
                </c:pt>
                <c:pt idx="139" formatCode="General">
                  <c:v>8.4</c:v>
                </c:pt>
                <c:pt idx="140" formatCode="General">
                  <c:v>8.4600000000000009</c:v>
                </c:pt>
                <c:pt idx="141" formatCode="General">
                  <c:v>8.52</c:v>
                </c:pt>
                <c:pt idx="142" formatCode="General">
                  <c:v>8.58</c:v>
                </c:pt>
                <c:pt idx="143" formatCode="General">
                  <c:v>8.6399989999999995</c:v>
                </c:pt>
                <c:pt idx="144" formatCode="General">
                  <c:v>8.6999999999999993</c:v>
                </c:pt>
                <c:pt idx="145" formatCode="General">
                  <c:v>8.76</c:v>
                </c:pt>
                <c:pt idx="146" formatCode="General">
                  <c:v>8.82</c:v>
                </c:pt>
                <c:pt idx="147" formatCode="General">
                  <c:v>8.8800000000000008</c:v>
                </c:pt>
                <c:pt idx="148" formatCode="General">
                  <c:v>8.94</c:v>
                </c:pt>
                <c:pt idx="149" formatCode="General">
                  <c:v>9</c:v>
                </c:pt>
                <c:pt idx="150" formatCode="General">
                  <c:v>9.0599989999999995</c:v>
                </c:pt>
                <c:pt idx="151" formatCode="General">
                  <c:v>9.1199999999999992</c:v>
                </c:pt>
                <c:pt idx="152" formatCode="General">
                  <c:v>9.1799990000000005</c:v>
                </c:pt>
                <c:pt idx="153" formatCode="General">
                  <c:v>9.24</c:v>
                </c:pt>
                <c:pt idx="154" formatCode="General">
                  <c:v>9.3000000000000007</c:v>
                </c:pt>
                <c:pt idx="155" formatCode="General">
                  <c:v>9.36</c:v>
                </c:pt>
                <c:pt idx="156" formatCode="General">
                  <c:v>9.42</c:v>
                </c:pt>
                <c:pt idx="157" formatCode="General">
                  <c:v>9.48</c:v>
                </c:pt>
                <c:pt idx="158" formatCode="General">
                  <c:v>9.5399999999999991</c:v>
                </c:pt>
                <c:pt idx="159" formatCode="General">
                  <c:v>9.5999990000000004</c:v>
                </c:pt>
                <c:pt idx="160" formatCode="General">
                  <c:v>9.66</c:v>
                </c:pt>
                <c:pt idx="161" formatCode="General">
                  <c:v>9.7199989999999996</c:v>
                </c:pt>
                <c:pt idx="162" formatCode="General">
                  <c:v>9.7799999999999994</c:v>
                </c:pt>
                <c:pt idx="163" formatCode="General">
                  <c:v>9.84</c:v>
                </c:pt>
                <c:pt idx="164" formatCode="General">
                  <c:v>9.9</c:v>
                </c:pt>
                <c:pt idx="165" formatCode="General">
                  <c:v>9.9600000000000009</c:v>
                </c:pt>
                <c:pt idx="166" formatCode="General">
                  <c:v>10.02</c:v>
                </c:pt>
                <c:pt idx="167" formatCode="General">
                  <c:v>10.08</c:v>
                </c:pt>
                <c:pt idx="168" formatCode="General">
                  <c:v>10.14</c:v>
                </c:pt>
                <c:pt idx="169" formatCode="General">
                  <c:v>10.199999999999999</c:v>
                </c:pt>
                <c:pt idx="170" formatCode="General">
                  <c:v>10.26</c:v>
                </c:pt>
                <c:pt idx="171" formatCode="General">
                  <c:v>10.32</c:v>
                </c:pt>
                <c:pt idx="172" formatCode="General">
                  <c:v>10.38</c:v>
                </c:pt>
                <c:pt idx="173" formatCode="General">
                  <c:v>10.44</c:v>
                </c:pt>
                <c:pt idx="174" formatCode="General">
                  <c:v>10.5</c:v>
                </c:pt>
                <c:pt idx="175" formatCode="General">
                  <c:v>10.56</c:v>
                </c:pt>
                <c:pt idx="176" formatCode="General">
                  <c:v>10.62</c:v>
                </c:pt>
                <c:pt idx="177" formatCode="General">
                  <c:v>10.68</c:v>
                </c:pt>
                <c:pt idx="178" formatCode="General">
                  <c:v>10.74</c:v>
                </c:pt>
                <c:pt idx="179" formatCode="General">
                  <c:v>10.8</c:v>
                </c:pt>
                <c:pt idx="180" formatCode="General">
                  <c:v>10.86</c:v>
                </c:pt>
                <c:pt idx="181" formatCode="General">
                  <c:v>10.92</c:v>
                </c:pt>
                <c:pt idx="182" formatCode="General">
                  <c:v>10.98</c:v>
                </c:pt>
                <c:pt idx="183" formatCode="General">
                  <c:v>11.04</c:v>
                </c:pt>
                <c:pt idx="184" formatCode="General">
                  <c:v>11.1</c:v>
                </c:pt>
                <c:pt idx="185" formatCode="General">
                  <c:v>11.16</c:v>
                </c:pt>
                <c:pt idx="186" formatCode="General">
                  <c:v>11.22</c:v>
                </c:pt>
                <c:pt idx="187" formatCode="General">
                  <c:v>11.28</c:v>
                </c:pt>
                <c:pt idx="188" formatCode="General">
                  <c:v>11.34</c:v>
                </c:pt>
                <c:pt idx="189" formatCode="General">
                  <c:v>11.4</c:v>
                </c:pt>
                <c:pt idx="190" formatCode="General">
                  <c:v>11.46</c:v>
                </c:pt>
                <c:pt idx="191" formatCode="General">
                  <c:v>11.52</c:v>
                </c:pt>
                <c:pt idx="192" formatCode="General">
                  <c:v>11.58</c:v>
                </c:pt>
                <c:pt idx="193" formatCode="General">
                  <c:v>11.64</c:v>
                </c:pt>
                <c:pt idx="194" formatCode="General">
                  <c:v>11.7</c:v>
                </c:pt>
                <c:pt idx="195" formatCode="General">
                  <c:v>11.76</c:v>
                </c:pt>
                <c:pt idx="196" formatCode="General">
                  <c:v>11.82</c:v>
                </c:pt>
                <c:pt idx="197" formatCode="General">
                  <c:v>11.88</c:v>
                </c:pt>
                <c:pt idx="198" formatCode="General">
                  <c:v>11.94</c:v>
                </c:pt>
                <c:pt idx="199" formatCode="General">
                  <c:v>12</c:v>
                </c:pt>
                <c:pt idx="200" formatCode="General">
                  <c:v>12.06</c:v>
                </c:pt>
                <c:pt idx="201" formatCode="General">
                  <c:v>12.12</c:v>
                </c:pt>
                <c:pt idx="202" formatCode="General">
                  <c:v>12.18</c:v>
                </c:pt>
                <c:pt idx="203" formatCode="General">
                  <c:v>12.24</c:v>
                </c:pt>
                <c:pt idx="204" formatCode="General">
                  <c:v>12.3</c:v>
                </c:pt>
                <c:pt idx="205" formatCode="General">
                  <c:v>12.36</c:v>
                </c:pt>
                <c:pt idx="206" formatCode="General">
                  <c:v>12.42</c:v>
                </c:pt>
                <c:pt idx="207" formatCode="General">
                  <c:v>12.48</c:v>
                </c:pt>
                <c:pt idx="208" formatCode="General">
                  <c:v>12.54</c:v>
                </c:pt>
                <c:pt idx="209" formatCode="General">
                  <c:v>12.6</c:v>
                </c:pt>
                <c:pt idx="210" formatCode="General">
                  <c:v>12.66</c:v>
                </c:pt>
                <c:pt idx="211" formatCode="General">
                  <c:v>12.72</c:v>
                </c:pt>
                <c:pt idx="212" formatCode="General">
                  <c:v>12.78</c:v>
                </c:pt>
                <c:pt idx="213" formatCode="General">
                  <c:v>12.84</c:v>
                </c:pt>
                <c:pt idx="214" formatCode="General">
                  <c:v>12.9</c:v>
                </c:pt>
                <c:pt idx="215" formatCode="General">
                  <c:v>12.96</c:v>
                </c:pt>
                <c:pt idx="216" formatCode="General">
                  <c:v>13.02</c:v>
                </c:pt>
                <c:pt idx="217" formatCode="General">
                  <c:v>13.08</c:v>
                </c:pt>
                <c:pt idx="218" formatCode="General">
                  <c:v>13.14</c:v>
                </c:pt>
                <c:pt idx="219" formatCode="General">
                  <c:v>13.2</c:v>
                </c:pt>
                <c:pt idx="220" formatCode="General">
                  <c:v>13.26</c:v>
                </c:pt>
                <c:pt idx="221" formatCode="General">
                  <c:v>13.32</c:v>
                </c:pt>
                <c:pt idx="222" formatCode="General">
                  <c:v>13.38</c:v>
                </c:pt>
                <c:pt idx="223" formatCode="General">
                  <c:v>13.44</c:v>
                </c:pt>
                <c:pt idx="224" formatCode="General">
                  <c:v>13.5</c:v>
                </c:pt>
                <c:pt idx="225" formatCode="General">
                  <c:v>13.56</c:v>
                </c:pt>
                <c:pt idx="226" formatCode="General">
                  <c:v>13.62</c:v>
                </c:pt>
                <c:pt idx="227" formatCode="General">
                  <c:v>13.68</c:v>
                </c:pt>
                <c:pt idx="228" formatCode="General">
                  <c:v>13.74</c:v>
                </c:pt>
                <c:pt idx="229" formatCode="General">
                  <c:v>13.8</c:v>
                </c:pt>
                <c:pt idx="230" formatCode="General">
                  <c:v>13.86</c:v>
                </c:pt>
                <c:pt idx="231" formatCode="General">
                  <c:v>13.92</c:v>
                </c:pt>
                <c:pt idx="232" formatCode="General">
                  <c:v>13.98</c:v>
                </c:pt>
                <c:pt idx="233" formatCode="General">
                  <c:v>14.04</c:v>
                </c:pt>
                <c:pt idx="234" formatCode="General">
                  <c:v>14.1</c:v>
                </c:pt>
                <c:pt idx="235" formatCode="General">
                  <c:v>14.16</c:v>
                </c:pt>
                <c:pt idx="236" formatCode="General">
                  <c:v>14.22</c:v>
                </c:pt>
                <c:pt idx="237" formatCode="General">
                  <c:v>14.28</c:v>
                </c:pt>
                <c:pt idx="238" formatCode="General">
                  <c:v>14.34</c:v>
                </c:pt>
                <c:pt idx="239" formatCode="General">
                  <c:v>14.4</c:v>
                </c:pt>
                <c:pt idx="240" formatCode="General">
                  <c:v>14.46</c:v>
                </c:pt>
                <c:pt idx="241" formatCode="General">
                  <c:v>14.52</c:v>
                </c:pt>
                <c:pt idx="242" formatCode="General">
                  <c:v>14.58</c:v>
                </c:pt>
                <c:pt idx="243" formatCode="General">
                  <c:v>14.64</c:v>
                </c:pt>
                <c:pt idx="244" formatCode="General">
                  <c:v>14.7</c:v>
                </c:pt>
                <c:pt idx="245" formatCode="General">
                  <c:v>14.76</c:v>
                </c:pt>
                <c:pt idx="246" formatCode="General">
                  <c:v>14.82</c:v>
                </c:pt>
                <c:pt idx="247" formatCode="General">
                  <c:v>14.88</c:v>
                </c:pt>
                <c:pt idx="248" formatCode="General">
                  <c:v>14.94</c:v>
                </c:pt>
                <c:pt idx="249" formatCode="General">
                  <c:v>15</c:v>
                </c:pt>
                <c:pt idx="250" formatCode="General">
                  <c:v>15.06</c:v>
                </c:pt>
                <c:pt idx="251" formatCode="General">
                  <c:v>15.12</c:v>
                </c:pt>
                <c:pt idx="252" formatCode="General">
                  <c:v>15.18</c:v>
                </c:pt>
                <c:pt idx="253" formatCode="General">
                  <c:v>15.24</c:v>
                </c:pt>
                <c:pt idx="254" formatCode="General">
                  <c:v>15.3</c:v>
                </c:pt>
                <c:pt idx="255" formatCode="General">
                  <c:v>15.36</c:v>
                </c:pt>
                <c:pt idx="256" formatCode="General">
                  <c:v>15.42</c:v>
                </c:pt>
                <c:pt idx="257" formatCode="General">
                  <c:v>15.48</c:v>
                </c:pt>
                <c:pt idx="258" formatCode="General">
                  <c:v>15.54</c:v>
                </c:pt>
                <c:pt idx="259" formatCode="General">
                  <c:v>15.6</c:v>
                </c:pt>
                <c:pt idx="260" formatCode="General">
                  <c:v>15.66</c:v>
                </c:pt>
                <c:pt idx="261" formatCode="General">
                  <c:v>15.72</c:v>
                </c:pt>
                <c:pt idx="262" formatCode="General">
                  <c:v>15.78</c:v>
                </c:pt>
                <c:pt idx="263" formatCode="General">
                  <c:v>15.84</c:v>
                </c:pt>
                <c:pt idx="264" formatCode="General">
                  <c:v>15.9</c:v>
                </c:pt>
                <c:pt idx="265" formatCode="General">
                  <c:v>15.96</c:v>
                </c:pt>
                <c:pt idx="266" formatCode="General">
                  <c:v>16.02</c:v>
                </c:pt>
                <c:pt idx="267" formatCode="General">
                  <c:v>16.079999999999998</c:v>
                </c:pt>
                <c:pt idx="268" formatCode="General">
                  <c:v>16.14</c:v>
                </c:pt>
                <c:pt idx="269" formatCode="General">
                  <c:v>16.2</c:v>
                </c:pt>
                <c:pt idx="270" formatCode="General">
                  <c:v>16.260000000000002</c:v>
                </c:pt>
                <c:pt idx="271" formatCode="General">
                  <c:v>16.32</c:v>
                </c:pt>
                <c:pt idx="272" formatCode="General">
                  <c:v>16.38</c:v>
                </c:pt>
                <c:pt idx="273" formatCode="General">
                  <c:v>16.440000000000001</c:v>
                </c:pt>
                <c:pt idx="274" formatCode="General">
                  <c:v>16.5</c:v>
                </c:pt>
                <c:pt idx="275" formatCode="General">
                  <c:v>16.559999999999999</c:v>
                </c:pt>
                <c:pt idx="276" formatCode="General">
                  <c:v>16.62</c:v>
                </c:pt>
                <c:pt idx="277" formatCode="General">
                  <c:v>16.68</c:v>
                </c:pt>
                <c:pt idx="278" formatCode="General">
                  <c:v>16.739999999999998</c:v>
                </c:pt>
                <c:pt idx="279" formatCode="General">
                  <c:v>16.8</c:v>
                </c:pt>
                <c:pt idx="280" formatCode="General">
                  <c:v>16.86</c:v>
                </c:pt>
                <c:pt idx="281" formatCode="General">
                  <c:v>16.920000000000002</c:v>
                </c:pt>
                <c:pt idx="282" formatCode="General">
                  <c:v>16.98</c:v>
                </c:pt>
                <c:pt idx="283" formatCode="General">
                  <c:v>17.04</c:v>
                </c:pt>
                <c:pt idx="284" formatCode="General">
                  <c:v>17.100000000000001</c:v>
                </c:pt>
                <c:pt idx="285" formatCode="General">
                  <c:v>17.16</c:v>
                </c:pt>
                <c:pt idx="286" formatCode="General">
                  <c:v>17.22</c:v>
                </c:pt>
                <c:pt idx="287" formatCode="General">
                  <c:v>17.28</c:v>
                </c:pt>
                <c:pt idx="288" formatCode="General">
                  <c:v>17.34</c:v>
                </c:pt>
                <c:pt idx="289" formatCode="General">
                  <c:v>17.399999999999999</c:v>
                </c:pt>
                <c:pt idx="290" formatCode="General">
                  <c:v>17.46</c:v>
                </c:pt>
                <c:pt idx="291" formatCode="General">
                  <c:v>17.52</c:v>
                </c:pt>
                <c:pt idx="292" formatCode="General">
                  <c:v>17.579999999999998</c:v>
                </c:pt>
                <c:pt idx="293" formatCode="General">
                  <c:v>17.64</c:v>
                </c:pt>
                <c:pt idx="294" formatCode="General">
                  <c:v>17.7</c:v>
                </c:pt>
                <c:pt idx="295" formatCode="General">
                  <c:v>17.760000000000002</c:v>
                </c:pt>
                <c:pt idx="296" formatCode="General">
                  <c:v>17.82</c:v>
                </c:pt>
                <c:pt idx="297" formatCode="General">
                  <c:v>17.88</c:v>
                </c:pt>
                <c:pt idx="298" formatCode="General">
                  <c:v>17.940000000000001</c:v>
                </c:pt>
                <c:pt idx="299" formatCode="General">
                  <c:v>18</c:v>
                </c:pt>
                <c:pt idx="300" formatCode="General">
                  <c:v>18.059999999999999</c:v>
                </c:pt>
                <c:pt idx="301" formatCode="General">
                  <c:v>18.12</c:v>
                </c:pt>
                <c:pt idx="302" formatCode="General">
                  <c:v>18.18</c:v>
                </c:pt>
                <c:pt idx="303" formatCode="General">
                  <c:v>18.239999999999998</c:v>
                </c:pt>
                <c:pt idx="304" formatCode="General">
                  <c:v>18.3</c:v>
                </c:pt>
                <c:pt idx="305" formatCode="General">
                  <c:v>18.36</c:v>
                </c:pt>
                <c:pt idx="306" formatCode="General">
                  <c:v>18.420000000000002</c:v>
                </c:pt>
                <c:pt idx="307" formatCode="General">
                  <c:v>18.48</c:v>
                </c:pt>
                <c:pt idx="308" formatCode="General">
                  <c:v>18.54</c:v>
                </c:pt>
                <c:pt idx="309" formatCode="General">
                  <c:v>18.600000000000001</c:v>
                </c:pt>
                <c:pt idx="310" formatCode="General">
                  <c:v>18.66</c:v>
                </c:pt>
                <c:pt idx="311" formatCode="General">
                  <c:v>18.72</c:v>
                </c:pt>
                <c:pt idx="312" formatCode="General">
                  <c:v>18.78</c:v>
                </c:pt>
                <c:pt idx="313" formatCode="General">
                  <c:v>18.84</c:v>
                </c:pt>
                <c:pt idx="314" formatCode="General">
                  <c:v>18.899999999999999</c:v>
                </c:pt>
                <c:pt idx="315" formatCode="General">
                  <c:v>18.96</c:v>
                </c:pt>
                <c:pt idx="316" formatCode="General">
                  <c:v>19.02</c:v>
                </c:pt>
                <c:pt idx="317" formatCode="General">
                  <c:v>19.079999999999998</c:v>
                </c:pt>
                <c:pt idx="318" formatCode="General">
                  <c:v>19.14</c:v>
                </c:pt>
                <c:pt idx="319" formatCode="General">
                  <c:v>19.2</c:v>
                </c:pt>
                <c:pt idx="320" formatCode="General">
                  <c:v>19.260000000000002</c:v>
                </c:pt>
                <c:pt idx="321" formatCode="General">
                  <c:v>19.32</c:v>
                </c:pt>
                <c:pt idx="322" formatCode="General">
                  <c:v>19.38</c:v>
                </c:pt>
                <c:pt idx="323" formatCode="General">
                  <c:v>19.440000000000001</c:v>
                </c:pt>
                <c:pt idx="324" formatCode="General">
                  <c:v>19.5</c:v>
                </c:pt>
                <c:pt idx="325" formatCode="General">
                  <c:v>19.559999999999999</c:v>
                </c:pt>
                <c:pt idx="326" formatCode="General">
                  <c:v>19.62</c:v>
                </c:pt>
                <c:pt idx="327" formatCode="General">
                  <c:v>19.68</c:v>
                </c:pt>
                <c:pt idx="328" formatCode="General">
                  <c:v>19.739999999999998</c:v>
                </c:pt>
                <c:pt idx="329" formatCode="General">
                  <c:v>19.8</c:v>
                </c:pt>
                <c:pt idx="330" formatCode="General">
                  <c:v>19.86</c:v>
                </c:pt>
                <c:pt idx="331" formatCode="General">
                  <c:v>19.920000000000002</c:v>
                </c:pt>
                <c:pt idx="332" formatCode="General">
                  <c:v>19.98</c:v>
                </c:pt>
                <c:pt idx="333" formatCode="General">
                  <c:v>20.04</c:v>
                </c:pt>
                <c:pt idx="334" formatCode="General">
                  <c:v>20.100000000000001</c:v>
                </c:pt>
                <c:pt idx="335" formatCode="General">
                  <c:v>20.16</c:v>
                </c:pt>
                <c:pt idx="336" formatCode="General">
                  <c:v>20.22</c:v>
                </c:pt>
                <c:pt idx="337" formatCode="General">
                  <c:v>20.28</c:v>
                </c:pt>
                <c:pt idx="338" formatCode="General">
                  <c:v>20.34</c:v>
                </c:pt>
                <c:pt idx="339" formatCode="General">
                  <c:v>20.399999999999999</c:v>
                </c:pt>
                <c:pt idx="340" formatCode="General">
                  <c:v>20.46</c:v>
                </c:pt>
                <c:pt idx="341" formatCode="General">
                  <c:v>20.52</c:v>
                </c:pt>
                <c:pt idx="342" formatCode="General">
                  <c:v>20.58</c:v>
                </c:pt>
                <c:pt idx="343" formatCode="General">
                  <c:v>20.64</c:v>
                </c:pt>
                <c:pt idx="344" formatCode="General">
                  <c:v>20.7</c:v>
                </c:pt>
                <c:pt idx="345" formatCode="General">
                  <c:v>20.76</c:v>
                </c:pt>
                <c:pt idx="346" formatCode="General">
                  <c:v>20.82</c:v>
                </c:pt>
                <c:pt idx="347" formatCode="General">
                  <c:v>20.88</c:v>
                </c:pt>
                <c:pt idx="348" formatCode="General">
                  <c:v>20.94</c:v>
                </c:pt>
                <c:pt idx="349" formatCode="General">
                  <c:v>21</c:v>
                </c:pt>
                <c:pt idx="350" formatCode="General">
                  <c:v>21.06</c:v>
                </c:pt>
                <c:pt idx="351" formatCode="General">
                  <c:v>21.12</c:v>
                </c:pt>
                <c:pt idx="352" formatCode="General">
                  <c:v>21.18</c:v>
                </c:pt>
                <c:pt idx="353" formatCode="General">
                  <c:v>21.24</c:v>
                </c:pt>
                <c:pt idx="354" formatCode="General">
                  <c:v>21.3</c:v>
                </c:pt>
                <c:pt idx="355" formatCode="General">
                  <c:v>21.36</c:v>
                </c:pt>
                <c:pt idx="356" formatCode="General">
                  <c:v>21.42</c:v>
                </c:pt>
                <c:pt idx="357" formatCode="General">
                  <c:v>21.48</c:v>
                </c:pt>
                <c:pt idx="358" formatCode="General">
                  <c:v>21.54</c:v>
                </c:pt>
                <c:pt idx="359" formatCode="General">
                  <c:v>21.6</c:v>
                </c:pt>
                <c:pt idx="360" formatCode="General">
                  <c:v>21.66</c:v>
                </c:pt>
                <c:pt idx="361" formatCode="General">
                  <c:v>21.72</c:v>
                </c:pt>
                <c:pt idx="362" formatCode="General">
                  <c:v>21.78</c:v>
                </c:pt>
                <c:pt idx="363" formatCode="General">
                  <c:v>21.84</c:v>
                </c:pt>
                <c:pt idx="364" formatCode="General">
                  <c:v>21.9</c:v>
                </c:pt>
                <c:pt idx="365" formatCode="General">
                  <c:v>21.96</c:v>
                </c:pt>
                <c:pt idx="366" formatCode="General">
                  <c:v>22.02</c:v>
                </c:pt>
                <c:pt idx="367" formatCode="General">
                  <c:v>22.08</c:v>
                </c:pt>
                <c:pt idx="368" formatCode="General">
                  <c:v>22.14</c:v>
                </c:pt>
                <c:pt idx="369" formatCode="General">
                  <c:v>22.2</c:v>
                </c:pt>
                <c:pt idx="370" formatCode="General">
                  <c:v>22.26</c:v>
                </c:pt>
                <c:pt idx="371" formatCode="General">
                  <c:v>22.32</c:v>
                </c:pt>
                <c:pt idx="372" formatCode="General">
                  <c:v>22.38</c:v>
                </c:pt>
                <c:pt idx="373" formatCode="General">
                  <c:v>22.44</c:v>
                </c:pt>
                <c:pt idx="374" formatCode="General">
                  <c:v>22.5</c:v>
                </c:pt>
                <c:pt idx="375" formatCode="General">
                  <c:v>22.56</c:v>
                </c:pt>
                <c:pt idx="376" formatCode="General">
                  <c:v>22.62</c:v>
                </c:pt>
                <c:pt idx="377" formatCode="General">
                  <c:v>22.68</c:v>
                </c:pt>
                <c:pt idx="378" formatCode="General">
                  <c:v>22.74</c:v>
                </c:pt>
                <c:pt idx="379" formatCode="General">
                  <c:v>22.8</c:v>
                </c:pt>
                <c:pt idx="380" formatCode="General">
                  <c:v>22.86</c:v>
                </c:pt>
                <c:pt idx="381" formatCode="General">
                  <c:v>22.92</c:v>
                </c:pt>
                <c:pt idx="382" formatCode="General">
                  <c:v>22.98</c:v>
                </c:pt>
                <c:pt idx="383" formatCode="General">
                  <c:v>23.04</c:v>
                </c:pt>
                <c:pt idx="384" formatCode="General">
                  <c:v>23.1</c:v>
                </c:pt>
                <c:pt idx="385" formatCode="General">
                  <c:v>23.16</c:v>
                </c:pt>
                <c:pt idx="386" formatCode="General">
                  <c:v>23.22</c:v>
                </c:pt>
                <c:pt idx="387" formatCode="General">
                  <c:v>23.28</c:v>
                </c:pt>
                <c:pt idx="388" formatCode="General">
                  <c:v>23.34</c:v>
                </c:pt>
                <c:pt idx="389" formatCode="General">
                  <c:v>23.4</c:v>
                </c:pt>
                <c:pt idx="390" formatCode="General">
                  <c:v>23.46</c:v>
                </c:pt>
                <c:pt idx="391" formatCode="General">
                  <c:v>23.52</c:v>
                </c:pt>
                <c:pt idx="392" formatCode="General">
                  <c:v>23.58</c:v>
                </c:pt>
                <c:pt idx="393" formatCode="General">
                  <c:v>23.64</c:v>
                </c:pt>
                <c:pt idx="394" formatCode="General">
                  <c:v>23.7</c:v>
                </c:pt>
                <c:pt idx="395" formatCode="General">
                  <c:v>23.76</c:v>
                </c:pt>
                <c:pt idx="396" formatCode="General">
                  <c:v>23.82</c:v>
                </c:pt>
                <c:pt idx="397" formatCode="General">
                  <c:v>23.88</c:v>
                </c:pt>
                <c:pt idx="398" formatCode="General">
                  <c:v>23.94</c:v>
                </c:pt>
                <c:pt idx="399" formatCode="General">
                  <c:v>24</c:v>
                </c:pt>
                <c:pt idx="400" formatCode="General">
                  <c:v>24.06</c:v>
                </c:pt>
                <c:pt idx="401" formatCode="General">
                  <c:v>24.12</c:v>
                </c:pt>
                <c:pt idx="402" formatCode="General">
                  <c:v>24.18</c:v>
                </c:pt>
                <c:pt idx="403" formatCode="General">
                  <c:v>24.24</c:v>
                </c:pt>
                <c:pt idx="404" formatCode="General">
                  <c:v>24.3</c:v>
                </c:pt>
                <c:pt idx="405" formatCode="General">
                  <c:v>24.36</c:v>
                </c:pt>
                <c:pt idx="406" formatCode="General">
                  <c:v>24.42</c:v>
                </c:pt>
                <c:pt idx="407" formatCode="General">
                  <c:v>24.48</c:v>
                </c:pt>
                <c:pt idx="408" formatCode="General">
                  <c:v>24.54</c:v>
                </c:pt>
                <c:pt idx="409" formatCode="General">
                  <c:v>24.6</c:v>
                </c:pt>
                <c:pt idx="410" formatCode="General">
                  <c:v>24.66</c:v>
                </c:pt>
                <c:pt idx="411" formatCode="General">
                  <c:v>24.72</c:v>
                </c:pt>
                <c:pt idx="412" formatCode="General">
                  <c:v>24.78</c:v>
                </c:pt>
                <c:pt idx="413" formatCode="General">
                  <c:v>24.84</c:v>
                </c:pt>
                <c:pt idx="414" formatCode="General">
                  <c:v>24.9</c:v>
                </c:pt>
                <c:pt idx="415" formatCode="General">
                  <c:v>24.96</c:v>
                </c:pt>
                <c:pt idx="416" formatCode="General">
                  <c:v>25.02</c:v>
                </c:pt>
                <c:pt idx="417" formatCode="General">
                  <c:v>25.08</c:v>
                </c:pt>
                <c:pt idx="418" formatCode="General">
                  <c:v>25.14</c:v>
                </c:pt>
                <c:pt idx="419" formatCode="General">
                  <c:v>25.2</c:v>
                </c:pt>
                <c:pt idx="420" formatCode="General">
                  <c:v>25.26</c:v>
                </c:pt>
                <c:pt idx="421" formatCode="General">
                  <c:v>25.32</c:v>
                </c:pt>
                <c:pt idx="422" formatCode="General">
                  <c:v>25.38</c:v>
                </c:pt>
                <c:pt idx="423" formatCode="General">
                  <c:v>25.44</c:v>
                </c:pt>
                <c:pt idx="424" formatCode="General">
                  <c:v>25.5</c:v>
                </c:pt>
                <c:pt idx="425" formatCode="General">
                  <c:v>25.56</c:v>
                </c:pt>
                <c:pt idx="426" formatCode="General">
                  <c:v>25.62</c:v>
                </c:pt>
                <c:pt idx="427" formatCode="General">
                  <c:v>25.68</c:v>
                </c:pt>
                <c:pt idx="428" formatCode="General">
                  <c:v>25.74</c:v>
                </c:pt>
                <c:pt idx="429" formatCode="General">
                  <c:v>25.8</c:v>
                </c:pt>
                <c:pt idx="430" formatCode="General">
                  <c:v>25.86</c:v>
                </c:pt>
                <c:pt idx="431" formatCode="General">
                  <c:v>25.92</c:v>
                </c:pt>
                <c:pt idx="432" formatCode="General">
                  <c:v>25.98</c:v>
                </c:pt>
                <c:pt idx="433" formatCode="General">
                  <c:v>26.04</c:v>
                </c:pt>
                <c:pt idx="434" formatCode="General">
                  <c:v>26.1</c:v>
                </c:pt>
                <c:pt idx="435" formatCode="General">
                  <c:v>26.16</c:v>
                </c:pt>
                <c:pt idx="436" formatCode="General">
                  <c:v>26.22</c:v>
                </c:pt>
                <c:pt idx="437" formatCode="General">
                  <c:v>26.28</c:v>
                </c:pt>
                <c:pt idx="438" formatCode="General">
                  <c:v>26.34</c:v>
                </c:pt>
                <c:pt idx="439" formatCode="General">
                  <c:v>26.4</c:v>
                </c:pt>
                <c:pt idx="440" formatCode="General">
                  <c:v>26.46</c:v>
                </c:pt>
                <c:pt idx="441" formatCode="General">
                  <c:v>26.52</c:v>
                </c:pt>
                <c:pt idx="442" formatCode="General">
                  <c:v>26.58</c:v>
                </c:pt>
                <c:pt idx="443" formatCode="General">
                  <c:v>26.64</c:v>
                </c:pt>
                <c:pt idx="444" formatCode="General">
                  <c:v>26.7</c:v>
                </c:pt>
                <c:pt idx="445" formatCode="General">
                  <c:v>26.76</c:v>
                </c:pt>
                <c:pt idx="446" formatCode="General">
                  <c:v>26.82</c:v>
                </c:pt>
                <c:pt idx="447" formatCode="General">
                  <c:v>26.88</c:v>
                </c:pt>
                <c:pt idx="448" formatCode="General">
                  <c:v>26.94</c:v>
                </c:pt>
                <c:pt idx="449" formatCode="General">
                  <c:v>27</c:v>
                </c:pt>
                <c:pt idx="450" formatCode="General">
                  <c:v>27.06</c:v>
                </c:pt>
                <c:pt idx="451" formatCode="General">
                  <c:v>27.12</c:v>
                </c:pt>
                <c:pt idx="452" formatCode="General">
                  <c:v>27.18</c:v>
                </c:pt>
                <c:pt idx="453" formatCode="General">
                  <c:v>27.24</c:v>
                </c:pt>
                <c:pt idx="454" formatCode="General">
                  <c:v>27.3</c:v>
                </c:pt>
                <c:pt idx="455" formatCode="General">
                  <c:v>27.36</c:v>
                </c:pt>
                <c:pt idx="456" formatCode="General">
                  <c:v>27.42</c:v>
                </c:pt>
                <c:pt idx="457" formatCode="General">
                  <c:v>27.48</c:v>
                </c:pt>
                <c:pt idx="458" formatCode="General">
                  <c:v>27.54</c:v>
                </c:pt>
                <c:pt idx="459" formatCode="General">
                  <c:v>27.6</c:v>
                </c:pt>
                <c:pt idx="460" formatCode="General">
                  <c:v>27.66</c:v>
                </c:pt>
                <c:pt idx="461" formatCode="General">
                  <c:v>27.72</c:v>
                </c:pt>
                <c:pt idx="462" formatCode="General">
                  <c:v>27.78</c:v>
                </c:pt>
                <c:pt idx="463" formatCode="General">
                  <c:v>27.84</c:v>
                </c:pt>
                <c:pt idx="464" formatCode="General">
                  <c:v>27.9</c:v>
                </c:pt>
                <c:pt idx="465" formatCode="General">
                  <c:v>27.96</c:v>
                </c:pt>
                <c:pt idx="466" formatCode="General">
                  <c:v>28.02</c:v>
                </c:pt>
                <c:pt idx="467" formatCode="General">
                  <c:v>28.08</c:v>
                </c:pt>
                <c:pt idx="468" formatCode="General">
                  <c:v>28.14</c:v>
                </c:pt>
                <c:pt idx="469" formatCode="General">
                  <c:v>28.2</c:v>
                </c:pt>
                <c:pt idx="470" formatCode="General">
                  <c:v>28.26</c:v>
                </c:pt>
                <c:pt idx="471" formatCode="General">
                  <c:v>28.32</c:v>
                </c:pt>
                <c:pt idx="472" formatCode="General">
                  <c:v>28.38</c:v>
                </c:pt>
                <c:pt idx="473" formatCode="General">
                  <c:v>28.44</c:v>
                </c:pt>
                <c:pt idx="474" formatCode="General">
                  <c:v>28.5</c:v>
                </c:pt>
                <c:pt idx="475" formatCode="General">
                  <c:v>28.56</c:v>
                </c:pt>
                <c:pt idx="476" formatCode="General">
                  <c:v>28.62</c:v>
                </c:pt>
                <c:pt idx="477" formatCode="General">
                  <c:v>28.68</c:v>
                </c:pt>
                <c:pt idx="478" formatCode="General">
                  <c:v>28.74</c:v>
                </c:pt>
                <c:pt idx="479" formatCode="General">
                  <c:v>28.8</c:v>
                </c:pt>
                <c:pt idx="480" formatCode="General">
                  <c:v>28.86</c:v>
                </c:pt>
                <c:pt idx="481" formatCode="General">
                  <c:v>28.92</c:v>
                </c:pt>
                <c:pt idx="482" formatCode="General">
                  <c:v>28.98</c:v>
                </c:pt>
                <c:pt idx="483" formatCode="General">
                  <c:v>29.04</c:v>
                </c:pt>
                <c:pt idx="484" formatCode="General">
                  <c:v>29.1</c:v>
                </c:pt>
                <c:pt idx="485" formatCode="General">
                  <c:v>29.16</c:v>
                </c:pt>
                <c:pt idx="486" formatCode="General">
                  <c:v>29.22</c:v>
                </c:pt>
                <c:pt idx="487" formatCode="General">
                  <c:v>29.28</c:v>
                </c:pt>
                <c:pt idx="488" formatCode="General">
                  <c:v>29.34</c:v>
                </c:pt>
                <c:pt idx="489" formatCode="General">
                  <c:v>29.4</c:v>
                </c:pt>
                <c:pt idx="490" formatCode="General">
                  <c:v>29.46</c:v>
                </c:pt>
                <c:pt idx="491" formatCode="General">
                  <c:v>29.52</c:v>
                </c:pt>
                <c:pt idx="492" formatCode="General">
                  <c:v>29.58</c:v>
                </c:pt>
                <c:pt idx="493" formatCode="General">
                  <c:v>29.64</c:v>
                </c:pt>
                <c:pt idx="494" formatCode="General">
                  <c:v>29.7</c:v>
                </c:pt>
                <c:pt idx="495" formatCode="General">
                  <c:v>29.76</c:v>
                </c:pt>
                <c:pt idx="496" formatCode="General">
                  <c:v>29.82</c:v>
                </c:pt>
                <c:pt idx="497" formatCode="General">
                  <c:v>29.88</c:v>
                </c:pt>
                <c:pt idx="498" formatCode="General">
                  <c:v>29.94</c:v>
                </c:pt>
                <c:pt idx="499" formatCode="General">
                  <c:v>30</c:v>
                </c:pt>
                <c:pt idx="500" formatCode="General">
                  <c:v>30.06</c:v>
                </c:pt>
                <c:pt idx="501" formatCode="General">
                  <c:v>30.12</c:v>
                </c:pt>
                <c:pt idx="502" formatCode="General">
                  <c:v>30.18</c:v>
                </c:pt>
                <c:pt idx="503" formatCode="General">
                  <c:v>30.24</c:v>
                </c:pt>
                <c:pt idx="504" formatCode="General">
                  <c:v>30.3</c:v>
                </c:pt>
                <c:pt idx="505" formatCode="General">
                  <c:v>30.36</c:v>
                </c:pt>
                <c:pt idx="506" formatCode="General">
                  <c:v>30.42</c:v>
                </c:pt>
                <c:pt idx="507" formatCode="General">
                  <c:v>30.48</c:v>
                </c:pt>
                <c:pt idx="508" formatCode="General">
                  <c:v>30.54</c:v>
                </c:pt>
                <c:pt idx="509" formatCode="General">
                  <c:v>30.6</c:v>
                </c:pt>
                <c:pt idx="510" formatCode="General">
                  <c:v>30.66</c:v>
                </c:pt>
                <c:pt idx="511" formatCode="General">
                  <c:v>30.72</c:v>
                </c:pt>
                <c:pt idx="512" formatCode="General">
                  <c:v>30.78</c:v>
                </c:pt>
                <c:pt idx="513" formatCode="General">
                  <c:v>30.84</c:v>
                </c:pt>
                <c:pt idx="514" formatCode="General">
                  <c:v>30.9</c:v>
                </c:pt>
                <c:pt idx="515" formatCode="General">
                  <c:v>30.96</c:v>
                </c:pt>
                <c:pt idx="516" formatCode="General">
                  <c:v>31.02</c:v>
                </c:pt>
              </c:numCache>
            </c:numRef>
          </c:xVal>
          <c:yVal>
            <c:numRef>
              <c:f>Sheet1!$C$2:$C$1550</c:f>
              <c:numCache>
                <c:formatCode>0.00E+00</c:formatCode>
                <c:ptCount val="517"/>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0.1841256</c:v>
                </c:pt>
                <c:pt idx="47" formatCode="General">
                  <c:v>2.2155</c:v>
                </c:pt>
                <c:pt idx="48" formatCode="General">
                  <c:v>5.7528980000000001</c:v>
                </c:pt>
                <c:pt idx="49" formatCode="General">
                  <c:v>6.717638</c:v>
                </c:pt>
                <c:pt idx="50" formatCode="General">
                  <c:v>5.4559819999999997</c:v>
                </c:pt>
                <c:pt idx="51" formatCode="General">
                  <c:v>3.6597230000000001</c:v>
                </c:pt>
                <c:pt idx="52" formatCode="General">
                  <c:v>2.4166729999999998</c:v>
                </c:pt>
                <c:pt idx="53" formatCode="General">
                  <c:v>1.6891590000000001</c:v>
                </c:pt>
                <c:pt idx="54" formatCode="General">
                  <c:v>1.179203</c:v>
                </c:pt>
                <c:pt idx="55">
                  <c:v>0.95718300000000001</c:v>
                </c:pt>
                <c:pt idx="56">
                  <c:v>0.72233919999999996</c:v>
                </c:pt>
                <c:pt idx="57">
                  <c:v>0.58157340000000002</c:v>
                </c:pt>
                <c:pt idx="58">
                  <c:v>0.48023480000000002</c:v>
                </c:pt>
                <c:pt idx="59">
                  <c:v>0.43272549999999999</c:v>
                </c:pt>
                <c:pt idx="60">
                  <c:v>0.41209580000000001</c:v>
                </c:pt>
                <c:pt idx="61">
                  <c:v>0.39467740000000001</c:v>
                </c:pt>
                <c:pt idx="62">
                  <c:v>0.33818160000000003</c:v>
                </c:pt>
                <c:pt idx="63">
                  <c:v>0.30287069999999999</c:v>
                </c:pt>
                <c:pt idx="64">
                  <c:v>0.33213150000000002</c:v>
                </c:pt>
                <c:pt idx="65">
                  <c:v>0.28479330000000003</c:v>
                </c:pt>
                <c:pt idx="66">
                  <c:v>0.27635569999999998</c:v>
                </c:pt>
                <c:pt idx="67">
                  <c:v>0.33513949999999998</c:v>
                </c:pt>
                <c:pt idx="68">
                  <c:v>0.34770810000000002</c:v>
                </c:pt>
                <c:pt idx="69">
                  <c:v>0.40425149999999999</c:v>
                </c:pt>
                <c:pt idx="70">
                  <c:v>0.44619779999999998</c:v>
                </c:pt>
                <c:pt idx="71">
                  <c:v>0.49587399999999998</c:v>
                </c:pt>
                <c:pt idx="72">
                  <c:v>0.54496909999999998</c:v>
                </c:pt>
                <c:pt idx="73">
                  <c:v>0.59124739999999998</c:v>
                </c:pt>
                <c:pt idx="74">
                  <c:v>0.65585009999999999</c:v>
                </c:pt>
                <c:pt idx="75">
                  <c:v>0.73024990000000001</c:v>
                </c:pt>
                <c:pt idx="76">
                  <c:v>0.89937619999999996</c:v>
                </c:pt>
                <c:pt idx="77" formatCode="General">
                  <c:v>1.004156</c:v>
                </c:pt>
                <c:pt idx="78" formatCode="General">
                  <c:v>1.227203</c:v>
                </c:pt>
                <c:pt idx="79" formatCode="General">
                  <c:v>1.325094</c:v>
                </c:pt>
                <c:pt idx="80" formatCode="General">
                  <c:v>1.430825</c:v>
                </c:pt>
                <c:pt idx="81" formatCode="General">
                  <c:v>1.471149</c:v>
                </c:pt>
                <c:pt idx="82" formatCode="General">
                  <c:v>1.4925949999999999</c:v>
                </c:pt>
                <c:pt idx="83" formatCode="General">
                  <c:v>1.467068</c:v>
                </c:pt>
                <c:pt idx="84" formatCode="General">
                  <c:v>1.4704710000000001</c:v>
                </c:pt>
                <c:pt idx="85" formatCode="General">
                  <c:v>1.3671800000000001</c:v>
                </c:pt>
                <c:pt idx="86" formatCode="General">
                  <c:v>1.3090619999999999</c:v>
                </c:pt>
                <c:pt idx="87" formatCode="General">
                  <c:v>1.2805299999999999</c:v>
                </c:pt>
                <c:pt idx="88" formatCode="General">
                  <c:v>1.1646209999999999</c:v>
                </c:pt>
                <c:pt idx="89" formatCode="General">
                  <c:v>1.127335</c:v>
                </c:pt>
                <c:pt idx="90" formatCode="General">
                  <c:v>1.040807</c:v>
                </c:pt>
                <c:pt idx="91" formatCode="General">
                  <c:v>1.0634760000000001</c:v>
                </c:pt>
                <c:pt idx="92" formatCode="General">
                  <c:v>1.021447</c:v>
                </c:pt>
                <c:pt idx="93" formatCode="General">
                  <c:v>1.110309</c:v>
                </c:pt>
                <c:pt idx="94" formatCode="General">
                  <c:v>1.1014790000000001</c:v>
                </c:pt>
                <c:pt idx="95" formatCode="General">
                  <c:v>1.182809</c:v>
                </c:pt>
                <c:pt idx="96" formatCode="General">
                  <c:v>1.203506</c:v>
                </c:pt>
                <c:pt idx="97" formatCode="General">
                  <c:v>1.176105</c:v>
                </c:pt>
                <c:pt idx="98" formatCode="General">
                  <c:v>1.161181</c:v>
                </c:pt>
                <c:pt idx="99" formatCode="General">
                  <c:v>1.085197</c:v>
                </c:pt>
                <c:pt idx="100">
                  <c:v>0.96971359999999995</c:v>
                </c:pt>
                <c:pt idx="101">
                  <c:v>0.91756210000000005</c:v>
                </c:pt>
                <c:pt idx="102">
                  <c:v>0.83388779999999996</c:v>
                </c:pt>
                <c:pt idx="103">
                  <c:v>0.7739298</c:v>
                </c:pt>
                <c:pt idx="104">
                  <c:v>0.70871510000000004</c:v>
                </c:pt>
                <c:pt idx="105">
                  <c:v>0.71386839999999996</c:v>
                </c:pt>
                <c:pt idx="106">
                  <c:v>0.67323200000000005</c:v>
                </c:pt>
                <c:pt idx="107">
                  <c:v>0.70720209999999994</c:v>
                </c:pt>
                <c:pt idx="108">
                  <c:v>0.72338530000000001</c:v>
                </c:pt>
                <c:pt idx="109">
                  <c:v>0.75432880000000002</c:v>
                </c:pt>
                <c:pt idx="110">
                  <c:v>0.7536735</c:v>
                </c:pt>
                <c:pt idx="111">
                  <c:v>0.80739609999999995</c:v>
                </c:pt>
                <c:pt idx="112">
                  <c:v>0.86038150000000002</c:v>
                </c:pt>
                <c:pt idx="113">
                  <c:v>0.92860560000000003</c:v>
                </c:pt>
                <c:pt idx="114">
                  <c:v>0.94235930000000001</c:v>
                </c:pt>
                <c:pt idx="115" formatCode="General">
                  <c:v>1.0111220000000001</c:v>
                </c:pt>
                <c:pt idx="116" formatCode="General">
                  <c:v>1.039671</c:v>
                </c:pt>
                <c:pt idx="117" formatCode="General">
                  <c:v>1.0650649999999999</c:v>
                </c:pt>
                <c:pt idx="118" formatCode="General">
                  <c:v>1.0837190000000001</c:v>
                </c:pt>
                <c:pt idx="119" formatCode="General">
                  <c:v>1.1199650000000001</c:v>
                </c:pt>
                <c:pt idx="120" formatCode="General">
                  <c:v>1.149591</c:v>
                </c:pt>
                <c:pt idx="121" formatCode="General">
                  <c:v>1.1067739999999999</c:v>
                </c:pt>
                <c:pt idx="122" formatCode="General">
                  <c:v>1.1676249999999999</c:v>
                </c:pt>
                <c:pt idx="123" formatCode="General">
                  <c:v>1.1316740000000001</c:v>
                </c:pt>
                <c:pt idx="124" formatCode="General">
                  <c:v>1.158935</c:v>
                </c:pt>
                <c:pt idx="125" formatCode="General">
                  <c:v>1.1429180000000001</c:v>
                </c:pt>
                <c:pt idx="126" formatCode="General">
                  <c:v>1.156765</c:v>
                </c:pt>
                <c:pt idx="127" formatCode="General">
                  <c:v>1.109219</c:v>
                </c:pt>
                <c:pt idx="128" formatCode="General">
                  <c:v>1.121664</c:v>
                </c:pt>
                <c:pt idx="129" formatCode="General">
                  <c:v>1.098938</c:v>
                </c:pt>
                <c:pt idx="130" formatCode="General">
                  <c:v>1.1319980000000001</c:v>
                </c:pt>
                <c:pt idx="131" formatCode="General">
                  <c:v>1.0432459999999999</c:v>
                </c:pt>
                <c:pt idx="132" formatCode="General">
                  <c:v>1.050611</c:v>
                </c:pt>
                <c:pt idx="133" formatCode="General">
                  <c:v>1.051299</c:v>
                </c:pt>
                <c:pt idx="134">
                  <c:v>0.99493969999999998</c:v>
                </c:pt>
                <c:pt idx="135">
                  <c:v>0.96408870000000002</c:v>
                </c:pt>
                <c:pt idx="136">
                  <c:v>0.94443129999999997</c:v>
                </c:pt>
                <c:pt idx="137">
                  <c:v>0.95001599999999997</c:v>
                </c:pt>
                <c:pt idx="138">
                  <c:v>0.92334369999999999</c:v>
                </c:pt>
                <c:pt idx="139">
                  <c:v>0.92887739999999996</c:v>
                </c:pt>
                <c:pt idx="140">
                  <c:v>0.93845809999999996</c:v>
                </c:pt>
                <c:pt idx="141">
                  <c:v>0.93254890000000001</c:v>
                </c:pt>
                <c:pt idx="142">
                  <c:v>0.94819469999999995</c:v>
                </c:pt>
                <c:pt idx="143">
                  <c:v>0.93977880000000003</c:v>
                </c:pt>
                <c:pt idx="144">
                  <c:v>0.93750140000000004</c:v>
                </c:pt>
                <c:pt idx="145">
                  <c:v>0.92642029999999997</c:v>
                </c:pt>
                <c:pt idx="146">
                  <c:v>0.96373989999999998</c:v>
                </c:pt>
                <c:pt idx="147">
                  <c:v>0.93646189999999996</c:v>
                </c:pt>
                <c:pt idx="148">
                  <c:v>0.93565960000000004</c:v>
                </c:pt>
                <c:pt idx="149">
                  <c:v>0.94274970000000002</c:v>
                </c:pt>
                <c:pt idx="150">
                  <c:v>0.9226335</c:v>
                </c:pt>
                <c:pt idx="151">
                  <c:v>0.95190549999999996</c:v>
                </c:pt>
                <c:pt idx="152">
                  <c:v>0.97703450000000003</c:v>
                </c:pt>
                <c:pt idx="153">
                  <c:v>0.9731339</c:v>
                </c:pt>
                <c:pt idx="154">
                  <c:v>0.9892299</c:v>
                </c:pt>
                <c:pt idx="155" formatCode="General">
                  <c:v>1.0148630000000001</c:v>
                </c:pt>
                <c:pt idx="156">
                  <c:v>0.9973552</c:v>
                </c:pt>
                <c:pt idx="157" formatCode="General">
                  <c:v>1.023712</c:v>
                </c:pt>
                <c:pt idx="158" formatCode="General">
                  <c:v>1.02793</c:v>
                </c:pt>
                <c:pt idx="159" formatCode="General">
                  <c:v>1.034187</c:v>
                </c:pt>
                <c:pt idx="160" formatCode="General">
                  <c:v>1.0431919999999999</c:v>
                </c:pt>
                <c:pt idx="161" formatCode="General">
                  <c:v>1.054065</c:v>
                </c:pt>
                <c:pt idx="162" formatCode="General">
                  <c:v>1.0606139999999999</c:v>
                </c:pt>
                <c:pt idx="163" formatCode="General">
                  <c:v>1.0563400000000001</c:v>
                </c:pt>
                <c:pt idx="164" formatCode="General">
                  <c:v>1.0377479999999999</c:v>
                </c:pt>
                <c:pt idx="165" formatCode="General">
                  <c:v>1.0770930000000001</c:v>
                </c:pt>
                <c:pt idx="166" formatCode="General">
                  <c:v>1.044835</c:v>
                </c:pt>
                <c:pt idx="167" formatCode="General">
                  <c:v>1.049439</c:v>
                </c:pt>
                <c:pt idx="168" formatCode="General">
                  <c:v>1.0651109999999999</c:v>
                </c:pt>
                <c:pt idx="169" formatCode="General">
                  <c:v>1.0405139999999999</c:v>
                </c:pt>
                <c:pt idx="170" formatCode="General">
                  <c:v>1.0371429999999999</c:v>
                </c:pt>
                <c:pt idx="171" formatCode="General">
                  <c:v>1.032543</c:v>
                </c:pt>
                <c:pt idx="172" formatCode="General">
                  <c:v>1.0157480000000001</c:v>
                </c:pt>
                <c:pt idx="173">
                  <c:v>0.98865630000000004</c:v>
                </c:pt>
                <c:pt idx="174">
                  <c:v>0.99399159999999998</c:v>
                </c:pt>
                <c:pt idx="175">
                  <c:v>0.98706159999999998</c:v>
                </c:pt>
                <c:pt idx="176">
                  <c:v>0.96386559999999999</c:v>
                </c:pt>
                <c:pt idx="177">
                  <c:v>0.97155239999999998</c:v>
                </c:pt>
                <c:pt idx="178">
                  <c:v>0.96821710000000005</c:v>
                </c:pt>
                <c:pt idx="179">
                  <c:v>0.97719880000000003</c:v>
                </c:pt>
                <c:pt idx="180">
                  <c:v>0.97189369999999997</c:v>
                </c:pt>
                <c:pt idx="181">
                  <c:v>0.97057539999999998</c:v>
                </c:pt>
                <c:pt idx="182">
                  <c:v>0.97687950000000001</c:v>
                </c:pt>
                <c:pt idx="183">
                  <c:v>0.96941390000000005</c:v>
                </c:pt>
                <c:pt idx="184">
                  <c:v>0.96145780000000003</c:v>
                </c:pt>
                <c:pt idx="185">
                  <c:v>0.95984760000000002</c:v>
                </c:pt>
                <c:pt idx="186">
                  <c:v>0.97775789999999996</c:v>
                </c:pt>
                <c:pt idx="187">
                  <c:v>0.9704912</c:v>
                </c:pt>
                <c:pt idx="188">
                  <c:v>0.97619009999999995</c:v>
                </c:pt>
                <c:pt idx="189">
                  <c:v>0.99388430000000005</c:v>
                </c:pt>
                <c:pt idx="190">
                  <c:v>0.98383889999999996</c:v>
                </c:pt>
                <c:pt idx="191">
                  <c:v>0.99921550000000003</c:v>
                </c:pt>
                <c:pt idx="192">
                  <c:v>0.99653170000000002</c:v>
                </c:pt>
                <c:pt idx="193" formatCode="General">
                  <c:v>1.011574</c:v>
                </c:pt>
                <c:pt idx="194" formatCode="General">
                  <c:v>1.004648</c:v>
                </c:pt>
                <c:pt idx="195">
                  <c:v>0.98034109999999997</c:v>
                </c:pt>
                <c:pt idx="196">
                  <c:v>0.99965499999999996</c:v>
                </c:pt>
                <c:pt idx="197" formatCode="General">
                  <c:v>1.0261039999999999</c:v>
                </c:pt>
                <c:pt idx="198" formatCode="General">
                  <c:v>1.0052380000000001</c:v>
                </c:pt>
                <c:pt idx="199" formatCode="General">
                  <c:v>1.0179879999999999</c:v>
                </c:pt>
                <c:pt idx="200" formatCode="General">
                  <c:v>1.0191600000000001</c:v>
                </c:pt>
                <c:pt idx="201" formatCode="General">
                  <c:v>1.030626</c:v>
                </c:pt>
                <c:pt idx="202" formatCode="General">
                  <c:v>1.035401</c:v>
                </c:pt>
                <c:pt idx="203" formatCode="General">
                  <c:v>1.014915</c:v>
                </c:pt>
                <c:pt idx="204" formatCode="General">
                  <c:v>1.011619</c:v>
                </c:pt>
                <c:pt idx="205" formatCode="General">
                  <c:v>1.0099689999999999</c:v>
                </c:pt>
                <c:pt idx="206" formatCode="General">
                  <c:v>1.015897</c:v>
                </c:pt>
                <c:pt idx="207" formatCode="General">
                  <c:v>1.005776</c:v>
                </c:pt>
                <c:pt idx="208" formatCode="General">
                  <c:v>1.0191749999999999</c:v>
                </c:pt>
                <c:pt idx="209" formatCode="General">
                  <c:v>1.033749</c:v>
                </c:pt>
                <c:pt idx="210" formatCode="General">
                  <c:v>1.0145630000000001</c:v>
                </c:pt>
                <c:pt idx="211">
                  <c:v>0.99560210000000005</c:v>
                </c:pt>
                <c:pt idx="212" formatCode="General">
                  <c:v>1.0042960000000001</c:v>
                </c:pt>
                <c:pt idx="213" formatCode="General">
                  <c:v>1.007811</c:v>
                </c:pt>
                <c:pt idx="214" formatCode="General">
                  <c:v>1.001625</c:v>
                </c:pt>
                <c:pt idx="215">
                  <c:v>0.98470049999999998</c:v>
                </c:pt>
                <c:pt idx="216">
                  <c:v>0.98747969999999996</c:v>
                </c:pt>
                <c:pt idx="217">
                  <c:v>0.9954731</c:v>
                </c:pt>
                <c:pt idx="218">
                  <c:v>0.97707379999999999</c:v>
                </c:pt>
                <c:pt idx="219">
                  <c:v>0.99947399999999997</c:v>
                </c:pt>
                <c:pt idx="220">
                  <c:v>0.98362059999999996</c:v>
                </c:pt>
                <c:pt idx="221" formatCode="General">
                  <c:v>1.001519</c:v>
                </c:pt>
                <c:pt idx="222">
                  <c:v>0.99214829999999998</c:v>
                </c:pt>
                <c:pt idx="223">
                  <c:v>0.99911709999999998</c:v>
                </c:pt>
                <c:pt idx="224">
                  <c:v>0.98149819999999999</c:v>
                </c:pt>
                <c:pt idx="225">
                  <c:v>0.97880420000000001</c:v>
                </c:pt>
                <c:pt idx="226">
                  <c:v>0.9901702</c:v>
                </c:pt>
                <c:pt idx="227">
                  <c:v>0.99652660000000004</c:v>
                </c:pt>
                <c:pt idx="228">
                  <c:v>0.98373140000000003</c:v>
                </c:pt>
                <c:pt idx="229">
                  <c:v>0.99956999999999996</c:v>
                </c:pt>
                <c:pt idx="230" formatCode="General">
                  <c:v>1.0055700000000001</c:v>
                </c:pt>
                <c:pt idx="231">
                  <c:v>0.9962396</c:v>
                </c:pt>
                <c:pt idx="232" formatCode="General">
                  <c:v>1.0111570000000001</c:v>
                </c:pt>
                <c:pt idx="233" formatCode="General">
                  <c:v>1.008996</c:v>
                </c:pt>
                <c:pt idx="234" formatCode="General">
                  <c:v>1.0023420000000001</c:v>
                </c:pt>
                <c:pt idx="235">
                  <c:v>0.99978129999999998</c:v>
                </c:pt>
                <c:pt idx="236" formatCode="General">
                  <c:v>1.006642</c:v>
                </c:pt>
                <c:pt idx="237" formatCode="General">
                  <c:v>1.00057</c:v>
                </c:pt>
                <c:pt idx="238" formatCode="General">
                  <c:v>1.0038210000000001</c:v>
                </c:pt>
                <c:pt idx="239">
                  <c:v>0.99716850000000001</c:v>
                </c:pt>
                <c:pt idx="240" formatCode="General">
                  <c:v>1.0085189999999999</c:v>
                </c:pt>
                <c:pt idx="241">
                  <c:v>0.9916587</c:v>
                </c:pt>
                <c:pt idx="242">
                  <c:v>0.99846140000000005</c:v>
                </c:pt>
                <c:pt idx="243" formatCode="General">
                  <c:v>1.00471</c:v>
                </c:pt>
                <c:pt idx="244" formatCode="General">
                  <c:v>1.0047919999999999</c:v>
                </c:pt>
                <c:pt idx="245">
                  <c:v>0.99475729999999996</c:v>
                </c:pt>
                <c:pt idx="246" formatCode="General">
                  <c:v>1.013787</c:v>
                </c:pt>
                <c:pt idx="247">
                  <c:v>0.99603839999999999</c:v>
                </c:pt>
                <c:pt idx="248" formatCode="General">
                  <c:v>1.005636</c:v>
                </c:pt>
                <c:pt idx="249" formatCode="General">
                  <c:v>1.000731</c:v>
                </c:pt>
                <c:pt idx="250" formatCode="General">
                  <c:v>1.0019400000000001</c:v>
                </c:pt>
                <c:pt idx="251" formatCode="General">
                  <c:v>1.011234</c:v>
                </c:pt>
                <c:pt idx="252">
                  <c:v>0.99817219999999995</c:v>
                </c:pt>
                <c:pt idx="253" formatCode="General">
                  <c:v>1.012079</c:v>
                </c:pt>
                <c:pt idx="254">
                  <c:v>0.99539940000000005</c:v>
                </c:pt>
                <c:pt idx="255">
                  <c:v>0.98602429999999996</c:v>
                </c:pt>
                <c:pt idx="256">
                  <c:v>0.99604020000000004</c:v>
                </c:pt>
                <c:pt idx="257" formatCode="General">
                  <c:v>1.0022660000000001</c:v>
                </c:pt>
                <c:pt idx="258" formatCode="General">
                  <c:v>1.0054559999999999</c:v>
                </c:pt>
                <c:pt idx="259">
                  <c:v>0.99629250000000003</c:v>
                </c:pt>
                <c:pt idx="260" formatCode="General">
                  <c:v>1.001152</c:v>
                </c:pt>
                <c:pt idx="261">
                  <c:v>0.99204289999999995</c:v>
                </c:pt>
                <c:pt idx="262">
                  <c:v>0.99797950000000002</c:v>
                </c:pt>
                <c:pt idx="263">
                  <c:v>0.99183399999999999</c:v>
                </c:pt>
                <c:pt idx="264" formatCode="General">
                  <c:v>1.002955</c:v>
                </c:pt>
                <c:pt idx="265" formatCode="General">
                  <c:v>1.003304</c:v>
                </c:pt>
                <c:pt idx="266">
                  <c:v>0.98404899999999995</c:v>
                </c:pt>
                <c:pt idx="267" formatCode="General">
                  <c:v>1.0010699999999999</c:v>
                </c:pt>
                <c:pt idx="268" formatCode="General">
                  <c:v>1.0026349999999999</c:v>
                </c:pt>
                <c:pt idx="269">
                  <c:v>0.98556949999999999</c:v>
                </c:pt>
                <c:pt idx="270" formatCode="General">
                  <c:v>1.0117609999999999</c:v>
                </c:pt>
                <c:pt idx="271">
                  <c:v>0.9895467</c:v>
                </c:pt>
                <c:pt idx="272">
                  <c:v>0.99589989999999995</c:v>
                </c:pt>
                <c:pt idx="273">
                  <c:v>0.99032339999999996</c:v>
                </c:pt>
                <c:pt idx="274" formatCode="General">
                  <c:v>1.0125010000000001</c:v>
                </c:pt>
                <c:pt idx="275" formatCode="General">
                  <c:v>1.002934</c:v>
                </c:pt>
                <c:pt idx="276" formatCode="General">
                  <c:v>1.00546</c:v>
                </c:pt>
                <c:pt idx="277" formatCode="General">
                  <c:v>1.0109760000000001</c:v>
                </c:pt>
                <c:pt idx="278">
                  <c:v>0.99694899999999997</c:v>
                </c:pt>
                <c:pt idx="279">
                  <c:v>0.99300540000000004</c:v>
                </c:pt>
                <c:pt idx="280" formatCode="General">
                  <c:v>1.0022279999999999</c:v>
                </c:pt>
                <c:pt idx="281" formatCode="General">
                  <c:v>1.0057720000000001</c:v>
                </c:pt>
                <c:pt idx="282">
                  <c:v>0.98755400000000004</c:v>
                </c:pt>
                <c:pt idx="283" formatCode="General">
                  <c:v>1.0018929999999999</c:v>
                </c:pt>
                <c:pt idx="284" formatCode="General">
                  <c:v>1.005641</c:v>
                </c:pt>
                <c:pt idx="285">
                  <c:v>0.9954383</c:v>
                </c:pt>
                <c:pt idx="286">
                  <c:v>0.99962439999999997</c:v>
                </c:pt>
                <c:pt idx="287">
                  <c:v>0.99764759999999997</c:v>
                </c:pt>
                <c:pt idx="288" formatCode="General">
                  <c:v>1.0062420000000001</c:v>
                </c:pt>
                <c:pt idx="289" formatCode="General">
                  <c:v>1.015226</c:v>
                </c:pt>
                <c:pt idx="290" formatCode="General">
                  <c:v>1.0073000000000001</c:v>
                </c:pt>
                <c:pt idx="291" formatCode="General">
                  <c:v>1.0061370000000001</c:v>
                </c:pt>
                <c:pt idx="292">
                  <c:v>0.99222169999999998</c:v>
                </c:pt>
                <c:pt idx="293" formatCode="General">
                  <c:v>1.000165</c:v>
                </c:pt>
                <c:pt idx="294" formatCode="General">
                  <c:v>1.0035849999999999</c:v>
                </c:pt>
                <c:pt idx="295" formatCode="General">
                  <c:v>1.0036860000000001</c:v>
                </c:pt>
                <c:pt idx="296" formatCode="General">
                  <c:v>1.002011</c:v>
                </c:pt>
                <c:pt idx="297" formatCode="General">
                  <c:v>1.007436</c:v>
                </c:pt>
                <c:pt idx="298" formatCode="General">
                  <c:v>1.0114000000000001</c:v>
                </c:pt>
                <c:pt idx="299">
                  <c:v>0.98740419999999995</c:v>
                </c:pt>
                <c:pt idx="300">
                  <c:v>0.99903660000000005</c:v>
                </c:pt>
                <c:pt idx="301">
                  <c:v>0.9940814</c:v>
                </c:pt>
                <c:pt idx="302" formatCode="General">
                  <c:v>1.0108790000000001</c:v>
                </c:pt>
                <c:pt idx="303" formatCode="General">
                  <c:v>1.002435</c:v>
                </c:pt>
                <c:pt idx="304">
                  <c:v>0.99985109999999999</c:v>
                </c:pt>
                <c:pt idx="305">
                  <c:v>0.99914769999999997</c:v>
                </c:pt>
                <c:pt idx="306" formatCode="General">
                  <c:v>1.0005900000000001</c:v>
                </c:pt>
                <c:pt idx="307">
                  <c:v>0.99972019999999995</c:v>
                </c:pt>
                <c:pt idx="308" formatCode="General">
                  <c:v>1.005231</c:v>
                </c:pt>
                <c:pt idx="309">
                  <c:v>0.99646999999999997</c:v>
                </c:pt>
                <c:pt idx="310">
                  <c:v>0.99078710000000003</c:v>
                </c:pt>
                <c:pt idx="311" formatCode="General">
                  <c:v>1.0126090000000001</c:v>
                </c:pt>
                <c:pt idx="312">
                  <c:v>0.99684890000000004</c:v>
                </c:pt>
                <c:pt idx="313">
                  <c:v>0.99121099999999995</c:v>
                </c:pt>
                <c:pt idx="314" formatCode="General">
                  <c:v>1.002267</c:v>
                </c:pt>
                <c:pt idx="315">
                  <c:v>0.99593399999999999</c:v>
                </c:pt>
                <c:pt idx="316">
                  <c:v>0.99747249999999998</c:v>
                </c:pt>
                <c:pt idx="317" formatCode="General">
                  <c:v>1.007781</c:v>
                </c:pt>
                <c:pt idx="318">
                  <c:v>0.99923379999999995</c:v>
                </c:pt>
                <c:pt idx="319">
                  <c:v>0.98866869999999996</c:v>
                </c:pt>
                <c:pt idx="320">
                  <c:v>0.99870289999999995</c:v>
                </c:pt>
                <c:pt idx="321" formatCode="General">
                  <c:v>1.0055730000000001</c:v>
                </c:pt>
                <c:pt idx="322">
                  <c:v>0.99927809999999995</c:v>
                </c:pt>
                <c:pt idx="323">
                  <c:v>0.99420419999999998</c:v>
                </c:pt>
                <c:pt idx="324" formatCode="General">
                  <c:v>1.0016119999999999</c:v>
                </c:pt>
                <c:pt idx="325" formatCode="General">
                  <c:v>1.000567</c:v>
                </c:pt>
                <c:pt idx="326" formatCode="General">
                  <c:v>1.0069330000000001</c:v>
                </c:pt>
                <c:pt idx="327" formatCode="General">
                  <c:v>1.00292</c:v>
                </c:pt>
                <c:pt idx="328">
                  <c:v>0.9998013</c:v>
                </c:pt>
                <c:pt idx="329" formatCode="General">
                  <c:v>1.005031</c:v>
                </c:pt>
                <c:pt idx="330" formatCode="General">
                  <c:v>1.004202</c:v>
                </c:pt>
                <c:pt idx="331">
                  <c:v>0.99111349999999998</c:v>
                </c:pt>
                <c:pt idx="332" formatCode="General">
                  <c:v>1.00318</c:v>
                </c:pt>
                <c:pt idx="333">
                  <c:v>0.99747370000000002</c:v>
                </c:pt>
                <c:pt idx="334" formatCode="General">
                  <c:v>1.001495</c:v>
                </c:pt>
                <c:pt idx="335" formatCode="General">
                  <c:v>1.003072</c:v>
                </c:pt>
                <c:pt idx="336" formatCode="General">
                  <c:v>1.0095559999999999</c:v>
                </c:pt>
                <c:pt idx="337" formatCode="General">
                  <c:v>1.0086820000000001</c:v>
                </c:pt>
                <c:pt idx="338" formatCode="General">
                  <c:v>1.010845</c:v>
                </c:pt>
                <c:pt idx="339" formatCode="General">
                  <c:v>1.003325</c:v>
                </c:pt>
                <c:pt idx="340">
                  <c:v>0.99150199999999999</c:v>
                </c:pt>
                <c:pt idx="341">
                  <c:v>0.9983358</c:v>
                </c:pt>
                <c:pt idx="342">
                  <c:v>0.99732869999999996</c:v>
                </c:pt>
                <c:pt idx="343" formatCode="General">
                  <c:v>1.009722</c:v>
                </c:pt>
                <c:pt idx="344" formatCode="General">
                  <c:v>1.0026809999999999</c:v>
                </c:pt>
                <c:pt idx="345">
                  <c:v>0.9887049</c:v>
                </c:pt>
                <c:pt idx="346" formatCode="General">
                  <c:v>1.005816</c:v>
                </c:pt>
                <c:pt idx="347">
                  <c:v>0.99470389999999997</c:v>
                </c:pt>
                <c:pt idx="348">
                  <c:v>0.99649209999999999</c:v>
                </c:pt>
                <c:pt idx="349">
                  <c:v>0.98536060000000003</c:v>
                </c:pt>
                <c:pt idx="350">
                  <c:v>0.99943099999999996</c:v>
                </c:pt>
                <c:pt idx="351">
                  <c:v>0.9947781</c:v>
                </c:pt>
                <c:pt idx="352">
                  <c:v>0.99052099999999998</c:v>
                </c:pt>
                <c:pt idx="353">
                  <c:v>0.99116459999999995</c:v>
                </c:pt>
                <c:pt idx="354" formatCode="General">
                  <c:v>1.0071159999999999</c:v>
                </c:pt>
                <c:pt idx="355">
                  <c:v>0.99944409999999995</c:v>
                </c:pt>
                <c:pt idx="356" formatCode="General">
                  <c:v>1.0080549999999999</c:v>
                </c:pt>
                <c:pt idx="357">
                  <c:v>0.994973</c:v>
                </c:pt>
                <c:pt idx="358" formatCode="General">
                  <c:v>1.006227</c:v>
                </c:pt>
                <c:pt idx="359" formatCode="General">
                  <c:v>1.0020260000000001</c:v>
                </c:pt>
                <c:pt idx="360">
                  <c:v>0.99645130000000004</c:v>
                </c:pt>
                <c:pt idx="361" formatCode="General">
                  <c:v>1.0000169999999999</c:v>
                </c:pt>
                <c:pt idx="362">
                  <c:v>0.99797210000000003</c:v>
                </c:pt>
                <c:pt idx="363" formatCode="General">
                  <c:v>1.003916</c:v>
                </c:pt>
                <c:pt idx="364" formatCode="General">
                  <c:v>1.000591</c:v>
                </c:pt>
                <c:pt idx="365">
                  <c:v>0.99886509999999995</c:v>
                </c:pt>
                <c:pt idx="366" formatCode="General">
                  <c:v>1.002127</c:v>
                </c:pt>
                <c:pt idx="367" formatCode="General">
                  <c:v>1.0109239999999999</c:v>
                </c:pt>
                <c:pt idx="368">
                  <c:v>0.9978051</c:v>
                </c:pt>
                <c:pt idx="369" formatCode="General">
                  <c:v>1.002877</c:v>
                </c:pt>
                <c:pt idx="370">
                  <c:v>0.99792139999999996</c:v>
                </c:pt>
                <c:pt idx="371" formatCode="General">
                  <c:v>1.0012639999999999</c:v>
                </c:pt>
                <c:pt idx="372">
                  <c:v>0.99961509999999998</c:v>
                </c:pt>
                <c:pt idx="373">
                  <c:v>0.99488739999999998</c:v>
                </c:pt>
                <c:pt idx="374" formatCode="General">
                  <c:v>1.0033270000000001</c:v>
                </c:pt>
                <c:pt idx="375" formatCode="General">
                  <c:v>1.00309</c:v>
                </c:pt>
                <c:pt idx="376">
                  <c:v>0.99757530000000005</c:v>
                </c:pt>
                <c:pt idx="377" formatCode="General">
                  <c:v>1.0001040000000001</c:v>
                </c:pt>
                <c:pt idx="378" formatCode="General">
                  <c:v>1.0000439999999999</c:v>
                </c:pt>
                <c:pt idx="379">
                  <c:v>0.99963239999999998</c:v>
                </c:pt>
                <c:pt idx="380" formatCode="General">
                  <c:v>1.0057400000000001</c:v>
                </c:pt>
                <c:pt idx="381" formatCode="General">
                  <c:v>1.0080910000000001</c:v>
                </c:pt>
                <c:pt idx="382" formatCode="General">
                  <c:v>1.008518</c:v>
                </c:pt>
                <c:pt idx="383" formatCode="General">
                  <c:v>1.0074099999999999</c:v>
                </c:pt>
                <c:pt idx="384">
                  <c:v>0.99482910000000002</c:v>
                </c:pt>
                <c:pt idx="385">
                  <c:v>0.99377610000000005</c:v>
                </c:pt>
                <c:pt idx="386">
                  <c:v>0.99396989999999996</c:v>
                </c:pt>
                <c:pt idx="387" formatCode="General">
                  <c:v>1.002524</c:v>
                </c:pt>
                <c:pt idx="388" formatCode="General">
                  <c:v>1.0050110000000001</c:v>
                </c:pt>
                <c:pt idx="389" formatCode="General">
                  <c:v>1.003447</c:v>
                </c:pt>
                <c:pt idx="390">
                  <c:v>0.99185540000000005</c:v>
                </c:pt>
                <c:pt idx="391">
                  <c:v>0.99275709999999995</c:v>
                </c:pt>
                <c:pt idx="392" formatCode="General">
                  <c:v>1.00267</c:v>
                </c:pt>
                <c:pt idx="393" formatCode="General">
                  <c:v>1.001622</c:v>
                </c:pt>
                <c:pt idx="394">
                  <c:v>0.99739089999999997</c:v>
                </c:pt>
                <c:pt idx="395">
                  <c:v>0.99809219999999998</c:v>
                </c:pt>
                <c:pt idx="396">
                  <c:v>0.99539310000000003</c:v>
                </c:pt>
                <c:pt idx="397" formatCode="General">
                  <c:v>1.004982</c:v>
                </c:pt>
                <c:pt idx="398">
                  <c:v>0.98707440000000002</c:v>
                </c:pt>
                <c:pt idx="399">
                  <c:v>0.99577119999999997</c:v>
                </c:pt>
                <c:pt idx="400">
                  <c:v>0.99981609999999999</c:v>
                </c:pt>
                <c:pt idx="401" formatCode="General">
                  <c:v>1.0028269999999999</c:v>
                </c:pt>
                <c:pt idx="402">
                  <c:v>0.99016740000000003</c:v>
                </c:pt>
                <c:pt idx="403" formatCode="General">
                  <c:v>1.0068779999999999</c:v>
                </c:pt>
                <c:pt idx="404">
                  <c:v>0.99224080000000003</c:v>
                </c:pt>
                <c:pt idx="405" formatCode="General">
                  <c:v>1.0083089999999999</c:v>
                </c:pt>
                <c:pt idx="406">
                  <c:v>0.99957850000000004</c:v>
                </c:pt>
                <c:pt idx="407" formatCode="General">
                  <c:v>1.000964</c:v>
                </c:pt>
                <c:pt idx="408" formatCode="General">
                  <c:v>1.001036</c:v>
                </c:pt>
                <c:pt idx="409" formatCode="General">
                  <c:v>1.009612</c:v>
                </c:pt>
                <c:pt idx="410">
                  <c:v>0.99651840000000003</c:v>
                </c:pt>
                <c:pt idx="411" formatCode="General">
                  <c:v>1.015841</c:v>
                </c:pt>
                <c:pt idx="412">
                  <c:v>0.9983843</c:v>
                </c:pt>
                <c:pt idx="413">
                  <c:v>0.99411280000000002</c:v>
                </c:pt>
                <c:pt idx="414" formatCode="General">
                  <c:v>1.0026949999999999</c:v>
                </c:pt>
                <c:pt idx="415">
                  <c:v>0.99616439999999995</c:v>
                </c:pt>
                <c:pt idx="416" formatCode="General">
                  <c:v>1.0068539999999999</c:v>
                </c:pt>
                <c:pt idx="417" formatCode="General">
                  <c:v>1.0029269999999999</c:v>
                </c:pt>
                <c:pt idx="418">
                  <c:v>0.99300200000000005</c:v>
                </c:pt>
                <c:pt idx="419">
                  <c:v>0.99565769999999998</c:v>
                </c:pt>
                <c:pt idx="420">
                  <c:v>0.99951630000000002</c:v>
                </c:pt>
                <c:pt idx="421" formatCode="General">
                  <c:v>1.0074380000000001</c:v>
                </c:pt>
                <c:pt idx="422">
                  <c:v>0.99608830000000004</c:v>
                </c:pt>
                <c:pt idx="423">
                  <c:v>0.99960830000000001</c:v>
                </c:pt>
                <c:pt idx="424">
                  <c:v>0.99952609999999997</c:v>
                </c:pt>
                <c:pt idx="425" formatCode="General">
                  <c:v>1.000375</c:v>
                </c:pt>
                <c:pt idx="426" formatCode="General">
                  <c:v>1.0025660000000001</c:v>
                </c:pt>
                <c:pt idx="427">
                  <c:v>0.99970729999999997</c:v>
                </c:pt>
                <c:pt idx="428" formatCode="General">
                  <c:v>1.0023230000000001</c:v>
                </c:pt>
                <c:pt idx="429" formatCode="General">
                  <c:v>1.0031000000000001</c:v>
                </c:pt>
                <c:pt idx="430">
                  <c:v>0.99623949999999994</c:v>
                </c:pt>
                <c:pt idx="431">
                  <c:v>0.99712500000000004</c:v>
                </c:pt>
                <c:pt idx="432">
                  <c:v>0.99462910000000004</c:v>
                </c:pt>
                <c:pt idx="433" formatCode="General">
                  <c:v>1.0000279999999999</c:v>
                </c:pt>
                <c:pt idx="434">
                  <c:v>0.99693969999999998</c:v>
                </c:pt>
                <c:pt idx="435">
                  <c:v>0.99613770000000001</c:v>
                </c:pt>
                <c:pt idx="436">
                  <c:v>0.99827189999999999</c:v>
                </c:pt>
                <c:pt idx="437" formatCode="General">
                  <c:v>1.0054650000000001</c:v>
                </c:pt>
                <c:pt idx="438">
                  <c:v>0.99939069999999997</c:v>
                </c:pt>
                <c:pt idx="439" formatCode="General">
                  <c:v>1.0023960000000001</c:v>
                </c:pt>
                <c:pt idx="440" formatCode="General">
                  <c:v>1.005781</c:v>
                </c:pt>
                <c:pt idx="441" formatCode="General">
                  <c:v>1.003463</c:v>
                </c:pt>
                <c:pt idx="442" formatCode="General">
                  <c:v>1.001342</c:v>
                </c:pt>
                <c:pt idx="443">
                  <c:v>0.99638300000000002</c:v>
                </c:pt>
                <c:pt idx="444" formatCode="General">
                  <c:v>1.0011939999999999</c:v>
                </c:pt>
                <c:pt idx="445">
                  <c:v>0.99740470000000003</c:v>
                </c:pt>
                <c:pt idx="446" formatCode="General">
                  <c:v>1.0042450000000001</c:v>
                </c:pt>
                <c:pt idx="447" formatCode="General">
                  <c:v>1.0024820000000001</c:v>
                </c:pt>
                <c:pt idx="448" formatCode="General">
                  <c:v>1.0015529999999999</c:v>
                </c:pt>
                <c:pt idx="449">
                  <c:v>0.99750819999999996</c:v>
                </c:pt>
                <c:pt idx="450" formatCode="General">
                  <c:v>1.0015480000000001</c:v>
                </c:pt>
                <c:pt idx="451" formatCode="General">
                  <c:v>1.005444</c:v>
                </c:pt>
                <c:pt idx="452">
                  <c:v>0.99276390000000003</c:v>
                </c:pt>
                <c:pt idx="453" formatCode="General">
                  <c:v>1.00661</c:v>
                </c:pt>
                <c:pt idx="454">
                  <c:v>0.9964923</c:v>
                </c:pt>
                <c:pt idx="455">
                  <c:v>0.998973</c:v>
                </c:pt>
                <c:pt idx="456">
                  <c:v>0.99306729999999999</c:v>
                </c:pt>
                <c:pt idx="457">
                  <c:v>0.99651109999999998</c:v>
                </c:pt>
                <c:pt idx="458" formatCode="General">
                  <c:v>1.0074639999999999</c:v>
                </c:pt>
                <c:pt idx="459" formatCode="General">
                  <c:v>1.0000709999999999</c:v>
                </c:pt>
                <c:pt idx="460">
                  <c:v>0.99345930000000005</c:v>
                </c:pt>
                <c:pt idx="461">
                  <c:v>0.99886299999999995</c:v>
                </c:pt>
                <c:pt idx="462" formatCode="General">
                  <c:v>1.001573</c:v>
                </c:pt>
                <c:pt idx="463" formatCode="General">
                  <c:v>1.002324</c:v>
                </c:pt>
                <c:pt idx="464" formatCode="General">
                  <c:v>1.0029840000000001</c:v>
                </c:pt>
                <c:pt idx="465">
                  <c:v>0.99465680000000001</c:v>
                </c:pt>
                <c:pt idx="466">
                  <c:v>0.99845870000000003</c:v>
                </c:pt>
                <c:pt idx="467" formatCode="General">
                  <c:v>1.000826</c:v>
                </c:pt>
                <c:pt idx="468">
                  <c:v>0.99641480000000004</c:v>
                </c:pt>
                <c:pt idx="469">
                  <c:v>0.9939654</c:v>
                </c:pt>
                <c:pt idx="470" formatCode="General">
                  <c:v>1.0054989999999999</c:v>
                </c:pt>
                <c:pt idx="471">
                  <c:v>0.99939909999999998</c:v>
                </c:pt>
                <c:pt idx="472" formatCode="General">
                  <c:v>1.0013049999999999</c:v>
                </c:pt>
                <c:pt idx="473" formatCode="General">
                  <c:v>1.003746</c:v>
                </c:pt>
                <c:pt idx="474" formatCode="General">
                  <c:v>1.0018499999999999</c:v>
                </c:pt>
                <c:pt idx="475" formatCode="General">
                  <c:v>1.00312</c:v>
                </c:pt>
                <c:pt idx="476" formatCode="General">
                  <c:v>1.0003489999999999</c:v>
                </c:pt>
                <c:pt idx="477" formatCode="General">
                  <c:v>1.000013</c:v>
                </c:pt>
                <c:pt idx="478" formatCode="General">
                  <c:v>1.0049360000000001</c:v>
                </c:pt>
                <c:pt idx="479">
                  <c:v>0.99321510000000002</c:v>
                </c:pt>
                <c:pt idx="480" formatCode="General">
                  <c:v>1.0056860000000001</c:v>
                </c:pt>
                <c:pt idx="481">
                  <c:v>0.99407630000000002</c:v>
                </c:pt>
                <c:pt idx="482" formatCode="General">
                  <c:v>1.00196</c:v>
                </c:pt>
                <c:pt idx="483" formatCode="General">
                  <c:v>1.009752</c:v>
                </c:pt>
                <c:pt idx="484">
                  <c:v>0.99193229999999999</c:v>
                </c:pt>
                <c:pt idx="485" formatCode="General">
                  <c:v>1.0002530000000001</c:v>
                </c:pt>
                <c:pt idx="486" formatCode="General">
                  <c:v>1.005771</c:v>
                </c:pt>
                <c:pt idx="487" formatCode="General">
                  <c:v>1.0033609999999999</c:v>
                </c:pt>
                <c:pt idx="488">
                  <c:v>0.99463489999999999</c:v>
                </c:pt>
                <c:pt idx="489" formatCode="General">
                  <c:v>1.0002530000000001</c:v>
                </c:pt>
                <c:pt idx="490">
                  <c:v>0.99783580000000005</c:v>
                </c:pt>
                <c:pt idx="491" formatCode="General">
                  <c:v>1.005412</c:v>
                </c:pt>
                <c:pt idx="492" formatCode="General">
                  <c:v>1.0009349999999999</c:v>
                </c:pt>
                <c:pt idx="493" formatCode="General">
                  <c:v>1.001037</c:v>
                </c:pt>
                <c:pt idx="494">
                  <c:v>0.99835799999999997</c:v>
                </c:pt>
                <c:pt idx="495">
                  <c:v>0.99853590000000003</c:v>
                </c:pt>
                <c:pt idx="496">
                  <c:v>0.99769989999999997</c:v>
                </c:pt>
                <c:pt idx="497">
                  <c:v>0.99269660000000004</c:v>
                </c:pt>
                <c:pt idx="498" formatCode="General">
                  <c:v>1.0004500000000001</c:v>
                </c:pt>
                <c:pt idx="499">
                  <c:v>0.99775429999999998</c:v>
                </c:pt>
                <c:pt idx="500">
                  <c:v>0.99688670000000001</c:v>
                </c:pt>
                <c:pt idx="501">
                  <c:v>0.99961730000000004</c:v>
                </c:pt>
                <c:pt idx="502">
                  <c:v>0.99564649999999999</c:v>
                </c:pt>
                <c:pt idx="503" formatCode="General">
                  <c:v>1.0007790000000001</c:v>
                </c:pt>
                <c:pt idx="504">
                  <c:v>0.9945543</c:v>
                </c:pt>
                <c:pt idx="505">
                  <c:v>0.99664819999999998</c:v>
                </c:pt>
                <c:pt idx="506">
                  <c:v>0.99740430000000002</c:v>
                </c:pt>
                <c:pt idx="507">
                  <c:v>0.99381240000000004</c:v>
                </c:pt>
                <c:pt idx="508" formatCode="General">
                  <c:v>1.006867</c:v>
                </c:pt>
                <c:pt idx="509" formatCode="General">
                  <c:v>1.000311</c:v>
                </c:pt>
                <c:pt idx="510">
                  <c:v>0.99826870000000001</c:v>
                </c:pt>
                <c:pt idx="511" formatCode="General">
                  <c:v>1.00525</c:v>
                </c:pt>
                <c:pt idx="512" formatCode="General">
                  <c:v>1.0002059999999999</c:v>
                </c:pt>
                <c:pt idx="513">
                  <c:v>0.99987470000000001</c:v>
                </c:pt>
                <c:pt idx="514" formatCode="General">
                  <c:v>1.003495</c:v>
                </c:pt>
                <c:pt idx="515" formatCode="General">
                  <c:v>1.001244</c:v>
                </c:pt>
                <c:pt idx="516" formatCode="General">
                  <c:v>1.0011939999999999</c:v>
                </c:pt>
              </c:numCache>
            </c:numRef>
          </c:yVal>
          <c:smooth val="1"/>
          <c:extLst>
            <c:ext xmlns:c16="http://schemas.microsoft.com/office/drawing/2014/chart" uri="{C3380CC4-5D6E-409C-BE32-E72D297353CC}">
              <c16:uniqueId val="{00000000-2F69-4D7F-BDCE-E9FA2D77B338}"/>
            </c:ext>
          </c:extLst>
        </c:ser>
        <c:ser>
          <c:idx val="1"/>
          <c:order val="1"/>
          <c:tx>
            <c:strRef>
              <c:f>Sheet1!$D$1</c:f>
              <c:strCache>
                <c:ptCount val="1"/>
                <c:pt idx="0">
                  <c:v>Zr-Ti</c:v>
                </c:pt>
              </c:strCache>
            </c:strRef>
          </c:tx>
          <c:spPr>
            <a:ln w="19050" cap="rnd">
              <a:solidFill>
                <a:schemeClr val="accent2"/>
              </a:solidFill>
              <a:round/>
            </a:ln>
            <a:effectLst/>
          </c:spPr>
          <c:marker>
            <c:symbol val="none"/>
          </c:marker>
          <c:xVal>
            <c:numRef>
              <c:f>Sheet1!$B$2:$B$1550</c:f>
              <c:numCache>
                <c:formatCode>0.00E+00</c:formatCode>
                <c:ptCount val="517"/>
                <c:pt idx="0">
                  <c:v>0.06</c:v>
                </c:pt>
                <c:pt idx="1">
                  <c:v>0.12</c:v>
                </c:pt>
                <c:pt idx="2">
                  <c:v>0.18</c:v>
                </c:pt>
                <c:pt idx="3">
                  <c:v>0.24</c:v>
                </c:pt>
                <c:pt idx="4">
                  <c:v>0.3</c:v>
                </c:pt>
                <c:pt idx="5">
                  <c:v>0.36</c:v>
                </c:pt>
                <c:pt idx="6">
                  <c:v>0.42</c:v>
                </c:pt>
                <c:pt idx="7">
                  <c:v>0.48</c:v>
                </c:pt>
                <c:pt idx="8">
                  <c:v>0.54</c:v>
                </c:pt>
                <c:pt idx="9">
                  <c:v>0.6</c:v>
                </c:pt>
                <c:pt idx="10">
                  <c:v>0.66</c:v>
                </c:pt>
                <c:pt idx="11">
                  <c:v>0.72</c:v>
                </c:pt>
                <c:pt idx="12">
                  <c:v>0.78</c:v>
                </c:pt>
                <c:pt idx="13">
                  <c:v>0.84</c:v>
                </c:pt>
                <c:pt idx="14">
                  <c:v>0.9</c:v>
                </c:pt>
                <c:pt idx="15">
                  <c:v>0.96</c:v>
                </c:pt>
                <c:pt idx="16" formatCode="General">
                  <c:v>1.02</c:v>
                </c:pt>
                <c:pt idx="17" formatCode="General">
                  <c:v>1.08</c:v>
                </c:pt>
                <c:pt idx="18" formatCode="General">
                  <c:v>1.1399999999999999</c:v>
                </c:pt>
                <c:pt idx="19" formatCode="General">
                  <c:v>1.2</c:v>
                </c:pt>
                <c:pt idx="20" formatCode="General">
                  <c:v>1.26</c:v>
                </c:pt>
                <c:pt idx="21" formatCode="General">
                  <c:v>1.32</c:v>
                </c:pt>
                <c:pt idx="22" formatCode="General">
                  <c:v>1.38</c:v>
                </c:pt>
                <c:pt idx="23" formatCode="General">
                  <c:v>1.44</c:v>
                </c:pt>
                <c:pt idx="24" formatCode="General">
                  <c:v>1.5</c:v>
                </c:pt>
                <c:pt idx="25" formatCode="General">
                  <c:v>1.56</c:v>
                </c:pt>
                <c:pt idx="26" formatCode="General">
                  <c:v>1.62</c:v>
                </c:pt>
                <c:pt idx="27" formatCode="General">
                  <c:v>1.68</c:v>
                </c:pt>
                <c:pt idx="28" formatCode="General">
                  <c:v>1.74</c:v>
                </c:pt>
                <c:pt idx="29" formatCode="General">
                  <c:v>1.8</c:v>
                </c:pt>
                <c:pt idx="30" formatCode="General">
                  <c:v>1.86</c:v>
                </c:pt>
                <c:pt idx="31" formatCode="General">
                  <c:v>1.92</c:v>
                </c:pt>
                <c:pt idx="32" formatCode="General">
                  <c:v>1.98</c:v>
                </c:pt>
                <c:pt idx="33" formatCode="General">
                  <c:v>2.04</c:v>
                </c:pt>
                <c:pt idx="34" formatCode="General">
                  <c:v>2.1</c:v>
                </c:pt>
                <c:pt idx="35" formatCode="General">
                  <c:v>2.16</c:v>
                </c:pt>
                <c:pt idx="36" formatCode="General">
                  <c:v>2.2200000000000002</c:v>
                </c:pt>
                <c:pt idx="37" formatCode="General">
                  <c:v>2.2799999999999998</c:v>
                </c:pt>
                <c:pt idx="38" formatCode="General">
                  <c:v>2.34</c:v>
                </c:pt>
                <c:pt idx="39" formatCode="General">
                  <c:v>2.4</c:v>
                </c:pt>
                <c:pt idx="40" formatCode="General">
                  <c:v>2.46</c:v>
                </c:pt>
                <c:pt idx="41" formatCode="General">
                  <c:v>2.52</c:v>
                </c:pt>
                <c:pt idx="42" formatCode="General">
                  <c:v>2.58</c:v>
                </c:pt>
                <c:pt idx="43" formatCode="General">
                  <c:v>2.64</c:v>
                </c:pt>
                <c:pt idx="44" formatCode="General">
                  <c:v>2.7</c:v>
                </c:pt>
                <c:pt idx="45" formatCode="General">
                  <c:v>2.76</c:v>
                </c:pt>
                <c:pt idx="46" formatCode="General">
                  <c:v>2.82</c:v>
                </c:pt>
                <c:pt idx="47" formatCode="General">
                  <c:v>2.88</c:v>
                </c:pt>
                <c:pt idx="48" formatCode="General">
                  <c:v>2.94</c:v>
                </c:pt>
                <c:pt idx="49" formatCode="General">
                  <c:v>3</c:v>
                </c:pt>
                <c:pt idx="50" formatCode="General">
                  <c:v>3.06</c:v>
                </c:pt>
                <c:pt idx="51" formatCode="General">
                  <c:v>3.12</c:v>
                </c:pt>
                <c:pt idx="52" formatCode="General">
                  <c:v>3.18</c:v>
                </c:pt>
                <c:pt idx="53" formatCode="General">
                  <c:v>3.24</c:v>
                </c:pt>
                <c:pt idx="54" formatCode="General">
                  <c:v>3.3</c:v>
                </c:pt>
                <c:pt idx="55" formatCode="General">
                  <c:v>3.36</c:v>
                </c:pt>
                <c:pt idx="56" formatCode="General">
                  <c:v>3.42</c:v>
                </c:pt>
                <c:pt idx="57" formatCode="General">
                  <c:v>3.48</c:v>
                </c:pt>
                <c:pt idx="58" formatCode="General">
                  <c:v>3.54</c:v>
                </c:pt>
                <c:pt idx="59" formatCode="General">
                  <c:v>3.6</c:v>
                </c:pt>
                <c:pt idx="60" formatCode="General">
                  <c:v>3.66</c:v>
                </c:pt>
                <c:pt idx="61" formatCode="General">
                  <c:v>3.72</c:v>
                </c:pt>
                <c:pt idx="62" formatCode="General">
                  <c:v>3.78</c:v>
                </c:pt>
                <c:pt idx="63" formatCode="General">
                  <c:v>3.84</c:v>
                </c:pt>
                <c:pt idx="64" formatCode="General">
                  <c:v>3.9</c:v>
                </c:pt>
                <c:pt idx="65" formatCode="General">
                  <c:v>3.96</c:v>
                </c:pt>
                <c:pt idx="66" formatCode="General">
                  <c:v>4.0199999999999996</c:v>
                </c:pt>
                <c:pt idx="67" formatCode="General">
                  <c:v>4.08</c:v>
                </c:pt>
                <c:pt idx="68" formatCode="General">
                  <c:v>4.1399999999999997</c:v>
                </c:pt>
                <c:pt idx="69" formatCode="General">
                  <c:v>4.2</c:v>
                </c:pt>
                <c:pt idx="70" formatCode="General">
                  <c:v>4.26</c:v>
                </c:pt>
                <c:pt idx="71" formatCode="General">
                  <c:v>4.32</c:v>
                </c:pt>
                <c:pt idx="72" formatCode="General">
                  <c:v>4.38</c:v>
                </c:pt>
                <c:pt idx="73" formatCode="General">
                  <c:v>4.4400000000000004</c:v>
                </c:pt>
                <c:pt idx="74" formatCode="General">
                  <c:v>4.5</c:v>
                </c:pt>
                <c:pt idx="75" formatCode="General">
                  <c:v>4.5599999999999996</c:v>
                </c:pt>
                <c:pt idx="76" formatCode="General">
                  <c:v>4.62</c:v>
                </c:pt>
                <c:pt idx="77" formatCode="General">
                  <c:v>4.68</c:v>
                </c:pt>
                <c:pt idx="78" formatCode="General">
                  <c:v>4.74</c:v>
                </c:pt>
                <c:pt idx="79" formatCode="General">
                  <c:v>4.8</c:v>
                </c:pt>
                <c:pt idx="80" formatCode="General">
                  <c:v>4.8600000000000003</c:v>
                </c:pt>
                <c:pt idx="81" formatCode="General">
                  <c:v>4.92</c:v>
                </c:pt>
                <c:pt idx="82" formatCode="General">
                  <c:v>4.9800000000000004</c:v>
                </c:pt>
                <c:pt idx="83" formatCode="General">
                  <c:v>5.04</c:v>
                </c:pt>
                <c:pt idx="84" formatCode="General">
                  <c:v>5.0999999999999996</c:v>
                </c:pt>
                <c:pt idx="85" formatCode="General">
                  <c:v>5.16</c:v>
                </c:pt>
                <c:pt idx="86" formatCode="General">
                  <c:v>5.22</c:v>
                </c:pt>
                <c:pt idx="87" formatCode="General">
                  <c:v>5.28</c:v>
                </c:pt>
                <c:pt idx="88" formatCode="General">
                  <c:v>5.34</c:v>
                </c:pt>
                <c:pt idx="89" formatCode="General">
                  <c:v>5.4</c:v>
                </c:pt>
                <c:pt idx="90" formatCode="General">
                  <c:v>5.46</c:v>
                </c:pt>
                <c:pt idx="91" formatCode="General">
                  <c:v>5.52</c:v>
                </c:pt>
                <c:pt idx="92" formatCode="General">
                  <c:v>5.58</c:v>
                </c:pt>
                <c:pt idx="93" formatCode="General">
                  <c:v>5.64</c:v>
                </c:pt>
                <c:pt idx="94" formatCode="General">
                  <c:v>5.7</c:v>
                </c:pt>
                <c:pt idx="95" formatCode="General">
                  <c:v>5.76</c:v>
                </c:pt>
                <c:pt idx="96" formatCode="General">
                  <c:v>5.82</c:v>
                </c:pt>
                <c:pt idx="97" formatCode="General">
                  <c:v>5.88</c:v>
                </c:pt>
                <c:pt idx="98" formatCode="General">
                  <c:v>5.94</c:v>
                </c:pt>
                <c:pt idx="99" formatCode="General">
                  <c:v>6</c:v>
                </c:pt>
                <c:pt idx="100" formatCode="General">
                  <c:v>6.06</c:v>
                </c:pt>
                <c:pt idx="101" formatCode="General">
                  <c:v>6.12</c:v>
                </c:pt>
                <c:pt idx="102" formatCode="General">
                  <c:v>6.18</c:v>
                </c:pt>
                <c:pt idx="103" formatCode="General">
                  <c:v>6.24</c:v>
                </c:pt>
                <c:pt idx="104" formatCode="General">
                  <c:v>6.3</c:v>
                </c:pt>
                <c:pt idx="105" formatCode="General">
                  <c:v>6.36</c:v>
                </c:pt>
                <c:pt idx="106" formatCode="General">
                  <c:v>6.42</c:v>
                </c:pt>
                <c:pt idx="107" formatCode="General">
                  <c:v>6.48</c:v>
                </c:pt>
                <c:pt idx="108" formatCode="General">
                  <c:v>6.54</c:v>
                </c:pt>
                <c:pt idx="109" formatCode="General">
                  <c:v>6.6</c:v>
                </c:pt>
                <c:pt idx="110" formatCode="General">
                  <c:v>6.66</c:v>
                </c:pt>
                <c:pt idx="111" formatCode="General">
                  <c:v>6.72</c:v>
                </c:pt>
                <c:pt idx="112" formatCode="General">
                  <c:v>6.78</c:v>
                </c:pt>
                <c:pt idx="113" formatCode="General">
                  <c:v>6.84</c:v>
                </c:pt>
                <c:pt idx="114" formatCode="General">
                  <c:v>6.9</c:v>
                </c:pt>
                <c:pt idx="115" formatCode="General">
                  <c:v>6.96</c:v>
                </c:pt>
                <c:pt idx="116" formatCode="General">
                  <c:v>7.02</c:v>
                </c:pt>
                <c:pt idx="117" formatCode="General">
                  <c:v>7.08</c:v>
                </c:pt>
                <c:pt idx="118" formatCode="General">
                  <c:v>7.14</c:v>
                </c:pt>
                <c:pt idx="119" formatCode="General">
                  <c:v>7.2</c:v>
                </c:pt>
                <c:pt idx="120" formatCode="General">
                  <c:v>7.26</c:v>
                </c:pt>
                <c:pt idx="121" formatCode="General">
                  <c:v>7.32</c:v>
                </c:pt>
                <c:pt idx="122" formatCode="General">
                  <c:v>7.38</c:v>
                </c:pt>
                <c:pt idx="123" formatCode="General">
                  <c:v>7.44</c:v>
                </c:pt>
                <c:pt idx="124" formatCode="General">
                  <c:v>7.5</c:v>
                </c:pt>
                <c:pt idx="125" formatCode="General">
                  <c:v>7.56</c:v>
                </c:pt>
                <c:pt idx="126" formatCode="General">
                  <c:v>7.62</c:v>
                </c:pt>
                <c:pt idx="127" formatCode="General">
                  <c:v>7.68</c:v>
                </c:pt>
                <c:pt idx="128" formatCode="General">
                  <c:v>7.74</c:v>
                </c:pt>
                <c:pt idx="129" formatCode="General">
                  <c:v>7.8</c:v>
                </c:pt>
                <c:pt idx="130" formatCode="General">
                  <c:v>7.86</c:v>
                </c:pt>
                <c:pt idx="131" formatCode="General">
                  <c:v>7.92</c:v>
                </c:pt>
                <c:pt idx="132" formatCode="General">
                  <c:v>7.98</c:v>
                </c:pt>
                <c:pt idx="133" formatCode="General">
                  <c:v>8.0399999999999991</c:v>
                </c:pt>
                <c:pt idx="134" formatCode="General">
                  <c:v>8.0999990000000004</c:v>
                </c:pt>
                <c:pt idx="135" formatCode="General">
                  <c:v>8.16</c:v>
                </c:pt>
                <c:pt idx="136" formatCode="General">
                  <c:v>8.2200000000000006</c:v>
                </c:pt>
                <c:pt idx="137" formatCode="General">
                  <c:v>8.2799999999999994</c:v>
                </c:pt>
                <c:pt idx="138" formatCode="General">
                  <c:v>8.34</c:v>
                </c:pt>
                <c:pt idx="139" formatCode="General">
                  <c:v>8.4</c:v>
                </c:pt>
                <c:pt idx="140" formatCode="General">
                  <c:v>8.4600000000000009</c:v>
                </c:pt>
                <c:pt idx="141" formatCode="General">
                  <c:v>8.52</c:v>
                </c:pt>
                <c:pt idx="142" formatCode="General">
                  <c:v>8.58</c:v>
                </c:pt>
                <c:pt idx="143" formatCode="General">
                  <c:v>8.6399989999999995</c:v>
                </c:pt>
                <c:pt idx="144" formatCode="General">
                  <c:v>8.6999999999999993</c:v>
                </c:pt>
                <c:pt idx="145" formatCode="General">
                  <c:v>8.76</c:v>
                </c:pt>
                <c:pt idx="146" formatCode="General">
                  <c:v>8.82</c:v>
                </c:pt>
                <c:pt idx="147" formatCode="General">
                  <c:v>8.8800000000000008</c:v>
                </c:pt>
                <c:pt idx="148" formatCode="General">
                  <c:v>8.94</c:v>
                </c:pt>
                <c:pt idx="149" formatCode="General">
                  <c:v>9</c:v>
                </c:pt>
                <c:pt idx="150" formatCode="General">
                  <c:v>9.0599989999999995</c:v>
                </c:pt>
                <c:pt idx="151" formatCode="General">
                  <c:v>9.1199999999999992</c:v>
                </c:pt>
                <c:pt idx="152" formatCode="General">
                  <c:v>9.1799990000000005</c:v>
                </c:pt>
                <c:pt idx="153" formatCode="General">
                  <c:v>9.24</c:v>
                </c:pt>
                <c:pt idx="154" formatCode="General">
                  <c:v>9.3000000000000007</c:v>
                </c:pt>
                <c:pt idx="155" formatCode="General">
                  <c:v>9.36</c:v>
                </c:pt>
                <c:pt idx="156" formatCode="General">
                  <c:v>9.42</c:v>
                </c:pt>
                <c:pt idx="157" formatCode="General">
                  <c:v>9.48</c:v>
                </c:pt>
                <c:pt idx="158" formatCode="General">
                  <c:v>9.5399999999999991</c:v>
                </c:pt>
                <c:pt idx="159" formatCode="General">
                  <c:v>9.5999990000000004</c:v>
                </c:pt>
                <c:pt idx="160" formatCode="General">
                  <c:v>9.66</c:v>
                </c:pt>
                <c:pt idx="161" formatCode="General">
                  <c:v>9.7199989999999996</c:v>
                </c:pt>
                <c:pt idx="162" formatCode="General">
                  <c:v>9.7799999999999994</c:v>
                </c:pt>
                <c:pt idx="163" formatCode="General">
                  <c:v>9.84</c:v>
                </c:pt>
                <c:pt idx="164" formatCode="General">
                  <c:v>9.9</c:v>
                </c:pt>
                <c:pt idx="165" formatCode="General">
                  <c:v>9.9600000000000009</c:v>
                </c:pt>
                <c:pt idx="166" formatCode="General">
                  <c:v>10.02</c:v>
                </c:pt>
                <c:pt idx="167" formatCode="General">
                  <c:v>10.08</c:v>
                </c:pt>
                <c:pt idx="168" formatCode="General">
                  <c:v>10.14</c:v>
                </c:pt>
                <c:pt idx="169" formatCode="General">
                  <c:v>10.199999999999999</c:v>
                </c:pt>
                <c:pt idx="170" formatCode="General">
                  <c:v>10.26</c:v>
                </c:pt>
                <c:pt idx="171" formatCode="General">
                  <c:v>10.32</c:v>
                </c:pt>
                <c:pt idx="172" formatCode="General">
                  <c:v>10.38</c:v>
                </c:pt>
                <c:pt idx="173" formatCode="General">
                  <c:v>10.44</c:v>
                </c:pt>
                <c:pt idx="174" formatCode="General">
                  <c:v>10.5</c:v>
                </c:pt>
                <c:pt idx="175" formatCode="General">
                  <c:v>10.56</c:v>
                </c:pt>
                <c:pt idx="176" formatCode="General">
                  <c:v>10.62</c:v>
                </c:pt>
                <c:pt idx="177" formatCode="General">
                  <c:v>10.68</c:v>
                </c:pt>
                <c:pt idx="178" formatCode="General">
                  <c:v>10.74</c:v>
                </c:pt>
                <c:pt idx="179" formatCode="General">
                  <c:v>10.8</c:v>
                </c:pt>
                <c:pt idx="180" formatCode="General">
                  <c:v>10.86</c:v>
                </c:pt>
                <c:pt idx="181" formatCode="General">
                  <c:v>10.92</c:v>
                </c:pt>
                <c:pt idx="182" formatCode="General">
                  <c:v>10.98</c:v>
                </c:pt>
                <c:pt idx="183" formatCode="General">
                  <c:v>11.04</c:v>
                </c:pt>
                <c:pt idx="184" formatCode="General">
                  <c:v>11.1</c:v>
                </c:pt>
                <c:pt idx="185" formatCode="General">
                  <c:v>11.16</c:v>
                </c:pt>
                <c:pt idx="186" formatCode="General">
                  <c:v>11.22</c:v>
                </c:pt>
                <c:pt idx="187" formatCode="General">
                  <c:v>11.28</c:v>
                </c:pt>
                <c:pt idx="188" formatCode="General">
                  <c:v>11.34</c:v>
                </c:pt>
                <c:pt idx="189" formatCode="General">
                  <c:v>11.4</c:v>
                </c:pt>
                <c:pt idx="190" formatCode="General">
                  <c:v>11.46</c:v>
                </c:pt>
                <c:pt idx="191" formatCode="General">
                  <c:v>11.52</c:v>
                </c:pt>
                <c:pt idx="192" formatCode="General">
                  <c:v>11.58</c:v>
                </c:pt>
                <c:pt idx="193" formatCode="General">
                  <c:v>11.64</c:v>
                </c:pt>
                <c:pt idx="194" formatCode="General">
                  <c:v>11.7</c:v>
                </c:pt>
                <c:pt idx="195" formatCode="General">
                  <c:v>11.76</c:v>
                </c:pt>
                <c:pt idx="196" formatCode="General">
                  <c:v>11.82</c:v>
                </c:pt>
                <c:pt idx="197" formatCode="General">
                  <c:v>11.88</c:v>
                </c:pt>
                <c:pt idx="198" formatCode="General">
                  <c:v>11.94</c:v>
                </c:pt>
                <c:pt idx="199" formatCode="General">
                  <c:v>12</c:v>
                </c:pt>
                <c:pt idx="200" formatCode="General">
                  <c:v>12.06</c:v>
                </c:pt>
                <c:pt idx="201" formatCode="General">
                  <c:v>12.12</c:v>
                </c:pt>
                <c:pt idx="202" formatCode="General">
                  <c:v>12.18</c:v>
                </c:pt>
                <c:pt idx="203" formatCode="General">
                  <c:v>12.24</c:v>
                </c:pt>
                <c:pt idx="204" formatCode="General">
                  <c:v>12.3</c:v>
                </c:pt>
                <c:pt idx="205" formatCode="General">
                  <c:v>12.36</c:v>
                </c:pt>
                <c:pt idx="206" formatCode="General">
                  <c:v>12.42</c:v>
                </c:pt>
                <c:pt idx="207" formatCode="General">
                  <c:v>12.48</c:v>
                </c:pt>
                <c:pt idx="208" formatCode="General">
                  <c:v>12.54</c:v>
                </c:pt>
                <c:pt idx="209" formatCode="General">
                  <c:v>12.6</c:v>
                </c:pt>
                <c:pt idx="210" formatCode="General">
                  <c:v>12.66</c:v>
                </c:pt>
                <c:pt idx="211" formatCode="General">
                  <c:v>12.72</c:v>
                </c:pt>
                <c:pt idx="212" formatCode="General">
                  <c:v>12.78</c:v>
                </c:pt>
                <c:pt idx="213" formatCode="General">
                  <c:v>12.84</c:v>
                </c:pt>
                <c:pt idx="214" formatCode="General">
                  <c:v>12.9</c:v>
                </c:pt>
                <c:pt idx="215" formatCode="General">
                  <c:v>12.96</c:v>
                </c:pt>
                <c:pt idx="216" formatCode="General">
                  <c:v>13.02</c:v>
                </c:pt>
                <c:pt idx="217" formatCode="General">
                  <c:v>13.08</c:v>
                </c:pt>
                <c:pt idx="218" formatCode="General">
                  <c:v>13.14</c:v>
                </c:pt>
                <c:pt idx="219" formatCode="General">
                  <c:v>13.2</c:v>
                </c:pt>
                <c:pt idx="220" formatCode="General">
                  <c:v>13.26</c:v>
                </c:pt>
                <c:pt idx="221" formatCode="General">
                  <c:v>13.32</c:v>
                </c:pt>
                <c:pt idx="222" formatCode="General">
                  <c:v>13.38</c:v>
                </c:pt>
                <c:pt idx="223" formatCode="General">
                  <c:v>13.44</c:v>
                </c:pt>
                <c:pt idx="224" formatCode="General">
                  <c:v>13.5</c:v>
                </c:pt>
                <c:pt idx="225" formatCode="General">
                  <c:v>13.56</c:v>
                </c:pt>
                <c:pt idx="226" formatCode="General">
                  <c:v>13.62</c:v>
                </c:pt>
                <c:pt idx="227" formatCode="General">
                  <c:v>13.68</c:v>
                </c:pt>
                <c:pt idx="228" formatCode="General">
                  <c:v>13.74</c:v>
                </c:pt>
                <c:pt idx="229" formatCode="General">
                  <c:v>13.8</c:v>
                </c:pt>
                <c:pt idx="230" formatCode="General">
                  <c:v>13.86</c:v>
                </c:pt>
                <c:pt idx="231" formatCode="General">
                  <c:v>13.92</c:v>
                </c:pt>
                <c:pt idx="232" formatCode="General">
                  <c:v>13.98</c:v>
                </c:pt>
                <c:pt idx="233" formatCode="General">
                  <c:v>14.04</c:v>
                </c:pt>
                <c:pt idx="234" formatCode="General">
                  <c:v>14.1</c:v>
                </c:pt>
                <c:pt idx="235" formatCode="General">
                  <c:v>14.16</c:v>
                </c:pt>
                <c:pt idx="236" formatCode="General">
                  <c:v>14.22</c:v>
                </c:pt>
                <c:pt idx="237" formatCode="General">
                  <c:v>14.28</c:v>
                </c:pt>
                <c:pt idx="238" formatCode="General">
                  <c:v>14.34</c:v>
                </c:pt>
                <c:pt idx="239" formatCode="General">
                  <c:v>14.4</c:v>
                </c:pt>
                <c:pt idx="240" formatCode="General">
                  <c:v>14.46</c:v>
                </c:pt>
                <c:pt idx="241" formatCode="General">
                  <c:v>14.52</c:v>
                </c:pt>
                <c:pt idx="242" formatCode="General">
                  <c:v>14.58</c:v>
                </c:pt>
                <c:pt idx="243" formatCode="General">
                  <c:v>14.64</c:v>
                </c:pt>
                <c:pt idx="244" formatCode="General">
                  <c:v>14.7</c:v>
                </c:pt>
                <c:pt idx="245" formatCode="General">
                  <c:v>14.76</c:v>
                </c:pt>
                <c:pt idx="246" formatCode="General">
                  <c:v>14.82</c:v>
                </c:pt>
                <c:pt idx="247" formatCode="General">
                  <c:v>14.88</c:v>
                </c:pt>
                <c:pt idx="248" formatCode="General">
                  <c:v>14.94</c:v>
                </c:pt>
                <c:pt idx="249" formatCode="General">
                  <c:v>15</c:v>
                </c:pt>
                <c:pt idx="250" formatCode="General">
                  <c:v>15.06</c:v>
                </c:pt>
                <c:pt idx="251" formatCode="General">
                  <c:v>15.12</c:v>
                </c:pt>
                <c:pt idx="252" formatCode="General">
                  <c:v>15.18</c:v>
                </c:pt>
                <c:pt idx="253" formatCode="General">
                  <c:v>15.24</c:v>
                </c:pt>
                <c:pt idx="254" formatCode="General">
                  <c:v>15.3</c:v>
                </c:pt>
                <c:pt idx="255" formatCode="General">
                  <c:v>15.36</c:v>
                </c:pt>
                <c:pt idx="256" formatCode="General">
                  <c:v>15.42</c:v>
                </c:pt>
                <c:pt idx="257" formatCode="General">
                  <c:v>15.48</c:v>
                </c:pt>
                <c:pt idx="258" formatCode="General">
                  <c:v>15.54</c:v>
                </c:pt>
                <c:pt idx="259" formatCode="General">
                  <c:v>15.6</c:v>
                </c:pt>
                <c:pt idx="260" formatCode="General">
                  <c:v>15.66</c:v>
                </c:pt>
                <c:pt idx="261" formatCode="General">
                  <c:v>15.72</c:v>
                </c:pt>
                <c:pt idx="262" formatCode="General">
                  <c:v>15.78</c:v>
                </c:pt>
                <c:pt idx="263" formatCode="General">
                  <c:v>15.84</c:v>
                </c:pt>
                <c:pt idx="264" formatCode="General">
                  <c:v>15.9</c:v>
                </c:pt>
                <c:pt idx="265" formatCode="General">
                  <c:v>15.96</c:v>
                </c:pt>
                <c:pt idx="266" formatCode="General">
                  <c:v>16.02</c:v>
                </c:pt>
                <c:pt idx="267" formatCode="General">
                  <c:v>16.079999999999998</c:v>
                </c:pt>
                <c:pt idx="268" formatCode="General">
                  <c:v>16.14</c:v>
                </c:pt>
                <c:pt idx="269" formatCode="General">
                  <c:v>16.2</c:v>
                </c:pt>
                <c:pt idx="270" formatCode="General">
                  <c:v>16.260000000000002</c:v>
                </c:pt>
                <c:pt idx="271" formatCode="General">
                  <c:v>16.32</c:v>
                </c:pt>
                <c:pt idx="272" formatCode="General">
                  <c:v>16.38</c:v>
                </c:pt>
                <c:pt idx="273" formatCode="General">
                  <c:v>16.440000000000001</c:v>
                </c:pt>
                <c:pt idx="274" formatCode="General">
                  <c:v>16.5</c:v>
                </c:pt>
                <c:pt idx="275" formatCode="General">
                  <c:v>16.559999999999999</c:v>
                </c:pt>
                <c:pt idx="276" formatCode="General">
                  <c:v>16.62</c:v>
                </c:pt>
                <c:pt idx="277" formatCode="General">
                  <c:v>16.68</c:v>
                </c:pt>
                <c:pt idx="278" formatCode="General">
                  <c:v>16.739999999999998</c:v>
                </c:pt>
                <c:pt idx="279" formatCode="General">
                  <c:v>16.8</c:v>
                </c:pt>
                <c:pt idx="280" formatCode="General">
                  <c:v>16.86</c:v>
                </c:pt>
                <c:pt idx="281" formatCode="General">
                  <c:v>16.920000000000002</c:v>
                </c:pt>
                <c:pt idx="282" formatCode="General">
                  <c:v>16.98</c:v>
                </c:pt>
                <c:pt idx="283" formatCode="General">
                  <c:v>17.04</c:v>
                </c:pt>
                <c:pt idx="284" formatCode="General">
                  <c:v>17.100000000000001</c:v>
                </c:pt>
                <c:pt idx="285" formatCode="General">
                  <c:v>17.16</c:v>
                </c:pt>
                <c:pt idx="286" formatCode="General">
                  <c:v>17.22</c:v>
                </c:pt>
                <c:pt idx="287" formatCode="General">
                  <c:v>17.28</c:v>
                </c:pt>
                <c:pt idx="288" formatCode="General">
                  <c:v>17.34</c:v>
                </c:pt>
                <c:pt idx="289" formatCode="General">
                  <c:v>17.399999999999999</c:v>
                </c:pt>
                <c:pt idx="290" formatCode="General">
                  <c:v>17.46</c:v>
                </c:pt>
                <c:pt idx="291" formatCode="General">
                  <c:v>17.52</c:v>
                </c:pt>
                <c:pt idx="292" formatCode="General">
                  <c:v>17.579999999999998</c:v>
                </c:pt>
                <c:pt idx="293" formatCode="General">
                  <c:v>17.64</c:v>
                </c:pt>
                <c:pt idx="294" formatCode="General">
                  <c:v>17.7</c:v>
                </c:pt>
                <c:pt idx="295" formatCode="General">
                  <c:v>17.760000000000002</c:v>
                </c:pt>
                <c:pt idx="296" formatCode="General">
                  <c:v>17.82</c:v>
                </c:pt>
                <c:pt idx="297" formatCode="General">
                  <c:v>17.88</c:v>
                </c:pt>
                <c:pt idx="298" formatCode="General">
                  <c:v>17.940000000000001</c:v>
                </c:pt>
                <c:pt idx="299" formatCode="General">
                  <c:v>18</c:v>
                </c:pt>
                <c:pt idx="300" formatCode="General">
                  <c:v>18.059999999999999</c:v>
                </c:pt>
                <c:pt idx="301" formatCode="General">
                  <c:v>18.12</c:v>
                </c:pt>
                <c:pt idx="302" formatCode="General">
                  <c:v>18.18</c:v>
                </c:pt>
                <c:pt idx="303" formatCode="General">
                  <c:v>18.239999999999998</c:v>
                </c:pt>
                <c:pt idx="304" formatCode="General">
                  <c:v>18.3</c:v>
                </c:pt>
                <c:pt idx="305" formatCode="General">
                  <c:v>18.36</c:v>
                </c:pt>
                <c:pt idx="306" formatCode="General">
                  <c:v>18.420000000000002</c:v>
                </c:pt>
                <c:pt idx="307" formatCode="General">
                  <c:v>18.48</c:v>
                </c:pt>
                <c:pt idx="308" formatCode="General">
                  <c:v>18.54</c:v>
                </c:pt>
                <c:pt idx="309" formatCode="General">
                  <c:v>18.600000000000001</c:v>
                </c:pt>
                <c:pt idx="310" formatCode="General">
                  <c:v>18.66</c:v>
                </c:pt>
                <c:pt idx="311" formatCode="General">
                  <c:v>18.72</c:v>
                </c:pt>
                <c:pt idx="312" formatCode="General">
                  <c:v>18.78</c:v>
                </c:pt>
                <c:pt idx="313" formatCode="General">
                  <c:v>18.84</c:v>
                </c:pt>
                <c:pt idx="314" formatCode="General">
                  <c:v>18.899999999999999</c:v>
                </c:pt>
                <c:pt idx="315" formatCode="General">
                  <c:v>18.96</c:v>
                </c:pt>
                <c:pt idx="316" formatCode="General">
                  <c:v>19.02</c:v>
                </c:pt>
                <c:pt idx="317" formatCode="General">
                  <c:v>19.079999999999998</c:v>
                </c:pt>
                <c:pt idx="318" formatCode="General">
                  <c:v>19.14</c:v>
                </c:pt>
                <c:pt idx="319" formatCode="General">
                  <c:v>19.2</c:v>
                </c:pt>
                <c:pt idx="320" formatCode="General">
                  <c:v>19.260000000000002</c:v>
                </c:pt>
                <c:pt idx="321" formatCode="General">
                  <c:v>19.32</c:v>
                </c:pt>
                <c:pt idx="322" formatCode="General">
                  <c:v>19.38</c:v>
                </c:pt>
                <c:pt idx="323" formatCode="General">
                  <c:v>19.440000000000001</c:v>
                </c:pt>
                <c:pt idx="324" formatCode="General">
                  <c:v>19.5</c:v>
                </c:pt>
                <c:pt idx="325" formatCode="General">
                  <c:v>19.559999999999999</c:v>
                </c:pt>
                <c:pt idx="326" formatCode="General">
                  <c:v>19.62</c:v>
                </c:pt>
                <c:pt idx="327" formatCode="General">
                  <c:v>19.68</c:v>
                </c:pt>
                <c:pt idx="328" formatCode="General">
                  <c:v>19.739999999999998</c:v>
                </c:pt>
                <c:pt idx="329" formatCode="General">
                  <c:v>19.8</c:v>
                </c:pt>
                <c:pt idx="330" formatCode="General">
                  <c:v>19.86</c:v>
                </c:pt>
                <c:pt idx="331" formatCode="General">
                  <c:v>19.920000000000002</c:v>
                </c:pt>
                <c:pt idx="332" formatCode="General">
                  <c:v>19.98</c:v>
                </c:pt>
                <c:pt idx="333" formatCode="General">
                  <c:v>20.04</c:v>
                </c:pt>
                <c:pt idx="334" formatCode="General">
                  <c:v>20.100000000000001</c:v>
                </c:pt>
                <c:pt idx="335" formatCode="General">
                  <c:v>20.16</c:v>
                </c:pt>
                <c:pt idx="336" formatCode="General">
                  <c:v>20.22</c:v>
                </c:pt>
                <c:pt idx="337" formatCode="General">
                  <c:v>20.28</c:v>
                </c:pt>
                <c:pt idx="338" formatCode="General">
                  <c:v>20.34</c:v>
                </c:pt>
                <c:pt idx="339" formatCode="General">
                  <c:v>20.399999999999999</c:v>
                </c:pt>
                <c:pt idx="340" formatCode="General">
                  <c:v>20.46</c:v>
                </c:pt>
                <c:pt idx="341" formatCode="General">
                  <c:v>20.52</c:v>
                </c:pt>
                <c:pt idx="342" formatCode="General">
                  <c:v>20.58</c:v>
                </c:pt>
                <c:pt idx="343" formatCode="General">
                  <c:v>20.64</c:v>
                </c:pt>
                <c:pt idx="344" formatCode="General">
                  <c:v>20.7</c:v>
                </c:pt>
                <c:pt idx="345" formatCode="General">
                  <c:v>20.76</c:v>
                </c:pt>
                <c:pt idx="346" formatCode="General">
                  <c:v>20.82</c:v>
                </c:pt>
                <c:pt idx="347" formatCode="General">
                  <c:v>20.88</c:v>
                </c:pt>
                <c:pt idx="348" formatCode="General">
                  <c:v>20.94</c:v>
                </c:pt>
                <c:pt idx="349" formatCode="General">
                  <c:v>21</c:v>
                </c:pt>
                <c:pt idx="350" formatCode="General">
                  <c:v>21.06</c:v>
                </c:pt>
                <c:pt idx="351" formatCode="General">
                  <c:v>21.12</c:v>
                </c:pt>
                <c:pt idx="352" formatCode="General">
                  <c:v>21.18</c:v>
                </c:pt>
                <c:pt idx="353" formatCode="General">
                  <c:v>21.24</c:v>
                </c:pt>
                <c:pt idx="354" formatCode="General">
                  <c:v>21.3</c:v>
                </c:pt>
                <c:pt idx="355" formatCode="General">
                  <c:v>21.36</c:v>
                </c:pt>
                <c:pt idx="356" formatCode="General">
                  <c:v>21.42</c:v>
                </c:pt>
                <c:pt idx="357" formatCode="General">
                  <c:v>21.48</c:v>
                </c:pt>
                <c:pt idx="358" formatCode="General">
                  <c:v>21.54</c:v>
                </c:pt>
                <c:pt idx="359" formatCode="General">
                  <c:v>21.6</c:v>
                </c:pt>
                <c:pt idx="360" formatCode="General">
                  <c:v>21.66</c:v>
                </c:pt>
                <c:pt idx="361" formatCode="General">
                  <c:v>21.72</c:v>
                </c:pt>
                <c:pt idx="362" formatCode="General">
                  <c:v>21.78</c:v>
                </c:pt>
                <c:pt idx="363" formatCode="General">
                  <c:v>21.84</c:v>
                </c:pt>
                <c:pt idx="364" formatCode="General">
                  <c:v>21.9</c:v>
                </c:pt>
                <c:pt idx="365" formatCode="General">
                  <c:v>21.96</c:v>
                </c:pt>
                <c:pt idx="366" formatCode="General">
                  <c:v>22.02</c:v>
                </c:pt>
                <c:pt idx="367" formatCode="General">
                  <c:v>22.08</c:v>
                </c:pt>
                <c:pt idx="368" formatCode="General">
                  <c:v>22.14</c:v>
                </c:pt>
                <c:pt idx="369" formatCode="General">
                  <c:v>22.2</c:v>
                </c:pt>
                <c:pt idx="370" formatCode="General">
                  <c:v>22.26</c:v>
                </c:pt>
                <c:pt idx="371" formatCode="General">
                  <c:v>22.32</c:v>
                </c:pt>
                <c:pt idx="372" formatCode="General">
                  <c:v>22.38</c:v>
                </c:pt>
                <c:pt idx="373" formatCode="General">
                  <c:v>22.44</c:v>
                </c:pt>
                <c:pt idx="374" formatCode="General">
                  <c:v>22.5</c:v>
                </c:pt>
                <c:pt idx="375" formatCode="General">
                  <c:v>22.56</c:v>
                </c:pt>
                <c:pt idx="376" formatCode="General">
                  <c:v>22.62</c:v>
                </c:pt>
                <c:pt idx="377" formatCode="General">
                  <c:v>22.68</c:v>
                </c:pt>
                <c:pt idx="378" formatCode="General">
                  <c:v>22.74</c:v>
                </c:pt>
                <c:pt idx="379" formatCode="General">
                  <c:v>22.8</c:v>
                </c:pt>
                <c:pt idx="380" formatCode="General">
                  <c:v>22.86</c:v>
                </c:pt>
                <c:pt idx="381" formatCode="General">
                  <c:v>22.92</c:v>
                </c:pt>
                <c:pt idx="382" formatCode="General">
                  <c:v>22.98</c:v>
                </c:pt>
                <c:pt idx="383" formatCode="General">
                  <c:v>23.04</c:v>
                </c:pt>
                <c:pt idx="384" formatCode="General">
                  <c:v>23.1</c:v>
                </c:pt>
                <c:pt idx="385" formatCode="General">
                  <c:v>23.16</c:v>
                </c:pt>
                <c:pt idx="386" formatCode="General">
                  <c:v>23.22</c:v>
                </c:pt>
                <c:pt idx="387" formatCode="General">
                  <c:v>23.28</c:v>
                </c:pt>
                <c:pt idx="388" formatCode="General">
                  <c:v>23.34</c:v>
                </c:pt>
                <c:pt idx="389" formatCode="General">
                  <c:v>23.4</c:v>
                </c:pt>
                <c:pt idx="390" formatCode="General">
                  <c:v>23.46</c:v>
                </c:pt>
                <c:pt idx="391" formatCode="General">
                  <c:v>23.52</c:v>
                </c:pt>
                <c:pt idx="392" formatCode="General">
                  <c:v>23.58</c:v>
                </c:pt>
                <c:pt idx="393" formatCode="General">
                  <c:v>23.64</c:v>
                </c:pt>
                <c:pt idx="394" formatCode="General">
                  <c:v>23.7</c:v>
                </c:pt>
                <c:pt idx="395" formatCode="General">
                  <c:v>23.76</c:v>
                </c:pt>
                <c:pt idx="396" formatCode="General">
                  <c:v>23.82</c:v>
                </c:pt>
                <c:pt idx="397" formatCode="General">
                  <c:v>23.88</c:v>
                </c:pt>
                <c:pt idx="398" formatCode="General">
                  <c:v>23.94</c:v>
                </c:pt>
                <c:pt idx="399" formatCode="General">
                  <c:v>24</c:v>
                </c:pt>
                <c:pt idx="400" formatCode="General">
                  <c:v>24.06</c:v>
                </c:pt>
                <c:pt idx="401" formatCode="General">
                  <c:v>24.12</c:v>
                </c:pt>
                <c:pt idx="402" formatCode="General">
                  <c:v>24.18</c:v>
                </c:pt>
                <c:pt idx="403" formatCode="General">
                  <c:v>24.24</c:v>
                </c:pt>
                <c:pt idx="404" formatCode="General">
                  <c:v>24.3</c:v>
                </c:pt>
                <c:pt idx="405" formatCode="General">
                  <c:v>24.36</c:v>
                </c:pt>
                <c:pt idx="406" formatCode="General">
                  <c:v>24.42</c:v>
                </c:pt>
                <c:pt idx="407" formatCode="General">
                  <c:v>24.48</c:v>
                </c:pt>
                <c:pt idx="408" formatCode="General">
                  <c:v>24.54</c:v>
                </c:pt>
                <c:pt idx="409" formatCode="General">
                  <c:v>24.6</c:v>
                </c:pt>
                <c:pt idx="410" formatCode="General">
                  <c:v>24.66</c:v>
                </c:pt>
                <c:pt idx="411" formatCode="General">
                  <c:v>24.72</c:v>
                </c:pt>
                <c:pt idx="412" formatCode="General">
                  <c:v>24.78</c:v>
                </c:pt>
                <c:pt idx="413" formatCode="General">
                  <c:v>24.84</c:v>
                </c:pt>
                <c:pt idx="414" formatCode="General">
                  <c:v>24.9</c:v>
                </c:pt>
                <c:pt idx="415" formatCode="General">
                  <c:v>24.96</c:v>
                </c:pt>
                <c:pt idx="416" formatCode="General">
                  <c:v>25.02</c:v>
                </c:pt>
                <c:pt idx="417" formatCode="General">
                  <c:v>25.08</c:v>
                </c:pt>
                <c:pt idx="418" formatCode="General">
                  <c:v>25.14</c:v>
                </c:pt>
                <c:pt idx="419" formatCode="General">
                  <c:v>25.2</c:v>
                </c:pt>
                <c:pt idx="420" formatCode="General">
                  <c:v>25.26</c:v>
                </c:pt>
                <c:pt idx="421" formatCode="General">
                  <c:v>25.32</c:v>
                </c:pt>
                <c:pt idx="422" formatCode="General">
                  <c:v>25.38</c:v>
                </c:pt>
                <c:pt idx="423" formatCode="General">
                  <c:v>25.44</c:v>
                </c:pt>
                <c:pt idx="424" formatCode="General">
                  <c:v>25.5</c:v>
                </c:pt>
                <c:pt idx="425" formatCode="General">
                  <c:v>25.56</c:v>
                </c:pt>
                <c:pt idx="426" formatCode="General">
                  <c:v>25.62</c:v>
                </c:pt>
                <c:pt idx="427" formatCode="General">
                  <c:v>25.68</c:v>
                </c:pt>
                <c:pt idx="428" formatCode="General">
                  <c:v>25.74</c:v>
                </c:pt>
                <c:pt idx="429" formatCode="General">
                  <c:v>25.8</c:v>
                </c:pt>
                <c:pt idx="430" formatCode="General">
                  <c:v>25.86</c:v>
                </c:pt>
                <c:pt idx="431" formatCode="General">
                  <c:v>25.92</c:v>
                </c:pt>
                <c:pt idx="432" formatCode="General">
                  <c:v>25.98</c:v>
                </c:pt>
                <c:pt idx="433" formatCode="General">
                  <c:v>26.04</c:v>
                </c:pt>
                <c:pt idx="434" formatCode="General">
                  <c:v>26.1</c:v>
                </c:pt>
                <c:pt idx="435" formatCode="General">
                  <c:v>26.16</c:v>
                </c:pt>
                <c:pt idx="436" formatCode="General">
                  <c:v>26.22</c:v>
                </c:pt>
                <c:pt idx="437" formatCode="General">
                  <c:v>26.28</c:v>
                </c:pt>
                <c:pt idx="438" formatCode="General">
                  <c:v>26.34</c:v>
                </c:pt>
                <c:pt idx="439" formatCode="General">
                  <c:v>26.4</c:v>
                </c:pt>
                <c:pt idx="440" formatCode="General">
                  <c:v>26.46</c:v>
                </c:pt>
                <c:pt idx="441" formatCode="General">
                  <c:v>26.52</c:v>
                </c:pt>
                <c:pt idx="442" formatCode="General">
                  <c:v>26.58</c:v>
                </c:pt>
                <c:pt idx="443" formatCode="General">
                  <c:v>26.64</c:v>
                </c:pt>
                <c:pt idx="444" formatCode="General">
                  <c:v>26.7</c:v>
                </c:pt>
                <c:pt idx="445" formatCode="General">
                  <c:v>26.76</c:v>
                </c:pt>
                <c:pt idx="446" formatCode="General">
                  <c:v>26.82</c:v>
                </c:pt>
                <c:pt idx="447" formatCode="General">
                  <c:v>26.88</c:v>
                </c:pt>
                <c:pt idx="448" formatCode="General">
                  <c:v>26.94</c:v>
                </c:pt>
                <c:pt idx="449" formatCode="General">
                  <c:v>27</c:v>
                </c:pt>
                <c:pt idx="450" formatCode="General">
                  <c:v>27.06</c:v>
                </c:pt>
                <c:pt idx="451" formatCode="General">
                  <c:v>27.12</c:v>
                </c:pt>
                <c:pt idx="452" formatCode="General">
                  <c:v>27.18</c:v>
                </c:pt>
                <c:pt idx="453" formatCode="General">
                  <c:v>27.24</c:v>
                </c:pt>
                <c:pt idx="454" formatCode="General">
                  <c:v>27.3</c:v>
                </c:pt>
                <c:pt idx="455" formatCode="General">
                  <c:v>27.36</c:v>
                </c:pt>
                <c:pt idx="456" formatCode="General">
                  <c:v>27.42</c:v>
                </c:pt>
                <c:pt idx="457" formatCode="General">
                  <c:v>27.48</c:v>
                </c:pt>
                <c:pt idx="458" formatCode="General">
                  <c:v>27.54</c:v>
                </c:pt>
                <c:pt idx="459" formatCode="General">
                  <c:v>27.6</c:v>
                </c:pt>
                <c:pt idx="460" formatCode="General">
                  <c:v>27.66</c:v>
                </c:pt>
                <c:pt idx="461" formatCode="General">
                  <c:v>27.72</c:v>
                </c:pt>
                <c:pt idx="462" formatCode="General">
                  <c:v>27.78</c:v>
                </c:pt>
                <c:pt idx="463" formatCode="General">
                  <c:v>27.84</c:v>
                </c:pt>
                <c:pt idx="464" formatCode="General">
                  <c:v>27.9</c:v>
                </c:pt>
                <c:pt idx="465" formatCode="General">
                  <c:v>27.96</c:v>
                </c:pt>
                <c:pt idx="466" formatCode="General">
                  <c:v>28.02</c:v>
                </c:pt>
                <c:pt idx="467" formatCode="General">
                  <c:v>28.08</c:v>
                </c:pt>
                <c:pt idx="468" formatCode="General">
                  <c:v>28.14</c:v>
                </c:pt>
                <c:pt idx="469" formatCode="General">
                  <c:v>28.2</c:v>
                </c:pt>
                <c:pt idx="470" formatCode="General">
                  <c:v>28.26</c:v>
                </c:pt>
                <c:pt idx="471" formatCode="General">
                  <c:v>28.32</c:v>
                </c:pt>
                <c:pt idx="472" formatCode="General">
                  <c:v>28.38</c:v>
                </c:pt>
                <c:pt idx="473" formatCode="General">
                  <c:v>28.44</c:v>
                </c:pt>
                <c:pt idx="474" formatCode="General">
                  <c:v>28.5</c:v>
                </c:pt>
                <c:pt idx="475" formatCode="General">
                  <c:v>28.56</c:v>
                </c:pt>
                <c:pt idx="476" formatCode="General">
                  <c:v>28.62</c:v>
                </c:pt>
                <c:pt idx="477" formatCode="General">
                  <c:v>28.68</c:v>
                </c:pt>
                <c:pt idx="478" formatCode="General">
                  <c:v>28.74</c:v>
                </c:pt>
                <c:pt idx="479" formatCode="General">
                  <c:v>28.8</c:v>
                </c:pt>
                <c:pt idx="480" formatCode="General">
                  <c:v>28.86</c:v>
                </c:pt>
                <c:pt idx="481" formatCode="General">
                  <c:v>28.92</c:v>
                </c:pt>
                <c:pt idx="482" formatCode="General">
                  <c:v>28.98</c:v>
                </c:pt>
                <c:pt idx="483" formatCode="General">
                  <c:v>29.04</c:v>
                </c:pt>
                <c:pt idx="484" formatCode="General">
                  <c:v>29.1</c:v>
                </c:pt>
                <c:pt idx="485" formatCode="General">
                  <c:v>29.16</c:v>
                </c:pt>
                <c:pt idx="486" formatCode="General">
                  <c:v>29.22</c:v>
                </c:pt>
                <c:pt idx="487" formatCode="General">
                  <c:v>29.28</c:v>
                </c:pt>
                <c:pt idx="488" formatCode="General">
                  <c:v>29.34</c:v>
                </c:pt>
                <c:pt idx="489" formatCode="General">
                  <c:v>29.4</c:v>
                </c:pt>
                <c:pt idx="490" formatCode="General">
                  <c:v>29.46</c:v>
                </c:pt>
                <c:pt idx="491" formatCode="General">
                  <c:v>29.52</c:v>
                </c:pt>
                <c:pt idx="492" formatCode="General">
                  <c:v>29.58</c:v>
                </c:pt>
                <c:pt idx="493" formatCode="General">
                  <c:v>29.64</c:v>
                </c:pt>
                <c:pt idx="494" formatCode="General">
                  <c:v>29.7</c:v>
                </c:pt>
                <c:pt idx="495" formatCode="General">
                  <c:v>29.76</c:v>
                </c:pt>
                <c:pt idx="496" formatCode="General">
                  <c:v>29.82</c:v>
                </c:pt>
                <c:pt idx="497" formatCode="General">
                  <c:v>29.88</c:v>
                </c:pt>
                <c:pt idx="498" formatCode="General">
                  <c:v>29.94</c:v>
                </c:pt>
                <c:pt idx="499" formatCode="General">
                  <c:v>30</c:v>
                </c:pt>
                <c:pt idx="500" formatCode="General">
                  <c:v>30.06</c:v>
                </c:pt>
                <c:pt idx="501" formatCode="General">
                  <c:v>30.12</c:v>
                </c:pt>
                <c:pt idx="502" formatCode="General">
                  <c:v>30.18</c:v>
                </c:pt>
                <c:pt idx="503" formatCode="General">
                  <c:v>30.24</c:v>
                </c:pt>
                <c:pt idx="504" formatCode="General">
                  <c:v>30.3</c:v>
                </c:pt>
                <c:pt idx="505" formatCode="General">
                  <c:v>30.36</c:v>
                </c:pt>
                <c:pt idx="506" formatCode="General">
                  <c:v>30.42</c:v>
                </c:pt>
                <c:pt idx="507" formatCode="General">
                  <c:v>30.48</c:v>
                </c:pt>
                <c:pt idx="508" formatCode="General">
                  <c:v>30.54</c:v>
                </c:pt>
                <c:pt idx="509" formatCode="General">
                  <c:v>30.6</c:v>
                </c:pt>
                <c:pt idx="510" formatCode="General">
                  <c:v>30.66</c:v>
                </c:pt>
                <c:pt idx="511" formatCode="General">
                  <c:v>30.72</c:v>
                </c:pt>
                <c:pt idx="512" formatCode="General">
                  <c:v>30.78</c:v>
                </c:pt>
                <c:pt idx="513" formatCode="General">
                  <c:v>30.84</c:v>
                </c:pt>
                <c:pt idx="514" formatCode="General">
                  <c:v>30.9</c:v>
                </c:pt>
                <c:pt idx="515" formatCode="General">
                  <c:v>30.96</c:v>
                </c:pt>
                <c:pt idx="516" formatCode="General">
                  <c:v>31.02</c:v>
                </c:pt>
              </c:numCache>
            </c:numRef>
          </c:xVal>
          <c:yVal>
            <c:numRef>
              <c:f>Sheet1!$D$2:$D$1550</c:f>
              <c:numCache>
                <c:formatCode>0.00E+00</c:formatCode>
                <c:ptCount val="517"/>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9.8509719999999995E-3</c:v>
                </c:pt>
                <c:pt idx="43">
                  <c:v>3.1361029999999998E-2</c:v>
                </c:pt>
                <c:pt idx="44">
                  <c:v>6.5962049999999994E-2</c:v>
                </c:pt>
                <c:pt idx="45">
                  <c:v>0.6484702</c:v>
                </c:pt>
                <c:pt idx="46" formatCode="General">
                  <c:v>3.3532199999999999</c:v>
                </c:pt>
                <c:pt idx="47" formatCode="General">
                  <c:v>6.3851279999999999</c:v>
                </c:pt>
                <c:pt idx="48" formatCode="General">
                  <c:v>6.0057980000000004</c:v>
                </c:pt>
                <c:pt idx="49" formatCode="General">
                  <c:v>4.3520899999999996</c:v>
                </c:pt>
                <c:pt idx="50" formatCode="General">
                  <c:v>3.0439509999999999</c:v>
                </c:pt>
                <c:pt idx="51" formatCode="General">
                  <c:v>1.9984090000000001</c:v>
                </c:pt>
                <c:pt idx="52" formatCode="General">
                  <c:v>1.3746959999999999</c:v>
                </c:pt>
                <c:pt idx="53">
                  <c:v>0.98278019999999999</c:v>
                </c:pt>
                <c:pt idx="54">
                  <c:v>0.73461209999999999</c:v>
                </c:pt>
                <c:pt idx="55">
                  <c:v>0.66020849999999998</c:v>
                </c:pt>
                <c:pt idx="56">
                  <c:v>0.55689049999999995</c:v>
                </c:pt>
                <c:pt idx="57">
                  <c:v>0.4458046</c:v>
                </c:pt>
                <c:pt idx="58">
                  <c:v>0.34709869999999998</c:v>
                </c:pt>
                <c:pt idx="59">
                  <c:v>0.38959539999999998</c:v>
                </c:pt>
                <c:pt idx="60">
                  <c:v>0.36550470000000002</c:v>
                </c:pt>
                <c:pt idx="61">
                  <c:v>0.3080039</c:v>
                </c:pt>
                <c:pt idx="62">
                  <c:v>0.30748239999999999</c:v>
                </c:pt>
                <c:pt idx="63">
                  <c:v>0.3127721</c:v>
                </c:pt>
                <c:pt idx="64">
                  <c:v>0.35495719999999997</c:v>
                </c:pt>
                <c:pt idx="65">
                  <c:v>0.30525459999999999</c:v>
                </c:pt>
                <c:pt idx="66">
                  <c:v>0.31379400000000002</c:v>
                </c:pt>
                <c:pt idx="67">
                  <c:v>0.38079099999999999</c:v>
                </c:pt>
                <c:pt idx="68">
                  <c:v>0.42212060000000001</c:v>
                </c:pt>
                <c:pt idx="69">
                  <c:v>0.50060159999999998</c:v>
                </c:pt>
                <c:pt idx="70">
                  <c:v>0.51430209999999998</c:v>
                </c:pt>
                <c:pt idx="71">
                  <c:v>0.5774167</c:v>
                </c:pt>
                <c:pt idx="72">
                  <c:v>0.68931419999999999</c:v>
                </c:pt>
                <c:pt idx="73">
                  <c:v>0.74398949999999997</c:v>
                </c:pt>
                <c:pt idx="74">
                  <c:v>0.86460530000000002</c:v>
                </c:pt>
                <c:pt idx="75" formatCode="General">
                  <c:v>1.093237</c:v>
                </c:pt>
                <c:pt idx="76" formatCode="General">
                  <c:v>1.1090610000000001</c:v>
                </c:pt>
                <c:pt idx="77" formatCode="General">
                  <c:v>1.265431</c:v>
                </c:pt>
                <c:pt idx="78" formatCode="General">
                  <c:v>1.334776</c:v>
                </c:pt>
                <c:pt idx="79" formatCode="General">
                  <c:v>1.490407</c:v>
                </c:pt>
                <c:pt idx="80" formatCode="General">
                  <c:v>1.3205739999999999</c:v>
                </c:pt>
                <c:pt idx="81" formatCode="General">
                  <c:v>1.420398</c:v>
                </c:pt>
                <c:pt idx="82" formatCode="General">
                  <c:v>1.418107</c:v>
                </c:pt>
                <c:pt idx="83" formatCode="General">
                  <c:v>1.366473</c:v>
                </c:pt>
                <c:pt idx="84" formatCode="General">
                  <c:v>1.2807269999999999</c:v>
                </c:pt>
                <c:pt idx="85" formatCode="General">
                  <c:v>1.2576830000000001</c:v>
                </c:pt>
                <c:pt idx="86" formatCode="General">
                  <c:v>1.254607</c:v>
                </c:pt>
                <c:pt idx="87" formatCode="General">
                  <c:v>1.1164890000000001</c:v>
                </c:pt>
                <c:pt idx="88" formatCode="General">
                  <c:v>1.137532</c:v>
                </c:pt>
                <c:pt idx="89">
                  <c:v>0.98046610000000001</c:v>
                </c:pt>
                <c:pt idx="90" formatCode="General">
                  <c:v>1.0169589999999999</c:v>
                </c:pt>
                <c:pt idx="91" formatCode="General">
                  <c:v>1.0129060000000001</c:v>
                </c:pt>
                <c:pt idx="92" formatCode="General">
                  <c:v>1.077588</c:v>
                </c:pt>
                <c:pt idx="93" formatCode="General">
                  <c:v>1.14961</c:v>
                </c:pt>
                <c:pt idx="94" formatCode="General">
                  <c:v>1.1598459999999999</c:v>
                </c:pt>
                <c:pt idx="95" formatCode="General">
                  <c:v>1.1720440000000001</c:v>
                </c:pt>
                <c:pt idx="96" formatCode="General">
                  <c:v>1.17317</c:v>
                </c:pt>
                <c:pt idx="97" formatCode="General">
                  <c:v>1.108889</c:v>
                </c:pt>
                <c:pt idx="98" formatCode="General">
                  <c:v>1.0537669999999999</c:v>
                </c:pt>
                <c:pt idx="99">
                  <c:v>0.91682759999999996</c:v>
                </c:pt>
                <c:pt idx="100">
                  <c:v>0.82674259999999999</c:v>
                </c:pt>
                <c:pt idx="101">
                  <c:v>0.76158959999999998</c:v>
                </c:pt>
                <c:pt idx="102">
                  <c:v>0.72512540000000003</c:v>
                </c:pt>
                <c:pt idx="103">
                  <c:v>0.69384559999999995</c:v>
                </c:pt>
                <c:pt idx="104">
                  <c:v>0.68454749999999998</c:v>
                </c:pt>
                <c:pt idx="105">
                  <c:v>0.70033270000000003</c:v>
                </c:pt>
                <c:pt idx="106">
                  <c:v>0.71753230000000001</c:v>
                </c:pt>
                <c:pt idx="107">
                  <c:v>0.71784060000000005</c:v>
                </c:pt>
                <c:pt idx="108">
                  <c:v>0.79365129999999995</c:v>
                </c:pt>
                <c:pt idx="109">
                  <c:v>0.82394670000000003</c:v>
                </c:pt>
                <c:pt idx="110">
                  <c:v>0.86633199999999999</c:v>
                </c:pt>
                <c:pt idx="111">
                  <c:v>0.86690400000000001</c:v>
                </c:pt>
                <c:pt idx="112">
                  <c:v>0.93769480000000005</c:v>
                </c:pt>
                <c:pt idx="113" formatCode="General">
                  <c:v>1.023633</c:v>
                </c:pt>
                <c:pt idx="114">
                  <c:v>0.99672590000000005</c:v>
                </c:pt>
                <c:pt idx="115" formatCode="General">
                  <c:v>1.0603849999999999</c:v>
                </c:pt>
                <c:pt idx="116" formatCode="General">
                  <c:v>1.0889089999999999</c:v>
                </c:pt>
                <c:pt idx="117" formatCode="General">
                  <c:v>1.1062879999999999</c:v>
                </c:pt>
                <c:pt idx="118" formatCode="General">
                  <c:v>1.0877730000000001</c:v>
                </c:pt>
                <c:pt idx="119" formatCode="General">
                  <c:v>1.103451</c:v>
                </c:pt>
                <c:pt idx="120" formatCode="General">
                  <c:v>1.1499820000000001</c:v>
                </c:pt>
                <c:pt idx="121" formatCode="General">
                  <c:v>1.167513</c:v>
                </c:pt>
                <c:pt idx="122" formatCode="General">
                  <c:v>1.1353629999999999</c:v>
                </c:pt>
                <c:pt idx="123" formatCode="General">
                  <c:v>1.1139650000000001</c:v>
                </c:pt>
                <c:pt idx="124" formatCode="General">
                  <c:v>1.1684909999999999</c:v>
                </c:pt>
                <c:pt idx="125" formatCode="General">
                  <c:v>1.125923</c:v>
                </c:pt>
                <c:pt idx="126" formatCode="General">
                  <c:v>1.145907</c:v>
                </c:pt>
                <c:pt idx="127" formatCode="General">
                  <c:v>1.0980540000000001</c:v>
                </c:pt>
                <c:pt idx="128" formatCode="General">
                  <c:v>1.0924069999999999</c:v>
                </c:pt>
                <c:pt idx="129" formatCode="General">
                  <c:v>1.0943480000000001</c:v>
                </c:pt>
                <c:pt idx="130" formatCode="General">
                  <c:v>1.08938</c:v>
                </c:pt>
                <c:pt idx="131" formatCode="General">
                  <c:v>1.03809</c:v>
                </c:pt>
                <c:pt idx="132" formatCode="General">
                  <c:v>1.000227</c:v>
                </c:pt>
                <c:pt idx="133">
                  <c:v>0.95187770000000005</c:v>
                </c:pt>
                <c:pt idx="134">
                  <c:v>0.93816120000000003</c:v>
                </c:pt>
                <c:pt idx="135">
                  <c:v>0.92802649999999998</c:v>
                </c:pt>
                <c:pt idx="136">
                  <c:v>0.96628789999999998</c:v>
                </c:pt>
                <c:pt idx="137">
                  <c:v>0.93129189999999995</c:v>
                </c:pt>
                <c:pt idx="138">
                  <c:v>0.91511200000000004</c:v>
                </c:pt>
                <c:pt idx="139">
                  <c:v>0.92222150000000003</c:v>
                </c:pt>
                <c:pt idx="140">
                  <c:v>0.89177879999999998</c:v>
                </c:pt>
                <c:pt idx="141">
                  <c:v>0.92593599999999998</c:v>
                </c:pt>
                <c:pt idx="142">
                  <c:v>0.96024160000000003</c:v>
                </c:pt>
                <c:pt idx="143">
                  <c:v>0.9083002</c:v>
                </c:pt>
                <c:pt idx="144">
                  <c:v>0.94144340000000004</c:v>
                </c:pt>
                <c:pt idx="145">
                  <c:v>0.91178539999999997</c:v>
                </c:pt>
                <c:pt idx="146">
                  <c:v>0.93033030000000005</c:v>
                </c:pt>
                <c:pt idx="147">
                  <c:v>0.91696920000000004</c:v>
                </c:pt>
                <c:pt idx="148">
                  <c:v>0.96104100000000003</c:v>
                </c:pt>
                <c:pt idx="149">
                  <c:v>0.93045949999999999</c:v>
                </c:pt>
                <c:pt idx="150">
                  <c:v>0.946936</c:v>
                </c:pt>
                <c:pt idx="151">
                  <c:v>0.97709100000000004</c:v>
                </c:pt>
                <c:pt idx="152">
                  <c:v>0.97810730000000001</c:v>
                </c:pt>
                <c:pt idx="153">
                  <c:v>0.99335189999999995</c:v>
                </c:pt>
                <c:pt idx="154">
                  <c:v>0.98891580000000001</c:v>
                </c:pt>
                <c:pt idx="155" formatCode="General">
                  <c:v>1.0186919999999999</c:v>
                </c:pt>
                <c:pt idx="156" formatCode="General">
                  <c:v>1.0185660000000001</c:v>
                </c:pt>
                <c:pt idx="157" formatCode="General">
                  <c:v>1.0643290000000001</c:v>
                </c:pt>
                <c:pt idx="158" formatCode="General">
                  <c:v>1.065634</c:v>
                </c:pt>
                <c:pt idx="159" formatCode="General">
                  <c:v>1.0559130000000001</c:v>
                </c:pt>
                <c:pt idx="160" formatCode="General">
                  <c:v>1.065558</c:v>
                </c:pt>
                <c:pt idx="161" formatCode="General">
                  <c:v>1.0633170000000001</c:v>
                </c:pt>
                <c:pt idx="162" formatCode="General">
                  <c:v>1.040027</c:v>
                </c:pt>
                <c:pt idx="163" formatCode="General">
                  <c:v>1.0610189999999999</c:v>
                </c:pt>
                <c:pt idx="164" formatCode="General">
                  <c:v>1.0526580000000001</c:v>
                </c:pt>
                <c:pt idx="165" formatCode="General">
                  <c:v>1.0624880000000001</c:v>
                </c:pt>
                <c:pt idx="166" formatCode="General">
                  <c:v>1.043053</c:v>
                </c:pt>
                <c:pt idx="167" formatCode="General">
                  <c:v>1.005933</c:v>
                </c:pt>
                <c:pt idx="168" formatCode="General">
                  <c:v>1.0336050000000001</c:v>
                </c:pt>
                <c:pt idx="169" formatCode="General">
                  <c:v>1.0242119999999999</c:v>
                </c:pt>
                <c:pt idx="170">
                  <c:v>0.97551489999999996</c:v>
                </c:pt>
                <c:pt idx="171">
                  <c:v>0.99540070000000003</c:v>
                </c:pt>
                <c:pt idx="172" formatCode="General">
                  <c:v>1.00746</c:v>
                </c:pt>
                <c:pt idx="173">
                  <c:v>0.98909429999999998</c:v>
                </c:pt>
                <c:pt idx="174">
                  <c:v>0.95819489999999996</c:v>
                </c:pt>
                <c:pt idx="175">
                  <c:v>0.96243040000000002</c:v>
                </c:pt>
                <c:pt idx="176">
                  <c:v>0.95875699999999997</c:v>
                </c:pt>
                <c:pt idx="177">
                  <c:v>0.96315390000000001</c:v>
                </c:pt>
                <c:pt idx="178">
                  <c:v>0.96947740000000004</c:v>
                </c:pt>
                <c:pt idx="179">
                  <c:v>0.95330079999999995</c:v>
                </c:pt>
                <c:pt idx="180">
                  <c:v>0.97226440000000003</c:v>
                </c:pt>
                <c:pt idx="181">
                  <c:v>0.97535729999999998</c:v>
                </c:pt>
                <c:pt idx="182">
                  <c:v>0.94967840000000003</c:v>
                </c:pt>
                <c:pt idx="183">
                  <c:v>0.97704539999999995</c:v>
                </c:pt>
                <c:pt idx="184">
                  <c:v>0.97147870000000003</c:v>
                </c:pt>
                <c:pt idx="185">
                  <c:v>0.97211749999999997</c:v>
                </c:pt>
                <c:pt idx="186">
                  <c:v>0.99525929999999996</c:v>
                </c:pt>
                <c:pt idx="187">
                  <c:v>0.96356960000000003</c:v>
                </c:pt>
                <c:pt idx="188">
                  <c:v>0.99300460000000002</c:v>
                </c:pt>
                <c:pt idx="189" formatCode="General">
                  <c:v>1.0044439999999999</c:v>
                </c:pt>
                <c:pt idx="190" formatCode="General">
                  <c:v>1.001277</c:v>
                </c:pt>
                <c:pt idx="191">
                  <c:v>0.99383940000000004</c:v>
                </c:pt>
                <c:pt idx="192">
                  <c:v>0.98356730000000003</c:v>
                </c:pt>
                <c:pt idx="193">
                  <c:v>0.99458749999999996</c:v>
                </c:pt>
                <c:pt idx="194" formatCode="General">
                  <c:v>1.0367869999999999</c:v>
                </c:pt>
                <c:pt idx="195" formatCode="General">
                  <c:v>1.041882</c:v>
                </c:pt>
                <c:pt idx="196" formatCode="General">
                  <c:v>1.019441</c:v>
                </c:pt>
                <c:pt idx="197" formatCode="General">
                  <c:v>1.019236</c:v>
                </c:pt>
                <c:pt idx="198" formatCode="General">
                  <c:v>1.028184</c:v>
                </c:pt>
                <c:pt idx="199" formatCode="General">
                  <c:v>1.024607</c:v>
                </c:pt>
                <c:pt idx="200" formatCode="General">
                  <c:v>1.0090269999999999</c:v>
                </c:pt>
                <c:pt idx="201">
                  <c:v>0.99563869999999999</c:v>
                </c:pt>
                <c:pt idx="202" formatCode="General">
                  <c:v>1.0262249999999999</c:v>
                </c:pt>
                <c:pt idx="203" formatCode="General">
                  <c:v>1.0096229999999999</c:v>
                </c:pt>
                <c:pt idx="204" formatCode="General">
                  <c:v>1.0018199999999999</c:v>
                </c:pt>
                <c:pt idx="205" formatCode="General">
                  <c:v>1.023738</c:v>
                </c:pt>
                <c:pt idx="206">
                  <c:v>0.99644120000000003</c:v>
                </c:pt>
                <c:pt idx="207" formatCode="General">
                  <c:v>1.0438620000000001</c:v>
                </c:pt>
                <c:pt idx="208" formatCode="General">
                  <c:v>1.0291710000000001</c:v>
                </c:pt>
                <c:pt idx="209">
                  <c:v>0.99488500000000002</c:v>
                </c:pt>
                <c:pt idx="210" formatCode="General">
                  <c:v>1.00007</c:v>
                </c:pt>
                <c:pt idx="211">
                  <c:v>0.98363239999999996</c:v>
                </c:pt>
                <c:pt idx="212" formatCode="General">
                  <c:v>1.0080100000000001</c:v>
                </c:pt>
                <c:pt idx="213">
                  <c:v>0.98840209999999995</c:v>
                </c:pt>
                <c:pt idx="214">
                  <c:v>0.98894910000000003</c:v>
                </c:pt>
                <c:pt idx="215">
                  <c:v>0.96771050000000003</c:v>
                </c:pt>
                <c:pt idx="216">
                  <c:v>0.98821079999999994</c:v>
                </c:pt>
                <c:pt idx="217">
                  <c:v>0.99564680000000005</c:v>
                </c:pt>
                <c:pt idx="218">
                  <c:v>0.9722693</c:v>
                </c:pt>
                <c:pt idx="219">
                  <c:v>0.98816409999999999</c:v>
                </c:pt>
                <c:pt idx="220">
                  <c:v>0.99453259999999999</c:v>
                </c:pt>
                <c:pt idx="221">
                  <c:v>0.98781070000000004</c:v>
                </c:pt>
                <c:pt idx="222">
                  <c:v>0.99496600000000002</c:v>
                </c:pt>
                <c:pt idx="223">
                  <c:v>0.99251560000000005</c:v>
                </c:pt>
                <c:pt idx="224">
                  <c:v>0.99030940000000001</c:v>
                </c:pt>
                <c:pt idx="225" formatCode="General">
                  <c:v>1.0018929999999999</c:v>
                </c:pt>
                <c:pt idx="226">
                  <c:v>0.98519029999999996</c:v>
                </c:pt>
                <c:pt idx="227" formatCode="General">
                  <c:v>1.013009</c:v>
                </c:pt>
                <c:pt idx="228" formatCode="General">
                  <c:v>1.000939</c:v>
                </c:pt>
                <c:pt idx="229">
                  <c:v>0.99982959999999999</c:v>
                </c:pt>
                <c:pt idx="230" formatCode="General">
                  <c:v>1.0064390000000001</c:v>
                </c:pt>
                <c:pt idx="231">
                  <c:v>0.99800730000000004</c:v>
                </c:pt>
                <c:pt idx="232" formatCode="General">
                  <c:v>1.0050049999999999</c:v>
                </c:pt>
                <c:pt idx="233" formatCode="General">
                  <c:v>1.0085200000000001</c:v>
                </c:pt>
                <c:pt idx="234">
                  <c:v>0.98995040000000001</c:v>
                </c:pt>
                <c:pt idx="235" formatCode="General">
                  <c:v>1.0043629999999999</c:v>
                </c:pt>
                <c:pt idx="236" formatCode="General">
                  <c:v>1.0097419999999999</c:v>
                </c:pt>
                <c:pt idx="237" formatCode="General">
                  <c:v>1.0157449999999999</c:v>
                </c:pt>
                <c:pt idx="238" formatCode="General">
                  <c:v>1.017255</c:v>
                </c:pt>
                <c:pt idx="239" formatCode="General">
                  <c:v>1.01512</c:v>
                </c:pt>
                <c:pt idx="240">
                  <c:v>0.99406430000000001</c:v>
                </c:pt>
                <c:pt idx="241" formatCode="General">
                  <c:v>1.00712</c:v>
                </c:pt>
                <c:pt idx="242" formatCode="General">
                  <c:v>1.019207</c:v>
                </c:pt>
                <c:pt idx="243" formatCode="General">
                  <c:v>1.009646</c:v>
                </c:pt>
                <c:pt idx="244" formatCode="General">
                  <c:v>1.0023310000000001</c:v>
                </c:pt>
                <c:pt idx="245">
                  <c:v>0.99690809999999996</c:v>
                </c:pt>
                <c:pt idx="246">
                  <c:v>0.99950119999999998</c:v>
                </c:pt>
                <c:pt idx="247">
                  <c:v>0.99027229999999999</c:v>
                </c:pt>
                <c:pt idx="248">
                  <c:v>0.99790509999999999</c:v>
                </c:pt>
                <c:pt idx="249">
                  <c:v>0.98945209999999995</c:v>
                </c:pt>
                <c:pt idx="250">
                  <c:v>0.98939010000000005</c:v>
                </c:pt>
                <c:pt idx="251" formatCode="General">
                  <c:v>1.0021100000000001</c:v>
                </c:pt>
                <c:pt idx="252" formatCode="General">
                  <c:v>1.0116579999999999</c:v>
                </c:pt>
                <c:pt idx="253">
                  <c:v>0.99984899999999999</c:v>
                </c:pt>
                <c:pt idx="254">
                  <c:v>0.99706470000000003</c:v>
                </c:pt>
                <c:pt idx="255" formatCode="General">
                  <c:v>1.012267</c:v>
                </c:pt>
                <c:pt idx="256">
                  <c:v>0.99796980000000002</c:v>
                </c:pt>
                <c:pt idx="257">
                  <c:v>0.99307630000000002</c:v>
                </c:pt>
                <c:pt idx="258">
                  <c:v>0.98460789999999998</c:v>
                </c:pt>
                <c:pt idx="259">
                  <c:v>0.99384470000000003</c:v>
                </c:pt>
                <c:pt idx="260" formatCode="General">
                  <c:v>1.004605</c:v>
                </c:pt>
                <c:pt idx="261">
                  <c:v>0.98155990000000004</c:v>
                </c:pt>
                <c:pt idx="262" formatCode="General">
                  <c:v>1.000356</c:v>
                </c:pt>
                <c:pt idx="263">
                  <c:v>0.99706110000000003</c:v>
                </c:pt>
                <c:pt idx="264" formatCode="General">
                  <c:v>1.0178229999999999</c:v>
                </c:pt>
                <c:pt idx="265">
                  <c:v>0.99422370000000004</c:v>
                </c:pt>
                <c:pt idx="266" formatCode="General">
                  <c:v>1.0137890000000001</c:v>
                </c:pt>
                <c:pt idx="267">
                  <c:v>0.98890789999999995</c:v>
                </c:pt>
                <c:pt idx="268">
                  <c:v>0.98635200000000001</c:v>
                </c:pt>
                <c:pt idx="269" formatCode="General">
                  <c:v>1.001047</c:v>
                </c:pt>
                <c:pt idx="270" formatCode="General">
                  <c:v>1.0245109999999999</c:v>
                </c:pt>
                <c:pt idx="271" formatCode="General">
                  <c:v>1.0016449999999999</c:v>
                </c:pt>
                <c:pt idx="272">
                  <c:v>0.99228360000000004</c:v>
                </c:pt>
                <c:pt idx="273" formatCode="General">
                  <c:v>1.015625</c:v>
                </c:pt>
                <c:pt idx="274">
                  <c:v>0.99958069999999999</c:v>
                </c:pt>
                <c:pt idx="275" formatCode="General">
                  <c:v>1.0098860000000001</c:v>
                </c:pt>
                <c:pt idx="276" formatCode="General">
                  <c:v>1.0007079999999999</c:v>
                </c:pt>
                <c:pt idx="277" formatCode="General">
                  <c:v>1.0040500000000001</c:v>
                </c:pt>
                <c:pt idx="278">
                  <c:v>0.98259059999999998</c:v>
                </c:pt>
                <c:pt idx="279" formatCode="General">
                  <c:v>1.0119069999999999</c:v>
                </c:pt>
                <c:pt idx="280" formatCode="General">
                  <c:v>1.007563</c:v>
                </c:pt>
                <c:pt idx="281">
                  <c:v>0.98645700000000003</c:v>
                </c:pt>
                <c:pt idx="282" formatCode="General">
                  <c:v>1.006791</c:v>
                </c:pt>
                <c:pt idx="283">
                  <c:v>0.97923680000000002</c:v>
                </c:pt>
                <c:pt idx="284">
                  <c:v>0.99809179999999997</c:v>
                </c:pt>
                <c:pt idx="285" formatCode="General">
                  <c:v>1.00315</c:v>
                </c:pt>
                <c:pt idx="286">
                  <c:v>0.9867359</c:v>
                </c:pt>
                <c:pt idx="287">
                  <c:v>0.99995310000000004</c:v>
                </c:pt>
                <c:pt idx="288" formatCode="General">
                  <c:v>1.00773</c:v>
                </c:pt>
                <c:pt idx="289">
                  <c:v>0.99869819999999998</c:v>
                </c:pt>
                <c:pt idx="290">
                  <c:v>0.99026879999999995</c:v>
                </c:pt>
                <c:pt idx="291">
                  <c:v>0.9863461</c:v>
                </c:pt>
                <c:pt idx="292">
                  <c:v>0.99567969999999995</c:v>
                </c:pt>
                <c:pt idx="293">
                  <c:v>0.99636389999999997</c:v>
                </c:pt>
                <c:pt idx="294" formatCode="General">
                  <c:v>1.0030859999999999</c:v>
                </c:pt>
                <c:pt idx="295" formatCode="General">
                  <c:v>1.012051</c:v>
                </c:pt>
                <c:pt idx="296" formatCode="General">
                  <c:v>1.0013920000000001</c:v>
                </c:pt>
                <c:pt idx="297" formatCode="General">
                  <c:v>1.00617</c:v>
                </c:pt>
                <c:pt idx="298">
                  <c:v>0.99021400000000004</c:v>
                </c:pt>
                <c:pt idx="299" formatCode="General">
                  <c:v>1.005212</c:v>
                </c:pt>
                <c:pt idx="300">
                  <c:v>0.98949679999999995</c:v>
                </c:pt>
                <c:pt idx="301">
                  <c:v>0.99234149999999999</c:v>
                </c:pt>
                <c:pt idx="302" formatCode="General">
                  <c:v>1.004783</c:v>
                </c:pt>
                <c:pt idx="303" formatCode="General">
                  <c:v>1.001797</c:v>
                </c:pt>
                <c:pt idx="304">
                  <c:v>0.99478160000000004</c:v>
                </c:pt>
                <c:pt idx="305">
                  <c:v>0.99762799999999996</c:v>
                </c:pt>
                <c:pt idx="306" formatCode="General">
                  <c:v>1.006858</c:v>
                </c:pt>
                <c:pt idx="307" formatCode="General">
                  <c:v>1.0030190000000001</c:v>
                </c:pt>
                <c:pt idx="308">
                  <c:v>0.9991449</c:v>
                </c:pt>
                <c:pt idx="309">
                  <c:v>0.98538020000000004</c:v>
                </c:pt>
                <c:pt idx="310" formatCode="General">
                  <c:v>1.0049170000000001</c:v>
                </c:pt>
                <c:pt idx="311">
                  <c:v>0.99293439999999999</c:v>
                </c:pt>
                <c:pt idx="312" formatCode="General">
                  <c:v>1.0011019999999999</c:v>
                </c:pt>
                <c:pt idx="313" formatCode="General">
                  <c:v>1.0034810000000001</c:v>
                </c:pt>
                <c:pt idx="314">
                  <c:v>0.99840459999999998</c:v>
                </c:pt>
                <c:pt idx="315" formatCode="General">
                  <c:v>1.0160530000000001</c:v>
                </c:pt>
                <c:pt idx="316">
                  <c:v>0.9860274</c:v>
                </c:pt>
                <c:pt idx="317">
                  <c:v>0.97671350000000001</c:v>
                </c:pt>
                <c:pt idx="318">
                  <c:v>0.99828499999999998</c:v>
                </c:pt>
                <c:pt idx="319" formatCode="General">
                  <c:v>1.000297</c:v>
                </c:pt>
                <c:pt idx="320">
                  <c:v>0.99289620000000001</c:v>
                </c:pt>
                <c:pt idx="321">
                  <c:v>0.99968049999999997</c:v>
                </c:pt>
                <c:pt idx="322" formatCode="General">
                  <c:v>1.008108</c:v>
                </c:pt>
                <c:pt idx="323">
                  <c:v>0.99611059999999996</c:v>
                </c:pt>
                <c:pt idx="324">
                  <c:v>0.99958999999999998</c:v>
                </c:pt>
                <c:pt idx="325">
                  <c:v>0.9921529</c:v>
                </c:pt>
                <c:pt idx="326">
                  <c:v>0.99177219999999999</c:v>
                </c:pt>
                <c:pt idx="327">
                  <c:v>0.98861239999999995</c:v>
                </c:pt>
                <c:pt idx="328" formatCode="General">
                  <c:v>1.00376</c:v>
                </c:pt>
                <c:pt idx="329" formatCode="General">
                  <c:v>1.007666</c:v>
                </c:pt>
                <c:pt idx="330" formatCode="General">
                  <c:v>1.0122819999999999</c:v>
                </c:pt>
                <c:pt idx="331">
                  <c:v>0.98944699999999997</c:v>
                </c:pt>
                <c:pt idx="332" formatCode="General">
                  <c:v>1.007387</c:v>
                </c:pt>
                <c:pt idx="333">
                  <c:v>0.99956730000000005</c:v>
                </c:pt>
                <c:pt idx="334">
                  <c:v>0.99739580000000005</c:v>
                </c:pt>
                <c:pt idx="335" formatCode="General">
                  <c:v>1.0039450000000001</c:v>
                </c:pt>
                <c:pt idx="336" formatCode="General">
                  <c:v>1.0051600000000001</c:v>
                </c:pt>
                <c:pt idx="337" formatCode="General">
                  <c:v>1.0020910000000001</c:v>
                </c:pt>
                <c:pt idx="338" formatCode="General">
                  <c:v>1.0223409999999999</c:v>
                </c:pt>
                <c:pt idx="339" formatCode="General">
                  <c:v>1.000316</c:v>
                </c:pt>
                <c:pt idx="340" formatCode="General">
                  <c:v>1.0060500000000001</c:v>
                </c:pt>
                <c:pt idx="341">
                  <c:v>0.99664489999999994</c:v>
                </c:pt>
                <c:pt idx="342" formatCode="General">
                  <c:v>1.002041</c:v>
                </c:pt>
                <c:pt idx="343" formatCode="General">
                  <c:v>1.002432</c:v>
                </c:pt>
                <c:pt idx="344" formatCode="General">
                  <c:v>1.0012209999999999</c:v>
                </c:pt>
                <c:pt idx="345">
                  <c:v>0.99427500000000002</c:v>
                </c:pt>
                <c:pt idx="346" formatCode="General">
                  <c:v>1.0003519999999999</c:v>
                </c:pt>
                <c:pt idx="347" formatCode="General">
                  <c:v>1.0007779999999999</c:v>
                </c:pt>
                <c:pt idx="348">
                  <c:v>0.99784289999999998</c:v>
                </c:pt>
                <c:pt idx="349">
                  <c:v>0.99279340000000005</c:v>
                </c:pt>
                <c:pt idx="350" formatCode="General">
                  <c:v>1.0034080000000001</c:v>
                </c:pt>
                <c:pt idx="351" formatCode="General">
                  <c:v>1.0025170000000001</c:v>
                </c:pt>
                <c:pt idx="352">
                  <c:v>0.99255749999999998</c:v>
                </c:pt>
                <c:pt idx="353" formatCode="General">
                  <c:v>1.006338</c:v>
                </c:pt>
                <c:pt idx="354" formatCode="General">
                  <c:v>1.0043869999999999</c:v>
                </c:pt>
                <c:pt idx="355">
                  <c:v>0.99238009999999999</c:v>
                </c:pt>
                <c:pt idx="356">
                  <c:v>0.98101609999999995</c:v>
                </c:pt>
                <c:pt idx="357">
                  <c:v>0.98440240000000001</c:v>
                </c:pt>
                <c:pt idx="358" formatCode="General">
                  <c:v>1.004178</c:v>
                </c:pt>
                <c:pt idx="359">
                  <c:v>0.99068889999999998</c:v>
                </c:pt>
                <c:pt idx="360">
                  <c:v>0.99447949999999996</c:v>
                </c:pt>
                <c:pt idx="361" formatCode="General">
                  <c:v>1.0000659999999999</c:v>
                </c:pt>
                <c:pt idx="362">
                  <c:v>0.99465619999999999</c:v>
                </c:pt>
                <c:pt idx="363" formatCode="General">
                  <c:v>1.0010680000000001</c:v>
                </c:pt>
                <c:pt idx="364">
                  <c:v>0.99928130000000004</c:v>
                </c:pt>
                <c:pt idx="365" formatCode="General">
                  <c:v>1.0077430000000001</c:v>
                </c:pt>
                <c:pt idx="366" formatCode="General">
                  <c:v>1.003657</c:v>
                </c:pt>
                <c:pt idx="367">
                  <c:v>0.99578829999999996</c:v>
                </c:pt>
                <c:pt idx="368" formatCode="General">
                  <c:v>1.0056039999999999</c:v>
                </c:pt>
                <c:pt idx="369" formatCode="General">
                  <c:v>1.0167189999999999</c:v>
                </c:pt>
                <c:pt idx="370">
                  <c:v>0.9971295</c:v>
                </c:pt>
                <c:pt idx="371" formatCode="General">
                  <c:v>1.008624</c:v>
                </c:pt>
                <c:pt idx="372" formatCode="General">
                  <c:v>1.000343</c:v>
                </c:pt>
                <c:pt idx="373">
                  <c:v>0.99608589999999997</c:v>
                </c:pt>
                <c:pt idx="374" formatCode="General">
                  <c:v>1.005504</c:v>
                </c:pt>
                <c:pt idx="375">
                  <c:v>0.99445059999999996</c:v>
                </c:pt>
                <c:pt idx="376">
                  <c:v>0.99708509999999995</c:v>
                </c:pt>
                <c:pt idx="377" formatCode="General">
                  <c:v>1.004947</c:v>
                </c:pt>
                <c:pt idx="378">
                  <c:v>0.99098569999999997</c:v>
                </c:pt>
                <c:pt idx="379" formatCode="General">
                  <c:v>1.00966</c:v>
                </c:pt>
                <c:pt idx="380" formatCode="General">
                  <c:v>1.0014810000000001</c:v>
                </c:pt>
                <c:pt idx="381">
                  <c:v>0.99874099999999999</c:v>
                </c:pt>
                <c:pt idx="382">
                  <c:v>0.99903770000000003</c:v>
                </c:pt>
                <c:pt idx="383" formatCode="General">
                  <c:v>1.0099819999999999</c:v>
                </c:pt>
                <c:pt idx="384">
                  <c:v>0.99003680000000005</c:v>
                </c:pt>
                <c:pt idx="385" formatCode="General">
                  <c:v>1.0010920000000001</c:v>
                </c:pt>
                <c:pt idx="386" formatCode="General">
                  <c:v>1.005655</c:v>
                </c:pt>
                <c:pt idx="387">
                  <c:v>0.99805770000000005</c:v>
                </c:pt>
                <c:pt idx="388">
                  <c:v>0.99369529999999995</c:v>
                </c:pt>
                <c:pt idx="389">
                  <c:v>0.99662980000000001</c:v>
                </c:pt>
                <c:pt idx="390">
                  <c:v>0.99618519999999999</c:v>
                </c:pt>
                <c:pt idx="391" formatCode="General">
                  <c:v>1.00241</c:v>
                </c:pt>
                <c:pt idx="392" formatCode="General">
                  <c:v>1.001757</c:v>
                </c:pt>
                <c:pt idx="393">
                  <c:v>0.99507509999999999</c:v>
                </c:pt>
                <c:pt idx="394">
                  <c:v>0.98821409999999998</c:v>
                </c:pt>
                <c:pt idx="395">
                  <c:v>0.99561949999999999</c:v>
                </c:pt>
                <c:pt idx="396" formatCode="General">
                  <c:v>1.0023599999999999</c:v>
                </c:pt>
                <c:pt idx="397" formatCode="General">
                  <c:v>1.0005489999999999</c:v>
                </c:pt>
                <c:pt idx="398" formatCode="General">
                  <c:v>1.0057990000000001</c:v>
                </c:pt>
                <c:pt idx="399" formatCode="General">
                  <c:v>1.0057100000000001</c:v>
                </c:pt>
                <c:pt idx="400" formatCode="General">
                  <c:v>1.009725</c:v>
                </c:pt>
                <c:pt idx="401">
                  <c:v>0.99182040000000005</c:v>
                </c:pt>
                <c:pt idx="402">
                  <c:v>0.99580210000000002</c:v>
                </c:pt>
                <c:pt idx="403">
                  <c:v>0.99177130000000002</c:v>
                </c:pt>
                <c:pt idx="404" formatCode="General">
                  <c:v>1.0082390000000001</c:v>
                </c:pt>
                <c:pt idx="405">
                  <c:v>0.99185920000000005</c:v>
                </c:pt>
                <c:pt idx="406">
                  <c:v>0.99215940000000002</c:v>
                </c:pt>
                <c:pt idx="407">
                  <c:v>0.99587349999999997</c:v>
                </c:pt>
                <c:pt idx="408" formatCode="General">
                  <c:v>1.0102469999999999</c:v>
                </c:pt>
                <c:pt idx="409">
                  <c:v>0.99336919999999995</c:v>
                </c:pt>
                <c:pt idx="410" formatCode="General">
                  <c:v>1.000259</c:v>
                </c:pt>
                <c:pt idx="411">
                  <c:v>0.99955859999999996</c:v>
                </c:pt>
                <c:pt idx="412" formatCode="General">
                  <c:v>1.005047</c:v>
                </c:pt>
                <c:pt idx="413">
                  <c:v>0.99534449999999997</c:v>
                </c:pt>
                <c:pt idx="414">
                  <c:v>0.99658199999999997</c:v>
                </c:pt>
                <c:pt idx="415" formatCode="General">
                  <c:v>1.0020770000000001</c:v>
                </c:pt>
                <c:pt idx="416" formatCode="General">
                  <c:v>1.0084500000000001</c:v>
                </c:pt>
                <c:pt idx="417" formatCode="General">
                  <c:v>1.0024139999999999</c:v>
                </c:pt>
                <c:pt idx="418">
                  <c:v>0.9963554</c:v>
                </c:pt>
                <c:pt idx="419" formatCode="General">
                  <c:v>1.010513</c:v>
                </c:pt>
                <c:pt idx="420" formatCode="General">
                  <c:v>1.0046569999999999</c:v>
                </c:pt>
                <c:pt idx="421">
                  <c:v>0.98810379999999998</c:v>
                </c:pt>
                <c:pt idx="422">
                  <c:v>0.99283719999999998</c:v>
                </c:pt>
                <c:pt idx="423">
                  <c:v>0.99410379999999998</c:v>
                </c:pt>
                <c:pt idx="424" formatCode="General">
                  <c:v>1.0072810000000001</c:v>
                </c:pt>
                <c:pt idx="425" formatCode="General">
                  <c:v>1.0066729999999999</c:v>
                </c:pt>
                <c:pt idx="426">
                  <c:v>0.99959869999999995</c:v>
                </c:pt>
                <c:pt idx="427" formatCode="General">
                  <c:v>1.003684</c:v>
                </c:pt>
                <c:pt idx="428" formatCode="General">
                  <c:v>1.003563</c:v>
                </c:pt>
                <c:pt idx="429" formatCode="General">
                  <c:v>1.0008379999999999</c:v>
                </c:pt>
                <c:pt idx="430">
                  <c:v>0.99780049999999998</c:v>
                </c:pt>
                <c:pt idx="431">
                  <c:v>0.9877532</c:v>
                </c:pt>
                <c:pt idx="432" formatCode="General">
                  <c:v>1.009395</c:v>
                </c:pt>
                <c:pt idx="433">
                  <c:v>0.99727030000000005</c:v>
                </c:pt>
                <c:pt idx="434" formatCode="General">
                  <c:v>1.0011300000000001</c:v>
                </c:pt>
                <c:pt idx="435" formatCode="General">
                  <c:v>1.0001199999999999</c:v>
                </c:pt>
                <c:pt idx="436">
                  <c:v>0.98995200000000005</c:v>
                </c:pt>
                <c:pt idx="437">
                  <c:v>0.99774839999999998</c:v>
                </c:pt>
                <c:pt idx="438">
                  <c:v>0.99812290000000004</c:v>
                </c:pt>
                <c:pt idx="439">
                  <c:v>0.99857770000000001</c:v>
                </c:pt>
                <c:pt idx="440">
                  <c:v>0.99783180000000005</c:v>
                </c:pt>
                <c:pt idx="441" formatCode="General">
                  <c:v>1.0038579999999999</c:v>
                </c:pt>
                <c:pt idx="442">
                  <c:v>0.99193629999999999</c:v>
                </c:pt>
                <c:pt idx="443" formatCode="General">
                  <c:v>1.002257</c:v>
                </c:pt>
                <c:pt idx="444" formatCode="General">
                  <c:v>1.005055</c:v>
                </c:pt>
                <c:pt idx="445" formatCode="General">
                  <c:v>1.0135559999999999</c:v>
                </c:pt>
                <c:pt idx="446">
                  <c:v>0.99258690000000005</c:v>
                </c:pt>
                <c:pt idx="447" formatCode="General">
                  <c:v>1.0172330000000001</c:v>
                </c:pt>
                <c:pt idx="448">
                  <c:v>0.99945519999999999</c:v>
                </c:pt>
                <c:pt idx="449">
                  <c:v>0.99747680000000005</c:v>
                </c:pt>
                <c:pt idx="450">
                  <c:v>0.9959538</c:v>
                </c:pt>
                <c:pt idx="451">
                  <c:v>0.99675270000000005</c:v>
                </c:pt>
                <c:pt idx="452">
                  <c:v>0.9978011</c:v>
                </c:pt>
                <c:pt idx="453">
                  <c:v>0.99918410000000002</c:v>
                </c:pt>
                <c:pt idx="454" formatCode="General">
                  <c:v>1.0099009999999999</c:v>
                </c:pt>
                <c:pt idx="455">
                  <c:v>0.99607420000000002</c:v>
                </c:pt>
                <c:pt idx="456" formatCode="General">
                  <c:v>1.0059070000000001</c:v>
                </c:pt>
                <c:pt idx="457" formatCode="General">
                  <c:v>1.0047029999999999</c:v>
                </c:pt>
                <c:pt idx="458">
                  <c:v>0.99805359999999999</c:v>
                </c:pt>
                <c:pt idx="459">
                  <c:v>0.99446489999999998</c:v>
                </c:pt>
                <c:pt idx="460">
                  <c:v>0.9978977</c:v>
                </c:pt>
                <c:pt idx="461" formatCode="General">
                  <c:v>1.0014339999999999</c:v>
                </c:pt>
                <c:pt idx="462" formatCode="General">
                  <c:v>1.002891</c:v>
                </c:pt>
                <c:pt idx="463">
                  <c:v>0.99682400000000004</c:v>
                </c:pt>
                <c:pt idx="464">
                  <c:v>0.99723070000000003</c:v>
                </c:pt>
                <c:pt idx="465" formatCode="General">
                  <c:v>1.000337</c:v>
                </c:pt>
                <c:pt idx="466">
                  <c:v>0.99605730000000003</c:v>
                </c:pt>
                <c:pt idx="467">
                  <c:v>0.99560309999999996</c:v>
                </c:pt>
                <c:pt idx="468">
                  <c:v>0.99903580000000003</c:v>
                </c:pt>
                <c:pt idx="469">
                  <c:v>0.9933324</c:v>
                </c:pt>
                <c:pt idx="470" formatCode="General">
                  <c:v>1.0048569999999999</c:v>
                </c:pt>
                <c:pt idx="471">
                  <c:v>0.99125509999999994</c:v>
                </c:pt>
                <c:pt idx="472">
                  <c:v>0.9874752</c:v>
                </c:pt>
                <c:pt idx="473">
                  <c:v>0.99755499999999997</c:v>
                </c:pt>
                <c:pt idx="474">
                  <c:v>0.98980699999999999</c:v>
                </c:pt>
                <c:pt idx="475" formatCode="General">
                  <c:v>1.001061</c:v>
                </c:pt>
                <c:pt idx="476" formatCode="General">
                  <c:v>1.001538</c:v>
                </c:pt>
                <c:pt idx="477" formatCode="General">
                  <c:v>1.0029330000000001</c:v>
                </c:pt>
                <c:pt idx="478" formatCode="General">
                  <c:v>1.00047</c:v>
                </c:pt>
                <c:pt idx="479" formatCode="General">
                  <c:v>1.0111159999999999</c:v>
                </c:pt>
                <c:pt idx="480" formatCode="General">
                  <c:v>1.0029269999999999</c:v>
                </c:pt>
                <c:pt idx="481">
                  <c:v>0.99550280000000002</c:v>
                </c:pt>
                <c:pt idx="482" formatCode="General">
                  <c:v>1.0083800000000001</c:v>
                </c:pt>
                <c:pt idx="483" formatCode="General">
                  <c:v>1.001393</c:v>
                </c:pt>
                <c:pt idx="484" formatCode="General">
                  <c:v>1.0141230000000001</c:v>
                </c:pt>
                <c:pt idx="485" formatCode="General">
                  <c:v>1.0069980000000001</c:v>
                </c:pt>
                <c:pt idx="486" formatCode="General">
                  <c:v>1.000742</c:v>
                </c:pt>
                <c:pt idx="487">
                  <c:v>0.99146869999999998</c:v>
                </c:pt>
                <c:pt idx="488">
                  <c:v>0.99465440000000005</c:v>
                </c:pt>
                <c:pt idx="489" formatCode="General">
                  <c:v>1.003091</c:v>
                </c:pt>
                <c:pt idx="490" formatCode="General">
                  <c:v>1.0014270000000001</c:v>
                </c:pt>
                <c:pt idx="491">
                  <c:v>0.99994419999999995</c:v>
                </c:pt>
                <c:pt idx="492" formatCode="General">
                  <c:v>1.001987</c:v>
                </c:pt>
                <c:pt idx="493">
                  <c:v>0.99671549999999998</c:v>
                </c:pt>
                <c:pt idx="494">
                  <c:v>0.99816890000000003</c:v>
                </c:pt>
                <c:pt idx="495" formatCode="General">
                  <c:v>1.0002930000000001</c:v>
                </c:pt>
                <c:pt idx="496">
                  <c:v>0.99553480000000005</c:v>
                </c:pt>
                <c:pt idx="497" formatCode="General">
                  <c:v>1.000232</c:v>
                </c:pt>
                <c:pt idx="498" formatCode="General">
                  <c:v>1.002543</c:v>
                </c:pt>
                <c:pt idx="499" formatCode="General">
                  <c:v>1.0021800000000001</c:v>
                </c:pt>
                <c:pt idx="500">
                  <c:v>0.99484459999999997</c:v>
                </c:pt>
                <c:pt idx="501">
                  <c:v>0.99888410000000005</c:v>
                </c:pt>
                <c:pt idx="502">
                  <c:v>0.99506030000000001</c:v>
                </c:pt>
                <c:pt idx="503" formatCode="General">
                  <c:v>1.0034970000000001</c:v>
                </c:pt>
                <c:pt idx="504" formatCode="General">
                  <c:v>1.0029790000000001</c:v>
                </c:pt>
                <c:pt idx="505">
                  <c:v>0.99216539999999998</c:v>
                </c:pt>
                <c:pt idx="506" formatCode="General">
                  <c:v>1.0009159999999999</c:v>
                </c:pt>
                <c:pt idx="507">
                  <c:v>0.99669719999999995</c:v>
                </c:pt>
                <c:pt idx="508">
                  <c:v>0.99662819999999996</c:v>
                </c:pt>
                <c:pt idx="509" formatCode="General">
                  <c:v>1.0070330000000001</c:v>
                </c:pt>
                <c:pt idx="510">
                  <c:v>0.99558539999999995</c:v>
                </c:pt>
                <c:pt idx="511">
                  <c:v>0.99593880000000001</c:v>
                </c:pt>
                <c:pt idx="512">
                  <c:v>0.99332869999999995</c:v>
                </c:pt>
                <c:pt idx="513" formatCode="General">
                  <c:v>1.0005219999999999</c:v>
                </c:pt>
                <c:pt idx="514" formatCode="General">
                  <c:v>1.002821</c:v>
                </c:pt>
                <c:pt idx="515">
                  <c:v>0.98584830000000001</c:v>
                </c:pt>
                <c:pt idx="516" formatCode="General">
                  <c:v>1.001279</c:v>
                </c:pt>
              </c:numCache>
            </c:numRef>
          </c:yVal>
          <c:smooth val="1"/>
          <c:extLst>
            <c:ext xmlns:c16="http://schemas.microsoft.com/office/drawing/2014/chart" uri="{C3380CC4-5D6E-409C-BE32-E72D297353CC}">
              <c16:uniqueId val="{00000001-2F69-4D7F-BDCE-E9FA2D77B338}"/>
            </c:ext>
          </c:extLst>
        </c:ser>
        <c:ser>
          <c:idx val="2"/>
          <c:order val="2"/>
          <c:tx>
            <c:strRef>
              <c:f>Sheet1!$E$1</c:f>
              <c:strCache>
                <c:ptCount val="1"/>
                <c:pt idx="0">
                  <c:v>Zr-Cu</c:v>
                </c:pt>
              </c:strCache>
            </c:strRef>
          </c:tx>
          <c:spPr>
            <a:ln w="19050" cap="rnd">
              <a:solidFill>
                <a:schemeClr val="accent3"/>
              </a:solidFill>
              <a:round/>
            </a:ln>
            <a:effectLst/>
          </c:spPr>
          <c:marker>
            <c:symbol val="none"/>
          </c:marker>
          <c:xVal>
            <c:numRef>
              <c:f>Sheet1!$B$2:$B$1550</c:f>
              <c:numCache>
                <c:formatCode>0.00E+00</c:formatCode>
                <c:ptCount val="517"/>
                <c:pt idx="0">
                  <c:v>0.06</c:v>
                </c:pt>
                <c:pt idx="1">
                  <c:v>0.12</c:v>
                </c:pt>
                <c:pt idx="2">
                  <c:v>0.18</c:v>
                </c:pt>
                <c:pt idx="3">
                  <c:v>0.24</c:v>
                </c:pt>
                <c:pt idx="4">
                  <c:v>0.3</c:v>
                </c:pt>
                <c:pt idx="5">
                  <c:v>0.36</c:v>
                </c:pt>
                <c:pt idx="6">
                  <c:v>0.42</c:v>
                </c:pt>
                <c:pt idx="7">
                  <c:v>0.48</c:v>
                </c:pt>
                <c:pt idx="8">
                  <c:v>0.54</c:v>
                </c:pt>
                <c:pt idx="9">
                  <c:v>0.6</c:v>
                </c:pt>
                <c:pt idx="10">
                  <c:v>0.66</c:v>
                </c:pt>
                <c:pt idx="11">
                  <c:v>0.72</c:v>
                </c:pt>
                <c:pt idx="12">
                  <c:v>0.78</c:v>
                </c:pt>
                <c:pt idx="13">
                  <c:v>0.84</c:v>
                </c:pt>
                <c:pt idx="14">
                  <c:v>0.9</c:v>
                </c:pt>
                <c:pt idx="15">
                  <c:v>0.96</c:v>
                </c:pt>
                <c:pt idx="16" formatCode="General">
                  <c:v>1.02</c:v>
                </c:pt>
                <c:pt idx="17" formatCode="General">
                  <c:v>1.08</c:v>
                </c:pt>
                <c:pt idx="18" formatCode="General">
                  <c:v>1.1399999999999999</c:v>
                </c:pt>
                <c:pt idx="19" formatCode="General">
                  <c:v>1.2</c:v>
                </c:pt>
                <c:pt idx="20" formatCode="General">
                  <c:v>1.26</c:v>
                </c:pt>
                <c:pt idx="21" formatCode="General">
                  <c:v>1.32</c:v>
                </c:pt>
                <c:pt idx="22" formatCode="General">
                  <c:v>1.38</c:v>
                </c:pt>
                <c:pt idx="23" formatCode="General">
                  <c:v>1.44</c:v>
                </c:pt>
                <c:pt idx="24" formatCode="General">
                  <c:v>1.5</c:v>
                </c:pt>
                <c:pt idx="25" formatCode="General">
                  <c:v>1.56</c:v>
                </c:pt>
                <c:pt idx="26" formatCode="General">
                  <c:v>1.62</c:v>
                </c:pt>
                <c:pt idx="27" formatCode="General">
                  <c:v>1.68</c:v>
                </c:pt>
                <c:pt idx="28" formatCode="General">
                  <c:v>1.74</c:v>
                </c:pt>
                <c:pt idx="29" formatCode="General">
                  <c:v>1.8</c:v>
                </c:pt>
                <c:pt idx="30" formatCode="General">
                  <c:v>1.86</c:v>
                </c:pt>
                <c:pt idx="31" formatCode="General">
                  <c:v>1.92</c:v>
                </c:pt>
                <c:pt idx="32" formatCode="General">
                  <c:v>1.98</c:v>
                </c:pt>
                <c:pt idx="33" formatCode="General">
                  <c:v>2.04</c:v>
                </c:pt>
                <c:pt idx="34" formatCode="General">
                  <c:v>2.1</c:v>
                </c:pt>
                <c:pt idx="35" formatCode="General">
                  <c:v>2.16</c:v>
                </c:pt>
                <c:pt idx="36" formatCode="General">
                  <c:v>2.2200000000000002</c:v>
                </c:pt>
                <c:pt idx="37" formatCode="General">
                  <c:v>2.2799999999999998</c:v>
                </c:pt>
                <c:pt idx="38" formatCode="General">
                  <c:v>2.34</c:v>
                </c:pt>
                <c:pt idx="39" formatCode="General">
                  <c:v>2.4</c:v>
                </c:pt>
                <c:pt idx="40" formatCode="General">
                  <c:v>2.46</c:v>
                </c:pt>
                <c:pt idx="41" formatCode="General">
                  <c:v>2.52</c:v>
                </c:pt>
                <c:pt idx="42" formatCode="General">
                  <c:v>2.58</c:v>
                </c:pt>
                <c:pt idx="43" formatCode="General">
                  <c:v>2.64</c:v>
                </c:pt>
                <c:pt idx="44" formatCode="General">
                  <c:v>2.7</c:v>
                </c:pt>
                <c:pt idx="45" formatCode="General">
                  <c:v>2.76</c:v>
                </c:pt>
                <c:pt idx="46" formatCode="General">
                  <c:v>2.82</c:v>
                </c:pt>
                <c:pt idx="47" formatCode="General">
                  <c:v>2.88</c:v>
                </c:pt>
                <c:pt idx="48" formatCode="General">
                  <c:v>2.94</c:v>
                </c:pt>
                <c:pt idx="49" formatCode="General">
                  <c:v>3</c:v>
                </c:pt>
                <c:pt idx="50" formatCode="General">
                  <c:v>3.06</c:v>
                </c:pt>
                <c:pt idx="51" formatCode="General">
                  <c:v>3.12</c:v>
                </c:pt>
                <c:pt idx="52" formatCode="General">
                  <c:v>3.18</c:v>
                </c:pt>
                <c:pt idx="53" formatCode="General">
                  <c:v>3.24</c:v>
                </c:pt>
                <c:pt idx="54" formatCode="General">
                  <c:v>3.3</c:v>
                </c:pt>
                <c:pt idx="55" formatCode="General">
                  <c:v>3.36</c:v>
                </c:pt>
                <c:pt idx="56" formatCode="General">
                  <c:v>3.42</c:v>
                </c:pt>
                <c:pt idx="57" formatCode="General">
                  <c:v>3.48</c:v>
                </c:pt>
                <c:pt idx="58" formatCode="General">
                  <c:v>3.54</c:v>
                </c:pt>
                <c:pt idx="59" formatCode="General">
                  <c:v>3.6</c:v>
                </c:pt>
                <c:pt idx="60" formatCode="General">
                  <c:v>3.66</c:v>
                </c:pt>
                <c:pt idx="61" formatCode="General">
                  <c:v>3.72</c:v>
                </c:pt>
                <c:pt idx="62" formatCode="General">
                  <c:v>3.78</c:v>
                </c:pt>
                <c:pt idx="63" formatCode="General">
                  <c:v>3.84</c:v>
                </c:pt>
                <c:pt idx="64" formatCode="General">
                  <c:v>3.9</c:v>
                </c:pt>
                <c:pt idx="65" formatCode="General">
                  <c:v>3.96</c:v>
                </c:pt>
                <c:pt idx="66" formatCode="General">
                  <c:v>4.0199999999999996</c:v>
                </c:pt>
                <c:pt idx="67" formatCode="General">
                  <c:v>4.08</c:v>
                </c:pt>
                <c:pt idx="68" formatCode="General">
                  <c:v>4.1399999999999997</c:v>
                </c:pt>
                <c:pt idx="69" formatCode="General">
                  <c:v>4.2</c:v>
                </c:pt>
                <c:pt idx="70" formatCode="General">
                  <c:v>4.26</c:v>
                </c:pt>
                <c:pt idx="71" formatCode="General">
                  <c:v>4.32</c:v>
                </c:pt>
                <c:pt idx="72" formatCode="General">
                  <c:v>4.38</c:v>
                </c:pt>
                <c:pt idx="73" formatCode="General">
                  <c:v>4.4400000000000004</c:v>
                </c:pt>
                <c:pt idx="74" formatCode="General">
                  <c:v>4.5</c:v>
                </c:pt>
                <c:pt idx="75" formatCode="General">
                  <c:v>4.5599999999999996</c:v>
                </c:pt>
                <c:pt idx="76" formatCode="General">
                  <c:v>4.62</c:v>
                </c:pt>
                <c:pt idx="77" formatCode="General">
                  <c:v>4.68</c:v>
                </c:pt>
                <c:pt idx="78" formatCode="General">
                  <c:v>4.74</c:v>
                </c:pt>
                <c:pt idx="79" formatCode="General">
                  <c:v>4.8</c:v>
                </c:pt>
                <c:pt idx="80" formatCode="General">
                  <c:v>4.8600000000000003</c:v>
                </c:pt>
                <c:pt idx="81" formatCode="General">
                  <c:v>4.92</c:v>
                </c:pt>
                <c:pt idx="82" formatCode="General">
                  <c:v>4.9800000000000004</c:v>
                </c:pt>
                <c:pt idx="83" formatCode="General">
                  <c:v>5.04</c:v>
                </c:pt>
                <c:pt idx="84" formatCode="General">
                  <c:v>5.0999999999999996</c:v>
                </c:pt>
                <c:pt idx="85" formatCode="General">
                  <c:v>5.16</c:v>
                </c:pt>
                <c:pt idx="86" formatCode="General">
                  <c:v>5.22</c:v>
                </c:pt>
                <c:pt idx="87" formatCode="General">
                  <c:v>5.28</c:v>
                </c:pt>
                <c:pt idx="88" formatCode="General">
                  <c:v>5.34</c:v>
                </c:pt>
                <c:pt idx="89" formatCode="General">
                  <c:v>5.4</c:v>
                </c:pt>
                <c:pt idx="90" formatCode="General">
                  <c:v>5.46</c:v>
                </c:pt>
                <c:pt idx="91" formatCode="General">
                  <c:v>5.52</c:v>
                </c:pt>
                <c:pt idx="92" formatCode="General">
                  <c:v>5.58</c:v>
                </c:pt>
                <c:pt idx="93" formatCode="General">
                  <c:v>5.64</c:v>
                </c:pt>
                <c:pt idx="94" formatCode="General">
                  <c:v>5.7</c:v>
                </c:pt>
                <c:pt idx="95" formatCode="General">
                  <c:v>5.76</c:v>
                </c:pt>
                <c:pt idx="96" formatCode="General">
                  <c:v>5.82</c:v>
                </c:pt>
                <c:pt idx="97" formatCode="General">
                  <c:v>5.88</c:v>
                </c:pt>
                <c:pt idx="98" formatCode="General">
                  <c:v>5.94</c:v>
                </c:pt>
                <c:pt idx="99" formatCode="General">
                  <c:v>6</c:v>
                </c:pt>
                <c:pt idx="100" formatCode="General">
                  <c:v>6.06</c:v>
                </c:pt>
                <c:pt idx="101" formatCode="General">
                  <c:v>6.12</c:v>
                </c:pt>
                <c:pt idx="102" formatCode="General">
                  <c:v>6.18</c:v>
                </c:pt>
                <c:pt idx="103" formatCode="General">
                  <c:v>6.24</c:v>
                </c:pt>
                <c:pt idx="104" formatCode="General">
                  <c:v>6.3</c:v>
                </c:pt>
                <c:pt idx="105" formatCode="General">
                  <c:v>6.36</c:v>
                </c:pt>
                <c:pt idx="106" formatCode="General">
                  <c:v>6.42</c:v>
                </c:pt>
                <c:pt idx="107" formatCode="General">
                  <c:v>6.48</c:v>
                </c:pt>
                <c:pt idx="108" formatCode="General">
                  <c:v>6.54</c:v>
                </c:pt>
                <c:pt idx="109" formatCode="General">
                  <c:v>6.6</c:v>
                </c:pt>
                <c:pt idx="110" formatCode="General">
                  <c:v>6.66</c:v>
                </c:pt>
                <c:pt idx="111" formatCode="General">
                  <c:v>6.72</c:v>
                </c:pt>
                <c:pt idx="112" formatCode="General">
                  <c:v>6.78</c:v>
                </c:pt>
                <c:pt idx="113" formatCode="General">
                  <c:v>6.84</c:v>
                </c:pt>
                <c:pt idx="114" formatCode="General">
                  <c:v>6.9</c:v>
                </c:pt>
                <c:pt idx="115" formatCode="General">
                  <c:v>6.96</c:v>
                </c:pt>
                <c:pt idx="116" formatCode="General">
                  <c:v>7.02</c:v>
                </c:pt>
                <c:pt idx="117" formatCode="General">
                  <c:v>7.08</c:v>
                </c:pt>
                <c:pt idx="118" formatCode="General">
                  <c:v>7.14</c:v>
                </c:pt>
                <c:pt idx="119" formatCode="General">
                  <c:v>7.2</c:v>
                </c:pt>
                <c:pt idx="120" formatCode="General">
                  <c:v>7.26</c:v>
                </c:pt>
                <c:pt idx="121" formatCode="General">
                  <c:v>7.32</c:v>
                </c:pt>
                <c:pt idx="122" formatCode="General">
                  <c:v>7.38</c:v>
                </c:pt>
                <c:pt idx="123" formatCode="General">
                  <c:v>7.44</c:v>
                </c:pt>
                <c:pt idx="124" formatCode="General">
                  <c:v>7.5</c:v>
                </c:pt>
                <c:pt idx="125" formatCode="General">
                  <c:v>7.56</c:v>
                </c:pt>
                <c:pt idx="126" formatCode="General">
                  <c:v>7.62</c:v>
                </c:pt>
                <c:pt idx="127" formatCode="General">
                  <c:v>7.68</c:v>
                </c:pt>
                <c:pt idx="128" formatCode="General">
                  <c:v>7.74</c:v>
                </c:pt>
                <c:pt idx="129" formatCode="General">
                  <c:v>7.8</c:v>
                </c:pt>
                <c:pt idx="130" formatCode="General">
                  <c:v>7.86</c:v>
                </c:pt>
                <c:pt idx="131" formatCode="General">
                  <c:v>7.92</c:v>
                </c:pt>
                <c:pt idx="132" formatCode="General">
                  <c:v>7.98</c:v>
                </c:pt>
                <c:pt idx="133" formatCode="General">
                  <c:v>8.0399999999999991</c:v>
                </c:pt>
                <c:pt idx="134" formatCode="General">
                  <c:v>8.0999990000000004</c:v>
                </c:pt>
                <c:pt idx="135" formatCode="General">
                  <c:v>8.16</c:v>
                </c:pt>
                <c:pt idx="136" formatCode="General">
                  <c:v>8.2200000000000006</c:v>
                </c:pt>
                <c:pt idx="137" formatCode="General">
                  <c:v>8.2799999999999994</c:v>
                </c:pt>
                <c:pt idx="138" formatCode="General">
                  <c:v>8.34</c:v>
                </c:pt>
                <c:pt idx="139" formatCode="General">
                  <c:v>8.4</c:v>
                </c:pt>
                <c:pt idx="140" formatCode="General">
                  <c:v>8.4600000000000009</c:v>
                </c:pt>
                <c:pt idx="141" formatCode="General">
                  <c:v>8.52</c:v>
                </c:pt>
                <c:pt idx="142" formatCode="General">
                  <c:v>8.58</c:v>
                </c:pt>
                <c:pt idx="143" formatCode="General">
                  <c:v>8.6399989999999995</c:v>
                </c:pt>
                <c:pt idx="144" formatCode="General">
                  <c:v>8.6999999999999993</c:v>
                </c:pt>
                <c:pt idx="145" formatCode="General">
                  <c:v>8.76</c:v>
                </c:pt>
                <c:pt idx="146" formatCode="General">
                  <c:v>8.82</c:v>
                </c:pt>
                <c:pt idx="147" formatCode="General">
                  <c:v>8.8800000000000008</c:v>
                </c:pt>
                <c:pt idx="148" formatCode="General">
                  <c:v>8.94</c:v>
                </c:pt>
                <c:pt idx="149" formatCode="General">
                  <c:v>9</c:v>
                </c:pt>
                <c:pt idx="150" formatCode="General">
                  <c:v>9.0599989999999995</c:v>
                </c:pt>
                <c:pt idx="151" formatCode="General">
                  <c:v>9.1199999999999992</c:v>
                </c:pt>
                <c:pt idx="152" formatCode="General">
                  <c:v>9.1799990000000005</c:v>
                </c:pt>
                <c:pt idx="153" formatCode="General">
                  <c:v>9.24</c:v>
                </c:pt>
                <c:pt idx="154" formatCode="General">
                  <c:v>9.3000000000000007</c:v>
                </c:pt>
                <c:pt idx="155" formatCode="General">
                  <c:v>9.36</c:v>
                </c:pt>
                <c:pt idx="156" formatCode="General">
                  <c:v>9.42</c:v>
                </c:pt>
                <c:pt idx="157" formatCode="General">
                  <c:v>9.48</c:v>
                </c:pt>
                <c:pt idx="158" formatCode="General">
                  <c:v>9.5399999999999991</c:v>
                </c:pt>
                <c:pt idx="159" formatCode="General">
                  <c:v>9.5999990000000004</c:v>
                </c:pt>
                <c:pt idx="160" formatCode="General">
                  <c:v>9.66</c:v>
                </c:pt>
                <c:pt idx="161" formatCode="General">
                  <c:v>9.7199989999999996</c:v>
                </c:pt>
                <c:pt idx="162" formatCode="General">
                  <c:v>9.7799999999999994</c:v>
                </c:pt>
                <c:pt idx="163" formatCode="General">
                  <c:v>9.84</c:v>
                </c:pt>
                <c:pt idx="164" formatCode="General">
                  <c:v>9.9</c:v>
                </c:pt>
                <c:pt idx="165" formatCode="General">
                  <c:v>9.9600000000000009</c:v>
                </c:pt>
                <c:pt idx="166" formatCode="General">
                  <c:v>10.02</c:v>
                </c:pt>
                <c:pt idx="167" formatCode="General">
                  <c:v>10.08</c:v>
                </c:pt>
                <c:pt idx="168" formatCode="General">
                  <c:v>10.14</c:v>
                </c:pt>
                <c:pt idx="169" formatCode="General">
                  <c:v>10.199999999999999</c:v>
                </c:pt>
                <c:pt idx="170" formatCode="General">
                  <c:v>10.26</c:v>
                </c:pt>
                <c:pt idx="171" formatCode="General">
                  <c:v>10.32</c:v>
                </c:pt>
                <c:pt idx="172" formatCode="General">
                  <c:v>10.38</c:v>
                </c:pt>
                <c:pt idx="173" formatCode="General">
                  <c:v>10.44</c:v>
                </c:pt>
                <c:pt idx="174" formatCode="General">
                  <c:v>10.5</c:v>
                </c:pt>
                <c:pt idx="175" formatCode="General">
                  <c:v>10.56</c:v>
                </c:pt>
                <c:pt idx="176" formatCode="General">
                  <c:v>10.62</c:v>
                </c:pt>
                <c:pt idx="177" formatCode="General">
                  <c:v>10.68</c:v>
                </c:pt>
                <c:pt idx="178" formatCode="General">
                  <c:v>10.74</c:v>
                </c:pt>
                <c:pt idx="179" formatCode="General">
                  <c:v>10.8</c:v>
                </c:pt>
                <c:pt idx="180" formatCode="General">
                  <c:v>10.86</c:v>
                </c:pt>
                <c:pt idx="181" formatCode="General">
                  <c:v>10.92</c:v>
                </c:pt>
                <c:pt idx="182" formatCode="General">
                  <c:v>10.98</c:v>
                </c:pt>
                <c:pt idx="183" formatCode="General">
                  <c:v>11.04</c:v>
                </c:pt>
                <c:pt idx="184" formatCode="General">
                  <c:v>11.1</c:v>
                </c:pt>
                <c:pt idx="185" formatCode="General">
                  <c:v>11.16</c:v>
                </c:pt>
                <c:pt idx="186" formatCode="General">
                  <c:v>11.22</c:v>
                </c:pt>
                <c:pt idx="187" formatCode="General">
                  <c:v>11.28</c:v>
                </c:pt>
                <c:pt idx="188" formatCode="General">
                  <c:v>11.34</c:v>
                </c:pt>
                <c:pt idx="189" formatCode="General">
                  <c:v>11.4</c:v>
                </c:pt>
                <c:pt idx="190" formatCode="General">
                  <c:v>11.46</c:v>
                </c:pt>
                <c:pt idx="191" formatCode="General">
                  <c:v>11.52</c:v>
                </c:pt>
                <c:pt idx="192" formatCode="General">
                  <c:v>11.58</c:v>
                </c:pt>
                <c:pt idx="193" formatCode="General">
                  <c:v>11.64</c:v>
                </c:pt>
                <c:pt idx="194" formatCode="General">
                  <c:v>11.7</c:v>
                </c:pt>
                <c:pt idx="195" formatCode="General">
                  <c:v>11.76</c:v>
                </c:pt>
                <c:pt idx="196" formatCode="General">
                  <c:v>11.82</c:v>
                </c:pt>
                <c:pt idx="197" formatCode="General">
                  <c:v>11.88</c:v>
                </c:pt>
                <c:pt idx="198" formatCode="General">
                  <c:v>11.94</c:v>
                </c:pt>
                <c:pt idx="199" formatCode="General">
                  <c:v>12</c:v>
                </c:pt>
                <c:pt idx="200" formatCode="General">
                  <c:v>12.06</c:v>
                </c:pt>
                <c:pt idx="201" formatCode="General">
                  <c:v>12.12</c:v>
                </c:pt>
                <c:pt idx="202" formatCode="General">
                  <c:v>12.18</c:v>
                </c:pt>
                <c:pt idx="203" formatCode="General">
                  <c:v>12.24</c:v>
                </c:pt>
                <c:pt idx="204" formatCode="General">
                  <c:v>12.3</c:v>
                </c:pt>
                <c:pt idx="205" formatCode="General">
                  <c:v>12.36</c:v>
                </c:pt>
                <c:pt idx="206" formatCode="General">
                  <c:v>12.42</c:v>
                </c:pt>
                <c:pt idx="207" formatCode="General">
                  <c:v>12.48</c:v>
                </c:pt>
                <c:pt idx="208" formatCode="General">
                  <c:v>12.54</c:v>
                </c:pt>
                <c:pt idx="209" formatCode="General">
                  <c:v>12.6</c:v>
                </c:pt>
                <c:pt idx="210" formatCode="General">
                  <c:v>12.66</c:v>
                </c:pt>
                <c:pt idx="211" formatCode="General">
                  <c:v>12.72</c:v>
                </c:pt>
                <c:pt idx="212" formatCode="General">
                  <c:v>12.78</c:v>
                </c:pt>
                <c:pt idx="213" formatCode="General">
                  <c:v>12.84</c:v>
                </c:pt>
                <c:pt idx="214" formatCode="General">
                  <c:v>12.9</c:v>
                </c:pt>
                <c:pt idx="215" formatCode="General">
                  <c:v>12.96</c:v>
                </c:pt>
                <c:pt idx="216" formatCode="General">
                  <c:v>13.02</c:v>
                </c:pt>
                <c:pt idx="217" formatCode="General">
                  <c:v>13.08</c:v>
                </c:pt>
                <c:pt idx="218" formatCode="General">
                  <c:v>13.14</c:v>
                </c:pt>
                <c:pt idx="219" formatCode="General">
                  <c:v>13.2</c:v>
                </c:pt>
                <c:pt idx="220" formatCode="General">
                  <c:v>13.26</c:v>
                </c:pt>
                <c:pt idx="221" formatCode="General">
                  <c:v>13.32</c:v>
                </c:pt>
                <c:pt idx="222" formatCode="General">
                  <c:v>13.38</c:v>
                </c:pt>
                <c:pt idx="223" formatCode="General">
                  <c:v>13.44</c:v>
                </c:pt>
                <c:pt idx="224" formatCode="General">
                  <c:v>13.5</c:v>
                </c:pt>
                <c:pt idx="225" formatCode="General">
                  <c:v>13.56</c:v>
                </c:pt>
                <c:pt idx="226" formatCode="General">
                  <c:v>13.62</c:v>
                </c:pt>
                <c:pt idx="227" formatCode="General">
                  <c:v>13.68</c:v>
                </c:pt>
                <c:pt idx="228" formatCode="General">
                  <c:v>13.74</c:v>
                </c:pt>
                <c:pt idx="229" formatCode="General">
                  <c:v>13.8</c:v>
                </c:pt>
                <c:pt idx="230" formatCode="General">
                  <c:v>13.86</c:v>
                </c:pt>
                <c:pt idx="231" formatCode="General">
                  <c:v>13.92</c:v>
                </c:pt>
                <c:pt idx="232" formatCode="General">
                  <c:v>13.98</c:v>
                </c:pt>
                <c:pt idx="233" formatCode="General">
                  <c:v>14.04</c:v>
                </c:pt>
                <c:pt idx="234" formatCode="General">
                  <c:v>14.1</c:v>
                </c:pt>
                <c:pt idx="235" formatCode="General">
                  <c:v>14.16</c:v>
                </c:pt>
                <c:pt idx="236" formatCode="General">
                  <c:v>14.22</c:v>
                </c:pt>
                <c:pt idx="237" formatCode="General">
                  <c:v>14.28</c:v>
                </c:pt>
                <c:pt idx="238" formatCode="General">
                  <c:v>14.34</c:v>
                </c:pt>
                <c:pt idx="239" formatCode="General">
                  <c:v>14.4</c:v>
                </c:pt>
                <c:pt idx="240" formatCode="General">
                  <c:v>14.46</c:v>
                </c:pt>
                <c:pt idx="241" formatCode="General">
                  <c:v>14.52</c:v>
                </c:pt>
                <c:pt idx="242" formatCode="General">
                  <c:v>14.58</c:v>
                </c:pt>
                <c:pt idx="243" formatCode="General">
                  <c:v>14.64</c:v>
                </c:pt>
                <c:pt idx="244" formatCode="General">
                  <c:v>14.7</c:v>
                </c:pt>
                <c:pt idx="245" formatCode="General">
                  <c:v>14.76</c:v>
                </c:pt>
                <c:pt idx="246" formatCode="General">
                  <c:v>14.82</c:v>
                </c:pt>
                <c:pt idx="247" formatCode="General">
                  <c:v>14.88</c:v>
                </c:pt>
                <c:pt idx="248" formatCode="General">
                  <c:v>14.94</c:v>
                </c:pt>
                <c:pt idx="249" formatCode="General">
                  <c:v>15</c:v>
                </c:pt>
                <c:pt idx="250" formatCode="General">
                  <c:v>15.06</c:v>
                </c:pt>
                <c:pt idx="251" formatCode="General">
                  <c:v>15.12</c:v>
                </c:pt>
                <c:pt idx="252" formatCode="General">
                  <c:v>15.18</c:v>
                </c:pt>
                <c:pt idx="253" formatCode="General">
                  <c:v>15.24</c:v>
                </c:pt>
                <c:pt idx="254" formatCode="General">
                  <c:v>15.3</c:v>
                </c:pt>
                <c:pt idx="255" formatCode="General">
                  <c:v>15.36</c:v>
                </c:pt>
                <c:pt idx="256" formatCode="General">
                  <c:v>15.42</c:v>
                </c:pt>
                <c:pt idx="257" formatCode="General">
                  <c:v>15.48</c:v>
                </c:pt>
                <c:pt idx="258" formatCode="General">
                  <c:v>15.54</c:v>
                </c:pt>
                <c:pt idx="259" formatCode="General">
                  <c:v>15.6</c:v>
                </c:pt>
                <c:pt idx="260" formatCode="General">
                  <c:v>15.66</c:v>
                </c:pt>
                <c:pt idx="261" formatCode="General">
                  <c:v>15.72</c:v>
                </c:pt>
                <c:pt idx="262" formatCode="General">
                  <c:v>15.78</c:v>
                </c:pt>
                <c:pt idx="263" formatCode="General">
                  <c:v>15.84</c:v>
                </c:pt>
                <c:pt idx="264" formatCode="General">
                  <c:v>15.9</c:v>
                </c:pt>
                <c:pt idx="265" formatCode="General">
                  <c:v>15.96</c:v>
                </c:pt>
                <c:pt idx="266" formatCode="General">
                  <c:v>16.02</c:v>
                </c:pt>
                <c:pt idx="267" formatCode="General">
                  <c:v>16.079999999999998</c:v>
                </c:pt>
                <c:pt idx="268" formatCode="General">
                  <c:v>16.14</c:v>
                </c:pt>
                <c:pt idx="269" formatCode="General">
                  <c:v>16.2</c:v>
                </c:pt>
                <c:pt idx="270" formatCode="General">
                  <c:v>16.260000000000002</c:v>
                </c:pt>
                <c:pt idx="271" formatCode="General">
                  <c:v>16.32</c:v>
                </c:pt>
                <c:pt idx="272" formatCode="General">
                  <c:v>16.38</c:v>
                </c:pt>
                <c:pt idx="273" formatCode="General">
                  <c:v>16.440000000000001</c:v>
                </c:pt>
                <c:pt idx="274" formatCode="General">
                  <c:v>16.5</c:v>
                </c:pt>
                <c:pt idx="275" formatCode="General">
                  <c:v>16.559999999999999</c:v>
                </c:pt>
                <c:pt idx="276" formatCode="General">
                  <c:v>16.62</c:v>
                </c:pt>
                <c:pt idx="277" formatCode="General">
                  <c:v>16.68</c:v>
                </c:pt>
                <c:pt idx="278" formatCode="General">
                  <c:v>16.739999999999998</c:v>
                </c:pt>
                <c:pt idx="279" formatCode="General">
                  <c:v>16.8</c:v>
                </c:pt>
                <c:pt idx="280" formatCode="General">
                  <c:v>16.86</c:v>
                </c:pt>
                <c:pt idx="281" formatCode="General">
                  <c:v>16.920000000000002</c:v>
                </c:pt>
                <c:pt idx="282" formatCode="General">
                  <c:v>16.98</c:v>
                </c:pt>
                <c:pt idx="283" formatCode="General">
                  <c:v>17.04</c:v>
                </c:pt>
                <c:pt idx="284" formatCode="General">
                  <c:v>17.100000000000001</c:v>
                </c:pt>
                <c:pt idx="285" formatCode="General">
                  <c:v>17.16</c:v>
                </c:pt>
                <c:pt idx="286" formatCode="General">
                  <c:v>17.22</c:v>
                </c:pt>
                <c:pt idx="287" formatCode="General">
                  <c:v>17.28</c:v>
                </c:pt>
                <c:pt idx="288" formatCode="General">
                  <c:v>17.34</c:v>
                </c:pt>
                <c:pt idx="289" formatCode="General">
                  <c:v>17.399999999999999</c:v>
                </c:pt>
                <c:pt idx="290" formatCode="General">
                  <c:v>17.46</c:v>
                </c:pt>
                <c:pt idx="291" formatCode="General">
                  <c:v>17.52</c:v>
                </c:pt>
                <c:pt idx="292" formatCode="General">
                  <c:v>17.579999999999998</c:v>
                </c:pt>
                <c:pt idx="293" formatCode="General">
                  <c:v>17.64</c:v>
                </c:pt>
                <c:pt idx="294" formatCode="General">
                  <c:v>17.7</c:v>
                </c:pt>
                <c:pt idx="295" formatCode="General">
                  <c:v>17.760000000000002</c:v>
                </c:pt>
                <c:pt idx="296" formatCode="General">
                  <c:v>17.82</c:v>
                </c:pt>
                <c:pt idx="297" formatCode="General">
                  <c:v>17.88</c:v>
                </c:pt>
                <c:pt idx="298" formatCode="General">
                  <c:v>17.940000000000001</c:v>
                </c:pt>
                <c:pt idx="299" formatCode="General">
                  <c:v>18</c:v>
                </c:pt>
                <c:pt idx="300" formatCode="General">
                  <c:v>18.059999999999999</c:v>
                </c:pt>
                <c:pt idx="301" formatCode="General">
                  <c:v>18.12</c:v>
                </c:pt>
                <c:pt idx="302" formatCode="General">
                  <c:v>18.18</c:v>
                </c:pt>
                <c:pt idx="303" formatCode="General">
                  <c:v>18.239999999999998</c:v>
                </c:pt>
                <c:pt idx="304" formatCode="General">
                  <c:v>18.3</c:v>
                </c:pt>
                <c:pt idx="305" formatCode="General">
                  <c:v>18.36</c:v>
                </c:pt>
                <c:pt idx="306" formatCode="General">
                  <c:v>18.420000000000002</c:v>
                </c:pt>
                <c:pt idx="307" formatCode="General">
                  <c:v>18.48</c:v>
                </c:pt>
                <c:pt idx="308" formatCode="General">
                  <c:v>18.54</c:v>
                </c:pt>
                <c:pt idx="309" formatCode="General">
                  <c:v>18.600000000000001</c:v>
                </c:pt>
                <c:pt idx="310" formatCode="General">
                  <c:v>18.66</c:v>
                </c:pt>
                <c:pt idx="311" formatCode="General">
                  <c:v>18.72</c:v>
                </c:pt>
                <c:pt idx="312" formatCode="General">
                  <c:v>18.78</c:v>
                </c:pt>
                <c:pt idx="313" formatCode="General">
                  <c:v>18.84</c:v>
                </c:pt>
                <c:pt idx="314" formatCode="General">
                  <c:v>18.899999999999999</c:v>
                </c:pt>
                <c:pt idx="315" formatCode="General">
                  <c:v>18.96</c:v>
                </c:pt>
                <c:pt idx="316" formatCode="General">
                  <c:v>19.02</c:v>
                </c:pt>
                <c:pt idx="317" formatCode="General">
                  <c:v>19.079999999999998</c:v>
                </c:pt>
                <c:pt idx="318" formatCode="General">
                  <c:v>19.14</c:v>
                </c:pt>
                <c:pt idx="319" formatCode="General">
                  <c:v>19.2</c:v>
                </c:pt>
                <c:pt idx="320" formatCode="General">
                  <c:v>19.260000000000002</c:v>
                </c:pt>
                <c:pt idx="321" formatCode="General">
                  <c:v>19.32</c:v>
                </c:pt>
                <c:pt idx="322" formatCode="General">
                  <c:v>19.38</c:v>
                </c:pt>
                <c:pt idx="323" formatCode="General">
                  <c:v>19.440000000000001</c:v>
                </c:pt>
                <c:pt idx="324" formatCode="General">
                  <c:v>19.5</c:v>
                </c:pt>
                <c:pt idx="325" formatCode="General">
                  <c:v>19.559999999999999</c:v>
                </c:pt>
                <c:pt idx="326" formatCode="General">
                  <c:v>19.62</c:v>
                </c:pt>
                <c:pt idx="327" formatCode="General">
                  <c:v>19.68</c:v>
                </c:pt>
                <c:pt idx="328" formatCode="General">
                  <c:v>19.739999999999998</c:v>
                </c:pt>
                <c:pt idx="329" formatCode="General">
                  <c:v>19.8</c:v>
                </c:pt>
                <c:pt idx="330" formatCode="General">
                  <c:v>19.86</c:v>
                </c:pt>
                <c:pt idx="331" formatCode="General">
                  <c:v>19.920000000000002</c:v>
                </c:pt>
                <c:pt idx="332" formatCode="General">
                  <c:v>19.98</c:v>
                </c:pt>
                <c:pt idx="333" formatCode="General">
                  <c:v>20.04</c:v>
                </c:pt>
                <c:pt idx="334" formatCode="General">
                  <c:v>20.100000000000001</c:v>
                </c:pt>
                <c:pt idx="335" formatCode="General">
                  <c:v>20.16</c:v>
                </c:pt>
                <c:pt idx="336" formatCode="General">
                  <c:v>20.22</c:v>
                </c:pt>
                <c:pt idx="337" formatCode="General">
                  <c:v>20.28</c:v>
                </c:pt>
                <c:pt idx="338" formatCode="General">
                  <c:v>20.34</c:v>
                </c:pt>
                <c:pt idx="339" formatCode="General">
                  <c:v>20.399999999999999</c:v>
                </c:pt>
                <c:pt idx="340" formatCode="General">
                  <c:v>20.46</c:v>
                </c:pt>
                <c:pt idx="341" formatCode="General">
                  <c:v>20.52</c:v>
                </c:pt>
                <c:pt idx="342" formatCode="General">
                  <c:v>20.58</c:v>
                </c:pt>
                <c:pt idx="343" formatCode="General">
                  <c:v>20.64</c:v>
                </c:pt>
                <c:pt idx="344" formatCode="General">
                  <c:v>20.7</c:v>
                </c:pt>
                <c:pt idx="345" formatCode="General">
                  <c:v>20.76</c:v>
                </c:pt>
                <c:pt idx="346" formatCode="General">
                  <c:v>20.82</c:v>
                </c:pt>
                <c:pt idx="347" formatCode="General">
                  <c:v>20.88</c:v>
                </c:pt>
                <c:pt idx="348" formatCode="General">
                  <c:v>20.94</c:v>
                </c:pt>
                <c:pt idx="349" formatCode="General">
                  <c:v>21</c:v>
                </c:pt>
                <c:pt idx="350" formatCode="General">
                  <c:v>21.06</c:v>
                </c:pt>
                <c:pt idx="351" formatCode="General">
                  <c:v>21.12</c:v>
                </c:pt>
                <c:pt idx="352" formatCode="General">
                  <c:v>21.18</c:v>
                </c:pt>
                <c:pt idx="353" formatCode="General">
                  <c:v>21.24</c:v>
                </c:pt>
                <c:pt idx="354" formatCode="General">
                  <c:v>21.3</c:v>
                </c:pt>
                <c:pt idx="355" formatCode="General">
                  <c:v>21.36</c:v>
                </c:pt>
                <c:pt idx="356" formatCode="General">
                  <c:v>21.42</c:v>
                </c:pt>
                <c:pt idx="357" formatCode="General">
                  <c:v>21.48</c:v>
                </c:pt>
                <c:pt idx="358" formatCode="General">
                  <c:v>21.54</c:v>
                </c:pt>
                <c:pt idx="359" formatCode="General">
                  <c:v>21.6</c:v>
                </c:pt>
                <c:pt idx="360" formatCode="General">
                  <c:v>21.66</c:v>
                </c:pt>
                <c:pt idx="361" formatCode="General">
                  <c:v>21.72</c:v>
                </c:pt>
                <c:pt idx="362" formatCode="General">
                  <c:v>21.78</c:v>
                </c:pt>
                <c:pt idx="363" formatCode="General">
                  <c:v>21.84</c:v>
                </c:pt>
                <c:pt idx="364" formatCode="General">
                  <c:v>21.9</c:v>
                </c:pt>
                <c:pt idx="365" formatCode="General">
                  <c:v>21.96</c:v>
                </c:pt>
                <c:pt idx="366" formatCode="General">
                  <c:v>22.02</c:v>
                </c:pt>
                <c:pt idx="367" formatCode="General">
                  <c:v>22.08</c:v>
                </c:pt>
                <c:pt idx="368" formatCode="General">
                  <c:v>22.14</c:v>
                </c:pt>
                <c:pt idx="369" formatCode="General">
                  <c:v>22.2</c:v>
                </c:pt>
                <c:pt idx="370" formatCode="General">
                  <c:v>22.26</c:v>
                </c:pt>
                <c:pt idx="371" formatCode="General">
                  <c:v>22.32</c:v>
                </c:pt>
                <c:pt idx="372" formatCode="General">
                  <c:v>22.38</c:v>
                </c:pt>
                <c:pt idx="373" formatCode="General">
                  <c:v>22.44</c:v>
                </c:pt>
                <c:pt idx="374" formatCode="General">
                  <c:v>22.5</c:v>
                </c:pt>
                <c:pt idx="375" formatCode="General">
                  <c:v>22.56</c:v>
                </c:pt>
                <c:pt idx="376" formatCode="General">
                  <c:v>22.62</c:v>
                </c:pt>
                <c:pt idx="377" formatCode="General">
                  <c:v>22.68</c:v>
                </c:pt>
                <c:pt idx="378" formatCode="General">
                  <c:v>22.74</c:v>
                </c:pt>
                <c:pt idx="379" formatCode="General">
                  <c:v>22.8</c:v>
                </c:pt>
                <c:pt idx="380" formatCode="General">
                  <c:v>22.86</c:v>
                </c:pt>
                <c:pt idx="381" formatCode="General">
                  <c:v>22.92</c:v>
                </c:pt>
                <c:pt idx="382" formatCode="General">
                  <c:v>22.98</c:v>
                </c:pt>
                <c:pt idx="383" formatCode="General">
                  <c:v>23.04</c:v>
                </c:pt>
                <c:pt idx="384" formatCode="General">
                  <c:v>23.1</c:v>
                </c:pt>
                <c:pt idx="385" formatCode="General">
                  <c:v>23.16</c:v>
                </c:pt>
                <c:pt idx="386" formatCode="General">
                  <c:v>23.22</c:v>
                </c:pt>
                <c:pt idx="387" formatCode="General">
                  <c:v>23.28</c:v>
                </c:pt>
                <c:pt idx="388" formatCode="General">
                  <c:v>23.34</c:v>
                </c:pt>
                <c:pt idx="389" formatCode="General">
                  <c:v>23.4</c:v>
                </c:pt>
                <c:pt idx="390" formatCode="General">
                  <c:v>23.46</c:v>
                </c:pt>
                <c:pt idx="391" formatCode="General">
                  <c:v>23.52</c:v>
                </c:pt>
                <c:pt idx="392" formatCode="General">
                  <c:v>23.58</c:v>
                </c:pt>
                <c:pt idx="393" formatCode="General">
                  <c:v>23.64</c:v>
                </c:pt>
                <c:pt idx="394" formatCode="General">
                  <c:v>23.7</c:v>
                </c:pt>
                <c:pt idx="395" formatCode="General">
                  <c:v>23.76</c:v>
                </c:pt>
                <c:pt idx="396" formatCode="General">
                  <c:v>23.82</c:v>
                </c:pt>
                <c:pt idx="397" formatCode="General">
                  <c:v>23.88</c:v>
                </c:pt>
                <c:pt idx="398" formatCode="General">
                  <c:v>23.94</c:v>
                </c:pt>
                <c:pt idx="399" formatCode="General">
                  <c:v>24</c:v>
                </c:pt>
                <c:pt idx="400" formatCode="General">
                  <c:v>24.06</c:v>
                </c:pt>
                <c:pt idx="401" formatCode="General">
                  <c:v>24.12</c:v>
                </c:pt>
                <c:pt idx="402" formatCode="General">
                  <c:v>24.18</c:v>
                </c:pt>
                <c:pt idx="403" formatCode="General">
                  <c:v>24.24</c:v>
                </c:pt>
                <c:pt idx="404" formatCode="General">
                  <c:v>24.3</c:v>
                </c:pt>
                <c:pt idx="405" formatCode="General">
                  <c:v>24.36</c:v>
                </c:pt>
                <c:pt idx="406" formatCode="General">
                  <c:v>24.42</c:v>
                </c:pt>
                <c:pt idx="407" formatCode="General">
                  <c:v>24.48</c:v>
                </c:pt>
                <c:pt idx="408" formatCode="General">
                  <c:v>24.54</c:v>
                </c:pt>
                <c:pt idx="409" formatCode="General">
                  <c:v>24.6</c:v>
                </c:pt>
                <c:pt idx="410" formatCode="General">
                  <c:v>24.66</c:v>
                </c:pt>
                <c:pt idx="411" formatCode="General">
                  <c:v>24.72</c:v>
                </c:pt>
                <c:pt idx="412" formatCode="General">
                  <c:v>24.78</c:v>
                </c:pt>
                <c:pt idx="413" formatCode="General">
                  <c:v>24.84</c:v>
                </c:pt>
                <c:pt idx="414" formatCode="General">
                  <c:v>24.9</c:v>
                </c:pt>
                <c:pt idx="415" formatCode="General">
                  <c:v>24.96</c:v>
                </c:pt>
                <c:pt idx="416" formatCode="General">
                  <c:v>25.02</c:v>
                </c:pt>
                <c:pt idx="417" formatCode="General">
                  <c:v>25.08</c:v>
                </c:pt>
                <c:pt idx="418" formatCode="General">
                  <c:v>25.14</c:v>
                </c:pt>
                <c:pt idx="419" formatCode="General">
                  <c:v>25.2</c:v>
                </c:pt>
                <c:pt idx="420" formatCode="General">
                  <c:v>25.26</c:v>
                </c:pt>
                <c:pt idx="421" formatCode="General">
                  <c:v>25.32</c:v>
                </c:pt>
                <c:pt idx="422" formatCode="General">
                  <c:v>25.38</c:v>
                </c:pt>
                <c:pt idx="423" formatCode="General">
                  <c:v>25.44</c:v>
                </c:pt>
                <c:pt idx="424" formatCode="General">
                  <c:v>25.5</c:v>
                </c:pt>
                <c:pt idx="425" formatCode="General">
                  <c:v>25.56</c:v>
                </c:pt>
                <c:pt idx="426" formatCode="General">
                  <c:v>25.62</c:v>
                </c:pt>
                <c:pt idx="427" formatCode="General">
                  <c:v>25.68</c:v>
                </c:pt>
                <c:pt idx="428" formatCode="General">
                  <c:v>25.74</c:v>
                </c:pt>
                <c:pt idx="429" formatCode="General">
                  <c:v>25.8</c:v>
                </c:pt>
                <c:pt idx="430" formatCode="General">
                  <c:v>25.86</c:v>
                </c:pt>
                <c:pt idx="431" formatCode="General">
                  <c:v>25.92</c:v>
                </c:pt>
                <c:pt idx="432" formatCode="General">
                  <c:v>25.98</c:v>
                </c:pt>
                <c:pt idx="433" formatCode="General">
                  <c:v>26.04</c:v>
                </c:pt>
                <c:pt idx="434" formatCode="General">
                  <c:v>26.1</c:v>
                </c:pt>
                <c:pt idx="435" formatCode="General">
                  <c:v>26.16</c:v>
                </c:pt>
                <c:pt idx="436" formatCode="General">
                  <c:v>26.22</c:v>
                </c:pt>
                <c:pt idx="437" formatCode="General">
                  <c:v>26.28</c:v>
                </c:pt>
                <c:pt idx="438" formatCode="General">
                  <c:v>26.34</c:v>
                </c:pt>
                <c:pt idx="439" formatCode="General">
                  <c:v>26.4</c:v>
                </c:pt>
                <c:pt idx="440" formatCode="General">
                  <c:v>26.46</c:v>
                </c:pt>
                <c:pt idx="441" formatCode="General">
                  <c:v>26.52</c:v>
                </c:pt>
                <c:pt idx="442" formatCode="General">
                  <c:v>26.58</c:v>
                </c:pt>
                <c:pt idx="443" formatCode="General">
                  <c:v>26.64</c:v>
                </c:pt>
                <c:pt idx="444" formatCode="General">
                  <c:v>26.7</c:v>
                </c:pt>
                <c:pt idx="445" formatCode="General">
                  <c:v>26.76</c:v>
                </c:pt>
                <c:pt idx="446" formatCode="General">
                  <c:v>26.82</c:v>
                </c:pt>
                <c:pt idx="447" formatCode="General">
                  <c:v>26.88</c:v>
                </c:pt>
                <c:pt idx="448" formatCode="General">
                  <c:v>26.94</c:v>
                </c:pt>
                <c:pt idx="449" formatCode="General">
                  <c:v>27</c:v>
                </c:pt>
                <c:pt idx="450" formatCode="General">
                  <c:v>27.06</c:v>
                </c:pt>
                <c:pt idx="451" formatCode="General">
                  <c:v>27.12</c:v>
                </c:pt>
                <c:pt idx="452" formatCode="General">
                  <c:v>27.18</c:v>
                </c:pt>
                <c:pt idx="453" formatCode="General">
                  <c:v>27.24</c:v>
                </c:pt>
                <c:pt idx="454" formatCode="General">
                  <c:v>27.3</c:v>
                </c:pt>
                <c:pt idx="455" formatCode="General">
                  <c:v>27.36</c:v>
                </c:pt>
                <c:pt idx="456" formatCode="General">
                  <c:v>27.42</c:v>
                </c:pt>
                <c:pt idx="457" formatCode="General">
                  <c:v>27.48</c:v>
                </c:pt>
                <c:pt idx="458" formatCode="General">
                  <c:v>27.54</c:v>
                </c:pt>
                <c:pt idx="459" formatCode="General">
                  <c:v>27.6</c:v>
                </c:pt>
                <c:pt idx="460" formatCode="General">
                  <c:v>27.66</c:v>
                </c:pt>
                <c:pt idx="461" formatCode="General">
                  <c:v>27.72</c:v>
                </c:pt>
                <c:pt idx="462" formatCode="General">
                  <c:v>27.78</c:v>
                </c:pt>
                <c:pt idx="463" formatCode="General">
                  <c:v>27.84</c:v>
                </c:pt>
                <c:pt idx="464" formatCode="General">
                  <c:v>27.9</c:v>
                </c:pt>
                <c:pt idx="465" formatCode="General">
                  <c:v>27.96</c:v>
                </c:pt>
                <c:pt idx="466" formatCode="General">
                  <c:v>28.02</c:v>
                </c:pt>
                <c:pt idx="467" formatCode="General">
                  <c:v>28.08</c:v>
                </c:pt>
                <c:pt idx="468" formatCode="General">
                  <c:v>28.14</c:v>
                </c:pt>
                <c:pt idx="469" formatCode="General">
                  <c:v>28.2</c:v>
                </c:pt>
                <c:pt idx="470" formatCode="General">
                  <c:v>28.26</c:v>
                </c:pt>
                <c:pt idx="471" formatCode="General">
                  <c:v>28.32</c:v>
                </c:pt>
                <c:pt idx="472" formatCode="General">
                  <c:v>28.38</c:v>
                </c:pt>
                <c:pt idx="473" formatCode="General">
                  <c:v>28.44</c:v>
                </c:pt>
                <c:pt idx="474" formatCode="General">
                  <c:v>28.5</c:v>
                </c:pt>
                <c:pt idx="475" formatCode="General">
                  <c:v>28.56</c:v>
                </c:pt>
                <c:pt idx="476" formatCode="General">
                  <c:v>28.62</c:v>
                </c:pt>
                <c:pt idx="477" formatCode="General">
                  <c:v>28.68</c:v>
                </c:pt>
                <c:pt idx="478" formatCode="General">
                  <c:v>28.74</c:v>
                </c:pt>
                <c:pt idx="479" formatCode="General">
                  <c:v>28.8</c:v>
                </c:pt>
                <c:pt idx="480" formatCode="General">
                  <c:v>28.86</c:v>
                </c:pt>
                <c:pt idx="481" formatCode="General">
                  <c:v>28.92</c:v>
                </c:pt>
                <c:pt idx="482" formatCode="General">
                  <c:v>28.98</c:v>
                </c:pt>
                <c:pt idx="483" formatCode="General">
                  <c:v>29.04</c:v>
                </c:pt>
                <c:pt idx="484" formatCode="General">
                  <c:v>29.1</c:v>
                </c:pt>
                <c:pt idx="485" formatCode="General">
                  <c:v>29.16</c:v>
                </c:pt>
                <c:pt idx="486" formatCode="General">
                  <c:v>29.22</c:v>
                </c:pt>
                <c:pt idx="487" formatCode="General">
                  <c:v>29.28</c:v>
                </c:pt>
                <c:pt idx="488" formatCode="General">
                  <c:v>29.34</c:v>
                </c:pt>
                <c:pt idx="489" formatCode="General">
                  <c:v>29.4</c:v>
                </c:pt>
                <c:pt idx="490" formatCode="General">
                  <c:v>29.46</c:v>
                </c:pt>
                <c:pt idx="491" formatCode="General">
                  <c:v>29.52</c:v>
                </c:pt>
                <c:pt idx="492" formatCode="General">
                  <c:v>29.58</c:v>
                </c:pt>
                <c:pt idx="493" formatCode="General">
                  <c:v>29.64</c:v>
                </c:pt>
                <c:pt idx="494" formatCode="General">
                  <c:v>29.7</c:v>
                </c:pt>
                <c:pt idx="495" formatCode="General">
                  <c:v>29.76</c:v>
                </c:pt>
                <c:pt idx="496" formatCode="General">
                  <c:v>29.82</c:v>
                </c:pt>
                <c:pt idx="497" formatCode="General">
                  <c:v>29.88</c:v>
                </c:pt>
                <c:pt idx="498" formatCode="General">
                  <c:v>29.94</c:v>
                </c:pt>
                <c:pt idx="499" formatCode="General">
                  <c:v>30</c:v>
                </c:pt>
                <c:pt idx="500" formatCode="General">
                  <c:v>30.06</c:v>
                </c:pt>
                <c:pt idx="501" formatCode="General">
                  <c:v>30.12</c:v>
                </c:pt>
                <c:pt idx="502" formatCode="General">
                  <c:v>30.18</c:v>
                </c:pt>
                <c:pt idx="503" formatCode="General">
                  <c:v>30.24</c:v>
                </c:pt>
                <c:pt idx="504" formatCode="General">
                  <c:v>30.3</c:v>
                </c:pt>
                <c:pt idx="505" formatCode="General">
                  <c:v>30.36</c:v>
                </c:pt>
                <c:pt idx="506" formatCode="General">
                  <c:v>30.42</c:v>
                </c:pt>
                <c:pt idx="507" formatCode="General">
                  <c:v>30.48</c:v>
                </c:pt>
                <c:pt idx="508" formatCode="General">
                  <c:v>30.54</c:v>
                </c:pt>
                <c:pt idx="509" formatCode="General">
                  <c:v>30.6</c:v>
                </c:pt>
                <c:pt idx="510" formatCode="General">
                  <c:v>30.66</c:v>
                </c:pt>
                <c:pt idx="511" formatCode="General">
                  <c:v>30.72</c:v>
                </c:pt>
                <c:pt idx="512" formatCode="General">
                  <c:v>30.78</c:v>
                </c:pt>
                <c:pt idx="513" formatCode="General">
                  <c:v>30.84</c:v>
                </c:pt>
                <c:pt idx="514" formatCode="General">
                  <c:v>30.9</c:v>
                </c:pt>
                <c:pt idx="515" formatCode="General">
                  <c:v>30.96</c:v>
                </c:pt>
                <c:pt idx="516" formatCode="General">
                  <c:v>31.02</c:v>
                </c:pt>
              </c:numCache>
            </c:numRef>
          </c:xVal>
          <c:yVal>
            <c:numRef>
              <c:f>Sheet1!$E$2:$E$1550</c:f>
              <c:numCache>
                <c:formatCode>0.00E+00</c:formatCode>
                <c:ptCount val="517"/>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2.6582930000000001E-2</c:v>
                </c:pt>
                <c:pt idx="41">
                  <c:v>0.26387719999999998</c:v>
                </c:pt>
                <c:pt idx="42" formatCode="General">
                  <c:v>2.245584</c:v>
                </c:pt>
                <c:pt idx="43" formatCode="General">
                  <c:v>5.8589099999999998</c:v>
                </c:pt>
                <c:pt idx="44" formatCode="General">
                  <c:v>6.7875350000000001</c:v>
                </c:pt>
                <c:pt idx="45" formatCode="General">
                  <c:v>5.1247129999999999</c:v>
                </c:pt>
                <c:pt idx="46" formatCode="General">
                  <c:v>3.5569790000000001</c:v>
                </c:pt>
                <c:pt idx="47" formatCode="General">
                  <c:v>2.2126679999999999</c:v>
                </c:pt>
                <c:pt idx="48" formatCode="General">
                  <c:v>1.5106459999999999</c:v>
                </c:pt>
                <c:pt idx="49" formatCode="General">
                  <c:v>1.050136</c:v>
                </c:pt>
                <c:pt idx="50">
                  <c:v>0.8375534</c:v>
                </c:pt>
                <c:pt idx="51">
                  <c:v>0.62523989999999996</c:v>
                </c:pt>
                <c:pt idx="52">
                  <c:v>0.49846439999999997</c:v>
                </c:pt>
                <c:pt idx="53">
                  <c:v>0.46229540000000002</c:v>
                </c:pt>
                <c:pt idx="54">
                  <c:v>0.33976810000000002</c:v>
                </c:pt>
                <c:pt idx="55">
                  <c:v>0.3586165</c:v>
                </c:pt>
                <c:pt idx="56">
                  <c:v>0.33239010000000002</c:v>
                </c:pt>
                <c:pt idx="57">
                  <c:v>0.36973509999999998</c:v>
                </c:pt>
                <c:pt idx="58">
                  <c:v>0.33270309999999997</c:v>
                </c:pt>
                <c:pt idx="59">
                  <c:v>0.33929090000000001</c:v>
                </c:pt>
                <c:pt idx="60">
                  <c:v>0.333262</c:v>
                </c:pt>
                <c:pt idx="61">
                  <c:v>0.36909920000000002</c:v>
                </c:pt>
                <c:pt idx="62">
                  <c:v>0.3968817</c:v>
                </c:pt>
                <c:pt idx="63">
                  <c:v>0.43367109999999998</c:v>
                </c:pt>
                <c:pt idx="64">
                  <c:v>0.44422820000000002</c:v>
                </c:pt>
                <c:pt idx="65">
                  <c:v>0.49926090000000001</c:v>
                </c:pt>
                <c:pt idx="66">
                  <c:v>0.53175459999999997</c:v>
                </c:pt>
                <c:pt idx="67">
                  <c:v>0.57421540000000004</c:v>
                </c:pt>
                <c:pt idx="68">
                  <c:v>0.64373179999999997</c:v>
                </c:pt>
                <c:pt idx="69">
                  <c:v>0.75846930000000001</c:v>
                </c:pt>
                <c:pt idx="70">
                  <c:v>0.88500120000000004</c:v>
                </c:pt>
                <c:pt idx="71" formatCode="General">
                  <c:v>1.0351490000000001</c:v>
                </c:pt>
                <c:pt idx="72" formatCode="General">
                  <c:v>1.172601</c:v>
                </c:pt>
                <c:pt idx="73" formatCode="General">
                  <c:v>1.3444590000000001</c:v>
                </c:pt>
                <c:pt idx="74" formatCode="General">
                  <c:v>1.3724019999999999</c:v>
                </c:pt>
                <c:pt idx="75" formatCode="General">
                  <c:v>1.413891</c:v>
                </c:pt>
                <c:pt idx="76" formatCode="General">
                  <c:v>1.433306</c:v>
                </c:pt>
                <c:pt idx="77" formatCode="General">
                  <c:v>1.419438</c:v>
                </c:pt>
                <c:pt idx="78" formatCode="General">
                  <c:v>1.3819410000000001</c:v>
                </c:pt>
                <c:pt idx="79" formatCode="General">
                  <c:v>1.3121149999999999</c:v>
                </c:pt>
                <c:pt idx="80" formatCode="General">
                  <c:v>1.31454</c:v>
                </c:pt>
                <c:pt idx="81" formatCode="General">
                  <c:v>1.245568</c:v>
                </c:pt>
                <c:pt idx="82" formatCode="General">
                  <c:v>1.1892469999999999</c:v>
                </c:pt>
                <c:pt idx="83" formatCode="General">
                  <c:v>1.1336569999999999</c:v>
                </c:pt>
                <c:pt idx="84" formatCode="General">
                  <c:v>1.0391030000000001</c:v>
                </c:pt>
                <c:pt idx="85" formatCode="General">
                  <c:v>1.0654300000000001</c:v>
                </c:pt>
                <c:pt idx="86" formatCode="General">
                  <c:v>1.0381260000000001</c:v>
                </c:pt>
                <c:pt idx="87" formatCode="General">
                  <c:v>1.041596</c:v>
                </c:pt>
                <c:pt idx="88" formatCode="General">
                  <c:v>1.0813200000000001</c:v>
                </c:pt>
                <c:pt idx="89" formatCode="General">
                  <c:v>1.144317</c:v>
                </c:pt>
                <c:pt idx="90" formatCode="General">
                  <c:v>1.2164410000000001</c:v>
                </c:pt>
                <c:pt idx="91" formatCode="General">
                  <c:v>1.2046600000000001</c:v>
                </c:pt>
                <c:pt idx="92" formatCode="General">
                  <c:v>1.22238</c:v>
                </c:pt>
                <c:pt idx="93" formatCode="General">
                  <c:v>1.1396139999999999</c:v>
                </c:pt>
                <c:pt idx="94" formatCode="General">
                  <c:v>1.043539</c:v>
                </c:pt>
                <c:pt idx="95">
                  <c:v>0.94554099999999996</c:v>
                </c:pt>
                <c:pt idx="96">
                  <c:v>0.8707355</c:v>
                </c:pt>
                <c:pt idx="97">
                  <c:v>0.78093420000000002</c:v>
                </c:pt>
                <c:pt idx="98">
                  <c:v>0.73940039999999996</c:v>
                </c:pt>
                <c:pt idx="99">
                  <c:v>0.72841040000000001</c:v>
                </c:pt>
                <c:pt idx="100">
                  <c:v>0.7158833</c:v>
                </c:pt>
                <c:pt idx="101">
                  <c:v>0.69833590000000001</c:v>
                </c:pt>
                <c:pt idx="102">
                  <c:v>0.71257250000000005</c:v>
                </c:pt>
                <c:pt idx="103">
                  <c:v>0.72303649999999997</c:v>
                </c:pt>
                <c:pt idx="104">
                  <c:v>0.78330299999999997</c:v>
                </c:pt>
                <c:pt idx="105">
                  <c:v>0.77389649999999999</c:v>
                </c:pt>
                <c:pt idx="106">
                  <c:v>0.8336597</c:v>
                </c:pt>
                <c:pt idx="107">
                  <c:v>0.90194229999999997</c:v>
                </c:pt>
                <c:pt idx="108">
                  <c:v>0.93311180000000005</c:v>
                </c:pt>
                <c:pt idx="109">
                  <c:v>0.9568487</c:v>
                </c:pt>
                <c:pt idx="110">
                  <c:v>0.99681070000000005</c:v>
                </c:pt>
                <c:pt idx="111" formatCode="General">
                  <c:v>1.0304489999999999</c:v>
                </c:pt>
                <c:pt idx="112" formatCode="General">
                  <c:v>1.0922019999999999</c:v>
                </c:pt>
                <c:pt idx="113" formatCode="General">
                  <c:v>1.090031</c:v>
                </c:pt>
                <c:pt idx="114" formatCode="General">
                  <c:v>1.1026940000000001</c:v>
                </c:pt>
                <c:pt idx="115" formatCode="General">
                  <c:v>1.112547</c:v>
                </c:pt>
                <c:pt idx="116" formatCode="General">
                  <c:v>1.1665179999999999</c:v>
                </c:pt>
                <c:pt idx="117" formatCode="General">
                  <c:v>1.1487019999999999</c:v>
                </c:pt>
                <c:pt idx="118" formatCode="General">
                  <c:v>1.123429</c:v>
                </c:pt>
                <c:pt idx="119" formatCode="General">
                  <c:v>1.128058</c:v>
                </c:pt>
                <c:pt idx="120" formatCode="General">
                  <c:v>1.113305</c:v>
                </c:pt>
                <c:pt idx="121" formatCode="General">
                  <c:v>1.131408</c:v>
                </c:pt>
                <c:pt idx="122" formatCode="General">
                  <c:v>1.141394</c:v>
                </c:pt>
                <c:pt idx="123" formatCode="General">
                  <c:v>1.103925</c:v>
                </c:pt>
                <c:pt idx="124" formatCode="General">
                  <c:v>1.0906229999999999</c:v>
                </c:pt>
                <c:pt idx="125" formatCode="General">
                  <c:v>1.0900339999999999</c:v>
                </c:pt>
                <c:pt idx="126" formatCode="General">
                  <c:v>1.025604</c:v>
                </c:pt>
                <c:pt idx="127" formatCode="General">
                  <c:v>1.0591919999999999</c:v>
                </c:pt>
                <c:pt idx="128" formatCode="General">
                  <c:v>1.0137419999999999</c:v>
                </c:pt>
                <c:pt idx="129">
                  <c:v>0.99754520000000002</c:v>
                </c:pt>
                <c:pt idx="130">
                  <c:v>0.96436239999999995</c:v>
                </c:pt>
                <c:pt idx="131">
                  <c:v>0.96583589999999997</c:v>
                </c:pt>
                <c:pt idx="132">
                  <c:v>0.94020879999999996</c:v>
                </c:pt>
                <c:pt idx="133">
                  <c:v>0.94116069999999996</c:v>
                </c:pt>
                <c:pt idx="134">
                  <c:v>0.95955409999999997</c:v>
                </c:pt>
                <c:pt idx="135">
                  <c:v>0.92012609999999995</c:v>
                </c:pt>
                <c:pt idx="136">
                  <c:v>0.92420290000000005</c:v>
                </c:pt>
                <c:pt idx="137">
                  <c:v>0.92337230000000003</c:v>
                </c:pt>
                <c:pt idx="138">
                  <c:v>0.93384160000000005</c:v>
                </c:pt>
                <c:pt idx="139">
                  <c:v>0.92529879999999998</c:v>
                </c:pt>
                <c:pt idx="140">
                  <c:v>0.92177359999999997</c:v>
                </c:pt>
                <c:pt idx="141">
                  <c:v>0.95833219999999997</c:v>
                </c:pt>
                <c:pt idx="142">
                  <c:v>0.9635513</c:v>
                </c:pt>
                <c:pt idx="143">
                  <c:v>0.95201100000000005</c:v>
                </c:pt>
                <c:pt idx="144">
                  <c:v>0.93378870000000003</c:v>
                </c:pt>
                <c:pt idx="145">
                  <c:v>0.96698810000000002</c:v>
                </c:pt>
                <c:pt idx="146">
                  <c:v>0.9783482</c:v>
                </c:pt>
                <c:pt idx="147">
                  <c:v>0.9566713</c:v>
                </c:pt>
                <c:pt idx="148">
                  <c:v>0.97373089999999995</c:v>
                </c:pt>
                <c:pt idx="149">
                  <c:v>0.98909349999999996</c:v>
                </c:pt>
                <c:pt idx="150" formatCode="General">
                  <c:v>1.005598</c:v>
                </c:pt>
                <c:pt idx="151" formatCode="General">
                  <c:v>1.0083679999999999</c:v>
                </c:pt>
                <c:pt idx="152" formatCode="General">
                  <c:v>1.0084340000000001</c:v>
                </c:pt>
                <c:pt idx="153" formatCode="General">
                  <c:v>1.046727</c:v>
                </c:pt>
                <c:pt idx="154" formatCode="General">
                  <c:v>1.0535699999999999</c:v>
                </c:pt>
                <c:pt idx="155" formatCode="General">
                  <c:v>1.052807</c:v>
                </c:pt>
                <c:pt idx="156" formatCode="General">
                  <c:v>1.0752440000000001</c:v>
                </c:pt>
                <c:pt idx="157" formatCode="General">
                  <c:v>1.072268</c:v>
                </c:pt>
                <c:pt idx="158" formatCode="General">
                  <c:v>1.060149</c:v>
                </c:pt>
                <c:pt idx="159" formatCode="General">
                  <c:v>1.0299179999999999</c:v>
                </c:pt>
                <c:pt idx="160" formatCode="General">
                  <c:v>1.058109</c:v>
                </c:pt>
                <c:pt idx="161" formatCode="General">
                  <c:v>1.0338769999999999</c:v>
                </c:pt>
                <c:pt idx="162" formatCode="General">
                  <c:v>1.0548690000000001</c:v>
                </c:pt>
                <c:pt idx="163" formatCode="General">
                  <c:v>1.0340130000000001</c:v>
                </c:pt>
                <c:pt idx="164" formatCode="General">
                  <c:v>1.042173</c:v>
                </c:pt>
                <c:pt idx="165" formatCode="General">
                  <c:v>1.0073559999999999</c:v>
                </c:pt>
                <c:pt idx="166" formatCode="General">
                  <c:v>1.021099</c:v>
                </c:pt>
                <c:pt idx="167">
                  <c:v>0.99314579999999997</c:v>
                </c:pt>
                <c:pt idx="168">
                  <c:v>0.98429580000000005</c:v>
                </c:pt>
                <c:pt idx="169" formatCode="General">
                  <c:v>1.016562</c:v>
                </c:pt>
                <c:pt idx="170">
                  <c:v>0.99961279999999997</c:v>
                </c:pt>
                <c:pt idx="171">
                  <c:v>0.97707160000000004</c:v>
                </c:pt>
                <c:pt idx="172">
                  <c:v>0.97028820000000005</c:v>
                </c:pt>
                <c:pt idx="173">
                  <c:v>0.96851560000000003</c:v>
                </c:pt>
                <c:pt idx="174">
                  <c:v>0.95711369999999996</c:v>
                </c:pt>
                <c:pt idx="175">
                  <c:v>0.94674930000000002</c:v>
                </c:pt>
                <c:pt idx="176">
                  <c:v>0.96377789999999997</c:v>
                </c:pt>
                <c:pt idx="177">
                  <c:v>0.97143250000000003</c:v>
                </c:pt>
                <c:pt idx="178">
                  <c:v>0.95688960000000001</c:v>
                </c:pt>
                <c:pt idx="179">
                  <c:v>0.96904480000000004</c:v>
                </c:pt>
                <c:pt idx="180">
                  <c:v>0.96655120000000005</c:v>
                </c:pt>
                <c:pt idx="181">
                  <c:v>0.99092349999999996</c:v>
                </c:pt>
                <c:pt idx="182">
                  <c:v>0.97333999999999998</c:v>
                </c:pt>
                <c:pt idx="183">
                  <c:v>0.98764799999999997</c:v>
                </c:pt>
                <c:pt idx="184">
                  <c:v>0.98178719999999997</c:v>
                </c:pt>
                <c:pt idx="185">
                  <c:v>0.98697449999999998</c:v>
                </c:pt>
                <c:pt idx="186">
                  <c:v>0.99114310000000005</c:v>
                </c:pt>
                <c:pt idx="187" formatCode="General">
                  <c:v>1.0175050000000001</c:v>
                </c:pt>
                <c:pt idx="188" formatCode="General">
                  <c:v>1.000823</c:v>
                </c:pt>
                <c:pt idx="189" formatCode="General">
                  <c:v>1.0238430000000001</c:v>
                </c:pt>
                <c:pt idx="190" formatCode="General">
                  <c:v>1.0111079999999999</c:v>
                </c:pt>
                <c:pt idx="191" formatCode="General">
                  <c:v>1.0187870000000001</c:v>
                </c:pt>
                <c:pt idx="192" formatCode="General">
                  <c:v>1.019854</c:v>
                </c:pt>
                <c:pt idx="193" formatCode="General">
                  <c:v>1.025298</c:v>
                </c:pt>
                <c:pt idx="194" formatCode="General">
                  <c:v>1.039587</c:v>
                </c:pt>
                <c:pt idx="195" formatCode="General">
                  <c:v>1.0129140000000001</c:v>
                </c:pt>
                <c:pt idx="196" formatCode="General">
                  <c:v>1.014076</c:v>
                </c:pt>
                <c:pt idx="197" formatCode="General">
                  <c:v>1.0353950000000001</c:v>
                </c:pt>
                <c:pt idx="198" formatCode="General">
                  <c:v>1.0040450000000001</c:v>
                </c:pt>
                <c:pt idx="199" formatCode="General">
                  <c:v>1.0135799999999999</c:v>
                </c:pt>
                <c:pt idx="200" formatCode="General">
                  <c:v>1.0169779999999999</c:v>
                </c:pt>
                <c:pt idx="201" formatCode="General">
                  <c:v>1.0110410000000001</c:v>
                </c:pt>
                <c:pt idx="202">
                  <c:v>0.9886334</c:v>
                </c:pt>
                <c:pt idx="203" formatCode="General">
                  <c:v>1.0144010000000001</c:v>
                </c:pt>
                <c:pt idx="204">
                  <c:v>0.99743910000000002</c:v>
                </c:pt>
                <c:pt idx="205" formatCode="General">
                  <c:v>1.0008539999999999</c:v>
                </c:pt>
                <c:pt idx="206">
                  <c:v>0.99320660000000005</c:v>
                </c:pt>
                <c:pt idx="207">
                  <c:v>0.98213019999999995</c:v>
                </c:pt>
                <c:pt idx="208">
                  <c:v>0.99500580000000005</c:v>
                </c:pt>
                <c:pt idx="209">
                  <c:v>0.9956853</c:v>
                </c:pt>
                <c:pt idx="210" formatCode="General">
                  <c:v>1.002999</c:v>
                </c:pt>
                <c:pt idx="211">
                  <c:v>0.98361620000000005</c:v>
                </c:pt>
                <c:pt idx="212">
                  <c:v>0.9730067</c:v>
                </c:pt>
                <c:pt idx="213">
                  <c:v>0.97808360000000005</c:v>
                </c:pt>
                <c:pt idx="214">
                  <c:v>0.99849220000000005</c:v>
                </c:pt>
                <c:pt idx="215">
                  <c:v>0.97545979999999999</c:v>
                </c:pt>
                <c:pt idx="216">
                  <c:v>0.98570760000000002</c:v>
                </c:pt>
                <c:pt idx="217">
                  <c:v>0.98358089999999998</c:v>
                </c:pt>
                <c:pt idx="218">
                  <c:v>0.9864212</c:v>
                </c:pt>
                <c:pt idx="219">
                  <c:v>0.98416820000000005</c:v>
                </c:pt>
                <c:pt idx="220">
                  <c:v>0.98710019999999998</c:v>
                </c:pt>
                <c:pt idx="221">
                  <c:v>0.98389459999999995</c:v>
                </c:pt>
                <c:pt idx="222">
                  <c:v>0.99051679999999998</c:v>
                </c:pt>
                <c:pt idx="223">
                  <c:v>0.99000509999999997</c:v>
                </c:pt>
                <c:pt idx="224" formatCode="General">
                  <c:v>1.00241</c:v>
                </c:pt>
                <c:pt idx="225">
                  <c:v>0.99596490000000004</c:v>
                </c:pt>
                <c:pt idx="226" formatCode="General">
                  <c:v>1.0076620000000001</c:v>
                </c:pt>
                <c:pt idx="227" formatCode="General">
                  <c:v>1.001851</c:v>
                </c:pt>
                <c:pt idx="228" formatCode="General">
                  <c:v>1.0147079999999999</c:v>
                </c:pt>
                <c:pt idx="229" formatCode="General">
                  <c:v>1.0010460000000001</c:v>
                </c:pt>
                <c:pt idx="230" formatCode="General">
                  <c:v>1.0160560000000001</c:v>
                </c:pt>
                <c:pt idx="231" formatCode="General">
                  <c:v>1.0045489999999999</c:v>
                </c:pt>
                <c:pt idx="232" formatCode="General">
                  <c:v>1.0075369999999999</c:v>
                </c:pt>
                <c:pt idx="233" formatCode="General">
                  <c:v>1.000985</c:v>
                </c:pt>
                <c:pt idx="234" formatCode="General">
                  <c:v>1.0120389999999999</c:v>
                </c:pt>
                <c:pt idx="235" formatCode="General">
                  <c:v>1.011906</c:v>
                </c:pt>
                <c:pt idx="236" formatCode="General">
                  <c:v>1.0076940000000001</c:v>
                </c:pt>
                <c:pt idx="237" formatCode="General">
                  <c:v>1.016929</c:v>
                </c:pt>
                <c:pt idx="238" formatCode="General">
                  <c:v>1.018151</c:v>
                </c:pt>
                <c:pt idx="239" formatCode="General">
                  <c:v>1.0130459999999999</c:v>
                </c:pt>
                <c:pt idx="240">
                  <c:v>0.99228159999999999</c:v>
                </c:pt>
                <c:pt idx="241" formatCode="General">
                  <c:v>1.0057179999999999</c:v>
                </c:pt>
                <c:pt idx="242">
                  <c:v>0.99171849999999995</c:v>
                </c:pt>
                <c:pt idx="243" formatCode="General">
                  <c:v>1.01901</c:v>
                </c:pt>
                <c:pt idx="244">
                  <c:v>0.99755570000000005</c:v>
                </c:pt>
                <c:pt idx="245">
                  <c:v>0.99044670000000001</c:v>
                </c:pt>
                <c:pt idx="246">
                  <c:v>0.98604449999999999</c:v>
                </c:pt>
                <c:pt idx="247" formatCode="General">
                  <c:v>1.0056579999999999</c:v>
                </c:pt>
                <c:pt idx="248">
                  <c:v>0.98474340000000005</c:v>
                </c:pt>
                <c:pt idx="249">
                  <c:v>0.98861920000000003</c:v>
                </c:pt>
                <c:pt idx="250" formatCode="General">
                  <c:v>1.0020960000000001</c:v>
                </c:pt>
                <c:pt idx="251" formatCode="General">
                  <c:v>1.0013129999999999</c:v>
                </c:pt>
                <c:pt idx="252">
                  <c:v>0.99091169999999995</c:v>
                </c:pt>
                <c:pt idx="253">
                  <c:v>0.99051299999999998</c:v>
                </c:pt>
                <c:pt idx="254">
                  <c:v>0.99037649999999999</c:v>
                </c:pt>
                <c:pt idx="255">
                  <c:v>0.99055280000000001</c:v>
                </c:pt>
                <c:pt idx="256" formatCode="General">
                  <c:v>1.004623</c:v>
                </c:pt>
                <c:pt idx="257">
                  <c:v>0.99774529999999995</c:v>
                </c:pt>
                <c:pt idx="258" formatCode="General">
                  <c:v>1.008265</c:v>
                </c:pt>
                <c:pt idx="259">
                  <c:v>0.9978243</c:v>
                </c:pt>
                <c:pt idx="260">
                  <c:v>0.99893960000000004</c:v>
                </c:pt>
                <c:pt idx="261">
                  <c:v>0.99838130000000003</c:v>
                </c:pt>
                <c:pt idx="262" formatCode="General">
                  <c:v>1.011801</c:v>
                </c:pt>
                <c:pt idx="263" formatCode="General">
                  <c:v>1.004845</c:v>
                </c:pt>
                <c:pt idx="264" formatCode="General">
                  <c:v>1.005336</c:v>
                </c:pt>
                <c:pt idx="265" formatCode="General">
                  <c:v>1.011528</c:v>
                </c:pt>
                <c:pt idx="266" formatCode="General">
                  <c:v>1.003965</c:v>
                </c:pt>
                <c:pt idx="267" formatCode="General">
                  <c:v>1.0031239999999999</c:v>
                </c:pt>
                <c:pt idx="268" formatCode="General">
                  <c:v>1.0136400000000001</c:v>
                </c:pt>
                <c:pt idx="269" formatCode="General">
                  <c:v>1.01013</c:v>
                </c:pt>
                <c:pt idx="270">
                  <c:v>0.99802420000000003</c:v>
                </c:pt>
                <c:pt idx="271">
                  <c:v>0.99437370000000003</c:v>
                </c:pt>
                <c:pt idx="272" formatCode="General">
                  <c:v>1.0059400000000001</c:v>
                </c:pt>
                <c:pt idx="273" formatCode="General">
                  <c:v>1.00868</c:v>
                </c:pt>
                <c:pt idx="274" formatCode="General">
                  <c:v>1.000718</c:v>
                </c:pt>
                <c:pt idx="275" formatCode="General">
                  <c:v>1.0029140000000001</c:v>
                </c:pt>
                <c:pt idx="276">
                  <c:v>0.99976299999999996</c:v>
                </c:pt>
                <c:pt idx="277" formatCode="General">
                  <c:v>1.0049189999999999</c:v>
                </c:pt>
                <c:pt idx="278" formatCode="General">
                  <c:v>1.0001679999999999</c:v>
                </c:pt>
                <c:pt idx="279">
                  <c:v>0.98667170000000004</c:v>
                </c:pt>
                <c:pt idx="280">
                  <c:v>0.99291439999999997</c:v>
                </c:pt>
                <c:pt idx="281">
                  <c:v>0.9864001</c:v>
                </c:pt>
                <c:pt idx="282">
                  <c:v>0.99952859999999999</c:v>
                </c:pt>
                <c:pt idx="283" formatCode="General">
                  <c:v>1.0006740000000001</c:v>
                </c:pt>
                <c:pt idx="284">
                  <c:v>0.99802009999999997</c:v>
                </c:pt>
                <c:pt idx="285" formatCode="General">
                  <c:v>1.0013879999999999</c:v>
                </c:pt>
                <c:pt idx="286">
                  <c:v>0.99315589999999998</c:v>
                </c:pt>
                <c:pt idx="287">
                  <c:v>0.9839812</c:v>
                </c:pt>
                <c:pt idx="288">
                  <c:v>0.98681439999999998</c:v>
                </c:pt>
                <c:pt idx="289">
                  <c:v>0.99374750000000001</c:v>
                </c:pt>
                <c:pt idx="290">
                  <c:v>0.993394</c:v>
                </c:pt>
                <c:pt idx="291">
                  <c:v>0.99590460000000003</c:v>
                </c:pt>
                <c:pt idx="292">
                  <c:v>0.99926879999999996</c:v>
                </c:pt>
                <c:pt idx="293" formatCode="General">
                  <c:v>1.011698</c:v>
                </c:pt>
                <c:pt idx="294" formatCode="General">
                  <c:v>1.0018119999999999</c:v>
                </c:pt>
                <c:pt idx="295" formatCode="General">
                  <c:v>1.0109509999999999</c:v>
                </c:pt>
                <c:pt idx="296">
                  <c:v>0.99883560000000005</c:v>
                </c:pt>
                <c:pt idx="297">
                  <c:v>0.99713359999999995</c:v>
                </c:pt>
                <c:pt idx="298" formatCode="General">
                  <c:v>1.0067619999999999</c:v>
                </c:pt>
                <c:pt idx="299" formatCode="General">
                  <c:v>1.00664</c:v>
                </c:pt>
                <c:pt idx="300" formatCode="General">
                  <c:v>1.000785</c:v>
                </c:pt>
                <c:pt idx="301" formatCode="General">
                  <c:v>1.004335</c:v>
                </c:pt>
                <c:pt idx="302" formatCode="General">
                  <c:v>1.0023409999999999</c:v>
                </c:pt>
                <c:pt idx="303" formatCode="General">
                  <c:v>1.000996</c:v>
                </c:pt>
                <c:pt idx="304">
                  <c:v>0.99003949999999996</c:v>
                </c:pt>
                <c:pt idx="305">
                  <c:v>0.99654469999999995</c:v>
                </c:pt>
                <c:pt idx="306">
                  <c:v>0.99717529999999999</c:v>
                </c:pt>
                <c:pt idx="307" formatCode="General">
                  <c:v>1.0026839999999999</c:v>
                </c:pt>
                <c:pt idx="308" formatCode="General">
                  <c:v>1.0035369999999999</c:v>
                </c:pt>
                <c:pt idx="309" formatCode="General">
                  <c:v>1.005908</c:v>
                </c:pt>
                <c:pt idx="310" formatCode="General">
                  <c:v>1.0047630000000001</c:v>
                </c:pt>
                <c:pt idx="311" formatCode="General">
                  <c:v>1.007323</c:v>
                </c:pt>
                <c:pt idx="312">
                  <c:v>0.99698140000000002</c:v>
                </c:pt>
                <c:pt idx="313">
                  <c:v>0.99166109999999996</c:v>
                </c:pt>
                <c:pt idx="314">
                  <c:v>0.99607120000000005</c:v>
                </c:pt>
                <c:pt idx="315">
                  <c:v>0.99089570000000005</c:v>
                </c:pt>
                <c:pt idx="316">
                  <c:v>0.99328859999999997</c:v>
                </c:pt>
                <c:pt idx="317">
                  <c:v>0.99927759999999999</c:v>
                </c:pt>
                <c:pt idx="318" formatCode="General">
                  <c:v>1.004257</c:v>
                </c:pt>
                <c:pt idx="319" formatCode="General">
                  <c:v>1.0015909999999999</c:v>
                </c:pt>
                <c:pt idx="320">
                  <c:v>0.99998609999999999</c:v>
                </c:pt>
                <c:pt idx="321" formatCode="General">
                  <c:v>1.0032669999999999</c:v>
                </c:pt>
                <c:pt idx="322" formatCode="General">
                  <c:v>1.0039530000000001</c:v>
                </c:pt>
                <c:pt idx="323" formatCode="General">
                  <c:v>1.004861</c:v>
                </c:pt>
                <c:pt idx="324">
                  <c:v>0.98750990000000005</c:v>
                </c:pt>
                <c:pt idx="325">
                  <c:v>0.99607290000000004</c:v>
                </c:pt>
                <c:pt idx="326">
                  <c:v>0.99099999999999999</c:v>
                </c:pt>
                <c:pt idx="327">
                  <c:v>0.99832790000000005</c:v>
                </c:pt>
                <c:pt idx="328">
                  <c:v>0.99619040000000003</c:v>
                </c:pt>
                <c:pt idx="329">
                  <c:v>0.99371849999999995</c:v>
                </c:pt>
                <c:pt idx="330" formatCode="General">
                  <c:v>1.0048539999999999</c:v>
                </c:pt>
                <c:pt idx="331">
                  <c:v>0.99472190000000005</c:v>
                </c:pt>
                <c:pt idx="332" formatCode="General">
                  <c:v>1.002391</c:v>
                </c:pt>
                <c:pt idx="333" formatCode="General">
                  <c:v>1.0013719999999999</c:v>
                </c:pt>
                <c:pt idx="334" formatCode="General">
                  <c:v>1.000513</c:v>
                </c:pt>
                <c:pt idx="335" formatCode="General">
                  <c:v>1.002054</c:v>
                </c:pt>
                <c:pt idx="336" formatCode="General">
                  <c:v>1.003396</c:v>
                </c:pt>
                <c:pt idx="337">
                  <c:v>0.999749</c:v>
                </c:pt>
                <c:pt idx="338" formatCode="General">
                  <c:v>1.010807</c:v>
                </c:pt>
                <c:pt idx="339">
                  <c:v>0.99678429999999996</c:v>
                </c:pt>
                <c:pt idx="340" formatCode="General">
                  <c:v>1.0085930000000001</c:v>
                </c:pt>
                <c:pt idx="341" formatCode="General">
                  <c:v>1.010154</c:v>
                </c:pt>
                <c:pt idx="342" formatCode="General">
                  <c:v>1.001233</c:v>
                </c:pt>
                <c:pt idx="343" formatCode="General">
                  <c:v>1.0000469999999999</c:v>
                </c:pt>
                <c:pt idx="344">
                  <c:v>0.99748040000000004</c:v>
                </c:pt>
                <c:pt idx="345" formatCode="General">
                  <c:v>1.0000910000000001</c:v>
                </c:pt>
                <c:pt idx="346" formatCode="General">
                  <c:v>1.000737</c:v>
                </c:pt>
                <c:pt idx="347" formatCode="General">
                  <c:v>1.0065869999999999</c:v>
                </c:pt>
                <c:pt idx="348">
                  <c:v>0.99685190000000001</c:v>
                </c:pt>
                <c:pt idx="349" formatCode="General">
                  <c:v>1.0035970000000001</c:v>
                </c:pt>
                <c:pt idx="350">
                  <c:v>0.99670820000000004</c:v>
                </c:pt>
                <c:pt idx="351">
                  <c:v>0.98903940000000001</c:v>
                </c:pt>
                <c:pt idx="352" formatCode="General">
                  <c:v>1.0044230000000001</c:v>
                </c:pt>
                <c:pt idx="353">
                  <c:v>0.9943883</c:v>
                </c:pt>
                <c:pt idx="354">
                  <c:v>0.99355150000000003</c:v>
                </c:pt>
                <c:pt idx="355">
                  <c:v>0.99726300000000001</c:v>
                </c:pt>
                <c:pt idx="356">
                  <c:v>0.99370000000000003</c:v>
                </c:pt>
                <c:pt idx="357" formatCode="General">
                  <c:v>1.0024519999999999</c:v>
                </c:pt>
                <c:pt idx="358">
                  <c:v>0.99725090000000005</c:v>
                </c:pt>
                <c:pt idx="359">
                  <c:v>0.99493659999999995</c:v>
                </c:pt>
                <c:pt idx="360">
                  <c:v>0.98971799999999999</c:v>
                </c:pt>
                <c:pt idx="361" formatCode="General">
                  <c:v>1.001166</c:v>
                </c:pt>
                <c:pt idx="362">
                  <c:v>0.99545980000000001</c:v>
                </c:pt>
                <c:pt idx="363" formatCode="General">
                  <c:v>1.005709</c:v>
                </c:pt>
                <c:pt idx="364" formatCode="General">
                  <c:v>1.0082009999999999</c:v>
                </c:pt>
                <c:pt idx="365">
                  <c:v>0.99658279999999999</c:v>
                </c:pt>
                <c:pt idx="366">
                  <c:v>0.99851389999999995</c:v>
                </c:pt>
                <c:pt idx="367" formatCode="General">
                  <c:v>1.0009589999999999</c:v>
                </c:pt>
                <c:pt idx="368" formatCode="General">
                  <c:v>1.00227</c:v>
                </c:pt>
                <c:pt idx="369" formatCode="General">
                  <c:v>1.003633</c:v>
                </c:pt>
                <c:pt idx="370">
                  <c:v>0.99490149999999999</c:v>
                </c:pt>
                <c:pt idx="371" formatCode="General">
                  <c:v>1.0087740000000001</c:v>
                </c:pt>
                <c:pt idx="372">
                  <c:v>0.99745680000000003</c:v>
                </c:pt>
                <c:pt idx="373">
                  <c:v>0.99109170000000002</c:v>
                </c:pt>
                <c:pt idx="374">
                  <c:v>0.99950399999999995</c:v>
                </c:pt>
                <c:pt idx="375" formatCode="General">
                  <c:v>1.0109999999999999</c:v>
                </c:pt>
                <c:pt idx="376" formatCode="General">
                  <c:v>1.0062469999999999</c:v>
                </c:pt>
                <c:pt idx="377">
                  <c:v>0.99498719999999996</c:v>
                </c:pt>
                <c:pt idx="378" formatCode="General">
                  <c:v>1.011962</c:v>
                </c:pt>
                <c:pt idx="379" formatCode="General">
                  <c:v>1.008964</c:v>
                </c:pt>
                <c:pt idx="380">
                  <c:v>0.99754299999999996</c:v>
                </c:pt>
                <c:pt idx="381">
                  <c:v>0.99592550000000002</c:v>
                </c:pt>
                <c:pt idx="382" formatCode="General">
                  <c:v>1.0007090000000001</c:v>
                </c:pt>
                <c:pt idx="383">
                  <c:v>0.99765020000000004</c:v>
                </c:pt>
                <c:pt idx="384" formatCode="General">
                  <c:v>1.000062</c:v>
                </c:pt>
                <c:pt idx="385">
                  <c:v>0.9969614</c:v>
                </c:pt>
                <c:pt idx="386">
                  <c:v>0.99768389999999996</c:v>
                </c:pt>
                <c:pt idx="387">
                  <c:v>0.99944949999999999</c:v>
                </c:pt>
                <c:pt idx="388" formatCode="General">
                  <c:v>1.002783</c:v>
                </c:pt>
                <c:pt idx="389">
                  <c:v>0.99644770000000005</c:v>
                </c:pt>
                <c:pt idx="390">
                  <c:v>0.9983727</c:v>
                </c:pt>
                <c:pt idx="391" formatCode="General">
                  <c:v>1.0020340000000001</c:v>
                </c:pt>
                <c:pt idx="392">
                  <c:v>0.99368630000000002</c:v>
                </c:pt>
                <c:pt idx="393">
                  <c:v>0.98624959999999995</c:v>
                </c:pt>
                <c:pt idx="394" formatCode="General">
                  <c:v>1.0030539999999999</c:v>
                </c:pt>
                <c:pt idx="395" formatCode="General">
                  <c:v>1.0002260000000001</c:v>
                </c:pt>
                <c:pt idx="396">
                  <c:v>0.99571379999999998</c:v>
                </c:pt>
                <c:pt idx="397">
                  <c:v>0.99372570000000005</c:v>
                </c:pt>
                <c:pt idx="398">
                  <c:v>0.99997899999999995</c:v>
                </c:pt>
                <c:pt idx="399" formatCode="General">
                  <c:v>1.002899</c:v>
                </c:pt>
                <c:pt idx="400">
                  <c:v>0.99929259999999998</c:v>
                </c:pt>
                <c:pt idx="401">
                  <c:v>0.99854430000000005</c:v>
                </c:pt>
                <c:pt idx="402">
                  <c:v>0.99577309999999997</c:v>
                </c:pt>
                <c:pt idx="403" formatCode="General">
                  <c:v>1.0077339999999999</c:v>
                </c:pt>
                <c:pt idx="404" formatCode="General">
                  <c:v>1.0021960000000001</c:v>
                </c:pt>
                <c:pt idx="405" formatCode="General">
                  <c:v>1.008381</c:v>
                </c:pt>
                <c:pt idx="406" formatCode="General">
                  <c:v>1.0005759999999999</c:v>
                </c:pt>
                <c:pt idx="407" formatCode="General">
                  <c:v>1.0000849999999999</c:v>
                </c:pt>
                <c:pt idx="408">
                  <c:v>0.99756</c:v>
                </c:pt>
                <c:pt idx="409" formatCode="General">
                  <c:v>1.0046630000000001</c:v>
                </c:pt>
                <c:pt idx="410" formatCode="General">
                  <c:v>1.0035719999999999</c:v>
                </c:pt>
                <c:pt idx="411" formatCode="General">
                  <c:v>1.0064500000000001</c:v>
                </c:pt>
                <c:pt idx="412">
                  <c:v>0.99330770000000002</c:v>
                </c:pt>
                <c:pt idx="413" formatCode="General">
                  <c:v>1.008982</c:v>
                </c:pt>
                <c:pt idx="414" formatCode="General">
                  <c:v>1.0099199999999999</c:v>
                </c:pt>
                <c:pt idx="415" formatCode="General">
                  <c:v>1.0020800000000001</c:v>
                </c:pt>
                <c:pt idx="416">
                  <c:v>0.99882139999999997</c:v>
                </c:pt>
                <c:pt idx="417">
                  <c:v>0.99428249999999996</c:v>
                </c:pt>
                <c:pt idx="418">
                  <c:v>0.99643610000000005</c:v>
                </c:pt>
                <c:pt idx="419">
                  <c:v>0.99290020000000001</c:v>
                </c:pt>
                <c:pt idx="420">
                  <c:v>0.99806410000000001</c:v>
                </c:pt>
                <c:pt idx="421" formatCode="General">
                  <c:v>1.008375</c:v>
                </c:pt>
                <c:pt idx="422">
                  <c:v>0.98810730000000002</c:v>
                </c:pt>
                <c:pt idx="423">
                  <c:v>0.99509360000000002</c:v>
                </c:pt>
                <c:pt idx="424">
                  <c:v>0.99794159999999998</c:v>
                </c:pt>
                <c:pt idx="425">
                  <c:v>0.99812540000000005</c:v>
                </c:pt>
                <c:pt idx="426" formatCode="General">
                  <c:v>1.000972</c:v>
                </c:pt>
                <c:pt idx="427">
                  <c:v>0.99011990000000005</c:v>
                </c:pt>
                <c:pt idx="428" formatCode="General">
                  <c:v>1.001212</c:v>
                </c:pt>
                <c:pt idx="429">
                  <c:v>0.99307570000000001</c:v>
                </c:pt>
                <c:pt idx="430" formatCode="General">
                  <c:v>1.0041100000000001</c:v>
                </c:pt>
                <c:pt idx="431">
                  <c:v>0.99491689999999999</c:v>
                </c:pt>
                <c:pt idx="432">
                  <c:v>0.99547110000000005</c:v>
                </c:pt>
                <c:pt idx="433">
                  <c:v>0.99229270000000003</c:v>
                </c:pt>
                <c:pt idx="434">
                  <c:v>0.99529299999999998</c:v>
                </c:pt>
                <c:pt idx="435">
                  <c:v>0.99480740000000001</c:v>
                </c:pt>
                <c:pt idx="436" formatCode="General">
                  <c:v>1.0054700000000001</c:v>
                </c:pt>
                <c:pt idx="437" formatCode="General">
                  <c:v>1.004883</c:v>
                </c:pt>
                <c:pt idx="438" formatCode="General">
                  <c:v>1.00118</c:v>
                </c:pt>
                <c:pt idx="439" formatCode="General">
                  <c:v>1.0014240000000001</c:v>
                </c:pt>
                <c:pt idx="440" formatCode="General">
                  <c:v>1.0007740000000001</c:v>
                </c:pt>
                <c:pt idx="441" formatCode="General">
                  <c:v>1.0031129999999999</c:v>
                </c:pt>
                <c:pt idx="442">
                  <c:v>0.99877959999999999</c:v>
                </c:pt>
                <c:pt idx="443" formatCode="General">
                  <c:v>1.004675</c:v>
                </c:pt>
                <c:pt idx="444">
                  <c:v>0.99418499999999999</c:v>
                </c:pt>
                <c:pt idx="445" formatCode="General">
                  <c:v>1.0038849999999999</c:v>
                </c:pt>
                <c:pt idx="446" formatCode="General">
                  <c:v>1.0084379999999999</c:v>
                </c:pt>
                <c:pt idx="447">
                  <c:v>0.99744679999999997</c:v>
                </c:pt>
                <c:pt idx="448" formatCode="General">
                  <c:v>1.0042580000000001</c:v>
                </c:pt>
                <c:pt idx="449" formatCode="General">
                  <c:v>1.0052620000000001</c:v>
                </c:pt>
                <c:pt idx="450" formatCode="General">
                  <c:v>1.00502</c:v>
                </c:pt>
                <c:pt idx="451" formatCode="General">
                  <c:v>1.0038769999999999</c:v>
                </c:pt>
                <c:pt idx="452">
                  <c:v>0.99886909999999995</c:v>
                </c:pt>
                <c:pt idx="453">
                  <c:v>0.9955214</c:v>
                </c:pt>
                <c:pt idx="454" formatCode="General">
                  <c:v>1.0079689999999999</c:v>
                </c:pt>
                <c:pt idx="455" formatCode="General">
                  <c:v>1.0040549999999999</c:v>
                </c:pt>
                <c:pt idx="456">
                  <c:v>0.9987026</c:v>
                </c:pt>
                <c:pt idx="457">
                  <c:v>0.99970760000000003</c:v>
                </c:pt>
                <c:pt idx="458">
                  <c:v>0.99889159999999999</c:v>
                </c:pt>
                <c:pt idx="459">
                  <c:v>0.99699959999999999</c:v>
                </c:pt>
                <c:pt idx="460">
                  <c:v>0.99350249999999996</c:v>
                </c:pt>
                <c:pt idx="461" formatCode="General">
                  <c:v>1.003932</c:v>
                </c:pt>
                <c:pt idx="462" formatCode="General">
                  <c:v>1.003665</c:v>
                </c:pt>
                <c:pt idx="463" formatCode="General">
                  <c:v>1.001765</c:v>
                </c:pt>
                <c:pt idx="464" formatCode="General">
                  <c:v>1.002146</c:v>
                </c:pt>
                <c:pt idx="465">
                  <c:v>0.99630569999999996</c:v>
                </c:pt>
                <c:pt idx="466">
                  <c:v>0.98739889999999997</c:v>
                </c:pt>
                <c:pt idx="467">
                  <c:v>0.99297729999999995</c:v>
                </c:pt>
                <c:pt idx="468" formatCode="General">
                  <c:v>1.0029520000000001</c:v>
                </c:pt>
                <c:pt idx="469">
                  <c:v>0.99698589999999998</c:v>
                </c:pt>
                <c:pt idx="470">
                  <c:v>0.99821260000000001</c:v>
                </c:pt>
                <c:pt idx="471">
                  <c:v>0.99952039999999998</c:v>
                </c:pt>
                <c:pt idx="472">
                  <c:v>0.99782850000000001</c:v>
                </c:pt>
                <c:pt idx="473">
                  <c:v>0.99761730000000004</c:v>
                </c:pt>
                <c:pt idx="474" formatCode="General">
                  <c:v>1.0008649999999999</c:v>
                </c:pt>
                <c:pt idx="475" formatCode="General">
                  <c:v>1.0007569999999999</c:v>
                </c:pt>
                <c:pt idx="476" formatCode="General">
                  <c:v>1.000575</c:v>
                </c:pt>
                <c:pt idx="477">
                  <c:v>0.99231829999999999</c:v>
                </c:pt>
                <c:pt idx="478" formatCode="General">
                  <c:v>1.0018940000000001</c:v>
                </c:pt>
                <c:pt idx="479" formatCode="General">
                  <c:v>1.0037370000000001</c:v>
                </c:pt>
                <c:pt idx="480">
                  <c:v>0.99089190000000005</c:v>
                </c:pt>
                <c:pt idx="481">
                  <c:v>0.99428629999999996</c:v>
                </c:pt>
                <c:pt idx="482" formatCode="General">
                  <c:v>1.009185</c:v>
                </c:pt>
                <c:pt idx="483" formatCode="General">
                  <c:v>1.0067839999999999</c:v>
                </c:pt>
                <c:pt idx="484">
                  <c:v>0.99958130000000001</c:v>
                </c:pt>
                <c:pt idx="485" formatCode="General">
                  <c:v>1.002157</c:v>
                </c:pt>
                <c:pt idx="486" formatCode="General">
                  <c:v>1.009398</c:v>
                </c:pt>
                <c:pt idx="487" formatCode="General">
                  <c:v>1.006094</c:v>
                </c:pt>
                <c:pt idx="488" formatCode="General">
                  <c:v>1.0031049999999999</c:v>
                </c:pt>
                <c:pt idx="489" formatCode="General">
                  <c:v>1.006677</c:v>
                </c:pt>
                <c:pt idx="490">
                  <c:v>0.99893500000000002</c:v>
                </c:pt>
                <c:pt idx="491">
                  <c:v>0.99870910000000002</c:v>
                </c:pt>
                <c:pt idx="492" formatCode="General">
                  <c:v>1.005479</c:v>
                </c:pt>
                <c:pt idx="493">
                  <c:v>0.99410279999999995</c:v>
                </c:pt>
                <c:pt idx="494" formatCode="General">
                  <c:v>1.000197</c:v>
                </c:pt>
                <c:pt idx="495">
                  <c:v>0.99435180000000001</c:v>
                </c:pt>
                <c:pt idx="496">
                  <c:v>0.99932489999999996</c:v>
                </c:pt>
                <c:pt idx="497" formatCode="General">
                  <c:v>1.000556</c:v>
                </c:pt>
                <c:pt idx="498">
                  <c:v>0.99873350000000005</c:v>
                </c:pt>
                <c:pt idx="499">
                  <c:v>0.99551710000000004</c:v>
                </c:pt>
                <c:pt idx="500" formatCode="General">
                  <c:v>1.009484</c:v>
                </c:pt>
                <c:pt idx="501">
                  <c:v>0.99501879999999998</c:v>
                </c:pt>
                <c:pt idx="502">
                  <c:v>0.99911760000000005</c:v>
                </c:pt>
                <c:pt idx="503">
                  <c:v>0.99902729999999995</c:v>
                </c:pt>
                <c:pt idx="504">
                  <c:v>0.99713359999999995</c:v>
                </c:pt>
                <c:pt idx="505" formatCode="General">
                  <c:v>1.004934</c:v>
                </c:pt>
                <c:pt idx="506">
                  <c:v>0.99165820000000005</c:v>
                </c:pt>
                <c:pt idx="507" formatCode="General">
                  <c:v>1.0041800000000001</c:v>
                </c:pt>
                <c:pt idx="508">
                  <c:v>0.99596890000000005</c:v>
                </c:pt>
                <c:pt idx="509" formatCode="General">
                  <c:v>1.0001990000000001</c:v>
                </c:pt>
                <c:pt idx="510" formatCode="General">
                  <c:v>1.0029920000000001</c:v>
                </c:pt>
                <c:pt idx="511" formatCode="General">
                  <c:v>1.002146</c:v>
                </c:pt>
                <c:pt idx="512" formatCode="General">
                  <c:v>1.0039880000000001</c:v>
                </c:pt>
                <c:pt idx="513" formatCode="General">
                  <c:v>1.000043</c:v>
                </c:pt>
                <c:pt idx="514">
                  <c:v>0.99845150000000005</c:v>
                </c:pt>
                <c:pt idx="515">
                  <c:v>0.99703299999999995</c:v>
                </c:pt>
                <c:pt idx="516">
                  <c:v>0.99621709999999997</c:v>
                </c:pt>
              </c:numCache>
            </c:numRef>
          </c:yVal>
          <c:smooth val="1"/>
          <c:extLst>
            <c:ext xmlns:c16="http://schemas.microsoft.com/office/drawing/2014/chart" uri="{C3380CC4-5D6E-409C-BE32-E72D297353CC}">
              <c16:uniqueId val="{00000002-2F69-4D7F-BDCE-E9FA2D77B338}"/>
            </c:ext>
          </c:extLst>
        </c:ser>
        <c:ser>
          <c:idx val="3"/>
          <c:order val="3"/>
          <c:tx>
            <c:strRef>
              <c:f>Sheet1!$F$1</c:f>
              <c:strCache>
                <c:ptCount val="1"/>
                <c:pt idx="0">
                  <c:v>Zr-Be</c:v>
                </c:pt>
              </c:strCache>
            </c:strRef>
          </c:tx>
          <c:spPr>
            <a:ln w="19050" cap="rnd">
              <a:solidFill>
                <a:schemeClr val="accent4"/>
              </a:solidFill>
              <a:round/>
            </a:ln>
            <a:effectLst/>
          </c:spPr>
          <c:marker>
            <c:symbol val="none"/>
          </c:marker>
          <c:xVal>
            <c:numRef>
              <c:f>Sheet1!$B$2:$B$1550</c:f>
              <c:numCache>
                <c:formatCode>0.00E+00</c:formatCode>
                <c:ptCount val="517"/>
                <c:pt idx="0">
                  <c:v>0.06</c:v>
                </c:pt>
                <c:pt idx="1">
                  <c:v>0.12</c:v>
                </c:pt>
                <c:pt idx="2">
                  <c:v>0.18</c:v>
                </c:pt>
                <c:pt idx="3">
                  <c:v>0.24</c:v>
                </c:pt>
                <c:pt idx="4">
                  <c:v>0.3</c:v>
                </c:pt>
                <c:pt idx="5">
                  <c:v>0.36</c:v>
                </c:pt>
                <c:pt idx="6">
                  <c:v>0.42</c:v>
                </c:pt>
                <c:pt idx="7">
                  <c:v>0.48</c:v>
                </c:pt>
                <c:pt idx="8">
                  <c:v>0.54</c:v>
                </c:pt>
                <c:pt idx="9">
                  <c:v>0.6</c:v>
                </c:pt>
                <c:pt idx="10">
                  <c:v>0.66</c:v>
                </c:pt>
                <c:pt idx="11">
                  <c:v>0.72</c:v>
                </c:pt>
                <c:pt idx="12">
                  <c:v>0.78</c:v>
                </c:pt>
                <c:pt idx="13">
                  <c:v>0.84</c:v>
                </c:pt>
                <c:pt idx="14">
                  <c:v>0.9</c:v>
                </c:pt>
                <c:pt idx="15">
                  <c:v>0.96</c:v>
                </c:pt>
                <c:pt idx="16" formatCode="General">
                  <c:v>1.02</c:v>
                </c:pt>
                <c:pt idx="17" formatCode="General">
                  <c:v>1.08</c:v>
                </c:pt>
                <c:pt idx="18" formatCode="General">
                  <c:v>1.1399999999999999</c:v>
                </c:pt>
                <c:pt idx="19" formatCode="General">
                  <c:v>1.2</c:v>
                </c:pt>
                <c:pt idx="20" formatCode="General">
                  <c:v>1.26</c:v>
                </c:pt>
                <c:pt idx="21" formatCode="General">
                  <c:v>1.32</c:v>
                </c:pt>
                <c:pt idx="22" formatCode="General">
                  <c:v>1.38</c:v>
                </c:pt>
                <c:pt idx="23" formatCode="General">
                  <c:v>1.44</c:v>
                </c:pt>
                <c:pt idx="24" formatCode="General">
                  <c:v>1.5</c:v>
                </c:pt>
                <c:pt idx="25" formatCode="General">
                  <c:v>1.56</c:v>
                </c:pt>
                <c:pt idx="26" formatCode="General">
                  <c:v>1.62</c:v>
                </c:pt>
                <c:pt idx="27" formatCode="General">
                  <c:v>1.68</c:v>
                </c:pt>
                <c:pt idx="28" formatCode="General">
                  <c:v>1.74</c:v>
                </c:pt>
                <c:pt idx="29" formatCode="General">
                  <c:v>1.8</c:v>
                </c:pt>
                <c:pt idx="30" formatCode="General">
                  <c:v>1.86</c:v>
                </c:pt>
                <c:pt idx="31" formatCode="General">
                  <c:v>1.92</c:v>
                </c:pt>
                <c:pt idx="32" formatCode="General">
                  <c:v>1.98</c:v>
                </c:pt>
                <c:pt idx="33" formatCode="General">
                  <c:v>2.04</c:v>
                </c:pt>
                <c:pt idx="34" formatCode="General">
                  <c:v>2.1</c:v>
                </c:pt>
                <c:pt idx="35" formatCode="General">
                  <c:v>2.16</c:v>
                </c:pt>
                <c:pt idx="36" formatCode="General">
                  <c:v>2.2200000000000002</c:v>
                </c:pt>
                <c:pt idx="37" formatCode="General">
                  <c:v>2.2799999999999998</c:v>
                </c:pt>
                <c:pt idx="38" formatCode="General">
                  <c:v>2.34</c:v>
                </c:pt>
                <c:pt idx="39" formatCode="General">
                  <c:v>2.4</c:v>
                </c:pt>
                <c:pt idx="40" formatCode="General">
                  <c:v>2.46</c:v>
                </c:pt>
                <c:pt idx="41" formatCode="General">
                  <c:v>2.52</c:v>
                </c:pt>
                <c:pt idx="42" formatCode="General">
                  <c:v>2.58</c:v>
                </c:pt>
                <c:pt idx="43" formatCode="General">
                  <c:v>2.64</c:v>
                </c:pt>
                <c:pt idx="44" formatCode="General">
                  <c:v>2.7</c:v>
                </c:pt>
                <c:pt idx="45" formatCode="General">
                  <c:v>2.76</c:v>
                </c:pt>
                <c:pt idx="46" formatCode="General">
                  <c:v>2.82</c:v>
                </c:pt>
                <c:pt idx="47" formatCode="General">
                  <c:v>2.88</c:v>
                </c:pt>
                <c:pt idx="48" formatCode="General">
                  <c:v>2.94</c:v>
                </c:pt>
                <c:pt idx="49" formatCode="General">
                  <c:v>3</c:v>
                </c:pt>
                <c:pt idx="50" formatCode="General">
                  <c:v>3.06</c:v>
                </c:pt>
                <c:pt idx="51" formatCode="General">
                  <c:v>3.12</c:v>
                </c:pt>
                <c:pt idx="52" formatCode="General">
                  <c:v>3.18</c:v>
                </c:pt>
                <c:pt idx="53" formatCode="General">
                  <c:v>3.24</c:v>
                </c:pt>
                <c:pt idx="54" formatCode="General">
                  <c:v>3.3</c:v>
                </c:pt>
                <c:pt idx="55" formatCode="General">
                  <c:v>3.36</c:v>
                </c:pt>
                <c:pt idx="56" formatCode="General">
                  <c:v>3.42</c:v>
                </c:pt>
                <c:pt idx="57" formatCode="General">
                  <c:v>3.48</c:v>
                </c:pt>
                <c:pt idx="58" formatCode="General">
                  <c:v>3.54</c:v>
                </c:pt>
                <c:pt idx="59" formatCode="General">
                  <c:v>3.6</c:v>
                </c:pt>
                <c:pt idx="60" formatCode="General">
                  <c:v>3.66</c:v>
                </c:pt>
                <c:pt idx="61" formatCode="General">
                  <c:v>3.72</c:v>
                </c:pt>
                <c:pt idx="62" formatCode="General">
                  <c:v>3.78</c:v>
                </c:pt>
                <c:pt idx="63" formatCode="General">
                  <c:v>3.84</c:v>
                </c:pt>
                <c:pt idx="64" formatCode="General">
                  <c:v>3.9</c:v>
                </c:pt>
                <c:pt idx="65" formatCode="General">
                  <c:v>3.96</c:v>
                </c:pt>
                <c:pt idx="66" formatCode="General">
                  <c:v>4.0199999999999996</c:v>
                </c:pt>
                <c:pt idx="67" formatCode="General">
                  <c:v>4.08</c:v>
                </c:pt>
                <c:pt idx="68" formatCode="General">
                  <c:v>4.1399999999999997</c:v>
                </c:pt>
                <c:pt idx="69" formatCode="General">
                  <c:v>4.2</c:v>
                </c:pt>
                <c:pt idx="70" formatCode="General">
                  <c:v>4.26</c:v>
                </c:pt>
                <c:pt idx="71" formatCode="General">
                  <c:v>4.32</c:v>
                </c:pt>
                <c:pt idx="72" formatCode="General">
                  <c:v>4.38</c:v>
                </c:pt>
                <c:pt idx="73" formatCode="General">
                  <c:v>4.4400000000000004</c:v>
                </c:pt>
                <c:pt idx="74" formatCode="General">
                  <c:v>4.5</c:v>
                </c:pt>
                <c:pt idx="75" formatCode="General">
                  <c:v>4.5599999999999996</c:v>
                </c:pt>
                <c:pt idx="76" formatCode="General">
                  <c:v>4.62</c:v>
                </c:pt>
                <c:pt idx="77" formatCode="General">
                  <c:v>4.68</c:v>
                </c:pt>
                <c:pt idx="78" formatCode="General">
                  <c:v>4.74</c:v>
                </c:pt>
                <c:pt idx="79" formatCode="General">
                  <c:v>4.8</c:v>
                </c:pt>
                <c:pt idx="80" formatCode="General">
                  <c:v>4.8600000000000003</c:v>
                </c:pt>
                <c:pt idx="81" formatCode="General">
                  <c:v>4.92</c:v>
                </c:pt>
                <c:pt idx="82" formatCode="General">
                  <c:v>4.9800000000000004</c:v>
                </c:pt>
                <c:pt idx="83" formatCode="General">
                  <c:v>5.04</c:v>
                </c:pt>
                <c:pt idx="84" formatCode="General">
                  <c:v>5.0999999999999996</c:v>
                </c:pt>
                <c:pt idx="85" formatCode="General">
                  <c:v>5.16</c:v>
                </c:pt>
                <c:pt idx="86" formatCode="General">
                  <c:v>5.22</c:v>
                </c:pt>
                <c:pt idx="87" formatCode="General">
                  <c:v>5.28</c:v>
                </c:pt>
                <c:pt idx="88" formatCode="General">
                  <c:v>5.34</c:v>
                </c:pt>
                <c:pt idx="89" formatCode="General">
                  <c:v>5.4</c:v>
                </c:pt>
                <c:pt idx="90" formatCode="General">
                  <c:v>5.46</c:v>
                </c:pt>
                <c:pt idx="91" formatCode="General">
                  <c:v>5.52</c:v>
                </c:pt>
                <c:pt idx="92" formatCode="General">
                  <c:v>5.58</c:v>
                </c:pt>
                <c:pt idx="93" formatCode="General">
                  <c:v>5.64</c:v>
                </c:pt>
                <c:pt idx="94" formatCode="General">
                  <c:v>5.7</c:v>
                </c:pt>
                <c:pt idx="95" formatCode="General">
                  <c:v>5.76</c:v>
                </c:pt>
                <c:pt idx="96" formatCode="General">
                  <c:v>5.82</c:v>
                </c:pt>
                <c:pt idx="97" formatCode="General">
                  <c:v>5.88</c:v>
                </c:pt>
                <c:pt idx="98" formatCode="General">
                  <c:v>5.94</c:v>
                </c:pt>
                <c:pt idx="99" formatCode="General">
                  <c:v>6</c:v>
                </c:pt>
                <c:pt idx="100" formatCode="General">
                  <c:v>6.06</c:v>
                </c:pt>
                <c:pt idx="101" formatCode="General">
                  <c:v>6.12</c:v>
                </c:pt>
                <c:pt idx="102" formatCode="General">
                  <c:v>6.18</c:v>
                </c:pt>
                <c:pt idx="103" formatCode="General">
                  <c:v>6.24</c:v>
                </c:pt>
                <c:pt idx="104" formatCode="General">
                  <c:v>6.3</c:v>
                </c:pt>
                <c:pt idx="105" formatCode="General">
                  <c:v>6.36</c:v>
                </c:pt>
                <c:pt idx="106" formatCode="General">
                  <c:v>6.42</c:v>
                </c:pt>
                <c:pt idx="107" formatCode="General">
                  <c:v>6.48</c:v>
                </c:pt>
                <c:pt idx="108" formatCode="General">
                  <c:v>6.54</c:v>
                </c:pt>
                <c:pt idx="109" formatCode="General">
                  <c:v>6.6</c:v>
                </c:pt>
                <c:pt idx="110" formatCode="General">
                  <c:v>6.66</c:v>
                </c:pt>
                <c:pt idx="111" formatCode="General">
                  <c:v>6.72</c:v>
                </c:pt>
                <c:pt idx="112" formatCode="General">
                  <c:v>6.78</c:v>
                </c:pt>
                <c:pt idx="113" formatCode="General">
                  <c:v>6.84</c:v>
                </c:pt>
                <c:pt idx="114" formatCode="General">
                  <c:v>6.9</c:v>
                </c:pt>
                <c:pt idx="115" formatCode="General">
                  <c:v>6.96</c:v>
                </c:pt>
                <c:pt idx="116" formatCode="General">
                  <c:v>7.02</c:v>
                </c:pt>
                <c:pt idx="117" formatCode="General">
                  <c:v>7.08</c:v>
                </c:pt>
                <c:pt idx="118" formatCode="General">
                  <c:v>7.14</c:v>
                </c:pt>
                <c:pt idx="119" formatCode="General">
                  <c:v>7.2</c:v>
                </c:pt>
                <c:pt idx="120" formatCode="General">
                  <c:v>7.26</c:v>
                </c:pt>
                <c:pt idx="121" formatCode="General">
                  <c:v>7.32</c:v>
                </c:pt>
                <c:pt idx="122" formatCode="General">
                  <c:v>7.38</c:v>
                </c:pt>
                <c:pt idx="123" formatCode="General">
                  <c:v>7.44</c:v>
                </c:pt>
                <c:pt idx="124" formatCode="General">
                  <c:v>7.5</c:v>
                </c:pt>
                <c:pt idx="125" formatCode="General">
                  <c:v>7.56</c:v>
                </c:pt>
                <c:pt idx="126" formatCode="General">
                  <c:v>7.62</c:v>
                </c:pt>
                <c:pt idx="127" formatCode="General">
                  <c:v>7.68</c:v>
                </c:pt>
                <c:pt idx="128" formatCode="General">
                  <c:v>7.74</c:v>
                </c:pt>
                <c:pt idx="129" formatCode="General">
                  <c:v>7.8</c:v>
                </c:pt>
                <c:pt idx="130" formatCode="General">
                  <c:v>7.86</c:v>
                </c:pt>
                <c:pt idx="131" formatCode="General">
                  <c:v>7.92</c:v>
                </c:pt>
                <c:pt idx="132" formatCode="General">
                  <c:v>7.98</c:v>
                </c:pt>
                <c:pt idx="133" formatCode="General">
                  <c:v>8.0399999999999991</c:v>
                </c:pt>
                <c:pt idx="134" formatCode="General">
                  <c:v>8.0999990000000004</c:v>
                </c:pt>
                <c:pt idx="135" formatCode="General">
                  <c:v>8.16</c:v>
                </c:pt>
                <c:pt idx="136" formatCode="General">
                  <c:v>8.2200000000000006</c:v>
                </c:pt>
                <c:pt idx="137" formatCode="General">
                  <c:v>8.2799999999999994</c:v>
                </c:pt>
                <c:pt idx="138" formatCode="General">
                  <c:v>8.34</c:v>
                </c:pt>
                <c:pt idx="139" formatCode="General">
                  <c:v>8.4</c:v>
                </c:pt>
                <c:pt idx="140" formatCode="General">
                  <c:v>8.4600000000000009</c:v>
                </c:pt>
                <c:pt idx="141" formatCode="General">
                  <c:v>8.52</c:v>
                </c:pt>
                <c:pt idx="142" formatCode="General">
                  <c:v>8.58</c:v>
                </c:pt>
                <c:pt idx="143" formatCode="General">
                  <c:v>8.6399989999999995</c:v>
                </c:pt>
                <c:pt idx="144" formatCode="General">
                  <c:v>8.6999999999999993</c:v>
                </c:pt>
                <c:pt idx="145" formatCode="General">
                  <c:v>8.76</c:v>
                </c:pt>
                <c:pt idx="146" formatCode="General">
                  <c:v>8.82</c:v>
                </c:pt>
                <c:pt idx="147" formatCode="General">
                  <c:v>8.8800000000000008</c:v>
                </c:pt>
                <c:pt idx="148" formatCode="General">
                  <c:v>8.94</c:v>
                </c:pt>
                <c:pt idx="149" formatCode="General">
                  <c:v>9</c:v>
                </c:pt>
                <c:pt idx="150" formatCode="General">
                  <c:v>9.0599989999999995</c:v>
                </c:pt>
                <c:pt idx="151" formatCode="General">
                  <c:v>9.1199999999999992</c:v>
                </c:pt>
                <c:pt idx="152" formatCode="General">
                  <c:v>9.1799990000000005</c:v>
                </c:pt>
                <c:pt idx="153" formatCode="General">
                  <c:v>9.24</c:v>
                </c:pt>
                <c:pt idx="154" formatCode="General">
                  <c:v>9.3000000000000007</c:v>
                </c:pt>
                <c:pt idx="155" formatCode="General">
                  <c:v>9.36</c:v>
                </c:pt>
                <c:pt idx="156" formatCode="General">
                  <c:v>9.42</c:v>
                </c:pt>
                <c:pt idx="157" formatCode="General">
                  <c:v>9.48</c:v>
                </c:pt>
                <c:pt idx="158" formatCode="General">
                  <c:v>9.5399999999999991</c:v>
                </c:pt>
                <c:pt idx="159" formatCode="General">
                  <c:v>9.5999990000000004</c:v>
                </c:pt>
                <c:pt idx="160" formatCode="General">
                  <c:v>9.66</c:v>
                </c:pt>
                <c:pt idx="161" formatCode="General">
                  <c:v>9.7199989999999996</c:v>
                </c:pt>
                <c:pt idx="162" formatCode="General">
                  <c:v>9.7799999999999994</c:v>
                </c:pt>
                <c:pt idx="163" formatCode="General">
                  <c:v>9.84</c:v>
                </c:pt>
                <c:pt idx="164" formatCode="General">
                  <c:v>9.9</c:v>
                </c:pt>
                <c:pt idx="165" formatCode="General">
                  <c:v>9.9600000000000009</c:v>
                </c:pt>
                <c:pt idx="166" formatCode="General">
                  <c:v>10.02</c:v>
                </c:pt>
                <c:pt idx="167" formatCode="General">
                  <c:v>10.08</c:v>
                </c:pt>
                <c:pt idx="168" formatCode="General">
                  <c:v>10.14</c:v>
                </c:pt>
                <c:pt idx="169" formatCode="General">
                  <c:v>10.199999999999999</c:v>
                </c:pt>
                <c:pt idx="170" formatCode="General">
                  <c:v>10.26</c:v>
                </c:pt>
                <c:pt idx="171" formatCode="General">
                  <c:v>10.32</c:v>
                </c:pt>
                <c:pt idx="172" formatCode="General">
                  <c:v>10.38</c:v>
                </c:pt>
                <c:pt idx="173" formatCode="General">
                  <c:v>10.44</c:v>
                </c:pt>
                <c:pt idx="174" formatCode="General">
                  <c:v>10.5</c:v>
                </c:pt>
                <c:pt idx="175" formatCode="General">
                  <c:v>10.56</c:v>
                </c:pt>
                <c:pt idx="176" formatCode="General">
                  <c:v>10.62</c:v>
                </c:pt>
                <c:pt idx="177" formatCode="General">
                  <c:v>10.68</c:v>
                </c:pt>
                <c:pt idx="178" formatCode="General">
                  <c:v>10.74</c:v>
                </c:pt>
                <c:pt idx="179" formatCode="General">
                  <c:v>10.8</c:v>
                </c:pt>
                <c:pt idx="180" formatCode="General">
                  <c:v>10.86</c:v>
                </c:pt>
                <c:pt idx="181" formatCode="General">
                  <c:v>10.92</c:v>
                </c:pt>
                <c:pt idx="182" formatCode="General">
                  <c:v>10.98</c:v>
                </c:pt>
                <c:pt idx="183" formatCode="General">
                  <c:v>11.04</c:v>
                </c:pt>
                <c:pt idx="184" formatCode="General">
                  <c:v>11.1</c:v>
                </c:pt>
                <c:pt idx="185" formatCode="General">
                  <c:v>11.16</c:v>
                </c:pt>
                <c:pt idx="186" formatCode="General">
                  <c:v>11.22</c:v>
                </c:pt>
                <c:pt idx="187" formatCode="General">
                  <c:v>11.28</c:v>
                </c:pt>
                <c:pt idx="188" formatCode="General">
                  <c:v>11.34</c:v>
                </c:pt>
                <c:pt idx="189" formatCode="General">
                  <c:v>11.4</c:v>
                </c:pt>
                <c:pt idx="190" formatCode="General">
                  <c:v>11.46</c:v>
                </c:pt>
                <c:pt idx="191" formatCode="General">
                  <c:v>11.52</c:v>
                </c:pt>
                <c:pt idx="192" formatCode="General">
                  <c:v>11.58</c:v>
                </c:pt>
                <c:pt idx="193" formatCode="General">
                  <c:v>11.64</c:v>
                </c:pt>
                <c:pt idx="194" formatCode="General">
                  <c:v>11.7</c:v>
                </c:pt>
                <c:pt idx="195" formatCode="General">
                  <c:v>11.76</c:v>
                </c:pt>
                <c:pt idx="196" formatCode="General">
                  <c:v>11.82</c:v>
                </c:pt>
                <c:pt idx="197" formatCode="General">
                  <c:v>11.88</c:v>
                </c:pt>
                <c:pt idx="198" formatCode="General">
                  <c:v>11.94</c:v>
                </c:pt>
                <c:pt idx="199" formatCode="General">
                  <c:v>12</c:v>
                </c:pt>
                <c:pt idx="200" formatCode="General">
                  <c:v>12.06</c:v>
                </c:pt>
                <c:pt idx="201" formatCode="General">
                  <c:v>12.12</c:v>
                </c:pt>
                <c:pt idx="202" formatCode="General">
                  <c:v>12.18</c:v>
                </c:pt>
                <c:pt idx="203" formatCode="General">
                  <c:v>12.24</c:v>
                </c:pt>
                <c:pt idx="204" formatCode="General">
                  <c:v>12.3</c:v>
                </c:pt>
                <c:pt idx="205" formatCode="General">
                  <c:v>12.36</c:v>
                </c:pt>
                <c:pt idx="206" formatCode="General">
                  <c:v>12.42</c:v>
                </c:pt>
                <c:pt idx="207" formatCode="General">
                  <c:v>12.48</c:v>
                </c:pt>
                <c:pt idx="208" formatCode="General">
                  <c:v>12.54</c:v>
                </c:pt>
                <c:pt idx="209" formatCode="General">
                  <c:v>12.6</c:v>
                </c:pt>
                <c:pt idx="210" formatCode="General">
                  <c:v>12.66</c:v>
                </c:pt>
                <c:pt idx="211" formatCode="General">
                  <c:v>12.72</c:v>
                </c:pt>
                <c:pt idx="212" formatCode="General">
                  <c:v>12.78</c:v>
                </c:pt>
                <c:pt idx="213" formatCode="General">
                  <c:v>12.84</c:v>
                </c:pt>
                <c:pt idx="214" formatCode="General">
                  <c:v>12.9</c:v>
                </c:pt>
                <c:pt idx="215" formatCode="General">
                  <c:v>12.96</c:v>
                </c:pt>
                <c:pt idx="216" formatCode="General">
                  <c:v>13.02</c:v>
                </c:pt>
                <c:pt idx="217" formatCode="General">
                  <c:v>13.08</c:v>
                </c:pt>
                <c:pt idx="218" formatCode="General">
                  <c:v>13.14</c:v>
                </c:pt>
                <c:pt idx="219" formatCode="General">
                  <c:v>13.2</c:v>
                </c:pt>
                <c:pt idx="220" formatCode="General">
                  <c:v>13.26</c:v>
                </c:pt>
                <c:pt idx="221" formatCode="General">
                  <c:v>13.32</c:v>
                </c:pt>
                <c:pt idx="222" formatCode="General">
                  <c:v>13.38</c:v>
                </c:pt>
                <c:pt idx="223" formatCode="General">
                  <c:v>13.44</c:v>
                </c:pt>
                <c:pt idx="224" formatCode="General">
                  <c:v>13.5</c:v>
                </c:pt>
                <c:pt idx="225" formatCode="General">
                  <c:v>13.56</c:v>
                </c:pt>
                <c:pt idx="226" formatCode="General">
                  <c:v>13.62</c:v>
                </c:pt>
                <c:pt idx="227" formatCode="General">
                  <c:v>13.68</c:v>
                </c:pt>
                <c:pt idx="228" formatCode="General">
                  <c:v>13.74</c:v>
                </c:pt>
                <c:pt idx="229" formatCode="General">
                  <c:v>13.8</c:v>
                </c:pt>
                <c:pt idx="230" formatCode="General">
                  <c:v>13.86</c:v>
                </c:pt>
                <c:pt idx="231" formatCode="General">
                  <c:v>13.92</c:v>
                </c:pt>
                <c:pt idx="232" formatCode="General">
                  <c:v>13.98</c:v>
                </c:pt>
                <c:pt idx="233" formatCode="General">
                  <c:v>14.04</c:v>
                </c:pt>
                <c:pt idx="234" formatCode="General">
                  <c:v>14.1</c:v>
                </c:pt>
                <c:pt idx="235" formatCode="General">
                  <c:v>14.16</c:v>
                </c:pt>
                <c:pt idx="236" formatCode="General">
                  <c:v>14.22</c:v>
                </c:pt>
                <c:pt idx="237" formatCode="General">
                  <c:v>14.28</c:v>
                </c:pt>
                <c:pt idx="238" formatCode="General">
                  <c:v>14.34</c:v>
                </c:pt>
                <c:pt idx="239" formatCode="General">
                  <c:v>14.4</c:v>
                </c:pt>
                <c:pt idx="240" formatCode="General">
                  <c:v>14.46</c:v>
                </c:pt>
                <c:pt idx="241" formatCode="General">
                  <c:v>14.52</c:v>
                </c:pt>
                <c:pt idx="242" formatCode="General">
                  <c:v>14.58</c:v>
                </c:pt>
                <c:pt idx="243" formatCode="General">
                  <c:v>14.64</c:v>
                </c:pt>
                <c:pt idx="244" formatCode="General">
                  <c:v>14.7</c:v>
                </c:pt>
                <c:pt idx="245" formatCode="General">
                  <c:v>14.76</c:v>
                </c:pt>
                <c:pt idx="246" formatCode="General">
                  <c:v>14.82</c:v>
                </c:pt>
                <c:pt idx="247" formatCode="General">
                  <c:v>14.88</c:v>
                </c:pt>
                <c:pt idx="248" formatCode="General">
                  <c:v>14.94</c:v>
                </c:pt>
                <c:pt idx="249" formatCode="General">
                  <c:v>15</c:v>
                </c:pt>
                <c:pt idx="250" formatCode="General">
                  <c:v>15.06</c:v>
                </c:pt>
                <c:pt idx="251" formatCode="General">
                  <c:v>15.12</c:v>
                </c:pt>
                <c:pt idx="252" formatCode="General">
                  <c:v>15.18</c:v>
                </c:pt>
                <c:pt idx="253" formatCode="General">
                  <c:v>15.24</c:v>
                </c:pt>
                <c:pt idx="254" formatCode="General">
                  <c:v>15.3</c:v>
                </c:pt>
                <c:pt idx="255" formatCode="General">
                  <c:v>15.36</c:v>
                </c:pt>
                <c:pt idx="256" formatCode="General">
                  <c:v>15.42</c:v>
                </c:pt>
                <c:pt idx="257" formatCode="General">
                  <c:v>15.48</c:v>
                </c:pt>
                <c:pt idx="258" formatCode="General">
                  <c:v>15.54</c:v>
                </c:pt>
                <c:pt idx="259" formatCode="General">
                  <c:v>15.6</c:v>
                </c:pt>
                <c:pt idx="260" formatCode="General">
                  <c:v>15.66</c:v>
                </c:pt>
                <c:pt idx="261" formatCode="General">
                  <c:v>15.72</c:v>
                </c:pt>
                <c:pt idx="262" formatCode="General">
                  <c:v>15.78</c:v>
                </c:pt>
                <c:pt idx="263" formatCode="General">
                  <c:v>15.84</c:v>
                </c:pt>
                <c:pt idx="264" formatCode="General">
                  <c:v>15.9</c:v>
                </c:pt>
                <c:pt idx="265" formatCode="General">
                  <c:v>15.96</c:v>
                </c:pt>
                <c:pt idx="266" formatCode="General">
                  <c:v>16.02</c:v>
                </c:pt>
                <c:pt idx="267" formatCode="General">
                  <c:v>16.079999999999998</c:v>
                </c:pt>
                <c:pt idx="268" formatCode="General">
                  <c:v>16.14</c:v>
                </c:pt>
                <c:pt idx="269" formatCode="General">
                  <c:v>16.2</c:v>
                </c:pt>
                <c:pt idx="270" formatCode="General">
                  <c:v>16.260000000000002</c:v>
                </c:pt>
                <c:pt idx="271" formatCode="General">
                  <c:v>16.32</c:v>
                </c:pt>
                <c:pt idx="272" formatCode="General">
                  <c:v>16.38</c:v>
                </c:pt>
                <c:pt idx="273" formatCode="General">
                  <c:v>16.440000000000001</c:v>
                </c:pt>
                <c:pt idx="274" formatCode="General">
                  <c:v>16.5</c:v>
                </c:pt>
                <c:pt idx="275" formatCode="General">
                  <c:v>16.559999999999999</c:v>
                </c:pt>
                <c:pt idx="276" formatCode="General">
                  <c:v>16.62</c:v>
                </c:pt>
                <c:pt idx="277" formatCode="General">
                  <c:v>16.68</c:v>
                </c:pt>
                <c:pt idx="278" formatCode="General">
                  <c:v>16.739999999999998</c:v>
                </c:pt>
                <c:pt idx="279" formatCode="General">
                  <c:v>16.8</c:v>
                </c:pt>
                <c:pt idx="280" formatCode="General">
                  <c:v>16.86</c:v>
                </c:pt>
                <c:pt idx="281" formatCode="General">
                  <c:v>16.920000000000002</c:v>
                </c:pt>
                <c:pt idx="282" formatCode="General">
                  <c:v>16.98</c:v>
                </c:pt>
                <c:pt idx="283" formatCode="General">
                  <c:v>17.04</c:v>
                </c:pt>
                <c:pt idx="284" formatCode="General">
                  <c:v>17.100000000000001</c:v>
                </c:pt>
                <c:pt idx="285" formatCode="General">
                  <c:v>17.16</c:v>
                </c:pt>
                <c:pt idx="286" formatCode="General">
                  <c:v>17.22</c:v>
                </c:pt>
                <c:pt idx="287" formatCode="General">
                  <c:v>17.28</c:v>
                </c:pt>
                <c:pt idx="288" formatCode="General">
                  <c:v>17.34</c:v>
                </c:pt>
                <c:pt idx="289" formatCode="General">
                  <c:v>17.399999999999999</c:v>
                </c:pt>
                <c:pt idx="290" formatCode="General">
                  <c:v>17.46</c:v>
                </c:pt>
                <c:pt idx="291" formatCode="General">
                  <c:v>17.52</c:v>
                </c:pt>
                <c:pt idx="292" formatCode="General">
                  <c:v>17.579999999999998</c:v>
                </c:pt>
                <c:pt idx="293" formatCode="General">
                  <c:v>17.64</c:v>
                </c:pt>
                <c:pt idx="294" formatCode="General">
                  <c:v>17.7</c:v>
                </c:pt>
                <c:pt idx="295" formatCode="General">
                  <c:v>17.760000000000002</c:v>
                </c:pt>
                <c:pt idx="296" formatCode="General">
                  <c:v>17.82</c:v>
                </c:pt>
                <c:pt idx="297" formatCode="General">
                  <c:v>17.88</c:v>
                </c:pt>
                <c:pt idx="298" formatCode="General">
                  <c:v>17.940000000000001</c:v>
                </c:pt>
                <c:pt idx="299" formatCode="General">
                  <c:v>18</c:v>
                </c:pt>
                <c:pt idx="300" formatCode="General">
                  <c:v>18.059999999999999</c:v>
                </c:pt>
                <c:pt idx="301" formatCode="General">
                  <c:v>18.12</c:v>
                </c:pt>
                <c:pt idx="302" formatCode="General">
                  <c:v>18.18</c:v>
                </c:pt>
                <c:pt idx="303" formatCode="General">
                  <c:v>18.239999999999998</c:v>
                </c:pt>
                <c:pt idx="304" formatCode="General">
                  <c:v>18.3</c:v>
                </c:pt>
                <c:pt idx="305" formatCode="General">
                  <c:v>18.36</c:v>
                </c:pt>
                <c:pt idx="306" formatCode="General">
                  <c:v>18.420000000000002</c:v>
                </c:pt>
                <c:pt idx="307" formatCode="General">
                  <c:v>18.48</c:v>
                </c:pt>
                <c:pt idx="308" formatCode="General">
                  <c:v>18.54</c:v>
                </c:pt>
                <c:pt idx="309" formatCode="General">
                  <c:v>18.600000000000001</c:v>
                </c:pt>
                <c:pt idx="310" formatCode="General">
                  <c:v>18.66</c:v>
                </c:pt>
                <c:pt idx="311" formatCode="General">
                  <c:v>18.72</c:v>
                </c:pt>
                <c:pt idx="312" formatCode="General">
                  <c:v>18.78</c:v>
                </c:pt>
                <c:pt idx="313" formatCode="General">
                  <c:v>18.84</c:v>
                </c:pt>
                <c:pt idx="314" formatCode="General">
                  <c:v>18.899999999999999</c:v>
                </c:pt>
                <c:pt idx="315" formatCode="General">
                  <c:v>18.96</c:v>
                </c:pt>
                <c:pt idx="316" formatCode="General">
                  <c:v>19.02</c:v>
                </c:pt>
                <c:pt idx="317" formatCode="General">
                  <c:v>19.079999999999998</c:v>
                </c:pt>
                <c:pt idx="318" formatCode="General">
                  <c:v>19.14</c:v>
                </c:pt>
                <c:pt idx="319" formatCode="General">
                  <c:v>19.2</c:v>
                </c:pt>
                <c:pt idx="320" formatCode="General">
                  <c:v>19.260000000000002</c:v>
                </c:pt>
                <c:pt idx="321" formatCode="General">
                  <c:v>19.32</c:v>
                </c:pt>
                <c:pt idx="322" formatCode="General">
                  <c:v>19.38</c:v>
                </c:pt>
                <c:pt idx="323" formatCode="General">
                  <c:v>19.440000000000001</c:v>
                </c:pt>
                <c:pt idx="324" formatCode="General">
                  <c:v>19.5</c:v>
                </c:pt>
                <c:pt idx="325" formatCode="General">
                  <c:v>19.559999999999999</c:v>
                </c:pt>
                <c:pt idx="326" formatCode="General">
                  <c:v>19.62</c:v>
                </c:pt>
                <c:pt idx="327" formatCode="General">
                  <c:v>19.68</c:v>
                </c:pt>
                <c:pt idx="328" formatCode="General">
                  <c:v>19.739999999999998</c:v>
                </c:pt>
                <c:pt idx="329" formatCode="General">
                  <c:v>19.8</c:v>
                </c:pt>
                <c:pt idx="330" formatCode="General">
                  <c:v>19.86</c:v>
                </c:pt>
                <c:pt idx="331" formatCode="General">
                  <c:v>19.920000000000002</c:v>
                </c:pt>
                <c:pt idx="332" formatCode="General">
                  <c:v>19.98</c:v>
                </c:pt>
                <c:pt idx="333" formatCode="General">
                  <c:v>20.04</c:v>
                </c:pt>
                <c:pt idx="334" formatCode="General">
                  <c:v>20.100000000000001</c:v>
                </c:pt>
                <c:pt idx="335" formatCode="General">
                  <c:v>20.16</c:v>
                </c:pt>
                <c:pt idx="336" formatCode="General">
                  <c:v>20.22</c:v>
                </c:pt>
                <c:pt idx="337" formatCode="General">
                  <c:v>20.28</c:v>
                </c:pt>
                <c:pt idx="338" formatCode="General">
                  <c:v>20.34</c:v>
                </c:pt>
                <c:pt idx="339" formatCode="General">
                  <c:v>20.399999999999999</c:v>
                </c:pt>
                <c:pt idx="340" formatCode="General">
                  <c:v>20.46</c:v>
                </c:pt>
                <c:pt idx="341" formatCode="General">
                  <c:v>20.52</c:v>
                </c:pt>
                <c:pt idx="342" formatCode="General">
                  <c:v>20.58</c:v>
                </c:pt>
                <c:pt idx="343" formatCode="General">
                  <c:v>20.64</c:v>
                </c:pt>
                <c:pt idx="344" formatCode="General">
                  <c:v>20.7</c:v>
                </c:pt>
                <c:pt idx="345" formatCode="General">
                  <c:v>20.76</c:v>
                </c:pt>
                <c:pt idx="346" formatCode="General">
                  <c:v>20.82</c:v>
                </c:pt>
                <c:pt idx="347" formatCode="General">
                  <c:v>20.88</c:v>
                </c:pt>
                <c:pt idx="348" formatCode="General">
                  <c:v>20.94</c:v>
                </c:pt>
                <c:pt idx="349" formatCode="General">
                  <c:v>21</c:v>
                </c:pt>
                <c:pt idx="350" formatCode="General">
                  <c:v>21.06</c:v>
                </c:pt>
                <c:pt idx="351" formatCode="General">
                  <c:v>21.12</c:v>
                </c:pt>
                <c:pt idx="352" formatCode="General">
                  <c:v>21.18</c:v>
                </c:pt>
                <c:pt idx="353" formatCode="General">
                  <c:v>21.24</c:v>
                </c:pt>
                <c:pt idx="354" formatCode="General">
                  <c:v>21.3</c:v>
                </c:pt>
                <c:pt idx="355" formatCode="General">
                  <c:v>21.36</c:v>
                </c:pt>
                <c:pt idx="356" formatCode="General">
                  <c:v>21.42</c:v>
                </c:pt>
                <c:pt idx="357" formatCode="General">
                  <c:v>21.48</c:v>
                </c:pt>
                <c:pt idx="358" formatCode="General">
                  <c:v>21.54</c:v>
                </c:pt>
                <c:pt idx="359" formatCode="General">
                  <c:v>21.6</c:v>
                </c:pt>
                <c:pt idx="360" formatCode="General">
                  <c:v>21.66</c:v>
                </c:pt>
                <c:pt idx="361" formatCode="General">
                  <c:v>21.72</c:v>
                </c:pt>
                <c:pt idx="362" formatCode="General">
                  <c:v>21.78</c:v>
                </c:pt>
                <c:pt idx="363" formatCode="General">
                  <c:v>21.84</c:v>
                </c:pt>
                <c:pt idx="364" formatCode="General">
                  <c:v>21.9</c:v>
                </c:pt>
                <c:pt idx="365" formatCode="General">
                  <c:v>21.96</c:v>
                </c:pt>
                <c:pt idx="366" formatCode="General">
                  <c:v>22.02</c:v>
                </c:pt>
                <c:pt idx="367" formatCode="General">
                  <c:v>22.08</c:v>
                </c:pt>
                <c:pt idx="368" formatCode="General">
                  <c:v>22.14</c:v>
                </c:pt>
                <c:pt idx="369" formatCode="General">
                  <c:v>22.2</c:v>
                </c:pt>
                <c:pt idx="370" formatCode="General">
                  <c:v>22.26</c:v>
                </c:pt>
                <c:pt idx="371" formatCode="General">
                  <c:v>22.32</c:v>
                </c:pt>
                <c:pt idx="372" formatCode="General">
                  <c:v>22.38</c:v>
                </c:pt>
                <c:pt idx="373" formatCode="General">
                  <c:v>22.44</c:v>
                </c:pt>
                <c:pt idx="374" formatCode="General">
                  <c:v>22.5</c:v>
                </c:pt>
                <c:pt idx="375" formatCode="General">
                  <c:v>22.56</c:v>
                </c:pt>
                <c:pt idx="376" formatCode="General">
                  <c:v>22.62</c:v>
                </c:pt>
                <c:pt idx="377" formatCode="General">
                  <c:v>22.68</c:v>
                </c:pt>
                <c:pt idx="378" formatCode="General">
                  <c:v>22.74</c:v>
                </c:pt>
                <c:pt idx="379" formatCode="General">
                  <c:v>22.8</c:v>
                </c:pt>
                <c:pt idx="380" formatCode="General">
                  <c:v>22.86</c:v>
                </c:pt>
                <c:pt idx="381" formatCode="General">
                  <c:v>22.92</c:v>
                </c:pt>
                <c:pt idx="382" formatCode="General">
                  <c:v>22.98</c:v>
                </c:pt>
                <c:pt idx="383" formatCode="General">
                  <c:v>23.04</c:v>
                </c:pt>
                <c:pt idx="384" formatCode="General">
                  <c:v>23.1</c:v>
                </c:pt>
                <c:pt idx="385" formatCode="General">
                  <c:v>23.16</c:v>
                </c:pt>
                <c:pt idx="386" formatCode="General">
                  <c:v>23.22</c:v>
                </c:pt>
                <c:pt idx="387" formatCode="General">
                  <c:v>23.28</c:v>
                </c:pt>
                <c:pt idx="388" formatCode="General">
                  <c:v>23.34</c:v>
                </c:pt>
                <c:pt idx="389" formatCode="General">
                  <c:v>23.4</c:v>
                </c:pt>
                <c:pt idx="390" formatCode="General">
                  <c:v>23.46</c:v>
                </c:pt>
                <c:pt idx="391" formatCode="General">
                  <c:v>23.52</c:v>
                </c:pt>
                <c:pt idx="392" formatCode="General">
                  <c:v>23.58</c:v>
                </c:pt>
                <c:pt idx="393" formatCode="General">
                  <c:v>23.64</c:v>
                </c:pt>
                <c:pt idx="394" formatCode="General">
                  <c:v>23.7</c:v>
                </c:pt>
                <c:pt idx="395" formatCode="General">
                  <c:v>23.76</c:v>
                </c:pt>
                <c:pt idx="396" formatCode="General">
                  <c:v>23.82</c:v>
                </c:pt>
                <c:pt idx="397" formatCode="General">
                  <c:v>23.88</c:v>
                </c:pt>
                <c:pt idx="398" formatCode="General">
                  <c:v>23.94</c:v>
                </c:pt>
                <c:pt idx="399" formatCode="General">
                  <c:v>24</c:v>
                </c:pt>
                <c:pt idx="400" formatCode="General">
                  <c:v>24.06</c:v>
                </c:pt>
                <c:pt idx="401" formatCode="General">
                  <c:v>24.12</c:v>
                </c:pt>
                <c:pt idx="402" formatCode="General">
                  <c:v>24.18</c:v>
                </c:pt>
                <c:pt idx="403" formatCode="General">
                  <c:v>24.24</c:v>
                </c:pt>
                <c:pt idx="404" formatCode="General">
                  <c:v>24.3</c:v>
                </c:pt>
                <c:pt idx="405" formatCode="General">
                  <c:v>24.36</c:v>
                </c:pt>
                <c:pt idx="406" formatCode="General">
                  <c:v>24.42</c:v>
                </c:pt>
                <c:pt idx="407" formatCode="General">
                  <c:v>24.48</c:v>
                </c:pt>
                <c:pt idx="408" formatCode="General">
                  <c:v>24.54</c:v>
                </c:pt>
                <c:pt idx="409" formatCode="General">
                  <c:v>24.6</c:v>
                </c:pt>
                <c:pt idx="410" formatCode="General">
                  <c:v>24.66</c:v>
                </c:pt>
                <c:pt idx="411" formatCode="General">
                  <c:v>24.72</c:v>
                </c:pt>
                <c:pt idx="412" formatCode="General">
                  <c:v>24.78</c:v>
                </c:pt>
                <c:pt idx="413" formatCode="General">
                  <c:v>24.84</c:v>
                </c:pt>
                <c:pt idx="414" formatCode="General">
                  <c:v>24.9</c:v>
                </c:pt>
                <c:pt idx="415" formatCode="General">
                  <c:v>24.96</c:v>
                </c:pt>
                <c:pt idx="416" formatCode="General">
                  <c:v>25.02</c:v>
                </c:pt>
                <c:pt idx="417" formatCode="General">
                  <c:v>25.08</c:v>
                </c:pt>
                <c:pt idx="418" formatCode="General">
                  <c:v>25.14</c:v>
                </c:pt>
                <c:pt idx="419" formatCode="General">
                  <c:v>25.2</c:v>
                </c:pt>
                <c:pt idx="420" formatCode="General">
                  <c:v>25.26</c:v>
                </c:pt>
                <c:pt idx="421" formatCode="General">
                  <c:v>25.32</c:v>
                </c:pt>
                <c:pt idx="422" formatCode="General">
                  <c:v>25.38</c:v>
                </c:pt>
                <c:pt idx="423" formatCode="General">
                  <c:v>25.44</c:v>
                </c:pt>
                <c:pt idx="424" formatCode="General">
                  <c:v>25.5</c:v>
                </c:pt>
                <c:pt idx="425" formatCode="General">
                  <c:v>25.56</c:v>
                </c:pt>
                <c:pt idx="426" formatCode="General">
                  <c:v>25.62</c:v>
                </c:pt>
                <c:pt idx="427" formatCode="General">
                  <c:v>25.68</c:v>
                </c:pt>
                <c:pt idx="428" formatCode="General">
                  <c:v>25.74</c:v>
                </c:pt>
                <c:pt idx="429" formatCode="General">
                  <c:v>25.8</c:v>
                </c:pt>
                <c:pt idx="430" formatCode="General">
                  <c:v>25.86</c:v>
                </c:pt>
                <c:pt idx="431" formatCode="General">
                  <c:v>25.92</c:v>
                </c:pt>
                <c:pt idx="432" formatCode="General">
                  <c:v>25.98</c:v>
                </c:pt>
                <c:pt idx="433" formatCode="General">
                  <c:v>26.04</c:v>
                </c:pt>
                <c:pt idx="434" formatCode="General">
                  <c:v>26.1</c:v>
                </c:pt>
                <c:pt idx="435" formatCode="General">
                  <c:v>26.16</c:v>
                </c:pt>
                <c:pt idx="436" formatCode="General">
                  <c:v>26.22</c:v>
                </c:pt>
                <c:pt idx="437" formatCode="General">
                  <c:v>26.28</c:v>
                </c:pt>
                <c:pt idx="438" formatCode="General">
                  <c:v>26.34</c:v>
                </c:pt>
                <c:pt idx="439" formatCode="General">
                  <c:v>26.4</c:v>
                </c:pt>
                <c:pt idx="440" formatCode="General">
                  <c:v>26.46</c:v>
                </c:pt>
                <c:pt idx="441" formatCode="General">
                  <c:v>26.52</c:v>
                </c:pt>
                <c:pt idx="442" formatCode="General">
                  <c:v>26.58</c:v>
                </c:pt>
                <c:pt idx="443" formatCode="General">
                  <c:v>26.64</c:v>
                </c:pt>
                <c:pt idx="444" formatCode="General">
                  <c:v>26.7</c:v>
                </c:pt>
                <c:pt idx="445" formatCode="General">
                  <c:v>26.76</c:v>
                </c:pt>
                <c:pt idx="446" formatCode="General">
                  <c:v>26.82</c:v>
                </c:pt>
                <c:pt idx="447" formatCode="General">
                  <c:v>26.88</c:v>
                </c:pt>
                <c:pt idx="448" formatCode="General">
                  <c:v>26.94</c:v>
                </c:pt>
                <c:pt idx="449" formatCode="General">
                  <c:v>27</c:v>
                </c:pt>
                <c:pt idx="450" formatCode="General">
                  <c:v>27.06</c:v>
                </c:pt>
                <c:pt idx="451" formatCode="General">
                  <c:v>27.12</c:v>
                </c:pt>
                <c:pt idx="452" formatCode="General">
                  <c:v>27.18</c:v>
                </c:pt>
                <c:pt idx="453" formatCode="General">
                  <c:v>27.24</c:v>
                </c:pt>
                <c:pt idx="454" formatCode="General">
                  <c:v>27.3</c:v>
                </c:pt>
                <c:pt idx="455" formatCode="General">
                  <c:v>27.36</c:v>
                </c:pt>
                <c:pt idx="456" formatCode="General">
                  <c:v>27.42</c:v>
                </c:pt>
                <c:pt idx="457" formatCode="General">
                  <c:v>27.48</c:v>
                </c:pt>
                <c:pt idx="458" formatCode="General">
                  <c:v>27.54</c:v>
                </c:pt>
                <c:pt idx="459" formatCode="General">
                  <c:v>27.6</c:v>
                </c:pt>
                <c:pt idx="460" formatCode="General">
                  <c:v>27.66</c:v>
                </c:pt>
                <c:pt idx="461" formatCode="General">
                  <c:v>27.72</c:v>
                </c:pt>
                <c:pt idx="462" formatCode="General">
                  <c:v>27.78</c:v>
                </c:pt>
                <c:pt idx="463" formatCode="General">
                  <c:v>27.84</c:v>
                </c:pt>
                <c:pt idx="464" formatCode="General">
                  <c:v>27.9</c:v>
                </c:pt>
                <c:pt idx="465" formatCode="General">
                  <c:v>27.96</c:v>
                </c:pt>
                <c:pt idx="466" formatCode="General">
                  <c:v>28.02</c:v>
                </c:pt>
                <c:pt idx="467" formatCode="General">
                  <c:v>28.08</c:v>
                </c:pt>
                <c:pt idx="468" formatCode="General">
                  <c:v>28.14</c:v>
                </c:pt>
                <c:pt idx="469" formatCode="General">
                  <c:v>28.2</c:v>
                </c:pt>
                <c:pt idx="470" formatCode="General">
                  <c:v>28.26</c:v>
                </c:pt>
                <c:pt idx="471" formatCode="General">
                  <c:v>28.32</c:v>
                </c:pt>
                <c:pt idx="472" formatCode="General">
                  <c:v>28.38</c:v>
                </c:pt>
                <c:pt idx="473" formatCode="General">
                  <c:v>28.44</c:v>
                </c:pt>
                <c:pt idx="474" formatCode="General">
                  <c:v>28.5</c:v>
                </c:pt>
                <c:pt idx="475" formatCode="General">
                  <c:v>28.56</c:v>
                </c:pt>
                <c:pt idx="476" formatCode="General">
                  <c:v>28.62</c:v>
                </c:pt>
                <c:pt idx="477" formatCode="General">
                  <c:v>28.68</c:v>
                </c:pt>
                <c:pt idx="478" formatCode="General">
                  <c:v>28.74</c:v>
                </c:pt>
                <c:pt idx="479" formatCode="General">
                  <c:v>28.8</c:v>
                </c:pt>
                <c:pt idx="480" formatCode="General">
                  <c:v>28.86</c:v>
                </c:pt>
                <c:pt idx="481" formatCode="General">
                  <c:v>28.92</c:v>
                </c:pt>
                <c:pt idx="482" formatCode="General">
                  <c:v>28.98</c:v>
                </c:pt>
                <c:pt idx="483" formatCode="General">
                  <c:v>29.04</c:v>
                </c:pt>
                <c:pt idx="484" formatCode="General">
                  <c:v>29.1</c:v>
                </c:pt>
                <c:pt idx="485" formatCode="General">
                  <c:v>29.16</c:v>
                </c:pt>
                <c:pt idx="486" formatCode="General">
                  <c:v>29.22</c:v>
                </c:pt>
                <c:pt idx="487" formatCode="General">
                  <c:v>29.28</c:v>
                </c:pt>
                <c:pt idx="488" formatCode="General">
                  <c:v>29.34</c:v>
                </c:pt>
                <c:pt idx="489" formatCode="General">
                  <c:v>29.4</c:v>
                </c:pt>
                <c:pt idx="490" formatCode="General">
                  <c:v>29.46</c:v>
                </c:pt>
                <c:pt idx="491" formatCode="General">
                  <c:v>29.52</c:v>
                </c:pt>
                <c:pt idx="492" formatCode="General">
                  <c:v>29.58</c:v>
                </c:pt>
                <c:pt idx="493" formatCode="General">
                  <c:v>29.64</c:v>
                </c:pt>
                <c:pt idx="494" formatCode="General">
                  <c:v>29.7</c:v>
                </c:pt>
                <c:pt idx="495" formatCode="General">
                  <c:v>29.76</c:v>
                </c:pt>
                <c:pt idx="496" formatCode="General">
                  <c:v>29.82</c:v>
                </c:pt>
                <c:pt idx="497" formatCode="General">
                  <c:v>29.88</c:v>
                </c:pt>
                <c:pt idx="498" formatCode="General">
                  <c:v>29.94</c:v>
                </c:pt>
                <c:pt idx="499" formatCode="General">
                  <c:v>30</c:v>
                </c:pt>
                <c:pt idx="500" formatCode="General">
                  <c:v>30.06</c:v>
                </c:pt>
                <c:pt idx="501" formatCode="General">
                  <c:v>30.12</c:v>
                </c:pt>
                <c:pt idx="502" formatCode="General">
                  <c:v>30.18</c:v>
                </c:pt>
                <c:pt idx="503" formatCode="General">
                  <c:v>30.24</c:v>
                </c:pt>
                <c:pt idx="504" formatCode="General">
                  <c:v>30.3</c:v>
                </c:pt>
                <c:pt idx="505" formatCode="General">
                  <c:v>30.36</c:v>
                </c:pt>
                <c:pt idx="506" formatCode="General">
                  <c:v>30.42</c:v>
                </c:pt>
                <c:pt idx="507" formatCode="General">
                  <c:v>30.48</c:v>
                </c:pt>
                <c:pt idx="508" formatCode="General">
                  <c:v>30.54</c:v>
                </c:pt>
                <c:pt idx="509" formatCode="General">
                  <c:v>30.6</c:v>
                </c:pt>
                <c:pt idx="510" formatCode="General">
                  <c:v>30.66</c:v>
                </c:pt>
                <c:pt idx="511" formatCode="General">
                  <c:v>30.72</c:v>
                </c:pt>
                <c:pt idx="512" formatCode="General">
                  <c:v>30.78</c:v>
                </c:pt>
                <c:pt idx="513" formatCode="General">
                  <c:v>30.84</c:v>
                </c:pt>
                <c:pt idx="514" formatCode="General">
                  <c:v>30.9</c:v>
                </c:pt>
                <c:pt idx="515" formatCode="General">
                  <c:v>30.96</c:v>
                </c:pt>
                <c:pt idx="516" formatCode="General">
                  <c:v>31.02</c:v>
                </c:pt>
              </c:numCache>
            </c:numRef>
          </c:xVal>
          <c:yVal>
            <c:numRef>
              <c:f>Sheet1!$F$2:$F$1550</c:f>
              <c:numCache>
                <c:formatCode>0.00E+00</c:formatCode>
                <c:ptCount val="517"/>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4.422032E-2</c:v>
                </c:pt>
                <c:pt idx="40">
                  <c:v>1.477568</c:v>
                </c:pt>
                <c:pt idx="41">
                  <c:v>5.298654</c:v>
                </c:pt>
                <c:pt idx="42">
                  <c:v>7.1838550000000003</c:v>
                </c:pt>
                <c:pt idx="43">
                  <c:v>5.7858169999999998</c:v>
                </c:pt>
                <c:pt idx="44">
                  <c:v>3.8801670000000001</c:v>
                </c:pt>
                <c:pt idx="45">
                  <c:v>2.4004490000000001</c:v>
                </c:pt>
                <c:pt idx="46">
                  <c:v>1.542481</c:v>
                </c:pt>
                <c:pt idx="47">
                  <c:v>1.026329</c:v>
                </c:pt>
                <c:pt idx="48">
                  <c:v>0.77548550000000005</c:v>
                </c:pt>
                <c:pt idx="49">
                  <c:v>0.57943670000000003</c:v>
                </c:pt>
                <c:pt idx="50">
                  <c:v>0.52400769999999997</c:v>
                </c:pt>
                <c:pt idx="51">
                  <c:v>0.44069770000000003</c:v>
                </c:pt>
                <c:pt idx="52">
                  <c:v>0.4056652</c:v>
                </c:pt>
                <c:pt idx="53">
                  <c:v>0.35629949999999999</c:v>
                </c:pt>
                <c:pt idx="54">
                  <c:v>0.32991979999999999</c:v>
                </c:pt>
                <c:pt idx="55">
                  <c:v>0.31942989999999999</c:v>
                </c:pt>
                <c:pt idx="56">
                  <c:v>0.32895160000000001</c:v>
                </c:pt>
                <c:pt idx="57">
                  <c:v>0.3553442</c:v>
                </c:pt>
                <c:pt idx="58">
                  <c:v>0.3487499</c:v>
                </c:pt>
                <c:pt idx="59">
                  <c:v>0.39721859999999998</c:v>
                </c:pt>
                <c:pt idx="60">
                  <c:v>0.43634299999999998</c:v>
                </c:pt>
                <c:pt idx="61">
                  <c:v>0.46306930000000002</c:v>
                </c:pt>
                <c:pt idx="62">
                  <c:v>0.53761990000000004</c:v>
                </c:pt>
                <c:pt idx="63">
                  <c:v>0.47822009999999998</c:v>
                </c:pt>
                <c:pt idx="64">
                  <c:v>0.54999690000000001</c:v>
                </c:pt>
                <c:pt idx="65">
                  <c:v>0.58133120000000005</c:v>
                </c:pt>
                <c:pt idx="66">
                  <c:v>0.65121280000000004</c:v>
                </c:pt>
                <c:pt idx="67">
                  <c:v>0.82951160000000002</c:v>
                </c:pt>
                <c:pt idx="68">
                  <c:v>0.91671159999999996</c:v>
                </c:pt>
                <c:pt idx="69">
                  <c:v>1.0890649999999999</c:v>
                </c:pt>
                <c:pt idx="70">
                  <c:v>1.1708909999999999</c:v>
                </c:pt>
                <c:pt idx="71">
                  <c:v>1.27939</c:v>
                </c:pt>
                <c:pt idx="72">
                  <c:v>1.3095680000000001</c:v>
                </c:pt>
                <c:pt idx="73">
                  <c:v>1.3669009999999999</c:v>
                </c:pt>
                <c:pt idx="74">
                  <c:v>1.3631329999999999</c:v>
                </c:pt>
                <c:pt idx="75">
                  <c:v>1.379721</c:v>
                </c:pt>
                <c:pt idx="76">
                  <c:v>1.309572</c:v>
                </c:pt>
                <c:pt idx="77">
                  <c:v>1.342927</c:v>
                </c:pt>
                <c:pt idx="78">
                  <c:v>1.293034</c:v>
                </c:pt>
                <c:pt idx="79">
                  <c:v>1.223671</c:v>
                </c:pt>
                <c:pt idx="80">
                  <c:v>1.130641</c:v>
                </c:pt>
                <c:pt idx="81">
                  <c:v>1.1264940000000001</c:v>
                </c:pt>
                <c:pt idx="82">
                  <c:v>1.0654570000000001</c:v>
                </c:pt>
                <c:pt idx="83">
                  <c:v>1.052907</c:v>
                </c:pt>
                <c:pt idx="84">
                  <c:v>0.9983841</c:v>
                </c:pt>
                <c:pt idx="85">
                  <c:v>1.040254</c:v>
                </c:pt>
                <c:pt idx="86">
                  <c:v>1.101102</c:v>
                </c:pt>
                <c:pt idx="87">
                  <c:v>1.12527</c:v>
                </c:pt>
                <c:pt idx="88">
                  <c:v>1.2383459999999999</c:v>
                </c:pt>
                <c:pt idx="89">
                  <c:v>1.200866</c:v>
                </c:pt>
                <c:pt idx="90">
                  <c:v>1.212394</c:v>
                </c:pt>
                <c:pt idx="91">
                  <c:v>1.1435029999999999</c:v>
                </c:pt>
                <c:pt idx="92">
                  <c:v>1.064362</c:v>
                </c:pt>
                <c:pt idx="93">
                  <c:v>0.94953790000000005</c:v>
                </c:pt>
                <c:pt idx="94">
                  <c:v>0.91644890000000001</c:v>
                </c:pt>
                <c:pt idx="95">
                  <c:v>0.79441609999999996</c:v>
                </c:pt>
                <c:pt idx="96">
                  <c:v>0.77337149999999999</c:v>
                </c:pt>
                <c:pt idx="97">
                  <c:v>0.72470999999999997</c:v>
                </c:pt>
                <c:pt idx="98">
                  <c:v>0.70330429999999999</c:v>
                </c:pt>
                <c:pt idx="99">
                  <c:v>0.69079820000000003</c:v>
                </c:pt>
                <c:pt idx="100">
                  <c:v>0.6987255</c:v>
                </c:pt>
                <c:pt idx="101">
                  <c:v>0.76491220000000004</c:v>
                </c:pt>
                <c:pt idx="102">
                  <c:v>0.79611549999999998</c:v>
                </c:pt>
                <c:pt idx="103">
                  <c:v>0.83321339999999999</c:v>
                </c:pt>
                <c:pt idx="104">
                  <c:v>0.86740930000000005</c:v>
                </c:pt>
                <c:pt idx="105">
                  <c:v>0.882938</c:v>
                </c:pt>
                <c:pt idx="106">
                  <c:v>0.92440929999999999</c:v>
                </c:pt>
                <c:pt idx="107">
                  <c:v>0.99165760000000003</c:v>
                </c:pt>
                <c:pt idx="108">
                  <c:v>0.9870236</c:v>
                </c:pt>
                <c:pt idx="109">
                  <c:v>1.044562</c:v>
                </c:pt>
                <c:pt idx="110">
                  <c:v>1.049099</c:v>
                </c:pt>
                <c:pt idx="111">
                  <c:v>1.0927929999999999</c:v>
                </c:pt>
                <c:pt idx="112">
                  <c:v>1.08287</c:v>
                </c:pt>
                <c:pt idx="113">
                  <c:v>1.1009199999999999</c:v>
                </c:pt>
                <c:pt idx="114">
                  <c:v>1.1091709999999999</c:v>
                </c:pt>
                <c:pt idx="115">
                  <c:v>1.125278</c:v>
                </c:pt>
                <c:pt idx="116">
                  <c:v>1.122447</c:v>
                </c:pt>
                <c:pt idx="117">
                  <c:v>1.1642140000000001</c:v>
                </c:pt>
                <c:pt idx="118">
                  <c:v>1.1623490000000001</c:v>
                </c:pt>
                <c:pt idx="119">
                  <c:v>1.1332310000000001</c:v>
                </c:pt>
                <c:pt idx="120">
                  <c:v>1.0952459999999999</c:v>
                </c:pt>
                <c:pt idx="121">
                  <c:v>1.093628</c:v>
                </c:pt>
                <c:pt idx="122">
                  <c:v>1.1047169999999999</c:v>
                </c:pt>
                <c:pt idx="123">
                  <c:v>1.05379</c:v>
                </c:pt>
                <c:pt idx="124">
                  <c:v>1.047007</c:v>
                </c:pt>
                <c:pt idx="125">
                  <c:v>1.0370220000000001</c:v>
                </c:pt>
                <c:pt idx="126">
                  <c:v>0.99074010000000001</c:v>
                </c:pt>
                <c:pt idx="127">
                  <c:v>0.97100169999999997</c:v>
                </c:pt>
                <c:pt idx="128">
                  <c:v>0.99069240000000003</c:v>
                </c:pt>
                <c:pt idx="129">
                  <c:v>0.95038929999999999</c:v>
                </c:pt>
                <c:pt idx="130">
                  <c:v>0.943747</c:v>
                </c:pt>
                <c:pt idx="131">
                  <c:v>0.9354865</c:v>
                </c:pt>
                <c:pt idx="132">
                  <c:v>0.95326140000000004</c:v>
                </c:pt>
                <c:pt idx="133">
                  <c:v>0.93120570000000003</c:v>
                </c:pt>
                <c:pt idx="134">
                  <c:v>0.92686060000000003</c:v>
                </c:pt>
                <c:pt idx="135">
                  <c:v>0.95334730000000001</c:v>
                </c:pt>
                <c:pt idx="136">
                  <c:v>0.95019489999999995</c:v>
                </c:pt>
                <c:pt idx="137">
                  <c:v>0.96306820000000004</c:v>
                </c:pt>
                <c:pt idx="138">
                  <c:v>0.95330870000000001</c:v>
                </c:pt>
                <c:pt idx="139">
                  <c:v>0.93840869999999998</c:v>
                </c:pt>
                <c:pt idx="140">
                  <c:v>0.92776760000000003</c:v>
                </c:pt>
                <c:pt idx="141">
                  <c:v>0.94669709999999996</c:v>
                </c:pt>
                <c:pt idx="142">
                  <c:v>0.94078740000000005</c:v>
                </c:pt>
                <c:pt idx="143">
                  <c:v>0.96332530000000005</c:v>
                </c:pt>
                <c:pt idx="144">
                  <c:v>0.95008389999999998</c:v>
                </c:pt>
                <c:pt idx="145">
                  <c:v>0.98620560000000002</c:v>
                </c:pt>
                <c:pt idx="146">
                  <c:v>1.000062</c:v>
                </c:pt>
                <c:pt idx="147">
                  <c:v>1.0095460000000001</c:v>
                </c:pt>
                <c:pt idx="148">
                  <c:v>1.009795</c:v>
                </c:pt>
                <c:pt idx="149">
                  <c:v>1.0164029999999999</c:v>
                </c:pt>
                <c:pt idx="150">
                  <c:v>1.0108250000000001</c:v>
                </c:pt>
                <c:pt idx="151">
                  <c:v>1.0265820000000001</c:v>
                </c:pt>
                <c:pt idx="152">
                  <c:v>1.041523</c:v>
                </c:pt>
                <c:pt idx="153">
                  <c:v>1.0541069999999999</c:v>
                </c:pt>
                <c:pt idx="154">
                  <c:v>1.0236540000000001</c:v>
                </c:pt>
                <c:pt idx="155">
                  <c:v>1.0324549999999999</c:v>
                </c:pt>
                <c:pt idx="156">
                  <c:v>1.0708629999999999</c:v>
                </c:pt>
                <c:pt idx="157">
                  <c:v>1.066748</c:v>
                </c:pt>
                <c:pt idx="158">
                  <c:v>1.0386420000000001</c:v>
                </c:pt>
                <c:pt idx="159">
                  <c:v>1.0497019999999999</c:v>
                </c:pt>
                <c:pt idx="160">
                  <c:v>1.032249</c:v>
                </c:pt>
                <c:pt idx="161">
                  <c:v>1.043668</c:v>
                </c:pt>
                <c:pt idx="162">
                  <c:v>1.03847</c:v>
                </c:pt>
                <c:pt idx="163">
                  <c:v>1.0070140000000001</c:v>
                </c:pt>
                <c:pt idx="164">
                  <c:v>1.015226</c:v>
                </c:pt>
                <c:pt idx="165">
                  <c:v>1.005058</c:v>
                </c:pt>
                <c:pt idx="166">
                  <c:v>0.99158880000000005</c:v>
                </c:pt>
                <c:pt idx="167">
                  <c:v>0.98324990000000001</c:v>
                </c:pt>
                <c:pt idx="168">
                  <c:v>0.99237980000000003</c:v>
                </c:pt>
                <c:pt idx="169">
                  <c:v>1.0034179999999999</c:v>
                </c:pt>
                <c:pt idx="170">
                  <c:v>0.9833113</c:v>
                </c:pt>
                <c:pt idx="171">
                  <c:v>0.97153299999999998</c:v>
                </c:pt>
                <c:pt idx="172">
                  <c:v>0.96755080000000004</c:v>
                </c:pt>
                <c:pt idx="173">
                  <c:v>0.9817998</c:v>
                </c:pt>
                <c:pt idx="174">
                  <c:v>0.96295050000000004</c:v>
                </c:pt>
                <c:pt idx="175">
                  <c:v>0.97295770000000004</c:v>
                </c:pt>
                <c:pt idx="176">
                  <c:v>0.97269300000000003</c:v>
                </c:pt>
                <c:pt idx="177">
                  <c:v>0.97166759999999996</c:v>
                </c:pt>
                <c:pt idx="178">
                  <c:v>0.99024650000000003</c:v>
                </c:pt>
                <c:pt idx="179">
                  <c:v>0.98260749999999997</c:v>
                </c:pt>
                <c:pt idx="180">
                  <c:v>0.97746370000000005</c:v>
                </c:pt>
                <c:pt idx="181">
                  <c:v>0.99530799999999997</c:v>
                </c:pt>
                <c:pt idx="182">
                  <c:v>0.97978969999999999</c:v>
                </c:pt>
                <c:pt idx="183">
                  <c:v>1.008767</c:v>
                </c:pt>
                <c:pt idx="184">
                  <c:v>0.98624840000000003</c:v>
                </c:pt>
                <c:pt idx="185">
                  <c:v>0.99763109999999999</c:v>
                </c:pt>
                <c:pt idx="186">
                  <c:v>0.99806519999999999</c:v>
                </c:pt>
                <c:pt idx="187">
                  <c:v>1.0176099999999999</c:v>
                </c:pt>
                <c:pt idx="188">
                  <c:v>1.0184420000000001</c:v>
                </c:pt>
                <c:pt idx="189">
                  <c:v>1.0031080000000001</c:v>
                </c:pt>
                <c:pt idx="190">
                  <c:v>1.0214179999999999</c:v>
                </c:pt>
                <c:pt idx="191">
                  <c:v>1.0197970000000001</c:v>
                </c:pt>
                <c:pt idx="192">
                  <c:v>1.0133559999999999</c:v>
                </c:pt>
                <c:pt idx="193">
                  <c:v>1.0180750000000001</c:v>
                </c:pt>
                <c:pt idx="194">
                  <c:v>1.013242</c:v>
                </c:pt>
                <c:pt idx="195">
                  <c:v>1.0214449999999999</c:v>
                </c:pt>
                <c:pt idx="196">
                  <c:v>1.0199290000000001</c:v>
                </c:pt>
                <c:pt idx="197">
                  <c:v>1.0226660000000001</c:v>
                </c:pt>
                <c:pt idx="198">
                  <c:v>1.0205010000000001</c:v>
                </c:pt>
                <c:pt idx="199">
                  <c:v>1.0203770000000001</c:v>
                </c:pt>
                <c:pt idx="200">
                  <c:v>1.0013080000000001</c:v>
                </c:pt>
                <c:pt idx="201">
                  <c:v>1.00091</c:v>
                </c:pt>
                <c:pt idx="202">
                  <c:v>1.021347</c:v>
                </c:pt>
                <c:pt idx="203">
                  <c:v>1.0265709999999999</c:v>
                </c:pt>
                <c:pt idx="204">
                  <c:v>1.0004519999999999</c:v>
                </c:pt>
                <c:pt idx="205">
                  <c:v>0.98953400000000002</c:v>
                </c:pt>
                <c:pt idx="206">
                  <c:v>1.0078069999999999</c:v>
                </c:pt>
                <c:pt idx="207">
                  <c:v>0.97730989999999995</c:v>
                </c:pt>
                <c:pt idx="208">
                  <c:v>0.98315540000000001</c:v>
                </c:pt>
                <c:pt idx="209">
                  <c:v>0.97938760000000002</c:v>
                </c:pt>
                <c:pt idx="210">
                  <c:v>0.99547110000000005</c:v>
                </c:pt>
                <c:pt idx="211">
                  <c:v>0.99082490000000001</c:v>
                </c:pt>
                <c:pt idx="212">
                  <c:v>0.96422390000000002</c:v>
                </c:pt>
                <c:pt idx="213">
                  <c:v>0.98369450000000003</c:v>
                </c:pt>
                <c:pt idx="214">
                  <c:v>0.99253060000000004</c:v>
                </c:pt>
                <c:pt idx="215">
                  <c:v>0.98511780000000004</c:v>
                </c:pt>
                <c:pt idx="216">
                  <c:v>0.99630490000000005</c:v>
                </c:pt>
                <c:pt idx="217">
                  <c:v>0.97057309999999997</c:v>
                </c:pt>
                <c:pt idx="218">
                  <c:v>0.99542819999999999</c:v>
                </c:pt>
                <c:pt idx="219">
                  <c:v>1.000326</c:v>
                </c:pt>
                <c:pt idx="220">
                  <c:v>0.97192690000000004</c:v>
                </c:pt>
                <c:pt idx="221">
                  <c:v>1.0114749999999999</c:v>
                </c:pt>
                <c:pt idx="222">
                  <c:v>1.0018990000000001</c:v>
                </c:pt>
                <c:pt idx="223">
                  <c:v>0.98488399999999998</c:v>
                </c:pt>
                <c:pt idx="224">
                  <c:v>1.0208740000000001</c:v>
                </c:pt>
                <c:pt idx="225">
                  <c:v>0.99822520000000003</c:v>
                </c:pt>
                <c:pt idx="226">
                  <c:v>1.0073000000000001</c:v>
                </c:pt>
                <c:pt idx="227">
                  <c:v>1.008656</c:v>
                </c:pt>
                <c:pt idx="228">
                  <c:v>1.0040560000000001</c:v>
                </c:pt>
                <c:pt idx="229">
                  <c:v>1.0102679999999999</c:v>
                </c:pt>
                <c:pt idx="230">
                  <c:v>1.007682</c:v>
                </c:pt>
                <c:pt idx="231">
                  <c:v>0.99527730000000003</c:v>
                </c:pt>
                <c:pt idx="232">
                  <c:v>1.0198160000000001</c:v>
                </c:pt>
                <c:pt idx="233">
                  <c:v>1.008942</c:v>
                </c:pt>
                <c:pt idx="234">
                  <c:v>1.007252</c:v>
                </c:pt>
                <c:pt idx="235">
                  <c:v>1.0036149999999999</c:v>
                </c:pt>
                <c:pt idx="236">
                  <c:v>1.0021249999999999</c:v>
                </c:pt>
                <c:pt idx="237">
                  <c:v>1.0157449999999999</c:v>
                </c:pt>
                <c:pt idx="238">
                  <c:v>1.001722</c:v>
                </c:pt>
                <c:pt idx="239">
                  <c:v>0.99862830000000002</c:v>
                </c:pt>
                <c:pt idx="240">
                  <c:v>1.000937</c:v>
                </c:pt>
                <c:pt idx="241">
                  <c:v>1.007816</c:v>
                </c:pt>
                <c:pt idx="242">
                  <c:v>0.99600699999999998</c:v>
                </c:pt>
                <c:pt idx="243">
                  <c:v>1.009565</c:v>
                </c:pt>
                <c:pt idx="244">
                  <c:v>1.005125</c:v>
                </c:pt>
                <c:pt idx="245">
                  <c:v>0.98441599999999996</c:v>
                </c:pt>
                <c:pt idx="246">
                  <c:v>1.008019</c:v>
                </c:pt>
                <c:pt idx="247">
                  <c:v>0.99960349999999998</c:v>
                </c:pt>
                <c:pt idx="248">
                  <c:v>1.001441</c:v>
                </c:pt>
                <c:pt idx="249">
                  <c:v>0.97843029999999998</c:v>
                </c:pt>
                <c:pt idx="250">
                  <c:v>0.99896339999999995</c:v>
                </c:pt>
                <c:pt idx="251">
                  <c:v>0.99709110000000001</c:v>
                </c:pt>
                <c:pt idx="252">
                  <c:v>0.9798576</c:v>
                </c:pt>
                <c:pt idx="253">
                  <c:v>1.0006139999999999</c:v>
                </c:pt>
                <c:pt idx="254">
                  <c:v>0.98625300000000005</c:v>
                </c:pt>
                <c:pt idx="255">
                  <c:v>0.98293839999999999</c:v>
                </c:pt>
                <c:pt idx="256">
                  <c:v>0.99960490000000002</c:v>
                </c:pt>
                <c:pt idx="257">
                  <c:v>1.000599</c:v>
                </c:pt>
                <c:pt idx="258">
                  <c:v>1.0004919999999999</c:v>
                </c:pt>
                <c:pt idx="259">
                  <c:v>1.004049</c:v>
                </c:pt>
                <c:pt idx="260">
                  <c:v>0.9916142</c:v>
                </c:pt>
                <c:pt idx="261">
                  <c:v>1.0083629999999999</c:v>
                </c:pt>
                <c:pt idx="262">
                  <c:v>1.0024329999999999</c:v>
                </c:pt>
                <c:pt idx="263">
                  <c:v>1.012966</c:v>
                </c:pt>
                <c:pt idx="264">
                  <c:v>0.99754050000000005</c:v>
                </c:pt>
                <c:pt idx="265">
                  <c:v>1.001528</c:v>
                </c:pt>
                <c:pt idx="266">
                  <c:v>0.9996294</c:v>
                </c:pt>
                <c:pt idx="267">
                  <c:v>1.0068049999999999</c:v>
                </c:pt>
                <c:pt idx="268">
                  <c:v>1.000877</c:v>
                </c:pt>
                <c:pt idx="269">
                  <c:v>1.0119689999999999</c:v>
                </c:pt>
                <c:pt idx="270">
                  <c:v>1.0023850000000001</c:v>
                </c:pt>
                <c:pt idx="271">
                  <c:v>1.0054479999999999</c:v>
                </c:pt>
                <c:pt idx="272">
                  <c:v>0.99934420000000002</c:v>
                </c:pt>
                <c:pt idx="273">
                  <c:v>0.99712259999999997</c:v>
                </c:pt>
                <c:pt idx="274">
                  <c:v>0.99830459999999999</c:v>
                </c:pt>
                <c:pt idx="275">
                  <c:v>1.01186</c:v>
                </c:pt>
                <c:pt idx="276">
                  <c:v>1.0094700000000001</c:v>
                </c:pt>
                <c:pt idx="277">
                  <c:v>1.0028950000000001</c:v>
                </c:pt>
                <c:pt idx="278">
                  <c:v>1.0003120000000001</c:v>
                </c:pt>
                <c:pt idx="279">
                  <c:v>0.9982143</c:v>
                </c:pt>
                <c:pt idx="280">
                  <c:v>1.0040450000000001</c:v>
                </c:pt>
                <c:pt idx="281">
                  <c:v>0.9967492</c:v>
                </c:pt>
                <c:pt idx="282">
                  <c:v>1.004643</c:v>
                </c:pt>
                <c:pt idx="283">
                  <c:v>0.9846068</c:v>
                </c:pt>
                <c:pt idx="284">
                  <c:v>0.98380719999999999</c:v>
                </c:pt>
                <c:pt idx="285">
                  <c:v>0.99059779999999997</c:v>
                </c:pt>
                <c:pt idx="286">
                  <c:v>1.0002089999999999</c:v>
                </c:pt>
                <c:pt idx="287">
                  <c:v>0.99098529999999996</c:v>
                </c:pt>
                <c:pt idx="288">
                  <c:v>1.003044</c:v>
                </c:pt>
                <c:pt idx="289">
                  <c:v>0.99954829999999995</c:v>
                </c:pt>
                <c:pt idx="290">
                  <c:v>0.99506510000000004</c:v>
                </c:pt>
                <c:pt idx="291">
                  <c:v>0.98341319999999999</c:v>
                </c:pt>
                <c:pt idx="292">
                  <c:v>1.001177</c:v>
                </c:pt>
                <c:pt idx="293">
                  <c:v>1.00265</c:v>
                </c:pt>
                <c:pt idx="294">
                  <c:v>1.009002</c:v>
                </c:pt>
                <c:pt idx="295">
                  <c:v>1.0041929999999999</c:v>
                </c:pt>
                <c:pt idx="296">
                  <c:v>1.0016640000000001</c:v>
                </c:pt>
                <c:pt idx="297">
                  <c:v>1.000111</c:v>
                </c:pt>
                <c:pt idx="298">
                  <c:v>0.98585109999999998</c:v>
                </c:pt>
                <c:pt idx="299">
                  <c:v>0.99960629999999995</c:v>
                </c:pt>
                <c:pt idx="300">
                  <c:v>1.0029220000000001</c:v>
                </c:pt>
                <c:pt idx="301">
                  <c:v>1.000048</c:v>
                </c:pt>
                <c:pt idx="302">
                  <c:v>1.0067630000000001</c:v>
                </c:pt>
                <c:pt idx="303">
                  <c:v>1.002084</c:v>
                </c:pt>
                <c:pt idx="304">
                  <c:v>0.99880659999999999</c:v>
                </c:pt>
                <c:pt idx="305">
                  <c:v>1.0017149999999999</c:v>
                </c:pt>
                <c:pt idx="306">
                  <c:v>0.99468599999999996</c:v>
                </c:pt>
                <c:pt idx="307">
                  <c:v>0.99012180000000005</c:v>
                </c:pt>
                <c:pt idx="308">
                  <c:v>1.0072030000000001</c:v>
                </c:pt>
                <c:pt idx="309">
                  <c:v>1.0100549999999999</c:v>
                </c:pt>
                <c:pt idx="310">
                  <c:v>1.00203</c:v>
                </c:pt>
                <c:pt idx="311">
                  <c:v>0.99408629999999998</c:v>
                </c:pt>
                <c:pt idx="312">
                  <c:v>0.98732629999999999</c:v>
                </c:pt>
                <c:pt idx="313">
                  <c:v>1.002766</c:v>
                </c:pt>
                <c:pt idx="314">
                  <c:v>0.99198030000000004</c:v>
                </c:pt>
                <c:pt idx="315">
                  <c:v>1.0054780000000001</c:v>
                </c:pt>
                <c:pt idx="316">
                  <c:v>1.0061850000000001</c:v>
                </c:pt>
                <c:pt idx="317">
                  <c:v>0.99544759999999999</c:v>
                </c:pt>
                <c:pt idx="318">
                  <c:v>1.000049</c:v>
                </c:pt>
                <c:pt idx="319">
                  <c:v>0.9970812</c:v>
                </c:pt>
                <c:pt idx="320">
                  <c:v>0.99810679999999996</c:v>
                </c:pt>
                <c:pt idx="321">
                  <c:v>0.99935169999999995</c:v>
                </c:pt>
                <c:pt idx="322">
                  <c:v>1.0061659999999999</c:v>
                </c:pt>
                <c:pt idx="323">
                  <c:v>0.99911369999999999</c:v>
                </c:pt>
                <c:pt idx="324">
                  <c:v>0.98500670000000001</c:v>
                </c:pt>
                <c:pt idx="325">
                  <c:v>0.99193810000000004</c:v>
                </c:pt>
                <c:pt idx="326">
                  <c:v>1.0038860000000001</c:v>
                </c:pt>
                <c:pt idx="327">
                  <c:v>1.006116</c:v>
                </c:pt>
                <c:pt idx="328">
                  <c:v>1.0016259999999999</c:v>
                </c:pt>
                <c:pt idx="329">
                  <c:v>1.000353</c:v>
                </c:pt>
                <c:pt idx="330">
                  <c:v>1.001965</c:v>
                </c:pt>
                <c:pt idx="331">
                  <c:v>1.0062770000000001</c:v>
                </c:pt>
                <c:pt idx="332">
                  <c:v>1.00491</c:v>
                </c:pt>
                <c:pt idx="333">
                  <c:v>0.99469560000000001</c:v>
                </c:pt>
                <c:pt idx="334">
                  <c:v>0.99510399999999999</c:v>
                </c:pt>
                <c:pt idx="335">
                  <c:v>0.98803510000000005</c:v>
                </c:pt>
                <c:pt idx="336">
                  <c:v>0.99844429999999995</c:v>
                </c:pt>
                <c:pt idx="337">
                  <c:v>1.002129</c:v>
                </c:pt>
                <c:pt idx="338">
                  <c:v>1.0016039999999999</c:v>
                </c:pt>
                <c:pt idx="339">
                  <c:v>0.99072789999999999</c:v>
                </c:pt>
                <c:pt idx="340">
                  <c:v>0.99257980000000001</c:v>
                </c:pt>
                <c:pt idx="341">
                  <c:v>1.0042949999999999</c:v>
                </c:pt>
                <c:pt idx="342">
                  <c:v>0.9984478</c:v>
                </c:pt>
                <c:pt idx="343">
                  <c:v>1.0022180000000001</c:v>
                </c:pt>
                <c:pt idx="344">
                  <c:v>0.99719880000000005</c:v>
                </c:pt>
                <c:pt idx="345">
                  <c:v>1.003139</c:v>
                </c:pt>
                <c:pt idx="346">
                  <c:v>0.99943789999999999</c:v>
                </c:pt>
                <c:pt idx="347">
                  <c:v>1.0081549999999999</c:v>
                </c:pt>
                <c:pt idx="348">
                  <c:v>1.0036389999999999</c:v>
                </c:pt>
                <c:pt idx="349">
                  <c:v>1.0015909999999999</c:v>
                </c:pt>
                <c:pt idx="350">
                  <c:v>1.003328</c:v>
                </c:pt>
                <c:pt idx="351">
                  <c:v>0.99919820000000004</c:v>
                </c:pt>
                <c:pt idx="352">
                  <c:v>1.0039149999999999</c:v>
                </c:pt>
                <c:pt idx="353">
                  <c:v>1.006543</c:v>
                </c:pt>
                <c:pt idx="354">
                  <c:v>1.0063759999999999</c:v>
                </c:pt>
                <c:pt idx="355">
                  <c:v>0.99767430000000001</c:v>
                </c:pt>
                <c:pt idx="356">
                  <c:v>1.0036929999999999</c:v>
                </c:pt>
                <c:pt idx="357">
                  <c:v>1.004864</c:v>
                </c:pt>
                <c:pt idx="358">
                  <c:v>0.99930240000000004</c:v>
                </c:pt>
                <c:pt idx="359">
                  <c:v>1.001546</c:v>
                </c:pt>
                <c:pt idx="360">
                  <c:v>0.99391850000000004</c:v>
                </c:pt>
                <c:pt idx="361">
                  <c:v>0.99687499999999996</c:v>
                </c:pt>
                <c:pt idx="362">
                  <c:v>1.000151</c:v>
                </c:pt>
                <c:pt idx="363">
                  <c:v>0.99244299999999996</c:v>
                </c:pt>
                <c:pt idx="364">
                  <c:v>0.99170849999999999</c:v>
                </c:pt>
                <c:pt idx="365">
                  <c:v>1.0014479999999999</c:v>
                </c:pt>
                <c:pt idx="366">
                  <c:v>0.99685500000000005</c:v>
                </c:pt>
                <c:pt idx="367">
                  <c:v>1.0081640000000001</c:v>
                </c:pt>
                <c:pt idx="368">
                  <c:v>1.0034730000000001</c:v>
                </c:pt>
                <c:pt idx="369">
                  <c:v>0.99922569999999999</c:v>
                </c:pt>
                <c:pt idx="370">
                  <c:v>1.004885</c:v>
                </c:pt>
                <c:pt idx="371">
                  <c:v>1.004011</c:v>
                </c:pt>
                <c:pt idx="372">
                  <c:v>0.99804570000000004</c:v>
                </c:pt>
                <c:pt idx="373">
                  <c:v>0.98219939999999994</c:v>
                </c:pt>
                <c:pt idx="374">
                  <c:v>0.99958349999999996</c:v>
                </c:pt>
                <c:pt idx="375">
                  <c:v>1.008024</c:v>
                </c:pt>
                <c:pt idx="376">
                  <c:v>1.005932</c:v>
                </c:pt>
                <c:pt idx="377">
                  <c:v>1.0062990000000001</c:v>
                </c:pt>
                <c:pt idx="378">
                  <c:v>0.993062</c:v>
                </c:pt>
                <c:pt idx="379">
                  <c:v>0.99751339999999999</c:v>
                </c:pt>
                <c:pt idx="380">
                  <c:v>1.0039309999999999</c:v>
                </c:pt>
                <c:pt idx="381">
                  <c:v>0.99189329999999998</c:v>
                </c:pt>
                <c:pt idx="382">
                  <c:v>0.99806850000000003</c:v>
                </c:pt>
                <c:pt idx="383">
                  <c:v>0.99047770000000002</c:v>
                </c:pt>
                <c:pt idx="384">
                  <c:v>0.99322809999999995</c:v>
                </c:pt>
                <c:pt idx="385">
                  <c:v>0.99323729999999999</c:v>
                </c:pt>
                <c:pt idx="386">
                  <c:v>1.0087980000000001</c:v>
                </c:pt>
                <c:pt idx="387">
                  <c:v>1.000192</c:v>
                </c:pt>
                <c:pt idx="388">
                  <c:v>0.99960870000000002</c:v>
                </c:pt>
                <c:pt idx="389">
                  <c:v>0.9996062</c:v>
                </c:pt>
                <c:pt idx="390">
                  <c:v>1.0042679999999999</c:v>
                </c:pt>
                <c:pt idx="391">
                  <c:v>1.011147</c:v>
                </c:pt>
                <c:pt idx="392">
                  <c:v>1.0003409999999999</c:v>
                </c:pt>
                <c:pt idx="393">
                  <c:v>1.0005949999999999</c:v>
                </c:pt>
                <c:pt idx="394">
                  <c:v>0.9953921</c:v>
                </c:pt>
                <c:pt idx="395">
                  <c:v>0.99039500000000003</c:v>
                </c:pt>
                <c:pt idx="396">
                  <c:v>0.99769850000000004</c:v>
                </c:pt>
                <c:pt idx="397">
                  <c:v>0.99868619999999997</c:v>
                </c:pt>
                <c:pt idx="398">
                  <c:v>1.007792</c:v>
                </c:pt>
                <c:pt idx="399">
                  <c:v>0.9973128</c:v>
                </c:pt>
                <c:pt idx="400">
                  <c:v>0.99864410000000003</c:v>
                </c:pt>
                <c:pt idx="401">
                  <c:v>1.002761</c:v>
                </c:pt>
                <c:pt idx="402">
                  <c:v>1.0013909999999999</c:v>
                </c:pt>
                <c:pt idx="403">
                  <c:v>1.005452</c:v>
                </c:pt>
                <c:pt idx="404">
                  <c:v>1.002991</c:v>
                </c:pt>
                <c:pt idx="405">
                  <c:v>1.002597</c:v>
                </c:pt>
                <c:pt idx="406">
                  <c:v>1.0028919999999999</c:v>
                </c:pt>
                <c:pt idx="407">
                  <c:v>1.0066390000000001</c:v>
                </c:pt>
                <c:pt idx="408">
                  <c:v>1.000254</c:v>
                </c:pt>
                <c:pt idx="409">
                  <c:v>1.0064569999999999</c:v>
                </c:pt>
                <c:pt idx="410">
                  <c:v>1.005644</c:v>
                </c:pt>
                <c:pt idx="411">
                  <c:v>0.99978089999999997</c:v>
                </c:pt>
                <c:pt idx="412">
                  <c:v>0.99494519999999997</c:v>
                </c:pt>
                <c:pt idx="413">
                  <c:v>1.002399</c:v>
                </c:pt>
                <c:pt idx="414">
                  <c:v>0.99763869999999999</c:v>
                </c:pt>
                <c:pt idx="415">
                  <c:v>1.001735</c:v>
                </c:pt>
                <c:pt idx="416">
                  <c:v>0.99867139999999999</c:v>
                </c:pt>
                <c:pt idx="417">
                  <c:v>1.0048109999999999</c:v>
                </c:pt>
                <c:pt idx="418">
                  <c:v>1.0009330000000001</c:v>
                </c:pt>
                <c:pt idx="419">
                  <c:v>1.002928</c:v>
                </c:pt>
                <c:pt idx="420">
                  <c:v>1.0005850000000001</c:v>
                </c:pt>
                <c:pt idx="421">
                  <c:v>1.009441</c:v>
                </c:pt>
                <c:pt idx="422">
                  <c:v>1.003779</c:v>
                </c:pt>
                <c:pt idx="423">
                  <c:v>0.98778129999999997</c:v>
                </c:pt>
                <c:pt idx="424">
                  <c:v>1.004416</c:v>
                </c:pt>
                <c:pt idx="425">
                  <c:v>0.99867939999999999</c:v>
                </c:pt>
                <c:pt idx="426">
                  <c:v>0.99852110000000005</c:v>
                </c:pt>
                <c:pt idx="427">
                  <c:v>1.0021139999999999</c:v>
                </c:pt>
                <c:pt idx="428">
                  <c:v>1.0023040000000001</c:v>
                </c:pt>
                <c:pt idx="429">
                  <c:v>0.99378069999999996</c:v>
                </c:pt>
                <c:pt idx="430">
                  <c:v>0.99394579999999999</c:v>
                </c:pt>
                <c:pt idx="431">
                  <c:v>0.99507650000000003</c:v>
                </c:pt>
                <c:pt idx="432">
                  <c:v>0.99999979999999999</c:v>
                </c:pt>
                <c:pt idx="433">
                  <c:v>1.0018419999999999</c:v>
                </c:pt>
                <c:pt idx="434">
                  <c:v>0.99814670000000005</c:v>
                </c:pt>
                <c:pt idx="435">
                  <c:v>1.0040150000000001</c:v>
                </c:pt>
                <c:pt idx="436">
                  <c:v>0.9945889</c:v>
                </c:pt>
                <c:pt idx="437">
                  <c:v>0.99931179999999997</c:v>
                </c:pt>
                <c:pt idx="438">
                  <c:v>0.99650349999999999</c:v>
                </c:pt>
                <c:pt idx="439">
                  <c:v>0.99884620000000002</c:v>
                </c:pt>
                <c:pt idx="440">
                  <c:v>1.006078</c:v>
                </c:pt>
                <c:pt idx="441">
                  <c:v>0.99975849999999999</c:v>
                </c:pt>
                <c:pt idx="442">
                  <c:v>0.9983052</c:v>
                </c:pt>
                <c:pt idx="443">
                  <c:v>1.0014639999999999</c:v>
                </c:pt>
                <c:pt idx="444">
                  <c:v>0.9986043</c:v>
                </c:pt>
                <c:pt idx="445">
                  <c:v>0.99789430000000001</c:v>
                </c:pt>
                <c:pt idx="446">
                  <c:v>1.001598</c:v>
                </c:pt>
                <c:pt idx="447">
                  <c:v>0.99692720000000001</c:v>
                </c:pt>
                <c:pt idx="448">
                  <c:v>1.004923</c:v>
                </c:pt>
                <c:pt idx="449">
                  <c:v>0.99770340000000002</c:v>
                </c:pt>
                <c:pt idx="450">
                  <c:v>0.99930750000000002</c:v>
                </c:pt>
                <c:pt idx="451">
                  <c:v>1.0009790000000001</c:v>
                </c:pt>
                <c:pt idx="452">
                  <c:v>1.0097210000000001</c:v>
                </c:pt>
                <c:pt idx="453">
                  <c:v>0.99879169999999995</c:v>
                </c:pt>
                <c:pt idx="454">
                  <c:v>0.99901130000000005</c:v>
                </c:pt>
                <c:pt idx="455">
                  <c:v>1.000491</c:v>
                </c:pt>
                <c:pt idx="456">
                  <c:v>0.99440530000000005</c:v>
                </c:pt>
                <c:pt idx="457">
                  <c:v>0.99590840000000003</c:v>
                </c:pt>
                <c:pt idx="458">
                  <c:v>1.000677</c:v>
                </c:pt>
                <c:pt idx="459">
                  <c:v>1.003846</c:v>
                </c:pt>
                <c:pt idx="460">
                  <c:v>1.0003709999999999</c:v>
                </c:pt>
                <c:pt idx="461">
                  <c:v>0.99824389999999996</c:v>
                </c:pt>
                <c:pt idx="462">
                  <c:v>1.000729</c:v>
                </c:pt>
                <c:pt idx="463">
                  <c:v>1.001142</c:v>
                </c:pt>
                <c:pt idx="464">
                  <c:v>1.0012840000000001</c:v>
                </c:pt>
                <c:pt idx="465">
                  <c:v>0.99724889999999999</c:v>
                </c:pt>
                <c:pt idx="466">
                  <c:v>1.000103</c:v>
                </c:pt>
                <c:pt idx="467">
                  <c:v>0.99127710000000002</c:v>
                </c:pt>
                <c:pt idx="468">
                  <c:v>1.0029349999999999</c:v>
                </c:pt>
                <c:pt idx="469">
                  <c:v>1.00115</c:v>
                </c:pt>
                <c:pt idx="470">
                  <c:v>1.00204</c:v>
                </c:pt>
                <c:pt idx="471">
                  <c:v>0.99089499999999997</c:v>
                </c:pt>
                <c:pt idx="472">
                  <c:v>1.0043869999999999</c:v>
                </c:pt>
                <c:pt idx="473">
                  <c:v>0.99811459999999996</c:v>
                </c:pt>
                <c:pt idx="474">
                  <c:v>0.99995730000000005</c:v>
                </c:pt>
                <c:pt idx="475">
                  <c:v>1.0063610000000001</c:v>
                </c:pt>
                <c:pt idx="476">
                  <c:v>1.0065980000000001</c:v>
                </c:pt>
                <c:pt idx="477">
                  <c:v>1.001234</c:v>
                </c:pt>
                <c:pt idx="478">
                  <c:v>1.0052380000000001</c:v>
                </c:pt>
                <c:pt idx="479">
                  <c:v>1.0011669999999999</c:v>
                </c:pt>
                <c:pt idx="480">
                  <c:v>1.0012259999999999</c:v>
                </c:pt>
                <c:pt idx="481">
                  <c:v>0.99635410000000002</c:v>
                </c:pt>
                <c:pt idx="482">
                  <c:v>1.0054179999999999</c:v>
                </c:pt>
                <c:pt idx="483">
                  <c:v>0.99624429999999997</c:v>
                </c:pt>
                <c:pt idx="484">
                  <c:v>1.002985</c:v>
                </c:pt>
                <c:pt idx="485">
                  <c:v>0.99775820000000004</c:v>
                </c:pt>
                <c:pt idx="486">
                  <c:v>0.99759019999999998</c:v>
                </c:pt>
                <c:pt idx="487">
                  <c:v>0.99943269999999995</c:v>
                </c:pt>
                <c:pt idx="488">
                  <c:v>1.00379</c:v>
                </c:pt>
                <c:pt idx="489">
                  <c:v>0.99932500000000002</c:v>
                </c:pt>
                <c:pt idx="490">
                  <c:v>0.9962472</c:v>
                </c:pt>
                <c:pt idx="491">
                  <c:v>1.000894</c:v>
                </c:pt>
                <c:pt idx="492">
                  <c:v>0.99905909999999998</c:v>
                </c:pt>
                <c:pt idx="493">
                  <c:v>1.003091</c:v>
                </c:pt>
                <c:pt idx="494">
                  <c:v>1.003906</c:v>
                </c:pt>
                <c:pt idx="495">
                  <c:v>0.99887789999999999</c:v>
                </c:pt>
                <c:pt idx="496">
                  <c:v>0.99511859999999996</c:v>
                </c:pt>
                <c:pt idx="497">
                  <c:v>1.004235</c:v>
                </c:pt>
                <c:pt idx="498">
                  <c:v>0.99791090000000005</c:v>
                </c:pt>
                <c:pt idx="499">
                  <c:v>0.99790040000000002</c:v>
                </c:pt>
                <c:pt idx="500">
                  <c:v>1.0011460000000001</c:v>
                </c:pt>
                <c:pt idx="501">
                  <c:v>1.0017130000000001</c:v>
                </c:pt>
                <c:pt idx="502">
                  <c:v>1.004416</c:v>
                </c:pt>
                <c:pt idx="503">
                  <c:v>1.002003</c:v>
                </c:pt>
                <c:pt idx="504">
                  <c:v>1.0016309999999999</c:v>
                </c:pt>
                <c:pt idx="505">
                  <c:v>1.0019089999999999</c:v>
                </c:pt>
                <c:pt idx="506">
                  <c:v>0.99735180000000001</c:v>
                </c:pt>
                <c:pt idx="507">
                  <c:v>1.0003839999999999</c:v>
                </c:pt>
                <c:pt idx="508">
                  <c:v>1.0084310000000001</c:v>
                </c:pt>
                <c:pt idx="509">
                  <c:v>0.99710670000000001</c:v>
                </c:pt>
                <c:pt idx="510">
                  <c:v>0.99901249999999997</c:v>
                </c:pt>
                <c:pt idx="511">
                  <c:v>0.99606570000000005</c:v>
                </c:pt>
                <c:pt idx="512">
                  <c:v>0.99620500000000001</c:v>
                </c:pt>
                <c:pt idx="513">
                  <c:v>0.99360110000000001</c:v>
                </c:pt>
                <c:pt idx="514">
                  <c:v>0.99933609999999995</c:v>
                </c:pt>
                <c:pt idx="515">
                  <c:v>0.99185800000000002</c:v>
                </c:pt>
                <c:pt idx="516">
                  <c:v>1.000731</c:v>
                </c:pt>
              </c:numCache>
            </c:numRef>
          </c:yVal>
          <c:smooth val="1"/>
          <c:extLst>
            <c:ext xmlns:c16="http://schemas.microsoft.com/office/drawing/2014/chart" uri="{C3380CC4-5D6E-409C-BE32-E72D297353CC}">
              <c16:uniqueId val="{00000003-2F69-4D7F-BDCE-E9FA2D77B338}"/>
            </c:ext>
          </c:extLst>
        </c:ser>
        <c:ser>
          <c:idx val="4"/>
          <c:order val="4"/>
          <c:tx>
            <c:strRef>
              <c:f>Sheet1!$G$1</c:f>
              <c:strCache>
                <c:ptCount val="1"/>
                <c:pt idx="0">
                  <c:v>Ti-Ti</c:v>
                </c:pt>
              </c:strCache>
            </c:strRef>
          </c:tx>
          <c:spPr>
            <a:ln w="19050" cap="rnd">
              <a:solidFill>
                <a:schemeClr val="accent5"/>
              </a:solidFill>
              <a:round/>
            </a:ln>
            <a:effectLst/>
          </c:spPr>
          <c:marker>
            <c:symbol val="none"/>
          </c:marker>
          <c:xVal>
            <c:numRef>
              <c:f>Sheet1!$B$2:$B$1550</c:f>
              <c:numCache>
                <c:formatCode>0.00E+00</c:formatCode>
                <c:ptCount val="517"/>
                <c:pt idx="0">
                  <c:v>0.06</c:v>
                </c:pt>
                <c:pt idx="1">
                  <c:v>0.12</c:v>
                </c:pt>
                <c:pt idx="2">
                  <c:v>0.18</c:v>
                </c:pt>
                <c:pt idx="3">
                  <c:v>0.24</c:v>
                </c:pt>
                <c:pt idx="4">
                  <c:v>0.3</c:v>
                </c:pt>
                <c:pt idx="5">
                  <c:v>0.36</c:v>
                </c:pt>
                <c:pt idx="6">
                  <c:v>0.42</c:v>
                </c:pt>
                <c:pt idx="7">
                  <c:v>0.48</c:v>
                </c:pt>
                <c:pt idx="8">
                  <c:v>0.54</c:v>
                </c:pt>
                <c:pt idx="9">
                  <c:v>0.6</c:v>
                </c:pt>
                <c:pt idx="10">
                  <c:v>0.66</c:v>
                </c:pt>
                <c:pt idx="11">
                  <c:v>0.72</c:v>
                </c:pt>
                <c:pt idx="12">
                  <c:v>0.78</c:v>
                </c:pt>
                <c:pt idx="13">
                  <c:v>0.84</c:v>
                </c:pt>
                <c:pt idx="14">
                  <c:v>0.9</c:v>
                </c:pt>
                <c:pt idx="15">
                  <c:v>0.96</c:v>
                </c:pt>
                <c:pt idx="16" formatCode="General">
                  <c:v>1.02</c:v>
                </c:pt>
                <c:pt idx="17" formatCode="General">
                  <c:v>1.08</c:v>
                </c:pt>
                <c:pt idx="18" formatCode="General">
                  <c:v>1.1399999999999999</c:v>
                </c:pt>
                <c:pt idx="19" formatCode="General">
                  <c:v>1.2</c:v>
                </c:pt>
                <c:pt idx="20" formatCode="General">
                  <c:v>1.26</c:v>
                </c:pt>
                <c:pt idx="21" formatCode="General">
                  <c:v>1.32</c:v>
                </c:pt>
                <c:pt idx="22" formatCode="General">
                  <c:v>1.38</c:v>
                </c:pt>
                <c:pt idx="23" formatCode="General">
                  <c:v>1.44</c:v>
                </c:pt>
                <c:pt idx="24" formatCode="General">
                  <c:v>1.5</c:v>
                </c:pt>
                <c:pt idx="25" formatCode="General">
                  <c:v>1.56</c:v>
                </c:pt>
                <c:pt idx="26" formatCode="General">
                  <c:v>1.62</c:v>
                </c:pt>
                <c:pt idx="27" formatCode="General">
                  <c:v>1.68</c:v>
                </c:pt>
                <c:pt idx="28" formatCode="General">
                  <c:v>1.74</c:v>
                </c:pt>
                <c:pt idx="29" formatCode="General">
                  <c:v>1.8</c:v>
                </c:pt>
                <c:pt idx="30" formatCode="General">
                  <c:v>1.86</c:v>
                </c:pt>
                <c:pt idx="31" formatCode="General">
                  <c:v>1.92</c:v>
                </c:pt>
                <c:pt idx="32" formatCode="General">
                  <c:v>1.98</c:v>
                </c:pt>
                <c:pt idx="33" formatCode="General">
                  <c:v>2.04</c:v>
                </c:pt>
                <c:pt idx="34" formatCode="General">
                  <c:v>2.1</c:v>
                </c:pt>
                <c:pt idx="35" formatCode="General">
                  <c:v>2.16</c:v>
                </c:pt>
                <c:pt idx="36" formatCode="General">
                  <c:v>2.2200000000000002</c:v>
                </c:pt>
                <c:pt idx="37" formatCode="General">
                  <c:v>2.2799999999999998</c:v>
                </c:pt>
                <c:pt idx="38" formatCode="General">
                  <c:v>2.34</c:v>
                </c:pt>
                <c:pt idx="39" formatCode="General">
                  <c:v>2.4</c:v>
                </c:pt>
                <c:pt idx="40" formatCode="General">
                  <c:v>2.46</c:v>
                </c:pt>
                <c:pt idx="41" formatCode="General">
                  <c:v>2.52</c:v>
                </c:pt>
                <c:pt idx="42" formatCode="General">
                  <c:v>2.58</c:v>
                </c:pt>
                <c:pt idx="43" formatCode="General">
                  <c:v>2.64</c:v>
                </c:pt>
                <c:pt idx="44" formatCode="General">
                  <c:v>2.7</c:v>
                </c:pt>
                <c:pt idx="45" formatCode="General">
                  <c:v>2.76</c:v>
                </c:pt>
                <c:pt idx="46" formatCode="General">
                  <c:v>2.82</c:v>
                </c:pt>
                <c:pt idx="47" formatCode="General">
                  <c:v>2.88</c:v>
                </c:pt>
                <c:pt idx="48" formatCode="General">
                  <c:v>2.94</c:v>
                </c:pt>
                <c:pt idx="49" formatCode="General">
                  <c:v>3</c:v>
                </c:pt>
                <c:pt idx="50" formatCode="General">
                  <c:v>3.06</c:v>
                </c:pt>
                <c:pt idx="51" formatCode="General">
                  <c:v>3.12</c:v>
                </c:pt>
                <c:pt idx="52" formatCode="General">
                  <c:v>3.18</c:v>
                </c:pt>
                <c:pt idx="53" formatCode="General">
                  <c:v>3.24</c:v>
                </c:pt>
                <c:pt idx="54" formatCode="General">
                  <c:v>3.3</c:v>
                </c:pt>
                <c:pt idx="55" formatCode="General">
                  <c:v>3.36</c:v>
                </c:pt>
                <c:pt idx="56" formatCode="General">
                  <c:v>3.42</c:v>
                </c:pt>
                <c:pt idx="57" formatCode="General">
                  <c:v>3.48</c:v>
                </c:pt>
                <c:pt idx="58" formatCode="General">
                  <c:v>3.54</c:v>
                </c:pt>
                <c:pt idx="59" formatCode="General">
                  <c:v>3.6</c:v>
                </c:pt>
                <c:pt idx="60" formatCode="General">
                  <c:v>3.66</c:v>
                </c:pt>
                <c:pt idx="61" formatCode="General">
                  <c:v>3.72</c:v>
                </c:pt>
                <c:pt idx="62" formatCode="General">
                  <c:v>3.78</c:v>
                </c:pt>
                <c:pt idx="63" formatCode="General">
                  <c:v>3.84</c:v>
                </c:pt>
                <c:pt idx="64" formatCode="General">
                  <c:v>3.9</c:v>
                </c:pt>
                <c:pt idx="65" formatCode="General">
                  <c:v>3.96</c:v>
                </c:pt>
                <c:pt idx="66" formatCode="General">
                  <c:v>4.0199999999999996</c:v>
                </c:pt>
                <c:pt idx="67" formatCode="General">
                  <c:v>4.08</c:v>
                </c:pt>
                <c:pt idx="68" formatCode="General">
                  <c:v>4.1399999999999997</c:v>
                </c:pt>
                <c:pt idx="69" formatCode="General">
                  <c:v>4.2</c:v>
                </c:pt>
                <c:pt idx="70" formatCode="General">
                  <c:v>4.26</c:v>
                </c:pt>
                <c:pt idx="71" formatCode="General">
                  <c:v>4.32</c:v>
                </c:pt>
                <c:pt idx="72" formatCode="General">
                  <c:v>4.38</c:v>
                </c:pt>
                <c:pt idx="73" formatCode="General">
                  <c:v>4.4400000000000004</c:v>
                </c:pt>
                <c:pt idx="74" formatCode="General">
                  <c:v>4.5</c:v>
                </c:pt>
                <c:pt idx="75" formatCode="General">
                  <c:v>4.5599999999999996</c:v>
                </c:pt>
                <c:pt idx="76" formatCode="General">
                  <c:v>4.62</c:v>
                </c:pt>
                <c:pt idx="77" formatCode="General">
                  <c:v>4.68</c:v>
                </c:pt>
                <c:pt idx="78" formatCode="General">
                  <c:v>4.74</c:v>
                </c:pt>
                <c:pt idx="79" formatCode="General">
                  <c:v>4.8</c:v>
                </c:pt>
                <c:pt idx="80" formatCode="General">
                  <c:v>4.8600000000000003</c:v>
                </c:pt>
                <c:pt idx="81" formatCode="General">
                  <c:v>4.92</c:v>
                </c:pt>
                <c:pt idx="82" formatCode="General">
                  <c:v>4.9800000000000004</c:v>
                </c:pt>
                <c:pt idx="83" formatCode="General">
                  <c:v>5.04</c:v>
                </c:pt>
                <c:pt idx="84" formatCode="General">
                  <c:v>5.0999999999999996</c:v>
                </c:pt>
                <c:pt idx="85" formatCode="General">
                  <c:v>5.16</c:v>
                </c:pt>
                <c:pt idx="86" formatCode="General">
                  <c:v>5.22</c:v>
                </c:pt>
                <c:pt idx="87" formatCode="General">
                  <c:v>5.28</c:v>
                </c:pt>
                <c:pt idx="88" formatCode="General">
                  <c:v>5.34</c:v>
                </c:pt>
                <c:pt idx="89" formatCode="General">
                  <c:v>5.4</c:v>
                </c:pt>
                <c:pt idx="90" formatCode="General">
                  <c:v>5.46</c:v>
                </c:pt>
                <c:pt idx="91" formatCode="General">
                  <c:v>5.52</c:v>
                </c:pt>
                <c:pt idx="92" formatCode="General">
                  <c:v>5.58</c:v>
                </c:pt>
                <c:pt idx="93" formatCode="General">
                  <c:v>5.64</c:v>
                </c:pt>
                <c:pt idx="94" formatCode="General">
                  <c:v>5.7</c:v>
                </c:pt>
                <c:pt idx="95" formatCode="General">
                  <c:v>5.76</c:v>
                </c:pt>
                <c:pt idx="96" formatCode="General">
                  <c:v>5.82</c:v>
                </c:pt>
                <c:pt idx="97" formatCode="General">
                  <c:v>5.88</c:v>
                </c:pt>
                <c:pt idx="98" formatCode="General">
                  <c:v>5.94</c:v>
                </c:pt>
                <c:pt idx="99" formatCode="General">
                  <c:v>6</c:v>
                </c:pt>
                <c:pt idx="100" formatCode="General">
                  <c:v>6.06</c:v>
                </c:pt>
                <c:pt idx="101" formatCode="General">
                  <c:v>6.12</c:v>
                </c:pt>
                <c:pt idx="102" formatCode="General">
                  <c:v>6.18</c:v>
                </c:pt>
                <c:pt idx="103" formatCode="General">
                  <c:v>6.24</c:v>
                </c:pt>
                <c:pt idx="104" formatCode="General">
                  <c:v>6.3</c:v>
                </c:pt>
                <c:pt idx="105" formatCode="General">
                  <c:v>6.36</c:v>
                </c:pt>
                <c:pt idx="106" formatCode="General">
                  <c:v>6.42</c:v>
                </c:pt>
                <c:pt idx="107" formatCode="General">
                  <c:v>6.48</c:v>
                </c:pt>
                <c:pt idx="108" formatCode="General">
                  <c:v>6.54</c:v>
                </c:pt>
                <c:pt idx="109" formatCode="General">
                  <c:v>6.6</c:v>
                </c:pt>
                <c:pt idx="110" formatCode="General">
                  <c:v>6.66</c:v>
                </c:pt>
                <c:pt idx="111" formatCode="General">
                  <c:v>6.72</c:v>
                </c:pt>
                <c:pt idx="112" formatCode="General">
                  <c:v>6.78</c:v>
                </c:pt>
                <c:pt idx="113" formatCode="General">
                  <c:v>6.84</c:v>
                </c:pt>
                <c:pt idx="114" formatCode="General">
                  <c:v>6.9</c:v>
                </c:pt>
                <c:pt idx="115" formatCode="General">
                  <c:v>6.96</c:v>
                </c:pt>
                <c:pt idx="116" formatCode="General">
                  <c:v>7.02</c:v>
                </c:pt>
                <c:pt idx="117" formatCode="General">
                  <c:v>7.08</c:v>
                </c:pt>
                <c:pt idx="118" formatCode="General">
                  <c:v>7.14</c:v>
                </c:pt>
                <c:pt idx="119" formatCode="General">
                  <c:v>7.2</c:v>
                </c:pt>
                <c:pt idx="120" formatCode="General">
                  <c:v>7.26</c:v>
                </c:pt>
                <c:pt idx="121" formatCode="General">
                  <c:v>7.32</c:v>
                </c:pt>
                <c:pt idx="122" formatCode="General">
                  <c:v>7.38</c:v>
                </c:pt>
                <c:pt idx="123" formatCode="General">
                  <c:v>7.44</c:v>
                </c:pt>
                <c:pt idx="124" formatCode="General">
                  <c:v>7.5</c:v>
                </c:pt>
                <c:pt idx="125" formatCode="General">
                  <c:v>7.56</c:v>
                </c:pt>
                <c:pt idx="126" formatCode="General">
                  <c:v>7.62</c:v>
                </c:pt>
                <c:pt idx="127" formatCode="General">
                  <c:v>7.68</c:v>
                </c:pt>
                <c:pt idx="128" formatCode="General">
                  <c:v>7.74</c:v>
                </c:pt>
                <c:pt idx="129" formatCode="General">
                  <c:v>7.8</c:v>
                </c:pt>
                <c:pt idx="130" formatCode="General">
                  <c:v>7.86</c:v>
                </c:pt>
                <c:pt idx="131" formatCode="General">
                  <c:v>7.92</c:v>
                </c:pt>
                <c:pt idx="132" formatCode="General">
                  <c:v>7.98</c:v>
                </c:pt>
                <c:pt idx="133" formatCode="General">
                  <c:v>8.0399999999999991</c:v>
                </c:pt>
                <c:pt idx="134" formatCode="General">
                  <c:v>8.0999990000000004</c:v>
                </c:pt>
                <c:pt idx="135" formatCode="General">
                  <c:v>8.16</c:v>
                </c:pt>
                <c:pt idx="136" formatCode="General">
                  <c:v>8.2200000000000006</c:v>
                </c:pt>
                <c:pt idx="137" formatCode="General">
                  <c:v>8.2799999999999994</c:v>
                </c:pt>
                <c:pt idx="138" formatCode="General">
                  <c:v>8.34</c:v>
                </c:pt>
                <c:pt idx="139" formatCode="General">
                  <c:v>8.4</c:v>
                </c:pt>
                <c:pt idx="140" formatCode="General">
                  <c:v>8.4600000000000009</c:v>
                </c:pt>
                <c:pt idx="141" formatCode="General">
                  <c:v>8.52</c:v>
                </c:pt>
                <c:pt idx="142" formatCode="General">
                  <c:v>8.58</c:v>
                </c:pt>
                <c:pt idx="143" formatCode="General">
                  <c:v>8.6399989999999995</c:v>
                </c:pt>
                <c:pt idx="144" formatCode="General">
                  <c:v>8.6999999999999993</c:v>
                </c:pt>
                <c:pt idx="145" formatCode="General">
                  <c:v>8.76</c:v>
                </c:pt>
                <c:pt idx="146" formatCode="General">
                  <c:v>8.82</c:v>
                </c:pt>
                <c:pt idx="147" formatCode="General">
                  <c:v>8.8800000000000008</c:v>
                </c:pt>
                <c:pt idx="148" formatCode="General">
                  <c:v>8.94</c:v>
                </c:pt>
                <c:pt idx="149" formatCode="General">
                  <c:v>9</c:v>
                </c:pt>
                <c:pt idx="150" formatCode="General">
                  <c:v>9.0599989999999995</c:v>
                </c:pt>
                <c:pt idx="151" formatCode="General">
                  <c:v>9.1199999999999992</c:v>
                </c:pt>
                <c:pt idx="152" formatCode="General">
                  <c:v>9.1799990000000005</c:v>
                </c:pt>
                <c:pt idx="153" formatCode="General">
                  <c:v>9.24</c:v>
                </c:pt>
                <c:pt idx="154" formatCode="General">
                  <c:v>9.3000000000000007</c:v>
                </c:pt>
                <c:pt idx="155" formatCode="General">
                  <c:v>9.36</c:v>
                </c:pt>
                <c:pt idx="156" formatCode="General">
                  <c:v>9.42</c:v>
                </c:pt>
                <c:pt idx="157" formatCode="General">
                  <c:v>9.48</c:v>
                </c:pt>
                <c:pt idx="158" formatCode="General">
                  <c:v>9.5399999999999991</c:v>
                </c:pt>
                <c:pt idx="159" formatCode="General">
                  <c:v>9.5999990000000004</c:v>
                </c:pt>
                <c:pt idx="160" formatCode="General">
                  <c:v>9.66</c:v>
                </c:pt>
                <c:pt idx="161" formatCode="General">
                  <c:v>9.7199989999999996</c:v>
                </c:pt>
                <c:pt idx="162" formatCode="General">
                  <c:v>9.7799999999999994</c:v>
                </c:pt>
                <c:pt idx="163" formatCode="General">
                  <c:v>9.84</c:v>
                </c:pt>
                <c:pt idx="164" formatCode="General">
                  <c:v>9.9</c:v>
                </c:pt>
                <c:pt idx="165" formatCode="General">
                  <c:v>9.9600000000000009</c:v>
                </c:pt>
                <c:pt idx="166" formatCode="General">
                  <c:v>10.02</c:v>
                </c:pt>
                <c:pt idx="167" formatCode="General">
                  <c:v>10.08</c:v>
                </c:pt>
                <c:pt idx="168" formatCode="General">
                  <c:v>10.14</c:v>
                </c:pt>
                <c:pt idx="169" formatCode="General">
                  <c:v>10.199999999999999</c:v>
                </c:pt>
                <c:pt idx="170" formatCode="General">
                  <c:v>10.26</c:v>
                </c:pt>
                <c:pt idx="171" formatCode="General">
                  <c:v>10.32</c:v>
                </c:pt>
                <c:pt idx="172" formatCode="General">
                  <c:v>10.38</c:v>
                </c:pt>
                <c:pt idx="173" formatCode="General">
                  <c:v>10.44</c:v>
                </c:pt>
                <c:pt idx="174" formatCode="General">
                  <c:v>10.5</c:v>
                </c:pt>
                <c:pt idx="175" formatCode="General">
                  <c:v>10.56</c:v>
                </c:pt>
                <c:pt idx="176" formatCode="General">
                  <c:v>10.62</c:v>
                </c:pt>
                <c:pt idx="177" formatCode="General">
                  <c:v>10.68</c:v>
                </c:pt>
                <c:pt idx="178" formatCode="General">
                  <c:v>10.74</c:v>
                </c:pt>
                <c:pt idx="179" formatCode="General">
                  <c:v>10.8</c:v>
                </c:pt>
                <c:pt idx="180" formatCode="General">
                  <c:v>10.86</c:v>
                </c:pt>
                <c:pt idx="181" formatCode="General">
                  <c:v>10.92</c:v>
                </c:pt>
                <c:pt idx="182" formatCode="General">
                  <c:v>10.98</c:v>
                </c:pt>
                <c:pt idx="183" formatCode="General">
                  <c:v>11.04</c:v>
                </c:pt>
                <c:pt idx="184" formatCode="General">
                  <c:v>11.1</c:v>
                </c:pt>
                <c:pt idx="185" formatCode="General">
                  <c:v>11.16</c:v>
                </c:pt>
                <c:pt idx="186" formatCode="General">
                  <c:v>11.22</c:v>
                </c:pt>
                <c:pt idx="187" formatCode="General">
                  <c:v>11.28</c:v>
                </c:pt>
                <c:pt idx="188" formatCode="General">
                  <c:v>11.34</c:v>
                </c:pt>
                <c:pt idx="189" formatCode="General">
                  <c:v>11.4</c:v>
                </c:pt>
                <c:pt idx="190" formatCode="General">
                  <c:v>11.46</c:v>
                </c:pt>
                <c:pt idx="191" formatCode="General">
                  <c:v>11.52</c:v>
                </c:pt>
                <c:pt idx="192" formatCode="General">
                  <c:v>11.58</c:v>
                </c:pt>
                <c:pt idx="193" formatCode="General">
                  <c:v>11.64</c:v>
                </c:pt>
                <c:pt idx="194" formatCode="General">
                  <c:v>11.7</c:v>
                </c:pt>
                <c:pt idx="195" formatCode="General">
                  <c:v>11.76</c:v>
                </c:pt>
                <c:pt idx="196" formatCode="General">
                  <c:v>11.82</c:v>
                </c:pt>
                <c:pt idx="197" formatCode="General">
                  <c:v>11.88</c:v>
                </c:pt>
                <c:pt idx="198" formatCode="General">
                  <c:v>11.94</c:v>
                </c:pt>
                <c:pt idx="199" formatCode="General">
                  <c:v>12</c:v>
                </c:pt>
                <c:pt idx="200" formatCode="General">
                  <c:v>12.06</c:v>
                </c:pt>
                <c:pt idx="201" formatCode="General">
                  <c:v>12.12</c:v>
                </c:pt>
                <c:pt idx="202" formatCode="General">
                  <c:v>12.18</c:v>
                </c:pt>
                <c:pt idx="203" formatCode="General">
                  <c:v>12.24</c:v>
                </c:pt>
                <c:pt idx="204" formatCode="General">
                  <c:v>12.3</c:v>
                </c:pt>
                <c:pt idx="205" formatCode="General">
                  <c:v>12.36</c:v>
                </c:pt>
                <c:pt idx="206" formatCode="General">
                  <c:v>12.42</c:v>
                </c:pt>
                <c:pt idx="207" formatCode="General">
                  <c:v>12.48</c:v>
                </c:pt>
                <c:pt idx="208" formatCode="General">
                  <c:v>12.54</c:v>
                </c:pt>
                <c:pt idx="209" formatCode="General">
                  <c:v>12.6</c:v>
                </c:pt>
                <c:pt idx="210" formatCode="General">
                  <c:v>12.66</c:v>
                </c:pt>
                <c:pt idx="211" formatCode="General">
                  <c:v>12.72</c:v>
                </c:pt>
                <c:pt idx="212" formatCode="General">
                  <c:v>12.78</c:v>
                </c:pt>
                <c:pt idx="213" formatCode="General">
                  <c:v>12.84</c:v>
                </c:pt>
                <c:pt idx="214" formatCode="General">
                  <c:v>12.9</c:v>
                </c:pt>
                <c:pt idx="215" formatCode="General">
                  <c:v>12.96</c:v>
                </c:pt>
                <c:pt idx="216" formatCode="General">
                  <c:v>13.02</c:v>
                </c:pt>
                <c:pt idx="217" formatCode="General">
                  <c:v>13.08</c:v>
                </c:pt>
                <c:pt idx="218" formatCode="General">
                  <c:v>13.14</c:v>
                </c:pt>
                <c:pt idx="219" formatCode="General">
                  <c:v>13.2</c:v>
                </c:pt>
                <c:pt idx="220" formatCode="General">
                  <c:v>13.26</c:v>
                </c:pt>
                <c:pt idx="221" formatCode="General">
                  <c:v>13.32</c:v>
                </c:pt>
                <c:pt idx="222" formatCode="General">
                  <c:v>13.38</c:v>
                </c:pt>
                <c:pt idx="223" formatCode="General">
                  <c:v>13.44</c:v>
                </c:pt>
                <c:pt idx="224" formatCode="General">
                  <c:v>13.5</c:v>
                </c:pt>
                <c:pt idx="225" formatCode="General">
                  <c:v>13.56</c:v>
                </c:pt>
                <c:pt idx="226" formatCode="General">
                  <c:v>13.62</c:v>
                </c:pt>
                <c:pt idx="227" formatCode="General">
                  <c:v>13.68</c:v>
                </c:pt>
                <c:pt idx="228" formatCode="General">
                  <c:v>13.74</c:v>
                </c:pt>
                <c:pt idx="229" formatCode="General">
                  <c:v>13.8</c:v>
                </c:pt>
                <c:pt idx="230" formatCode="General">
                  <c:v>13.86</c:v>
                </c:pt>
                <c:pt idx="231" formatCode="General">
                  <c:v>13.92</c:v>
                </c:pt>
                <c:pt idx="232" formatCode="General">
                  <c:v>13.98</c:v>
                </c:pt>
                <c:pt idx="233" formatCode="General">
                  <c:v>14.04</c:v>
                </c:pt>
                <c:pt idx="234" formatCode="General">
                  <c:v>14.1</c:v>
                </c:pt>
                <c:pt idx="235" formatCode="General">
                  <c:v>14.16</c:v>
                </c:pt>
                <c:pt idx="236" formatCode="General">
                  <c:v>14.22</c:v>
                </c:pt>
                <c:pt idx="237" formatCode="General">
                  <c:v>14.28</c:v>
                </c:pt>
                <c:pt idx="238" formatCode="General">
                  <c:v>14.34</c:v>
                </c:pt>
                <c:pt idx="239" formatCode="General">
                  <c:v>14.4</c:v>
                </c:pt>
                <c:pt idx="240" formatCode="General">
                  <c:v>14.46</c:v>
                </c:pt>
                <c:pt idx="241" formatCode="General">
                  <c:v>14.52</c:v>
                </c:pt>
                <c:pt idx="242" formatCode="General">
                  <c:v>14.58</c:v>
                </c:pt>
                <c:pt idx="243" formatCode="General">
                  <c:v>14.64</c:v>
                </c:pt>
                <c:pt idx="244" formatCode="General">
                  <c:v>14.7</c:v>
                </c:pt>
                <c:pt idx="245" formatCode="General">
                  <c:v>14.76</c:v>
                </c:pt>
                <c:pt idx="246" formatCode="General">
                  <c:v>14.82</c:v>
                </c:pt>
                <c:pt idx="247" formatCode="General">
                  <c:v>14.88</c:v>
                </c:pt>
                <c:pt idx="248" formatCode="General">
                  <c:v>14.94</c:v>
                </c:pt>
                <c:pt idx="249" formatCode="General">
                  <c:v>15</c:v>
                </c:pt>
                <c:pt idx="250" formatCode="General">
                  <c:v>15.06</c:v>
                </c:pt>
                <c:pt idx="251" formatCode="General">
                  <c:v>15.12</c:v>
                </c:pt>
                <c:pt idx="252" formatCode="General">
                  <c:v>15.18</c:v>
                </c:pt>
                <c:pt idx="253" formatCode="General">
                  <c:v>15.24</c:v>
                </c:pt>
                <c:pt idx="254" formatCode="General">
                  <c:v>15.3</c:v>
                </c:pt>
                <c:pt idx="255" formatCode="General">
                  <c:v>15.36</c:v>
                </c:pt>
                <c:pt idx="256" formatCode="General">
                  <c:v>15.42</c:v>
                </c:pt>
                <c:pt idx="257" formatCode="General">
                  <c:v>15.48</c:v>
                </c:pt>
                <c:pt idx="258" formatCode="General">
                  <c:v>15.54</c:v>
                </c:pt>
                <c:pt idx="259" formatCode="General">
                  <c:v>15.6</c:v>
                </c:pt>
                <c:pt idx="260" formatCode="General">
                  <c:v>15.66</c:v>
                </c:pt>
                <c:pt idx="261" formatCode="General">
                  <c:v>15.72</c:v>
                </c:pt>
                <c:pt idx="262" formatCode="General">
                  <c:v>15.78</c:v>
                </c:pt>
                <c:pt idx="263" formatCode="General">
                  <c:v>15.84</c:v>
                </c:pt>
                <c:pt idx="264" formatCode="General">
                  <c:v>15.9</c:v>
                </c:pt>
                <c:pt idx="265" formatCode="General">
                  <c:v>15.96</c:v>
                </c:pt>
                <c:pt idx="266" formatCode="General">
                  <c:v>16.02</c:v>
                </c:pt>
                <c:pt idx="267" formatCode="General">
                  <c:v>16.079999999999998</c:v>
                </c:pt>
                <c:pt idx="268" formatCode="General">
                  <c:v>16.14</c:v>
                </c:pt>
                <c:pt idx="269" formatCode="General">
                  <c:v>16.2</c:v>
                </c:pt>
                <c:pt idx="270" formatCode="General">
                  <c:v>16.260000000000002</c:v>
                </c:pt>
                <c:pt idx="271" formatCode="General">
                  <c:v>16.32</c:v>
                </c:pt>
                <c:pt idx="272" formatCode="General">
                  <c:v>16.38</c:v>
                </c:pt>
                <c:pt idx="273" formatCode="General">
                  <c:v>16.440000000000001</c:v>
                </c:pt>
                <c:pt idx="274" formatCode="General">
                  <c:v>16.5</c:v>
                </c:pt>
                <c:pt idx="275" formatCode="General">
                  <c:v>16.559999999999999</c:v>
                </c:pt>
                <c:pt idx="276" formatCode="General">
                  <c:v>16.62</c:v>
                </c:pt>
                <c:pt idx="277" formatCode="General">
                  <c:v>16.68</c:v>
                </c:pt>
                <c:pt idx="278" formatCode="General">
                  <c:v>16.739999999999998</c:v>
                </c:pt>
                <c:pt idx="279" formatCode="General">
                  <c:v>16.8</c:v>
                </c:pt>
                <c:pt idx="280" formatCode="General">
                  <c:v>16.86</c:v>
                </c:pt>
                <c:pt idx="281" formatCode="General">
                  <c:v>16.920000000000002</c:v>
                </c:pt>
                <c:pt idx="282" formatCode="General">
                  <c:v>16.98</c:v>
                </c:pt>
                <c:pt idx="283" formatCode="General">
                  <c:v>17.04</c:v>
                </c:pt>
                <c:pt idx="284" formatCode="General">
                  <c:v>17.100000000000001</c:v>
                </c:pt>
                <c:pt idx="285" formatCode="General">
                  <c:v>17.16</c:v>
                </c:pt>
                <c:pt idx="286" formatCode="General">
                  <c:v>17.22</c:v>
                </c:pt>
                <c:pt idx="287" formatCode="General">
                  <c:v>17.28</c:v>
                </c:pt>
                <c:pt idx="288" formatCode="General">
                  <c:v>17.34</c:v>
                </c:pt>
                <c:pt idx="289" formatCode="General">
                  <c:v>17.399999999999999</c:v>
                </c:pt>
                <c:pt idx="290" formatCode="General">
                  <c:v>17.46</c:v>
                </c:pt>
                <c:pt idx="291" formatCode="General">
                  <c:v>17.52</c:v>
                </c:pt>
                <c:pt idx="292" formatCode="General">
                  <c:v>17.579999999999998</c:v>
                </c:pt>
                <c:pt idx="293" formatCode="General">
                  <c:v>17.64</c:v>
                </c:pt>
                <c:pt idx="294" formatCode="General">
                  <c:v>17.7</c:v>
                </c:pt>
                <c:pt idx="295" formatCode="General">
                  <c:v>17.760000000000002</c:v>
                </c:pt>
                <c:pt idx="296" formatCode="General">
                  <c:v>17.82</c:v>
                </c:pt>
                <c:pt idx="297" formatCode="General">
                  <c:v>17.88</c:v>
                </c:pt>
                <c:pt idx="298" formatCode="General">
                  <c:v>17.940000000000001</c:v>
                </c:pt>
                <c:pt idx="299" formatCode="General">
                  <c:v>18</c:v>
                </c:pt>
                <c:pt idx="300" formatCode="General">
                  <c:v>18.059999999999999</c:v>
                </c:pt>
                <c:pt idx="301" formatCode="General">
                  <c:v>18.12</c:v>
                </c:pt>
                <c:pt idx="302" formatCode="General">
                  <c:v>18.18</c:v>
                </c:pt>
                <c:pt idx="303" formatCode="General">
                  <c:v>18.239999999999998</c:v>
                </c:pt>
                <c:pt idx="304" formatCode="General">
                  <c:v>18.3</c:v>
                </c:pt>
                <c:pt idx="305" formatCode="General">
                  <c:v>18.36</c:v>
                </c:pt>
                <c:pt idx="306" formatCode="General">
                  <c:v>18.420000000000002</c:v>
                </c:pt>
                <c:pt idx="307" formatCode="General">
                  <c:v>18.48</c:v>
                </c:pt>
                <c:pt idx="308" formatCode="General">
                  <c:v>18.54</c:v>
                </c:pt>
                <c:pt idx="309" formatCode="General">
                  <c:v>18.600000000000001</c:v>
                </c:pt>
                <c:pt idx="310" formatCode="General">
                  <c:v>18.66</c:v>
                </c:pt>
                <c:pt idx="311" formatCode="General">
                  <c:v>18.72</c:v>
                </c:pt>
                <c:pt idx="312" formatCode="General">
                  <c:v>18.78</c:v>
                </c:pt>
                <c:pt idx="313" formatCode="General">
                  <c:v>18.84</c:v>
                </c:pt>
                <c:pt idx="314" formatCode="General">
                  <c:v>18.899999999999999</c:v>
                </c:pt>
                <c:pt idx="315" formatCode="General">
                  <c:v>18.96</c:v>
                </c:pt>
                <c:pt idx="316" formatCode="General">
                  <c:v>19.02</c:v>
                </c:pt>
                <c:pt idx="317" formatCode="General">
                  <c:v>19.079999999999998</c:v>
                </c:pt>
                <c:pt idx="318" formatCode="General">
                  <c:v>19.14</c:v>
                </c:pt>
                <c:pt idx="319" formatCode="General">
                  <c:v>19.2</c:v>
                </c:pt>
                <c:pt idx="320" formatCode="General">
                  <c:v>19.260000000000002</c:v>
                </c:pt>
                <c:pt idx="321" formatCode="General">
                  <c:v>19.32</c:v>
                </c:pt>
                <c:pt idx="322" formatCode="General">
                  <c:v>19.38</c:v>
                </c:pt>
                <c:pt idx="323" formatCode="General">
                  <c:v>19.440000000000001</c:v>
                </c:pt>
                <c:pt idx="324" formatCode="General">
                  <c:v>19.5</c:v>
                </c:pt>
                <c:pt idx="325" formatCode="General">
                  <c:v>19.559999999999999</c:v>
                </c:pt>
                <c:pt idx="326" formatCode="General">
                  <c:v>19.62</c:v>
                </c:pt>
                <c:pt idx="327" formatCode="General">
                  <c:v>19.68</c:v>
                </c:pt>
                <c:pt idx="328" formatCode="General">
                  <c:v>19.739999999999998</c:v>
                </c:pt>
                <c:pt idx="329" formatCode="General">
                  <c:v>19.8</c:v>
                </c:pt>
                <c:pt idx="330" formatCode="General">
                  <c:v>19.86</c:v>
                </c:pt>
                <c:pt idx="331" formatCode="General">
                  <c:v>19.920000000000002</c:v>
                </c:pt>
                <c:pt idx="332" formatCode="General">
                  <c:v>19.98</c:v>
                </c:pt>
                <c:pt idx="333" formatCode="General">
                  <c:v>20.04</c:v>
                </c:pt>
                <c:pt idx="334" formatCode="General">
                  <c:v>20.100000000000001</c:v>
                </c:pt>
                <c:pt idx="335" formatCode="General">
                  <c:v>20.16</c:v>
                </c:pt>
                <c:pt idx="336" formatCode="General">
                  <c:v>20.22</c:v>
                </c:pt>
                <c:pt idx="337" formatCode="General">
                  <c:v>20.28</c:v>
                </c:pt>
                <c:pt idx="338" formatCode="General">
                  <c:v>20.34</c:v>
                </c:pt>
                <c:pt idx="339" formatCode="General">
                  <c:v>20.399999999999999</c:v>
                </c:pt>
                <c:pt idx="340" formatCode="General">
                  <c:v>20.46</c:v>
                </c:pt>
                <c:pt idx="341" formatCode="General">
                  <c:v>20.52</c:v>
                </c:pt>
                <c:pt idx="342" formatCode="General">
                  <c:v>20.58</c:v>
                </c:pt>
                <c:pt idx="343" formatCode="General">
                  <c:v>20.64</c:v>
                </c:pt>
                <c:pt idx="344" formatCode="General">
                  <c:v>20.7</c:v>
                </c:pt>
                <c:pt idx="345" formatCode="General">
                  <c:v>20.76</c:v>
                </c:pt>
                <c:pt idx="346" formatCode="General">
                  <c:v>20.82</c:v>
                </c:pt>
                <c:pt idx="347" formatCode="General">
                  <c:v>20.88</c:v>
                </c:pt>
                <c:pt idx="348" formatCode="General">
                  <c:v>20.94</c:v>
                </c:pt>
                <c:pt idx="349" formatCode="General">
                  <c:v>21</c:v>
                </c:pt>
                <c:pt idx="350" formatCode="General">
                  <c:v>21.06</c:v>
                </c:pt>
                <c:pt idx="351" formatCode="General">
                  <c:v>21.12</c:v>
                </c:pt>
                <c:pt idx="352" formatCode="General">
                  <c:v>21.18</c:v>
                </c:pt>
                <c:pt idx="353" formatCode="General">
                  <c:v>21.24</c:v>
                </c:pt>
                <c:pt idx="354" formatCode="General">
                  <c:v>21.3</c:v>
                </c:pt>
                <c:pt idx="355" formatCode="General">
                  <c:v>21.36</c:v>
                </c:pt>
                <c:pt idx="356" formatCode="General">
                  <c:v>21.42</c:v>
                </c:pt>
                <c:pt idx="357" formatCode="General">
                  <c:v>21.48</c:v>
                </c:pt>
                <c:pt idx="358" formatCode="General">
                  <c:v>21.54</c:v>
                </c:pt>
                <c:pt idx="359" formatCode="General">
                  <c:v>21.6</c:v>
                </c:pt>
                <c:pt idx="360" formatCode="General">
                  <c:v>21.66</c:v>
                </c:pt>
                <c:pt idx="361" formatCode="General">
                  <c:v>21.72</c:v>
                </c:pt>
                <c:pt idx="362" formatCode="General">
                  <c:v>21.78</c:v>
                </c:pt>
                <c:pt idx="363" formatCode="General">
                  <c:v>21.84</c:v>
                </c:pt>
                <c:pt idx="364" formatCode="General">
                  <c:v>21.9</c:v>
                </c:pt>
                <c:pt idx="365" formatCode="General">
                  <c:v>21.96</c:v>
                </c:pt>
                <c:pt idx="366" formatCode="General">
                  <c:v>22.02</c:v>
                </c:pt>
                <c:pt idx="367" formatCode="General">
                  <c:v>22.08</c:v>
                </c:pt>
                <c:pt idx="368" formatCode="General">
                  <c:v>22.14</c:v>
                </c:pt>
                <c:pt idx="369" formatCode="General">
                  <c:v>22.2</c:v>
                </c:pt>
                <c:pt idx="370" formatCode="General">
                  <c:v>22.26</c:v>
                </c:pt>
                <c:pt idx="371" formatCode="General">
                  <c:v>22.32</c:v>
                </c:pt>
                <c:pt idx="372" formatCode="General">
                  <c:v>22.38</c:v>
                </c:pt>
                <c:pt idx="373" formatCode="General">
                  <c:v>22.44</c:v>
                </c:pt>
                <c:pt idx="374" formatCode="General">
                  <c:v>22.5</c:v>
                </c:pt>
                <c:pt idx="375" formatCode="General">
                  <c:v>22.56</c:v>
                </c:pt>
                <c:pt idx="376" formatCode="General">
                  <c:v>22.62</c:v>
                </c:pt>
                <c:pt idx="377" formatCode="General">
                  <c:v>22.68</c:v>
                </c:pt>
                <c:pt idx="378" formatCode="General">
                  <c:v>22.74</c:v>
                </c:pt>
                <c:pt idx="379" formatCode="General">
                  <c:v>22.8</c:v>
                </c:pt>
                <c:pt idx="380" formatCode="General">
                  <c:v>22.86</c:v>
                </c:pt>
                <c:pt idx="381" formatCode="General">
                  <c:v>22.92</c:v>
                </c:pt>
                <c:pt idx="382" formatCode="General">
                  <c:v>22.98</c:v>
                </c:pt>
                <c:pt idx="383" formatCode="General">
                  <c:v>23.04</c:v>
                </c:pt>
                <c:pt idx="384" formatCode="General">
                  <c:v>23.1</c:v>
                </c:pt>
                <c:pt idx="385" formatCode="General">
                  <c:v>23.16</c:v>
                </c:pt>
                <c:pt idx="386" formatCode="General">
                  <c:v>23.22</c:v>
                </c:pt>
                <c:pt idx="387" formatCode="General">
                  <c:v>23.28</c:v>
                </c:pt>
                <c:pt idx="388" formatCode="General">
                  <c:v>23.34</c:v>
                </c:pt>
                <c:pt idx="389" formatCode="General">
                  <c:v>23.4</c:v>
                </c:pt>
                <c:pt idx="390" formatCode="General">
                  <c:v>23.46</c:v>
                </c:pt>
                <c:pt idx="391" formatCode="General">
                  <c:v>23.52</c:v>
                </c:pt>
                <c:pt idx="392" formatCode="General">
                  <c:v>23.58</c:v>
                </c:pt>
                <c:pt idx="393" formatCode="General">
                  <c:v>23.64</c:v>
                </c:pt>
                <c:pt idx="394" formatCode="General">
                  <c:v>23.7</c:v>
                </c:pt>
                <c:pt idx="395" formatCode="General">
                  <c:v>23.76</c:v>
                </c:pt>
                <c:pt idx="396" formatCode="General">
                  <c:v>23.82</c:v>
                </c:pt>
                <c:pt idx="397" formatCode="General">
                  <c:v>23.88</c:v>
                </c:pt>
                <c:pt idx="398" formatCode="General">
                  <c:v>23.94</c:v>
                </c:pt>
                <c:pt idx="399" formatCode="General">
                  <c:v>24</c:v>
                </c:pt>
                <c:pt idx="400" formatCode="General">
                  <c:v>24.06</c:v>
                </c:pt>
                <c:pt idx="401" formatCode="General">
                  <c:v>24.12</c:v>
                </c:pt>
                <c:pt idx="402" formatCode="General">
                  <c:v>24.18</c:v>
                </c:pt>
                <c:pt idx="403" formatCode="General">
                  <c:v>24.24</c:v>
                </c:pt>
                <c:pt idx="404" formatCode="General">
                  <c:v>24.3</c:v>
                </c:pt>
                <c:pt idx="405" formatCode="General">
                  <c:v>24.36</c:v>
                </c:pt>
                <c:pt idx="406" formatCode="General">
                  <c:v>24.42</c:v>
                </c:pt>
                <c:pt idx="407" formatCode="General">
                  <c:v>24.48</c:v>
                </c:pt>
                <c:pt idx="408" formatCode="General">
                  <c:v>24.54</c:v>
                </c:pt>
                <c:pt idx="409" formatCode="General">
                  <c:v>24.6</c:v>
                </c:pt>
                <c:pt idx="410" formatCode="General">
                  <c:v>24.66</c:v>
                </c:pt>
                <c:pt idx="411" formatCode="General">
                  <c:v>24.72</c:v>
                </c:pt>
                <c:pt idx="412" formatCode="General">
                  <c:v>24.78</c:v>
                </c:pt>
                <c:pt idx="413" formatCode="General">
                  <c:v>24.84</c:v>
                </c:pt>
                <c:pt idx="414" formatCode="General">
                  <c:v>24.9</c:v>
                </c:pt>
                <c:pt idx="415" formatCode="General">
                  <c:v>24.96</c:v>
                </c:pt>
                <c:pt idx="416" formatCode="General">
                  <c:v>25.02</c:v>
                </c:pt>
                <c:pt idx="417" formatCode="General">
                  <c:v>25.08</c:v>
                </c:pt>
                <c:pt idx="418" formatCode="General">
                  <c:v>25.14</c:v>
                </c:pt>
                <c:pt idx="419" formatCode="General">
                  <c:v>25.2</c:v>
                </c:pt>
                <c:pt idx="420" formatCode="General">
                  <c:v>25.26</c:v>
                </c:pt>
                <c:pt idx="421" formatCode="General">
                  <c:v>25.32</c:v>
                </c:pt>
                <c:pt idx="422" formatCode="General">
                  <c:v>25.38</c:v>
                </c:pt>
                <c:pt idx="423" formatCode="General">
                  <c:v>25.44</c:v>
                </c:pt>
                <c:pt idx="424" formatCode="General">
                  <c:v>25.5</c:v>
                </c:pt>
                <c:pt idx="425" formatCode="General">
                  <c:v>25.56</c:v>
                </c:pt>
                <c:pt idx="426" formatCode="General">
                  <c:v>25.62</c:v>
                </c:pt>
                <c:pt idx="427" formatCode="General">
                  <c:v>25.68</c:v>
                </c:pt>
                <c:pt idx="428" formatCode="General">
                  <c:v>25.74</c:v>
                </c:pt>
                <c:pt idx="429" formatCode="General">
                  <c:v>25.8</c:v>
                </c:pt>
                <c:pt idx="430" formatCode="General">
                  <c:v>25.86</c:v>
                </c:pt>
                <c:pt idx="431" formatCode="General">
                  <c:v>25.92</c:v>
                </c:pt>
                <c:pt idx="432" formatCode="General">
                  <c:v>25.98</c:v>
                </c:pt>
                <c:pt idx="433" formatCode="General">
                  <c:v>26.04</c:v>
                </c:pt>
                <c:pt idx="434" formatCode="General">
                  <c:v>26.1</c:v>
                </c:pt>
                <c:pt idx="435" formatCode="General">
                  <c:v>26.16</c:v>
                </c:pt>
                <c:pt idx="436" formatCode="General">
                  <c:v>26.22</c:v>
                </c:pt>
                <c:pt idx="437" formatCode="General">
                  <c:v>26.28</c:v>
                </c:pt>
                <c:pt idx="438" formatCode="General">
                  <c:v>26.34</c:v>
                </c:pt>
                <c:pt idx="439" formatCode="General">
                  <c:v>26.4</c:v>
                </c:pt>
                <c:pt idx="440" formatCode="General">
                  <c:v>26.46</c:v>
                </c:pt>
                <c:pt idx="441" formatCode="General">
                  <c:v>26.52</c:v>
                </c:pt>
                <c:pt idx="442" formatCode="General">
                  <c:v>26.58</c:v>
                </c:pt>
                <c:pt idx="443" formatCode="General">
                  <c:v>26.64</c:v>
                </c:pt>
                <c:pt idx="444" formatCode="General">
                  <c:v>26.7</c:v>
                </c:pt>
                <c:pt idx="445" formatCode="General">
                  <c:v>26.76</c:v>
                </c:pt>
                <c:pt idx="446" formatCode="General">
                  <c:v>26.82</c:v>
                </c:pt>
                <c:pt idx="447" formatCode="General">
                  <c:v>26.88</c:v>
                </c:pt>
                <c:pt idx="448" formatCode="General">
                  <c:v>26.94</c:v>
                </c:pt>
                <c:pt idx="449" formatCode="General">
                  <c:v>27</c:v>
                </c:pt>
                <c:pt idx="450" formatCode="General">
                  <c:v>27.06</c:v>
                </c:pt>
                <c:pt idx="451" formatCode="General">
                  <c:v>27.12</c:v>
                </c:pt>
                <c:pt idx="452" formatCode="General">
                  <c:v>27.18</c:v>
                </c:pt>
                <c:pt idx="453" formatCode="General">
                  <c:v>27.24</c:v>
                </c:pt>
                <c:pt idx="454" formatCode="General">
                  <c:v>27.3</c:v>
                </c:pt>
                <c:pt idx="455" formatCode="General">
                  <c:v>27.36</c:v>
                </c:pt>
                <c:pt idx="456" formatCode="General">
                  <c:v>27.42</c:v>
                </c:pt>
                <c:pt idx="457" formatCode="General">
                  <c:v>27.48</c:v>
                </c:pt>
                <c:pt idx="458" formatCode="General">
                  <c:v>27.54</c:v>
                </c:pt>
                <c:pt idx="459" formatCode="General">
                  <c:v>27.6</c:v>
                </c:pt>
                <c:pt idx="460" formatCode="General">
                  <c:v>27.66</c:v>
                </c:pt>
                <c:pt idx="461" formatCode="General">
                  <c:v>27.72</c:v>
                </c:pt>
                <c:pt idx="462" formatCode="General">
                  <c:v>27.78</c:v>
                </c:pt>
                <c:pt idx="463" formatCode="General">
                  <c:v>27.84</c:v>
                </c:pt>
                <c:pt idx="464" formatCode="General">
                  <c:v>27.9</c:v>
                </c:pt>
                <c:pt idx="465" formatCode="General">
                  <c:v>27.96</c:v>
                </c:pt>
                <c:pt idx="466" formatCode="General">
                  <c:v>28.02</c:v>
                </c:pt>
                <c:pt idx="467" formatCode="General">
                  <c:v>28.08</c:v>
                </c:pt>
                <c:pt idx="468" formatCode="General">
                  <c:v>28.14</c:v>
                </c:pt>
                <c:pt idx="469" formatCode="General">
                  <c:v>28.2</c:v>
                </c:pt>
                <c:pt idx="470" formatCode="General">
                  <c:v>28.26</c:v>
                </c:pt>
                <c:pt idx="471" formatCode="General">
                  <c:v>28.32</c:v>
                </c:pt>
                <c:pt idx="472" formatCode="General">
                  <c:v>28.38</c:v>
                </c:pt>
                <c:pt idx="473" formatCode="General">
                  <c:v>28.44</c:v>
                </c:pt>
                <c:pt idx="474" formatCode="General">
                  <c:v>28.5</c:v>
                </c:pt>
                <c:pt idx="475" formatCode="General">
                  <c:v>28.56</c:v>
                </c:pt>
                <c:pt idx="476" formatCode="General">
                  <c:v>28.62</c:v>
                </c:pt>
                <c:pt idx="477" formatCode="General">
                  <c:v>28.68</c:v>
                </c:pt>
                <c:pt idx="478" formatCode="General">
                  <c:v>28.74</c:v>
                </c:pt>
                <c:pt idx="479" formatCode="General">
                  <c:v>28.8</c:v>
                </c:pt>
                <c:pt idx="480" formatCode="General">
                  <c:v>28.86</c:v>
                </c:pt>
                <c:pt idx="481" formatCode="General">
                  <c:v>28.92</c:v>
                </c:pt>
                <c:pt idx="482" formatCode="General">
                  <c:v>28.98</c:v>
                </c:pt>
                <c:pt idx="483" formatCode="General">
                  <c:v>29.04</c:v>
                </c:pt>
                <c:pt idx="484" formatCode="General">
                  <c:v>29.1</c:v>
                </c:pt>
                <c:pt idx="485" formatCode="General">
                  <c:v>29.16</c:v>
                </c:pt>
                <c:pt idx="486" formatCode="General">
                  <c:v>29.22</c:v>
                </c:pt>
                <c:pt idx="487" formatCode="General">
                  <c:v>29.28</c:v>
                </c:pt>
                <c:pt idx="488" formatCode="General">
                  <c:v>29.34</c:v>
                </c:pt>
                <c:pt idx="489" formatCode="General">
                  <c:v>29.4</c:v>
                </c:pt>
                <c:pt idx="490" formatCode="General">
                  <c:v>29.46</c:v>
                </c:pt>
                <c:pt idx="491" formatCode="General">
                  <c:v>29.52</c:v>
                </c:pt>
                <c:pt idx="492" formatCode="General">
                  <c:v>29.58</c:v>
                </c:pt>
                <c:pt idx="493" formatCode="General">
                  <c:v>29.64</c:v>
                </c:pt>
                <c:pt idx="494" formatCode="General">
                  <c:v>29.7</c:v>
                </c:pt>
                <c:pt idx="495" formatCode="General">
                  <c:v>29.76</c:v>
                </c:pt>
                <c:pt idx="496" formatCode="General">
                  <c:v>29.82</c:v>
                </c:pt>
                <c:pt idx="497" formatCode="General">
                  <c:v>29.88</c:v>
                </c:pt>
                <c:pt idx="498" formatCode="General">
                  <c:v>29.94</c:v>
                </c:pt>
                <c:pt idx="499" formatCode="General">
                  <c:v>30</c:v>
                </c:pt>
                <c:pt idx="500" formatCode="General">
                  <c:v>30.06</c:v>
                </c:pt>
                <c:pt idx="501" formatCode="General">
                  <c:v>30.12</c:v>
                </c:pt>
                <c:pt idx="502" formatCode="General">
                  <c:v>30.18</c:v>
                </c:pt>
                <c:pt idx="503" formatCode="General">
                  <c:v>30.24</c:v>
                </c:pt>
                <c:pt idx="504" formatCode="General">
                  <c:v>30.3</c:v>
                </c:pt>
                <c:pt idx="505" formatCode="General">
                  <c:v>30.36</c:v>
                </c:pt>
                <c:pt idx="506" formatCode="General">
                  <c:v>30.42</c:v>
                </c:pt>
                <c:pt idx="507" formatCode="General">
                  <c:v>30.48</c:v>
                </c:pt>
                <c:pt idx="508" formatCode="General">
                  <c:v>30.54</c:v>
                </c:pt>
                <c:pt idx="509" formatCode="General">
                  <c:v>30.6</c:v>
                </c:pt>
                <c:pt idx="510" formatCode="General">
                  <c:v>30.66</c:v>
                </c:pt>
                <c:pt idx="511" formatCode="General">
                  <c:v>30.72</c:v>
                </c:pt>
                <c:pt idx="512" formatCode="General">
                  <c:v>30.78</c:v>
                </c:pt>
                <c:pt idx="513" formatCode="General">
                  <c:v>30.84</c:v>
                </c:pt>
                <c:pt idx="514" formatCode="General">
                  <c:v>30.9</c:v>
                </c:pt>
                <c:pt idx="515" formatCode="General">
                  <c:v>30.96</c:v>
                </c:pt>
                <c:pt idx="516" formatCode="General">
                  <c:v>31.02</c:v>
                </c:pt>
              </c:numCache>
            </c:numRef>
          </c:xVal>
          <c:yVal>
            <c:numRef>
              <c:f>Sheet1!$G$2:$G$1550</c:f>
              <c:numCache>
                <c:formatCode>0.00E+00</c:formatCode>
                <c:ptCount val="517"/>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5.0211159999999998E-2</c:v>
                </c:pt>
                <c:pt idx="38">
                  <c:v>7.1504059999999994E-2</c:v>
                </c:pt>
                <c:pt idx="39">
                  <c:v>2.265791E-2</c:v>
                </c:pt>
                <c:pt idx="40">
                  <c:v>4.3132360000000002E-2</c:v>
                </c:pt>
                <c:pt idx="41">
                  <c:v>2.0551489999999999E-2</c:v>
                </c:pt>
                <c:pt idx="42">
                  <c:v>0.21567439999999999</c:v>
                </c:pt>
                <c:pt idx="43">
                  <c:v>0.26216</c:v>
                </c:pt>
                <c:pt idx="44">
                  <c:v>2.1304259999999999</c:v>
                </c:pt>
                <c:pt idx="45">
                  <c:v>6.1849600000000002</c:v>
                </c:pt>
                <c:pt idx="46">
                  <c:v>6.5810430000000002</c:v>
                </c:pt>
                <c:pt idx="47">
                  <c:v>5.6330980000000004</c:v>
                </c:pt>
                <c:pt idx="48">
                  <c:v>3.8654069999999998</c:v>
                </c:pt>
                <c:pt idx="49">
                  <c:v>3.088784</c:v>
                </c:pt>
                <c:pt idx="50">
                  <c:v>1.90954</c:v>
                </c:pt>
                <c:pt idx="51">
                  <c:v>1.354141</c:v>
                </c:pt>
                <c:pt idx="52">
                  <c:v>1.0324949999999999</c:v>
                </c:pt>
                <c:pt idx="53">
                  <c:v>0.89514839999999996</c:v>
                </c:pt>
                <c:pt idx="54">
                  <c:v>0.52732429999999997</c:v>
                </c:pt>
                <c:pt idx="55">
                  <c:v>0.45085769999999997</c:v>
                </c:pt>
                <c:pt idx="56">
                  <c:v>0.36822690000000002</c:v>
                </c:pt>
                <c:pt idx="57">
                  <c:v>0.42030089999999998</c:v>
                </c:pt>
                <c:pt idx="58">
                  <c:v>0.37493029999999999</c:v>
                </c:pt>
                <c:pt idx="59">
                  <c:v>0.38267800000000002</c:v>
                </c:pt>
                <c:pt idx="60">
                  <c:v>0.38972040000000002</c:v>
                </c:pt>
                <c:pt idx="61">
                  <c:v>0.36781910000000001</c:v>
                </c:pt>
                <c:pt idx="62">
                  <c:v>0.4019064</c:v>
                </c:pt>
                <c:pt idx="63">
                  <c:v>0.44255129999999998</c:v>
                </c:pt>
                <c:pt idx="64">
                  <c:v>0.38613550000000002</c:v>
                </c:pt>
                <c:pt idx="65">
                  <c:v>0.33290960000000003</c:v>
                </c:pt>
                <c:pt idx="66">
                  <c:v>0.44418869999999999</c:v>
                </c:pt>
                <c:pt idx="67">
                  <c:v>0.53314550000000005</c:v>
                </c:pt>
                <c:pt idx="68">
                  <c:v>0.50257470000000004</c:v>
                </c:pt>
                <c:pt idx="69">
                  <c:v>0.41433059999999999</c:v>
                </c:pt>
                <c:pt idx="70">
                  <c:v>0.67603080000000004</c:v>
                </c:pt>
                <c:pt idx="71">
                  <c:v>0.76927780000000001</c:v>
                </c:pt>
                <c:pt idx="72">
                  <c:v>0.83678730000000001</c:v>
                </c:pt>
                <c:pt idx="73">
                  <c:v>0.98645819999999995</c:v>
                </c:pt>
                <c:pt idx="74">
                  <c:v>1.1665730000000001</c:v>
                </c:pt>
                <c:pt idx="75">
                  <c:v>1.2741629999999999</c:v>
                </c:pt>
                <c:pt idx="76">
                  <c:v>1.296316</c:v>
                </c:pt>
                <c:pt idx="77">
                  <c:v>1.4480170000000001</c:v>
                </c:pt>
                <c:pt idx="78">
                  <c:v>1.370927</c:v>
                </c:pt>
                <c:pt idx="79">
                  <c:v>1.5407979999999999</c:v>
                </c:pt>
                <c:pt idx="80">
                  <c:v>1.4587840000000001</c:v>
                </c:pt>
                <c:pt idx="81">
                  <c:v>1.536648</c:v>
                </c:pt>
                <c:pt idx="82">
                  <c:v>1.3945909999999999</c:v>
                </c:pt>
                <c:pt idx="83">
                  <c:v>1.4335169999999999</c:v>
                </c:pt>
                <c:pt idx="84">
                  <c:v>1.3498079999999999</c:v>
                </c:pt>
                <c:pt idx="85">
                  <c:v>1.16174</c:v>
                </c:pt>
                <c:pt idx="86">
                  <c:v>1.211824</c:v>
                </c:pt>
                <c:pt idx="87">
                  <c:v>0.99717650000000002</c:v>
                </c:pt>
                <c:pt idx="88">
                  <c:v>0.97947110000000004</c:v>
                </c:pt>
                <c:pt idx="89">
                  <c:v>1.0697220000000001</c:v>
                </c:pt>
                <c:pt idx="90">
                  <c:v>1.006939</c:v>
                </c:pt>
                <c:pt idx="91">
                  <c:v>1.1479349999999999</c:v>
                </c:pt>
                <c:pt idx="92">
                  <c:v>1.085656</c:v>
                </c:pt>
                <c:pt idx="93">
                  <c:v>1.1939759999999999</c:v>
                </c:pt>
                <c:pt idx="94">
                  <c:v>1.237263</c:v>
                </c:pt>
                <c:pt idx="95">
                  <c:v>1.152614</c:v>
                </c:pt>
                <c:pt idx="96">
                  <c:v>1.021083</c:v>
                </c:pt>
                <c:pt idx="97">
                  <c:v>0.97015169999999995</c:v>
                </c:pt>
                <c:pt idx="98">
                  <c:v>0.81748659999999995</c:v>
                </c:pt>
                <c:pt idx="99">
                  <c:v>0.88460360000000005</c:v>
                </c:pt>
                <c:pt idx="100">
                  <c:v>0.81386369999999997</c:v>
                </c:pt>
                <c:pt idx="101">
                  <c:v>0.75965280000000002</c:v>
                </c:pt>
                <c:pt idx="102">
                  <c:v>0.71080080000000001</c:v>
                </c:pt>
                <c:pt idx="103">
                  <c:v>0.74077230000000005</c:v>
                </c:pt>
                <c:pt idx="104">
                  <c:v>0.69055759999999999</c:v>
                </c:pt>
                <c:pt idx="105">
                  <c:v>0.77116169999999995</c:v>
                </c:pt>
                <c:pt idx="106">
                  <c:v>0.7093161</c:v>
                </c:pt>
                <c:pt idx="107">
                  <c:v>0.81746200000000002</c:v>
                </c:pt>
                <c:pt idx="108">
                  <c:v>0.85135490000000003</c:v>
                </c:pt>
                <c:pt idx="109">
                  <c:v>0.80898020000000004</c:v>
                </c:pt>
                <c:pt idx="110">
                  <c:v>0.97984599999999999</c:v>
                </c:pt>
                <c:pt idx="111">
                  <c:v>1.0289010000000001</c:v>
                </c:pt>
                <c:pt idx="112">
                  <c:v>0.98521769999999997</c:v>
                </c:pt>
                <c:pt idx="113">
                  <c:v>1.0489090000000001</c:v>
                </c:pt>
                <c:pt idx="114">
                  <c:v>1.0773489999999999</c:v>
                </c:pt>
                <c:pt idx="115">
                  <c:v>1.042689</c:v>
                </c:pt>
                <c:pt idx="116">
                  <c:v>1.1176360000000001</c:v>
                </c:pt>
                <c:pt idx="117">
                  <c:v>1.0883590000000001</c:v>
                </c:pt>
                <c:pt idx="118">
                  <c:v>1.0419830000000001</c:v>
                </c:pt>
                <c:pt idx="119">
                  <c:v>1.095183</c:v>
                </c:pt>
                <c:pt idx="120">
                  <c:v>1.255444</c:v>
                </c:pt>
                <c:pt idx="121">
                  <c:v>1.169181</c:v>
                </c:pt>
                <c:pt idx="122">
                  <c:v>1.150247</c:v>
                </c:pt>
                <c:pt idx="123">
                  <c:v>1.214294</c:v>
                </c:pt>
                <c:pt idx="124">
                  <c:v>1.1044529999999999</c:v>
                </c:pt>
                <c:pt idx="125">
                  <c:v>1.176051</c:v>
                </c:pt>
                <c:pt idx="126">
                  <c:v>1.204807</c:v>
                </c:pt>
                <c:pt idx="127">
                  <c:v>1.0599270000000001</c:v>
                </c:pt>
                <c:pt idx="128">
                  <c:v>1.1895249999999999</c:v>
                </c:pt>
                <c:pt idx="129">
                  <c:v>1.055453</c:v>
                </c:pt>
                <c:pt idx="130">
                  <c:v>0.99081050000000004</c:v>
                </c:pt>
                <c:pt idx="131">
                  <c:v>1.0112270000000001</c:v>
                </c:pt>
                <c:pt idx="132">
                  <c:v>0.96533500000000005</c:v>
                </c:pt>
                <c:pt idx="133">
                  <c:v>0.97520969999999996</c:v>
                </c:pt>
                <c:pt idx="134">
                  <c:v>0.90113770000000004</c:v>
                </c:pt>
                <c:pt idx="135">
                  <c:v>0.93693749999999998</c:v>
                </c:pt>
                <c:pt idx="136">
                  <c:v>1.0063690000000001</c:v>
                </c:pt>
                <c:pt idx="137">
                  <c:v>0.89665070000000002</c:v>
                </c:pt>
                <c:pt idx="138">
                  <c:v>0.96448199999999995</c:v>
                </c:pt>
                <c:pt idx="139">
                  <c:v>0.98034829999999995</c:v>
                </c:pt>
                <c:pt idx="140">
                  <c:v>0.93184429999999996</c:v>
                </c:pt>
                <c:pt idx="141">
                  <c:v>0.92415979999999998</c:v>
                </c:pt>
                <c:pt idx="142">
                  <c:v>0.92191730000000005</c:v>
                </c:pt>
                <c:pt idx="143">
                  <c:v>0.98958279999999998</c:v>
                </c:pt>
                <c:pt idx="144">
                  <c:v>1.041506</c:v>
                </c:pt>
                <c:pt idx="145">
                  <c:v>0.91163269999999996</c:v>
                </c:pt>
                <c:pt idx="146">
                  <c:v>0.99154759999999997</c:v>
                </c:pt>
                <c:pt idx="147">
                  <c:v>0.95502160000000003</c:v>
                </c:pt>
                <c:pt idx="148">
                  <c:v>0.99613479999999999</c:v>
                </c:pt>
                <c:pt idx="149">
                  <c:v>1.015123</c:v>
                </c:pt>
                <c:pt idx="150">
                  <c:v>0.93812130000000005</c:v>
                </c:pt>
                <c:pt idx="151">
                  <c:v>1.026246</c:v>
                </c:pt>
                <c:pt idx="152">
                  <c:v>1.0020340000000001</c:v>
                </c:pt>
                <c:pt idx="153">
                  <c:v>0.99976339999999997</c:v>
                </c:pt>
                <c:pt idx="154">
                  <c:v>1.0548109999999999</c:v>
                </c:pt>
                <c:pt idx="155">
                  <c:v>1.0264340000000001</c:v>
                </c:pt>
                <c:pt idx="156">
                  <c:v>1.053112</c:v>
                </c:pt>
                <c:pt idx="157">
                  <c:v>1.077583</c:v>
                </c:pt>
                <c:pt idx="158">
                  <c:v>1.142944</c:v>
                </c:pt>
                <c:pt idx="159">
                  <c:v>1.100379</c:v>
                </c:pt>
                <c:pt idx="160">
                  <c:v>1.135705</c:v>
                </c:pt>
                <c:pt idx="161">
                  <c:v>1.0526549999999999</c:v>
                </c:pt>
                <c:pt idx="162">
                  <c:v>1.0493300000000001</c:v>
                </c:pt>
                <c:pt idx="163">
                  <c:v>0.99883010000000005</c:v>
                </c:pt>
                <c:pt idx="164">
                  <c:v>1.0040709999999999</c:v>
                </c:pt>
                <c:pt idx="165">
                  <c:v>1.063056</c:v>
                </c:pt>
                <c:pt idx="166">
                  <c:v>1.0568630000000001</c:v>
                </c:pt>
                <c:pt idx="167">
                  <c:v>1.0558799999999999</c:v>
                </c:pt>
                <c:pt idx="168">
                  <c:v>1.062462</c:v>
                </c:pt>
                <c:pt idx="169">
                  <c:v>0.98351140000000004</c:v>
                </c:pt>
                <c:pt idx="170">
                  <c:v>0.97700149999999997</c:v>
                </c:pt>
                <c:pt idx="171">
                  <c:v>0.99385990000000002</c:v>
                </c:pt>
                <c:pt idx="172">
                  <c:v>0.94364040000000005</c:v>
                </c:pt>
                <c:pt idx="173">
                  <c:v>1.0633490000000001</c:v>
                </c:pt>
                <c:pt idx="174">
                  <c:v>0.96599599999999997</c:v>
                </c:pt>
                <c:pt idx="175">
                  <c:v>1.063898</c:v>
                </c:pt>
                <c:pt idx="176">
                  <c:v>0.9523895</c:v>
                </c:pt>
                <c:pt idx="177">
                  <c:v>0.96689219999999998</c:v>
                </c:pt>
                <c:pt idx="178">
                  <c:v>0.96177659999999998</c:v>
                </c:pt>
                <c:pt idx="179">
                  <c:v>0.99475950000000002</c:v>
                </c:pt>
                <c:pt idx="180">
                  <c:v>1.0003979999999999</c:v>
                </c:pt>
                <c:pt idx="181">
                  <c:v>1.003663</c:v>
                </c:pt>
                <c:pt idx="182">
                  <c:v>0.93859519999999996</c:v>
                </c:pt>
                <c:pt idx="183">
                  <c:v>0.99909650000000005</c:v>
                </c:pt>
                <c:pt idx="184">
                  <c:v>0.99573970000000001</c:v>
                </c:pt>
                <c:pt idx="185">
                  <c:v>0.96410280000000004</c:v>
                </c:pt>
                <c:pt idx="186">
                  <c:v>0.96211329999999995</c:v>
                </c:pt>
                <c:pt idx="187">
                  <c:v>0.97652349999999999</c:v>
                </c:pt>
                <c:pt idx="188">
                  <c:v>0.95403800000000005</c:v>
                </c:pt>
                <c:pt idx="189">
                  <c:v>1.0213509999999999</c:v>
                </c:pt>
                <c:pt idx="190">
                  <c:v>0.96497040000000001</c:v>
                </c:pt>
                <c:pt idx="191">
                  <c:v>1.012969</c:v>
                </c:pt>
                <c:pt idx="192">
                  <c:v>1.051164</c:v>
                </c:pt>
                <c:pt idx="193">
                  <c:v>1.033612</c:v>
                </c:pt>
                <c:pt idx="194">
                  <c:v>0.95915830000000002</c:v>
                </c:pt>
                <c:pt idx="195">
                  <c:v>1.073969</c:v>
                </c:pt>
                <c:pt idx="196">
                  <c:v>1.002372</c:v>
                </c:pt>
                <c:pt idx="197">
                  <c:v>1.009843</c:v>
                </c:pt>
                <c:pt idx="198">
                  <c:v>1.0125360000000001</c:v>
                </c:pt>
                <c:pt idx="199">
                  <c:v>1.037784</c:v>
                </c:pt>
                <c:pt idx="200">
                  <c:v>1.033765</c:v>
                </c:pt>
                <c:pt idx="201">
                  <c:v>0.99334619999999996</c:v>
                </c:pt>
                <c:pt idx="202">
                  <c:v>0.97038709999999995</c:v>
                </c:pt>
                <c:pt idx="203">
                  <c:v>1.042786</c:v>
                </c:pt>
                <c:pt idx="204">
                  <c:v>1.0274620000000001</c:v>
                </c:pt>
                <c:pt idx="205">
                  <c:v>0.99188069999999995</c:v>
                </c:pt>
                <c:pt idx="206">
                  <c:v>0.98993529999999996</c:v>
                </c:pt>
                <c:pt idx="207">
                  <c:v>0.99300929999999998</c:v>
                </c:pt>
                <c:pt idx="208">
                  <c:v>1.0557380000000001</c:v>
                </c:pt>
                <c:pt idx="209">
                  <c:v>0.98980469999999998</c:v>
                </c:pt>
                <c:pt idx="210">
                  <c:v>1.0056890000000001</c:v>
                </c:pt>
                <c:pt idx="211">
                  <c:v>0.99219040000000003</c:v>
                </c:pt>
                <c:pt idx="212">
                  <c:v>1.0012749999999999</c:v>
                </c:pt>
                <c:pt idx="213">
                  <c:v>1.0307299999999999</c:v>
                </c:pt>
                <c:pt idx="214">
                  <c:v>0.91763640000000002</c:v>
                </c:pt>
                <c:pt idx="215">
                  <c:v>1.0202789999999999</c:v>
                </c:pt>
                <c:pt idx="216">
                  <c:v>0.97702089999999997</c:v>
                </c:pt>
                <c:pt idx="217">
                  <c:v>1.002407</c:v>
                </c:pt>
                <c:pt idx="218">
                  <c:v>0.97437560000000001</c:v>
                </c:pt>
                <c:pt idx="219">
                  <c:v>0.97976989999999997</c:v>
                </c:pt>
                <c:pt idx="220">
                  <c:v>0.99319219999999997</c:v>
                </c:pt>
                <c:pt idx="221">
                  <c:v>0.96587409999999996</c:v>
                </c:pt>
                <c:pt idx="222">
                  <c:v>1.0126379999999999</c:v>
                </c:pt>
                <c:pt idx="223">
                  <c:v>0.98844339999999997</c:v>
                </c:pt>
                <c:pt idx="224">
                  <c:v>1.0147679999999999</c:v>
                </c:pt>
                <c:pt idx="225">
                  <c:v>1.0029680000000001</c:v>
                </c:pt>
                <c:pt idx="226">
                  <c:v>1.028626</c:v>
                </c:pt>
                <c:pt idx="227">
                  <c:v>1.028689</c:v>
                </c:pt>
                <c:pt idx="228">
                  <c:v>0.98031809999999997</c:v>
                </c:pt>
                <c:pt idx="229">
                  <c:v>0.99922580000000005</c:v>
                </c:pt>
                <c:pt idx="230">
                  <c:v>1.0211669999999999</c:v>
                </c:pt>
                <c:pt idx="231">
                  <c:v>0.96927410000000003</c:v>
                </c:pt>
                <c:pt idx="232">
                  <c:v>0.97499599999999997</c:v>
                </c:pt>
                <c:pt idx="233">
                  <c:v>1.020974</c:v>
                </c:pt>
                <c:pt idx="234">
                  <c:v>1.020837</c:v>
                </c:pt>
                <c:pt idx="235">
                  <c:v>0.99462910000000004</c:v>
                </c:pt>
                <c:pt idx="236">
                  <c:v>0.99464430000000004</c:v>
                </c:pt>
                <c:pt idx="237">
                  <c:v>1.0247059999999999</c:v>
                </c:pt>
                <c:pt idx="238">
                  <c:v>1.002186</c:v>
                </c:pt>
                <c:pt idx="239">
                  <c:v>0.98566909999999996</c:v>
                </c:pt>
                <c:pt idx="240">
                  <c:v>1.029315</c:v>
                </c:pt>
                <c:pt idx="241">
                  <c:v>1.0325880000000001</c:v>
                </c:pt>
                <c:pt idx="242">
                  <c:v>0.9872687</c:v>
                </c:pt>
                <c:pt idx="243">
                  <c:v>0.97188549999999996</c:v>
                </c:pt>
                <c:pt idx="244">
                  <c:v>0.97121579999999996</c:v>
                </c:pt>
                <c:pt idx="245">
                  <c:v>1.00647</c:v>
                </c:pt>
                <c:pt idx="246">
                  <c:v>1.041717</c:v>
                </c:pt>
                <c:pt idx="247">
                  <c:v>0.99266019999999999</c:v>
                </c:pt>
                <c:pt idx="248">
                  <c:v>1.011601</c:v>
                </c:pt>
                <c:pt idx="249">
                  <c:v>1.0394890000000001</c:v>
                </c:pt>
                <c:pt idx="250">
                  <c:v>0.98748769999999997</c:v>
                </c:pt>
                <c:pt idx="251">
                  <c:v>1.0053570000000001</c:v>
                </c:pt>
                <c:pt idx="252">
                  <c:v>1.01555</c:v>
                </c:pt>
                <c:pt idx="253">
                  <c:v>1.0058830000000001</c:v>
                </c:pt>
                <c:pt idx="254">
                  <c:v>1.015293</c:v>
                </c:pt>
                <c:pt idx="255">
                  <c:v>0.97197199999999995</c:v>
                </c:pt>
                <c:pt idx="256">
                  <c:v>0.97594970000000003</c:v>
                </c:pt>
                <c:pt idx="257">
                  <c:v>0.99290840000000002</c:v>
                </c:pt>
                <c:pt idx="258">
                  <c:v>0.94039790000000001</c:v>
                </c:pt>
                <c:pt idx="259">
                  <c:v>0.99378089999999997</c:v>
                </c:pt>
                <c:pt idx="260">
                  <c:v>0.99682459999999995</c:v>
                </c:pt>
                <c:pt idx="261">
                  <c:v>0.99820830000000005</c:v>
                </c:pt>
                <c:pt idx="262">
                  <c:v>0.98853519999999995</c:v>
                </c:pt>
                <c:pt idx="263">
                  <c:v>0.9878228</c:v>
                </c:pt>
                <c:pt idx="264">
                  <c:v>0.98709309999999995</c:v>
                </c:pt>
                <c:pt idx="265">
                  <c:v>0.98532149999999996</c:v>
                </c:pt>
                <c:pt idx="266">
                  <c:v>0.9535439</c:v>
                </c:pt>
                <c:pt idx="267">
                  <c:v>1.0443659999999999</c:v>
                </c:pt>
                <c:pt idx="268">
                  <c:v>0.97298609999999996</c:v>
                </c:pt>
                <c:pt idx="269">
                  <c:v>1.035914</c:v>
                </c:pt>
                <c:pt idx="270">
                  <c:v>1.016435</c:v>
                </c:pt>
                <c:pt idx="271">
                  <c:v>1.0094650000000001</c:v>
                </c:pt>
                <c:pt idx="272">
                  <c:v>1.0249470000000001</c:v>
                </c:pt>
                <c:pt idx="273">
                  <c:v>0.9817439</c:v>
                </c:pt>
                <c:pt idx="274">
                  <c:v>0.97893160000000001</c:v>
                </c:pt>
                <c:pt idx="275">
                  <c:v>1.0018339999999999</c:v>
                </c:pt>
                <c:pt idx="276">
                  <c:v>1.0182389999999999</c:v>
                </c:pt>
                <c:pt idx="277">
                  <c:v>0.99591529999999995</c:v>
                </c:pt>
                <c:pt idx="278">
                  <c:v>1.030241</c:v>
                </c:pt>
                <c:pt idx="279">
                  <c:v>1.02382</c:v>
                </c:pt>
                <c:pt idx="280">
                  <c:v>0.98027350000000002</c:v>
                </c:pt>
                <c:pt idx="281">
                  <c:v>0.99840770000000001</c:v>
                </c:pt>
                <c:pt idx="282">
                  <c:v>0.98774280000000003</c:v>
                </c:pt>
                <c:pt idx="283">
                  <c:v>1.0181070000000001</c:v>
                </c:pt>
                <c:pt idx="284">
                  <c:v>0.98910419999999999</c:v>
                </c:pt>
                <c:pt idx="285">
                  <c:v>0.99283699999999997</c:v>
                </c:pt>
                <c:pt idx="286">
                  <c:v>1.0123390000000001</c:v>
                </c:pt>
                <c:pt idx="287">
                  <c:v>0.98128099999999996</c:v>
                </c:pt>
                <c:pt idx="288">
                  <c:v>0.99360130000000002</c:v>
                </c:pt>
                <c:pt idx="289">
                  <c:v>1.0009870000000001</c:v>
                </c:pt>
                <c:pt idx="290">
                  <c:v>1.00525</c:v>
                </c:pt>
                <c:pt idx="291">
                  <c:v>1.0387710000000001</c:v>
                </c:pt>
                <c:pt idx="292">
                  <c:v>1.0291589999999999</c:v>
                </c:pt>
                <c:pt idx="293">
                  <c:v>1.00665</c:v>
                </c:pt>
                <c:pt idx="294">
                  <c:v>0.99192179999999996</c:v>
                </c:pt>
                <c:pt idx="295">
                  <c:v>0.99061010000000005</c:v>
                </c:pt>
                <c:pt idx="296">
                  <c:v>0.99874689999999999</c:v>
                </c:pt>
                <c:pt idx="297">
                  <c:v>1.0002200000000001</c:v>
                </c:pt>
                <c:pt idx="298">
                  <c:v>0.98786350000000001</c:v>
                </c:pt>
                <c:pt idx="299">
                  <c:v>1.0155289999999999</c:v>
                </c:pt>
                <c:pt idx="300">
                  <c:v>1.005992</c:v>
                </c:pt>
                <c:pt idx="301">
                  <c:v>0.98701760000000005</c:v>
                </c:pt>
                <c:pt idx="302">
                  <c:v>0.97182579999999996</c:v>
                </c:pt>
                <c:pt idx="303">
                  <c:v>0.95563529999999997</c:v>
                </c:pt>
                <c:pt idx="304">
                  <c:v>1.0062789999999999</c:v>
                </c:pt>
                <c:pt idx="305">
                  <c:v>0.98151560000000004</c:v>
                </c:pt>
                <c:pt idx="306">
                  <c:v>0.99705779999999999</c:v>
                </c:pt>
                <c:pt idx="307">
                  <c:v>1.000148</c:v>
                </c:pt>
                <c:pt idx="308">
                  <c:v>1.0278590000000001</c:v>
                </c:pt>
                <c:pt idx="309">
                  <c:v>1.0235019999999999</c:v>
                </c:pt>
                <c:pt idx="310">
                  <c:v>1.022553</c:v>
                </c:pt>
                <c:pt idx="311">
                  <c:v>1.0353749999999999</c:v>
                </c:pt>
                <c:pt idx="312">
                  <c:v>0.98732299999999995</c:v>
                </c:pt>
                <c:pt idx="313">
                  <c:v>0.99391410000000002</c:v>
                </c:pt>
                <c:pt idx="314">
                  <c:v>1.010267</c:v>
                </c:pt>
                <c:pt idx="315">
                  <c:v>1.018769</c:v>
                </c:pt>
                <c:pt idx="316">
                  <c:v>0.99755930000000004</c:v>
                </c:pt>
                <c:pt idx="317">
                  <c:v>0.97336940000000005</c:v>
                </c:pt>
                <c:pt idx="318">
                  <c:v>1.0317620000000001</c:v>
                </c:pt>
                <c:pt idx="319">
                  <c:v>1.002664</c:v>
                </c:pt>
                <c:pt idx="320">
                  <c:v>1.0076860000000001</c:v>
                </c:pt>
                <c:pt idx="321">
                  <c:v>0.98290429999999995</c:v>
                </c:pt>
                <c:pt idx="322">
                  <c:v>0.9684876</c:v>
                </c:pt>
                <c:pt idx="323">
                  <c:v>0.99118340000000005</c:v>
                </c:pt>
                <c:pt idx="324">
                  <c:v>0.97102040000000001</c:v>
                </c:pt>
                <c:pt idx="325">
                  <c:v>0.98281149999999995</c:v>
                </c:pt>
                <c:pt idx="326">
                  <c:v>1.024616</c:v>
                </c:pt>
                <c:pt idx="327">
                  <c:v>1.0005170000000001</c:v>
                </c:pt>
                <c:pt idx="328">
                  <c:v>1.009852</c:v>
                </c:pt>
                <c:pt idx="329">
                  <c:v>1.015393</c:v>
                </c:pt>
                <c:pt idx="330">
                  <c:v>1.034416</c:v>
                </c:pt>
                <c:pt idx="331">
                  <c:v>0.98477669999999995</c:v>
                </c:pt>
                <c:pt idx="332">
                  <c:v>0.98933320000000002</c:v>
                </c:pt>
                <c:pt idx="333">
                  <c:v>1.005517</c:v>
                </c:pt>
                <c:pt idx="334">
                  <c:v>0.99370809999999998</c:v>
                </c:pt>
                <c:pt idx="335">
                  <c:v>1.00996</c:v>
                </c:pt>
                <c:pt idx="336">
                  <c:v>1.0119560000000001</c:v>
                </c:pt>
                <c:pt idx="337">
                  <c:v>0.98661909999999997</c:v>
                </c:pt>
                <c:pt idx="338">
                  <c:v>1.0281279999999999</c:v>
                </c:pt>
                <c:pt idx="339">
                  <c:v>1.012994</c:v>
                </c:pt>
                <c:pt idx="340">
                  <c:v>0.99365460000000005</c:v>
                </c:pt>
                <c:pt idx="341">
                  <c:v>0.98351279999999996</c:v>
                </c:pt>
                <c:pt idx="342">
                  <c:v>1.0147649999999999</c:v>
                </c:pt>
                <c:pt idx="343">
                  <c:v>1.0036659999999999</c:v>
                </c:pt>
                <c:pt idx="344">
                  <c:v>1.0261830000000001</c:v>
                </c:pt>
                <c:pt idx="345">
                  <c:v>0.98028570000000004</c:v>
                </c:pt>
                <c:pt idx="346">
                  <c:v>0.9972259</c:v>
                </c:pt>
                <c:pt idx="347">
                  <c:v>1.0172490000000001</c:v>
                </c:pt>
                <c:pt idx="348">
                  <c:v>1.026608</c:v>
                </c:pt>
                <c:pt idx="349">
                  <c:v>0.98878650000000001</c:v>
                </c:pt>
                <c:pt idx="350">
                  <c:v>0.99110580000000004</c:v>
                </c:pt>
                <c:pt idx="351">
                  <c:v>1.0150349999999999</c:v>
                </c:pt>
                <c:pt idx="352">
                  <c:v>0.98107080000000002</c:v>
                </c:pt>
                <c:pt idx="353">
                  <c:v>0.9845043</c:v>
                </c:pt>
                <c:pt idx="354">
                  <c:v>0.98702060000000003</c:v>
                </c:pt>
                <c:pt idx="355">
                  <c:v>1.0057990000000001</c:v>
                </c:pt>
                <c:pt idx="356">
                  <c:v>1.0306090000000001</c:v>
                </c:pt>
                <c:pt idx="357">
                  <c:v>0.99091479999999998</c:v>
                </c:pt>
                <c:pt idx="358">
                  <c:v>0.99777930000000004</c:v>
                </c:pt>
                <c:pt idx="359">
                  <c:v>1.0118259999999999</c:v>
                </c:pt>
                <c:pt idx="360">
                  <c:v>1.0259799999999999</c:v>
                </c:pt>
                <c:pt idx="361">
                  <c:v>1.0023359999999999</c:v>
                </c:pt>
                <c:pt idx="362">
                  <c:v>0.99957260000000003</c:v>
                </c:pt>
                <c:pt idx="363">
                  <c:v>0.98341659999999997</c:v>
                </c:pt>
                <c:pt idx="364">
                  <c:v>0.96687800000000002</c:v>
                </c:pt>
                <c:pt idx="365">
                  <c:v>1.0084230000000001</c:v>
                </c:pt>
                <c:pt idx="366">
                  <c:v>0.94883169999999994</c:v>
                </c:pt>
                <c:pt idx="367">
                  <c:v>1.0055229999999999</c:v>
                </c:pt>
                <c:pt idx="368">
                  <c:v>0.99076160000000002</c:v>
                </c:pt>
                <c:pt idx="369">
                  <c:v>1.0076590000000001</c:v>
                </c:pt>
                <c:pt idx="370">
                  <c:v>0.98616649999999995</c:v>
                </c:pt>
                <c:pt idx="371">
                  <c:v>0.96305669999999999</c:v>
                </c:pt>
                <c:pt idx="372">
                  <c:v>0.98083100000000001</c:v>
                </c:pt>
                <c:pt idx="373">
                  <c:v>1.0155080000000001</c:v>
                </c:pt>
                <c:pt idx="374">
                  <c:v>0.98921680000000001</c:v>
                </c:pt>
                <c:pt idx="375">
                  <c:v>1.032429</c:v>
                </c:pt>
                <c:pt idx="376">
                  <c:v>1.032826</c:v>
                </c:pt>
                <c:pt idx="377">
                  <c:v>0.97662210000000005</c:v>
                </c:pt>
                <c:pt idx="378">
                  <c:v>0.99822920000000004</c:v>
                </c:pt>
                <c:pt idx="379">
                  <c:v>0.99850589999999995</c:v>
                </c:pt>
                <c:pt idx="380">
                  <c:v>0.98203229999999997</c:v>
                </c:pt>
                <c:pt idx="381">
                  <c:v>1.019382</c:v>
                </c:pt>
                <c:pt idx="382">
                  <c:v>0.98267760000000004</c:v>
                </c:pt>
                <c:pt idx="383">
                  <c:v>1.0100199999999999</c:v>
                </c:pt>
                <c:pt idx="384">
                  <c:v>1.024103</c:v>
                </c:pt>
                <c:pt idx="385">
                  <c:v>1.0122340000000001</c:v>
                </c:pt>
                <c:pt idx="386">
                  <c:v>0.99974750000000001</c:v>
                </c:pt>
                <c:pt idx="387">
                  <c:v>1.0076050000000001</c:v>
                </c:pt>
                <c:pt idx="388">
                  <c:v>1.0148900000000001</c:v>
                </c:pt>
                <c:pt idx="389">
                  <c:v>1.0101690000000001</c:v>
                </c:pt>
                <c:pt idx="390">
                  <c:v>1.014731</c:v>
                </c:pt>
                <c:pt idx="391">
                  <c:v>0.97110339999999995</c:v>
                </c:pt>
                <c:pt idx="392">
                  <c:v>0.99903050000000004</c:v>
                </c:pt>
                <c:pt idx="393">
                  <c:v>0.99256449999999996</c:v>
                </c:pt>
                <c:pt idx="394">
                  <c:v>0.9773212</c:v>
                </c:pt>
                <c:pt idx="395">
                  <c:v>1.000597</c:v>
                </c:pt>
                <c:pt idx="396">
                  <c:v>1.005914</c:v>
                </c:pt>
                <c:pt idx="397">
                  <c:v>1.0125379999999999</c:v>
                </c:pt>
                <c:pt idx="398">
                  <c:v>0.9935773</c:v>
                </c:pt>
                <c:pt idx="399">
                  <c:v>1.021698</c:v>
                </c:pt>
                <c:pt idx="400">
                  <c:v>0.99406220000000001</c:v>
                </c:pt>
                <c:pt idx="401">
                  <c:v>0.99832089999999996</c:v>
                </c:pt>
                <c:pt idx="402">
                  <c:v>0.98890789999999995</c:v>
                </c:pt>
                <c:pt idx="403">
                  <c:v>0.97868739999999999</c:v>
                </c:pt>
                <c:pt idx="404">
                  <c:v>0.9911008</c:v>
                </c:pt>
                <c:pt idx="405">
                  <c:v>1.001401</c:v>
                </c:pt>
                <c:pt idx="406">
                  <c:v>1.026689</c:v>
                </c:pt>
                <c:pt idx="407">
                  <c:v>1.0057640000000001</c:v>
                </c:pt>
                <c:pt idx="408">
                  <c:v>0.97809489999999999</c:v>
                </c:pt>
                <c:pt idx="409">
                  <c:v>1.0041709999999999</c:v>
                </c:pt>
                <c:pt idx="410">
                  <c:v>1.003368</c:v>
                </c:pt>
                <c:pt idx="411">
                  <c:v>1.0260549999999999</c:v>
                </c:pt>
                <c:pt idx="412">
                  <c:v>0.96923040000000005</c:v>
                </c:pt>
                <c:pt idx="413">
                  <c:v>0.98549469999999995</c:v>
                </c:pt>
                <c:pt idx="414">
                  <c:v>1.0287470000000001</c:v>
                </c:pt>
                <c:pt idx="415">
                  <c:v>1.024016</c:v>
                </c:pt>
                <c:pt idx="416">
                  <c:v>1.0063930000000001</c:v>
                </c:pt>
                <c:pt idx="417">
                  <c:v>1.032708</c:v>
                </c:pt>
                <c:pt idx="418">
                  <c:v>0.95984329999999995</c:v>
                </c:pt>
                <c:pt idx="419">
                  <c:v>0.98754549999999997</c:v>
                </c:pt>
                <c:pt idx="420">
                  <c:v>0.98654149999999996</c:v>
                </c:pt>
                <c:pt idx="421">
                  <c:v>1.007115</c:v>
                </c:pt>
                <c:pt idx="422">
                  <c:v>1.00783</c:v>
                </c:pt>
                <c:pt idx="423">
                  <c:v>0.9817053</c:v>
                </c:pt>
                <c:pt idx="424">
                  <c:v>0.97729160000000004</c:v>
                </c:pt>
                <c:pt idx="425">
                  <c:v>0.98889059999999995</c:v>
                </c:pt>
                <c:pt idx="426">
                  <c:v>1.002955</c:v>
                </c:pt>
                <c:pt idx="427">
                  <c:v>0.98818050000000002</c:v>
                </c:pt>
                <c:pt idx="428">
                  <c:v>0.98673089999999997</c:v>
                </c:pt>
                <c:pt idx="429">
                  <c:v>1.0107740000000001</c:v>
                </c:pt>
                <c:pt idx="430">
                  <c:v>1.003552</c:v>
                </c:pt>
                <c:pt idx="431">
                  <c:v>1.0233890000000001</c:v>
                </c:pt>
                <c:pt idx="432">
                  <c:v>0.98637439999999998</c:v>
                </c:pt>
                <c:pt idx="433">
                  <c:v>1.004739</c:v>
                </c:pt>
                <c:pt idx="434">
                  <c:v>0.9888209</c:v>
                </c:pt>
                <c:pt idx="435">
                  <c:v>1.006032</c:v>
                </c:pt>
                <c:pt idx="436">
                  <c:v>0.99004230000000004</c:v>
                </c:pt>
                <c:pt idx="437">
                  <c:v>1.011984</c:v>
                </c:pt>
                <c:pt idx="438">
                  <c:v>0.99872510000000003</c:v>
                </c:pt>
                <c:pt idx="439">
                  <c:v>1.0074860000000001</c:v>
                </c:pt>
                <c:pt idx="440">
                  <c:v>1.0262249999999999</c:v>
                </c:pt>
                <c:pt idx="441">
                  <c:v>0.9931934</c:v>
                </c:pt>
                <c:pt idx="442">
                  <c:v>1.0147630000000001</c:v>
                </c:pt>
                <c:pt idx="443">
                  <c:v>0.99732319999999997</c:v>
                </c:pt>
                <c:pt idx="444">
                  <c:v>0.99888770000000005</c:v>
                </c:pt>
                <c:pt idx="445">
                  <c:v>1.0066250000000001</c:v>
                </c:pt>
                <c:pt idx="446">
                  <c:v>0.99994859999999997</c:v>
                </c:pt>
                <c:pt idx="447">
                  <c:v>0.98699950000000003</c:v>
                </c:pt>
                <c:pt idx="448">
                  <c:v>1.0079640000000001</c:v>
                </c:pt>
                <c:pt idx="449">
                  <c:v>1.0049220000000001</c:v>
                </c:pt>
                <c:pt idx="450">
                  <c:v>1.002788</c:v>
                </c:pt>
                <c:pt idx="451">
                  <c:v>1.0056309999999999</c:v>
                </c:pt>
                <c:pt idx="452">
                  <c:v>0.97840539999999998</c:v>
                </c:pt>
                <c:pt idx="453">
                  <c:v>1.0154350000000001</c:v>
                </c:pt>
                <c:pt idx="454">
                  <c:v>1.0144789999999999</c:v>
                </c:pt>
                <c:pt idx="455">
                  <c:v>0.9946912</c:v>
                </c:pt>
                <c:pt idx="456">
                  <c:v>0.98895409999999995</c:v>
                </c:pt>
                <c:pt idx="457">
                  <c:v>0.99034370000000005</c:v>
                </c:pt>
                <c:pt idx="458">
                  <c:v>0.99257240000000002</c:v>
                </c:pt>
                <c:pt idx="459">
                  <c:v>0.98757620000000002</c:v>
                </c:pt>
                <c:pt idx="460">
                  <c:v>1.000867</c:v>
                </c:pt>
                <c:pt idx="461">
                  <c:v>1.0099579999999999</c:v>
                </c:pt>
                <c:pt idx="462">
                  <c:v>1.008813</c:v>
                </c:pt>
                <c:pt idx="463">
                  <c:v>1.0137309999999999</c:v>
                </c:pt>
                <c:pt idx="464">
                  <c:v>0.99898019999999998</c:v>
                </c:pt>
                <c:pt idx="465">
                  <c:v>1.013897</c:v>
                </c:pt>
                <c:pt idx="466">
                  <c:v>1.012219</c:v>
                </c:pt>
                <c:pt idx="467">
                  <c:v>0.98886229999999997</c:v>
                </c:pt>
                <c:pt idx="468">
                  <c:v>0.98234239999999995</c:v>
                </c:pt>
                <c:pt idx="469">
                  <c:v>1.005247</c:v>
                </c:pt>
                <c:pt idx="470">
                  <c:v>0.99411890000000003</c:v>
                </c:pt>
                <c:pt idx="471">
                  <c:v>0.99804769999999998</c:v>
                </c:pt>
                <c:pt idx="472">
                  <c:v>0.99820730000000002</c:v>
                </c:pt>
                <c:pt idx="473">
                  <c:v>1.0027140000000001</c:v>
                </c:pt>
                <c:pt idx="474">
                  <c:v>1.010065</c:v>
                </c:pt>
                <c:pt idx="475">
                  <c:v>1.002146</c:v>
                </c:pt>
                <c:pt idx="476">
                  <c:v>1.001932</c:v>
                </c:pt>
                <c:pt idx="477">
                  <c:v>1.0071060000000001</c:v>
                </c:pt>
                <c:pt idx="478">
                  <c:v>1.0098579999999999</c:v>
                </c:pt>
                <c:pt idx="479">
                  <c:v>1.0077</c:v>
                </c:pt>
                <c:pt idx="480">
                  <c:v>1.003827</c:v>
                </c:pt>
                <c:pt idx="481">
                  <c:v>1.0012270000000001</c:v>
                </c:pt>
                <c:pt idx="482">
                  <c:v>0.99957200000000002</c:v>
                </c:pt>
                <c:pt idx="483">
                  <c:v>1.013863</c:v>
                </c:pt>
                <c:pt idx="484">
                  <c:v>1.0123059999999999</c:v>
                </c:pt>
                <c:pt idx="485">
                  <c:v>1.004154</c:v>
                </c:pt>
                <c:pt idx="486">
                  <c:v>1.011193</c:v>
                </c:pt>
                <c:pt idx="487">
                  <c:v>1.005836</c:v>
                </c:pt>
                <c:pt idx="488">
                  <c:v>1.0099130000000001</c:v>
                </c:pt>
                <c:pt idx="489">
                  <c:v>0.99809440000000005</c:v>
                </c:pt>
                <c:pt idx="490">
                  <c:v>1.013884</c:v>
                </c:pt>
                <c:pt idx="491">
                  <c:v>1.0091669999999999</c:v>
                </c:pt>
                <c:pt idx="492">
                  <c:v>0.97942090000000004</c:v>
                </c:pt>
                <c:pt idx="493">
                  <c:v>0.98541330000000005</c:v>
                </c:pt>
                <c:pt idx="494">
                  <c:v>1.010732</c:v>
                </c:pt>
                <c:pt idx="495">
                  <c:v>0.96819840000000001</c:v>
                </c:pt>
                <c:pt idx="496">
                  <c:v>0.99894479999999997</c:v>
                </c:pt>
                <c:pt idx="497">
                  <c:v>1.0168649999999999</c:v>
                </c:pt>
                <c:pt idx="498">
                  <c:v>1.0106090000000001</c:v>
                </c:pt>
                <c:pt idx="499">
                  <c:v>0.9819177</c:v>
                </c:pt>
                <c:pt idx="500">
                  <c:v>1.00299</c:v>
                </c:pt>
                <c:pt idx="501">
                  <c:v>0.99914190000000003</c:v>
                </c:pt>
                <c:pt idx="502">
                  <c:v>0.99058769999999996</c:v>
                </c:pt>
                <c:pt idx="503">
                  <c:v>0.9888015</c:v>
                </c:pt>
                <c:pt idx="504">
                  <c:v>1.0012380000000001</c:v>
                </c:pt>
                <c:pt idx="505">
                  <c:v>0.98185</c:v>
                </c:pt>
                <c:pt idx="506">
                  <c:v>1.0004059999999999</c:v>
                </c:pt>
                <c:pt idx="507">
                  <c:v>1.0013879999999999</c:v>
                </c:pt>
                <c:pt idx="508">
                  <c:v>1.0019359999999999</c:v>
                </c:pt>
                <c:pt idx="509">
                  <c:v>1.0185</c:v>
                </c:pt>
                <c:pt idx="510">
                  <c:v>1.0023</c:v>
                </c:pt>
                <c:pt idx="511">
                  <c:v>1.0101439999999999</c:v>
                </c:pt>
                <c:pt idx="512">
                  <c:v>0.99133119999999997</c:v>
                </c:pt>
                <c:pt idx="513">
                  <c:v>0.99488779999999999</c:v>
                </c:pt>
                <c:pt idx="514">
                  <c:v>1.0118050000000001</c:v>
                </c:pt>
                <c:pt idx="515">
                  <c:v>1.0121089999999999</c:v>
                </c:pt>
                <c:pt idx="516">
                  <c:v>0.99449750000000003</c:v>
                </c:pt>
              </c:numCache>
            </c:numRef>
          </c:yVal>
          <c:smooth val="1"/>
          <c:extLst>
            <c:ext xmlns:c16="http://schemas.microsoft.com/office/drawing/2014/chart" uri="{C3380CC4-5D6E-409C-BE32-E72D297353CC}">
              <c16:uniqueId val="{00000004-2F69-4D7F-BDCE-E9FA2D77B338}"/>
            </c:ext>
          </c:extLst>
        </c:ser>
        <c:ser>
          <c:idx val="5"/>
          <c:order val="5"/>
          <c:tx>
            <c:strRef>
              <c:f>Sheet1!$H$1</c:f>
              <c:strCache>
                <c:ptCount val="1"/>
                <c:pt idx="0">
                  <c:v>Ti-Cu</c:v>
                </c:pt>
              </c:strCache>
            </c:strRef>
          </c:tx>
          <c:spPr>
            <a:ln w="19050" cap="rnd">
              <a:solidFill>
                <a:schemeClr val="accent6"/>
              </a:solidFill>
              <a:round/>
            </a:ln>
            <a:effectLst/>
          </c:spPr>
          <c:marker>
            <c:symbol val="none"/>
          </c:marker>
          <c:xVal>
            <c:numRef>
              <c:f>Sheet1!$B$2:$B$1550</c:f>
              <c:numCache>
                <c:formatCode>0.00E+00</c:formatCode>
                <c:ptCount val="517"/>
                <c:pt idx="0">
                  <c:v>0.06</c:v>
                </c:pt>
                <c:pt idx="1">
                  <c:v>0.12</c:v>
                </c:pt>
                <c:pt idx="2">
                  <c:v>0.18</c:v>
                </c:pt>
                <c:pt idx="3">
                  <c:v>0.24</c:v>
                </c:pt>
                <c:pt idx="4">
                  <c:v>0.3</c:v>
                </c:pt>
                <c:pt idx="5">
                  <c:v>0.36</c:v>
                </c:pt>
                <c:pt idx="6">
                  <c:v>0.42</c:v>
                </c:pt>
                <c:pt idx="7">
                  <c:v>0.48</c:v>
                </c:pt>
                <c:pt idx="8">
                  <c:v>0.54</c:v>
                </c:pt>
                <c:pt idx="9">
                  <c:v>0.6</c:v>
                </c:pt>
                <c:pt idx="10">
                  <c:v>0.66</c:v>
                </c:pt>
                <c:pt idx="11">
                  <c:v>0.72</c:v>
                </c:pt>
                <c:pt idx="12">
                  <c:v>0.78</c:v>
                </c:pt>
                <c:pt idx="13">
                  <c:v>0.84</c:v>
                </c:pt>
                <c:pt idx="14">
                  <c:v>0.9</c:v>
                </c:pt>
                <c:pt idx="15">
                  <c:v>0.96</c:v>
                </c:pt>
                <c:pt idx="16" formatCode="General">
                  <c:v>1.02</c:v>
                </c:pt>
                <c:pt idx="17" formatCode="General">
                  <c:v>1.08</c:v>
                </c:pt>
                <c:pt idx="18" formatCode="General">
                  <c:v>1.1399999999999999</c:v>
                </c:pt>
                <c:pt idx="19" formatCode="General">
                  <c:v>1.2</c:v>
                </c:pt>
                <c:pt idx="20" formatCode="General">
                  <c:v>1.26</c:v>
                </c:pt>
                <c:pt idx="21" formatCode="General">
                  <c:v>1.32</c:v>
                </c:pt>
                <c:pt idx="22" formatCode="General">
                  <c:v>1.38</c:v>
                </c:pt>
                <c:pt idx="23" formatCode="General">
                  <c:v>1.44</c:v>
                </c:pt>
                <c:pt idx="24" formatCode="General">
                  <c:v>1.5</c:v>
                </c:pt>
                <c:pt idx="25" formatCode="General">
                  <c:v>1.56</c:v>
                </c:pt>
                <c:pt idx="26" formatCode="General">
                  <c:v>1.62</c:v>
                </c:pt>
                <c:pt idx="27" formatCode="General">
                  <c:v>1.68</c:v>
                </c:pt>
                <c:pt idx="28" formatCode="General">
                  <c:v>1.74</c:v>
                </c:pt>
                <c:pt idx="29" formatCode="General">
                  <c:v>1.8</c:v>
                </c:pt>
                <c:pt idx="30" formatCode="General">
                  <c:v>1.86</c:v>
                </c:pt>
                <c:pt idx="31" formatCode="General">
                  <c:v>1.92</c:v>
                </c:pt>
                <c:pt idx="32" formatCode="General">
                  <c:v>1.98</c:v>
                </c:pt>
                <c:pt idx="33" formatCode="General">
                  <c:v>2.04</c:v>
                </c:pt>
                <c:pt idx="34" formatCode="General">
                  <c:v>2.1</c:v>
                </c:pt>
                <c:pt idx="35" formatCode="General">
                  <c:v>2.16</c:v>
                </c:pt>
                <c:pt idx="36" formatCode="General">
                  <c:v>2.2200000000000002</c:v>
                </c:pt>
                <c:pt idx="37" formatCode="General">
                  <c:v>2.2799999999999998</c:v>
                </c:pt>
                <c:pt idx="38" formatCode="General">
                  <c:v>2.34</c:v>
                </c:pt>
                <c:pt idx="39" formatCode="General">
                  <c:v>2.4</c:v>
                </c:pt>
                <c:pt idx="40" formatCode="General">
                  <c:v>2.46</c:v>
                </c:pt>
                <c:pt idx="41" formatCode="General">
                  <c:v>2.52</c:v>
                </c:pt>
                <c:pt idx="42" formatCode="General">
                  <c:v>2.58</c:v>
                </c:pt>
                <c:pt idx="43" formatCode="General">
                  <c:v>2.64</c:v>
                </c:pt>
                <c:pt idx="44" formatCode="General">
                  <c:v>2.7</c:v>
                </c:pt>
                <c:pt idx="45" formatCode="General">
                  <c:v>2.76</c:v>
                </c:pt>
                <c:pt idx="46" formatCode="General">
                  <c:v>2.82</c:v>
                </c:pt>
                <c:pt idx="47" formatCode="General">
                  <c:v>2.88</c:v>
                </c:pt>
                <c:pt idx="48" formatCode="General">
                  <c:v>2.94</c:v>
                </c:pt>
                <c:pt idx="49" formatCode="General">
                  <c:v>3</c:v>
                </c:pt>
                <c:pt idx="50" formatCode="General">
                  <c:v>3.06</c:v>
                </c:pt>
                <c:pt idx="51" formatCode="General">
                  <c:v>3.12</c:v>
                </c:pt>
                <c:pt idx="52" formatCode="General">
                  <c:v>3.18</c:v>
                </c:pt>
                <c:pt idx="53" formatCode="General">
                  <c:v>3.24</c:v>
                </c:pt>
                <c:pt idx="54" formatCode="General">
                  <c:v>3.3</c:v>
                </c:pt>
                <c:pt idx="55" formatCode="General">
                  <c:v>3.36</c:v>
                </c:pt>
                <c:pt idx="56" formatCode="General">
                  <c:v>3.42</c:v>
                </c:pt>
                <c:pt idx="57" formatCode="General">
                  <c:v>3.48</c:v>
                </c:pt>
                <c:pt idx="58" formatCode="General">
                  <c:v>3.54</c:v>
                </c:pt>
                <c:pt idx="59" formatCode="General">
                  <c:v>3.6</c:v>
                </c:pt>
                <c:pt idx="60" formatCode="General">
                  <c:v>3.66</c:v>
                </c:pt>
                <c:pt idx="61" formatCode="General">
                  <c:v>3.72</c:v>
                </c:pt>
                <c:pt idx="62" formatCode="General">
                  <c:v>3.78</c:v>
                </c:pt>
                <c:pt idx="63" formatCode="General">
                  <c:v>3.84</c:v>
                </c:pt>
                <c:pt idx="64" formatCode="General">
                  <c:v>3.9</c:v>
                </c:pt>
                <c:pt idx="65" formatCode="General">
                  <c:v>3.96</c:v>
                </c:pt>
                <c:pt idx="66" formatCode="General">
                  <c:v>4.0199999999999996</c:v>
                </c:pt>
                <c:pt idx="67" formatCode="General">
                  <c:v>4.08</c:v>
                </c:pt>
                <c:pt idx="68" formatCode="General">
                  <c:v>4.1399999999999997</c:v>
                </c:pt>
                <c:pt idx="69" formatCode="General">
                  <c:v>4.2</c:v>
                </c:pt>
                <c:pt idx="70" formatCode="General">
                  <c:v>4.26</c:v>
                </c:pt>
                <c:pt idx="71" formatCode="General">
                  <c:v>4.32</c:v>
                </c:pt>
                <c:pt idx="72" formatCode="General">
                  <c:v>4.38</c:v>
                </c:pt>
                <c:pt idx="73" formatCode="General">
                  <c:v>4.4400000000000004</c:v>
                </c:pt>
                <c:pt idx="74" formatCode="General">
                  <c:v>4.5</c:v>
                </c:pt>
                <c:pt idx="75" formatCode="General">
                  <c:v>4.5599999999999996</c:v>
                </c:pt>
                <c:pt idx="76" formatCode="General">
                  <c:v>4.62</c:v>
                </c:pt>
                <c:pt idx="77" formatCode="General">
                  <c:v>4.68</c:v>
                </c:pt>
                <c:pt idx="78" formatCode="General">
                  <c:v>4.74</c:v>
                </c:pt>
                <c:pt idx="79" formatCode="General">
                  <c:v>4.8</c:v>
                </c:pt>
                <c:pt idx="80" formatCode="General">
                  <c:v>4.8600000000000003</c:v>
                </c:pt>
                <c:pt idx="81" formatCode="General">
                  <c:v>4.92</c:v>
                </c:pt>
                <c:pt idx="82" formatCode="General">
                  <c:v>4.9800000000000004</c:v>
                </c:pt>
                <c:pt idx="83" formatCode="General">
                  <c:v>5.04</c:v>
                </c:pt>
                <c:pt idx="84" formatCode="General">
                  <c:v>5.0999999999999996</c:v>
                </c:pt>
                <c:pt idx="85" formatCode="General">
                  <c:v>5.16</c:v>
                </c:pt>
                <c:pt idx="86" formatCode="General">
                  <c:v>5.22</c:v>
                </c:pt>
                <c:pt idx="87" formatCode="General">
                  <c:v>5.28</c:v>
                </c:pt>
                <c:pt idx="88" formatCode="General">
                  <c:v>5.34</c:v>
                </c:pt>
                <c:pt idx="89" formatCode="General">
                  <c:v>5.4</c:v>
                </c:pt>
                <c:pt idx="90" formatCode="General">
                  <c:v>5.46</c:v>
                </c:pt>
                <c:pt idx="91" formatCode="General">
                  <c:v>5.52</c:v>
                </c:pt>
                <c:pt idx="92" formatCode="General">
                  <c:v>5.58</c:v>
                </c:pt>
                <c:pt idx="93" formatCode="General">
                  <c:v>5.64</c:v>
                </c:pt>
                <c:pt idx="94" formatCode="General">
                  <c:v>5.7</c:v>
                </c:pt>
                <c:pt idx="95" formatCode="General">
                  <c:v>5.76</c:v>
                </c:pt>
                <c:pt idx="96" formatCode="General">
                  <c:v>5.82</c:v>
                </c:pt>
                <c:pt idx="97" formatCode="General">
                  <c:v>5.88</c:v>
                </c:pt>
                <c:pt idx="98" formatCode="General">
                  <c:v>5.94</c:v>
                </c:pt>
                <c:pt idx="99" formatCode="General">
                  <c:v>6</c:v>
                </c:pt>
                <c:pt idx="100" formatCode="General">
                  <c:v>6.06</c:v>
                </c:pt>
                <c:pt idx="101" formatCode="General">
                  <c:v>6.12</c:v>
                </c:pt>
                <c:pt idx="102" formatCode="General">
                  <c:v>6.18</c:v>
                </c:pt>
                <c:pt idx="103" formatCode="General">
                  <c:v>6.24</c:v>
                </c:pt>
                <c:pt idx="104" formatCode="General">
                  <c:v>6.3</c:v>
                </c:pt>
                <c:pt idx="105" formatCode="General">
                  <c:v>6.36</c:v>
                </c:pt>
                <c:pt idx="106" formatCode="General">
                  <c:v>6.42</c:v>
                </c:pt>
                <c:pt idx="107" formatCode="General">
                  <c:v>6.48</c:v>
                </c:pt>
                <c:pt idx="108" formatCode="General">
                  <c:v>6.54</c:v>
                </c:pt>
                <c:pt idx="109" formatCode="General">
                  <c:v>6.6</c:v>
                </c:pt>
                <c:pt idx="110" formatCode="General">
                  <c:v>6.66</c:v>
                </c:pt>
                <c:pt idx="111" formatCode="General">
                  <c:v>6.72</c:v>
                </c:pt>
                <c:pt idx="112" formatCode="General">
                  <c:v>6.78</c:v>
                </c:pt>
                <c:pt idx="113" formatCode="General">
                  <c:v>6.84</c:v>
                </c:pt>
                <c:pt idx="114" formatCode="General">
                  <c:v>6.9</c:v>
                </c:pt>
                <c:pt idx="115" formatCode="General">
                  <c:v>6.96</c:v>
                </c:pt>
                <c:pt idx="116" formatCode="General">
                  <c:v>7.02</c:v>
                </c:pt>
                <c:pt idx="117" formatCode="General">
                  <c:v>7.08</c:v>
                </c:pt>
                <c:pt idx="118" formatCode="General">
                  <c:v>7.14</c:v>
                </c:pt>
                <c:pt idx="119" formatCode="General">
                  <c:v>7.2</c:v>
                </c:pt>
                <c:pt idx="120" formatCode="General">
                  <c:v>7.26</c:v>
                </c:pt>
                <c:pt idx="121" formatCode="General">
                  <c:v>7.32</c:v>
                </c:pt>
                <c:pt idx="122" formatCode="General">
                  <c:v>7.38</c:v>
                </c:pt>
                <c:pt idx="123" formatCode="General">
                  <c:v>7.44</c:v>
                </c:pt>
                <c:pt idx="124" formatCode="General">
                  <c:v>7.5</c:v>
                </c:pt>
                <c:pt idx="125" formatCode="General">
                  <c:v>7.56</c:v>
                </c:pt>
                <c:pt idx="126" formatCode="General">
                  <c:v>7.62</c:v>
                </c:pt>
                <c:pt idx="127" formatCode="General">
                  <c:v>7.68</c:v>
                </c:pt>
                <c:pt idx="128" formatCode="General">
                  <c:v>7.74</c:v>
                </c:pt>
                <c:pt idx="129" formatCode="General">
                  <c:v>7.8</c:v>
                </c:pt>
                <c:pt idx="130" formatCode="General">
                  <c:v>7.86</c:v>
                </c:pt>
                <c:pt idx="131" formatCode="General">
                  <c:v>7.92</c:v>
                </c:pt>
                <c:pt idx="132" formatCode="General">
                  <c:v>7.98</c:v>
                </c:pt>
                <c:pt idx="133" formatCode="General">
                  <c:v>8.0399999999999991</c:v>
                </c:pt>
                <c:pt idx="134" formatCode="General">
                  <c:v>8.0999990000000004</c:v>
                </c:pt>
                <c:pt idx="135" formatCode="General">
                  <c:v>8.16</c:v>
                </c:pt>
                <c:pt idx="136" formatCode="General">
                  <c:v>8.2200000000000006</c:v>
                </c:pt>
                <c:pt idx="137" formatCode="General">
                  <c:v>8.2799999999999994</c:v>
                </c:pt>
                <c:pt idx="138" formatCode="General">
                  <c:v>8.34</c:v>
                </c:pt>
                <c:pt idx="139" formatCode="General">
                  <c:v>8.4</c:v>
                </c:pt>
                <c:pt idx="140" formatCode="General">
                  <c:v>8.4600000000000009</c:v>
                </c:pt>
                <c:pt idx="141" formatCode="General">
                  <c:v>8.52</c:v>
                </c:pt>
                <c:pt idx="142" formatCode="General">
                  <c:v>8.58</c:v>
                </c:pt>
                <c:pt idx="143" formatCode="General">
                  <c:v>8.6399989999999995</c:v>
                </c:pt>
                <c:pt idx="144" formatCode="General">
                  <c:v>8.6999999999999993</c:v>
                </c:pt>
                <c:pt idx="145" formatCode="General">
                  <c:v>8.76</c:v>
                </c:pt>
                <c:pt idx="146" formatCode="General">
                  <c:v>8.82</c:v>
                </c:pt>
                <c:pt idx="147" formatCode="General">
                  <c:v>8.8800000000000008</c:v>
                </c:pt>
                <c:pt idx="148" formatCode="General">
                  <c:v>8.94</c:v>
                </c:pt>
                <c:pt idx="149" formatCode="General">
                  <c:v>9</c:v>
                </c:pt>
                <c:pt idx="150" formatCode="General">
                  <c:v>9.0599989999999995</c:v>
                </c:pt>
                <c:pt idx="151" formatCode="General">
                  <c:v>9.1199999999999992</c:v>
                </c:pt>
                <c:pt idx="152" formatCode="General">
                  <c:v>9.1799990000000005</c:v>
                </c:pt>
                <c:pt idx="153" formatCode="General">
                  <c:v>9.24</c:v>
                </c:pt>
                <c:pt idx="154" formatCode="General">
                  <c:v>9.3000000000000007</c:v>
                </c:pt>
                <c:pt idx="155" formatCode="General">
                  <c:v>9.36</c:v>
                </c:pt>
                <c:pt idx="156" formatCode="General">
                  <c:v>9.42</c:v>
                </c:pt>
                <c:pt idx="157" formatCode="General">
                  <c:v>9.48</c:v>
                </c:pt>
                <c:pt idx="158" formatCode="General">
                  <c:v>9.5399999999999991</c:v>
                </c:pt>
                <c:pt idx="159" formatCode="General">
                  <c:v>9.5999990000000004</c:v>
                </c:pt>
                <c:pt idx="160" formatCode="General">
                  <c:v>9.66</c:v>
                </c:pt>
                <c:pt idx="161" formatCode="General">
                  <c:v>9.7199989999999996</c:v>
                </c:pt>
                <c:pt idx="162" formatCode="General">
                  <c:v>9.7799999999999994</c:v>
                </c:pt>
                <c:pt idx="163" formatCode="General">
                  <c:v>9.84</c:v>
                </c:pt>
                <c:pt idx="164" formatCode="General">
                  <c:v>9.9</c:v>
                </c:pt>
                <c:pt idx="165" formatCode="General">
                  <c:v>9.9600000000000009</c:v>
                </c:pt>
                <c:pt idx="166" formatCode="General">
                  <c:v>10.02</c:v>
                </c:pt>
                <c:pt idx="167" formatCode="General">
                  <c:v>10.08</c:v>
                </c:pt>
                <c:pt idx="168" formatCode="General">
                  <c:v>10.14</c:v>
                </c:pt>
                <c:pt idx="169" formatCode="General">
                  <c:v>10.199999999999999</c:v>
                </c:pt>
                <c:pt idx="170" formatCode="General">
                  <c:v>10.26</c:v>
                </c:pt>
                <c:pt idx="171" formatCode="General">
                  <c:v>10.32</c:v>
                </c:pt>
                <c:pt idx="172" formatCode="General">
                  <c:v>10.38</c:v>
                </c:pt>
                <c:pt idx="173" formatCode="General">
                  <c:v>10.44</c:v>
                </c:pt>
                <c:pt idx="174" formatCode="General">
                  <c:v>10.5</c:v>
                </c:pt>
                <c:pt idx="175" formatCode="General">
                  <c:v>10.56</c:v>
                </c:pt>
                <c:pt idx="176" formatCode="General">
                  <c:v>10.62</c:v>
                </c:pt>
                <c:pt idx="177" formatCode="General">
                  <c:v>10.68</c:v>
                </c:pt>
                <c:pt idx="178" formatCode="General">
                  <c:v>10.74</c:v>
                </c:pt>
                <c:pt idx="179" formatCode="General">
                  <c:v>10.8</c:v>
                </c:pt>
                <c:pt idx="180" formatCode="General">
                  <c:v>10.86</c:v>
                </c:pt>
                <c:pt idx="181" formatCode="General">
                  <c:v>10.92</c:v>
                </c:pt>
                <c:pt idx="182" formatCode="General">
                  <c:v>10.98</c:v>
                </c:pt>
                <c:pt idx="183" formatCode="General">
                  <c:v>11.04</c:v>
                </c:pt>
                <c:pt idx="184" formatCode="General">
                  <c:v>11.1</c:v>
                </c:pt>
                <c:pt idx="185" formatCode="General">
                  <c:v>11.16</c:v>
                </c:pt>
                <c:pt idx="186" formatCode="General">
                  <c:v>11.22</c:v>
                </c:pt>
                <c:pt idx="187" formatCode="General">
                  <c:v>11.28</c:v>
                </c:pt>
                <c:pt idx="188" formatCode="General">
                  <c:v>11.34</c:v>
                </c:pt>
                <c:pt idx="189" formatCode="General">
                  <c:v>11.4</c:v>
                </c:pt>
                <c:pt idx="190" formatCode="General">
                  <c:v>11.46</c:v>
                </c:pt>
                <c:pt idx="191" formatCode="General">
                  <c:v>11.52</c:v>
                </c:pt>
                <c:pt idx="192" formatCode="General">
                  <c:v>11.58</c:v>
                </c:pt>
                <c:pt idx="193" formatCode="General">
                  <c:v>11.64</c:v>
                </c:pt>
                <c:pt idx="194" formatCode="General">
                  <c:v>11.7</c:v>
                </c:pt>
                <c:pt idx="195" formatCode="General">
                  <c:v>11.76</c:v>
                </c:pt>
                <c:pt idx="196" formatCode="General">
                  <c:v>11.82</c:v>
                </c:pt>
                <c:pt idx="197" formatCode="General">
                  <c:v>11.88</c:v>
                </c:pt>
                <c:pt idx="198" formatCode="General">
                  <c:v>11.94</c:v>
                </c:pt>
                <c:pt idx="199" formatCode="General">
                  <c:v>12</c:v>
                </c:pt>
                <c:pt idx="200" formatCode="General">
                  <c:v>12.06</c:v>
                </c:pt>
                <c:pt idx="201" formatCode="General">
                  <c:v>12.12</c:v>
                </c:pt>
                <c:pt idx="202" formatCode="General">
                  <c:v>12.18</c:v>
                </c:pt>
                <c:pt idx="203" formatCode="General">
                  <c:v>12.24</c:v>
                </c:pt>
                <c:pt idx="204" formatCode="General">
                  <c:v>12.3</c:v>
                </c:pt>
                <c:pt idx="205" formatCode="General">
                  <c:v>12.36</c:v>
                </c:pt>
                <c:pt idx="206" formatCode="General">
                  <c:v>12.42</c:v>
                </c:pt>
                <c:pt idx="207" formatCode="General">
                  <c:v>12.48</c:v>
                </c:pt>
                <c:pt idx="208" formatCode="General">
                  <c:v>12.54</c:v>
                </c:pt>
                <c:pt idx="209" formatCode="General">
                  <c:v>12.6</c:v>
                </c:pt>
                <c:pt idx="210" formatCode="General">
                  <c:v>12.66</c:v>
                </c:pt>
                <c:pt idx="211" formatCode="General">
                  <c:v>12.72</c:v>
                </c:pt>
                <c:pt idx="212" formatCode="General">
                  <c:v>12.78</c:v>
                </c:pt>
                <c:pt idx="213" formatCode="General">
                  <c:v>12.84</c:v>
                </c:pt>
                <c:pt idx="214" formatCode="General">
                  <c:v>12.9</c:v>
                </c:pt>
                <c:pt idx="215" formatCode="General">
                  <c:v>12.96</c:v>
                </c:pt>
                <c:pt idx="216" formatCode="General">
                  <c:v>13.02</c:v>
                </c:pt>
                <c:pt idx="217" formatCode="General">
                  <c:v>13.08</c:v>
                </c:pt>
                <c:pt idx="218" formatCode="General">
                  <c:v>13.14</c:v>
                </c:pt>
                <c:pt idx="219" formatCode="General">
                  <c:v>13.2</c:v>
                </c:pt>
                <c:pt idx="220" formatCode="General">
                  <c:v>13.26</c:v>
                </c:pt>
                <c:pt idx="221" formatCode="General">
                  <c:v>13.32</c:v>
                </c:pt>
                <c:pt idx="222" formatCode="General">
                  <c:v>13.38</c:v>
                </c:pt>
                <c:pt idx="223" formatCode="General">
                  <c:v>13.44</c:v>
                </c:pt>
                <c:pt idx="224" formatCode="General">
                  <c:v>13.5</c:v>
                </c:pt>
                <c:pt idx="225" formatCode="General">
                  <c:v>13.56</c:v>
                </c:pt>
                <c:pt idx="226" formatCode="General">
                  <c:v>13.62</c:v>
                </c:pt>
                <c:pt idx="227" formatCode="General">
                  <c:v>13.68</c:v>
                </c:pt>
                <c:pt idx="228" formatCode="General">
                  <c:v>13.74</c:v>
                </c:pt>
                <c:pt idx="229" formatCode="General">
                  <c:v>13.8</c:v>
                </c:pt>
                <c:pt idx="230" formatCode="General">
                  <c:v>13.86</c:v>
                </c:pt>
                <c:pt idx="231" formatCode="General">
                  <c:v>13.92</c:v>
                </c:pt>
                <c:pt idx="232" formatCode="General">
                  <c:v>13.98</c:v>
                </c:pt>
                <c:pt idx="233" formatCode="General">
                  <c:v>14.04</c:v>
                </c:pt>
                <c:pt idx="234" formatCode="General">
                  <c:v>14.1</c:v>
                </c:pt>
                <c:pt idx="235" formatCode="General">
                  <c:v>14.16</c:v>
                </c:pt>
                <c:pt idx="236" formatCode="General">
                  <c:v>14.22</c:v>
                </c:pt>
                <c:pt idx="237" formatCode="General">
                  <c:v>14.28</c:v>
                </c:pt>
                <c:pt idx="238" formatCode="General">
                  <c:v>14.34</c:v>
                </c:pt>
                <c:pt idx="239" formatCode="General">
                  <c:v>14.4</c:v>
                </c:pt>
                <c:pt idx="240" formatCode="General">
                  <c:v>14.46</c:v>
                </c:pt>
                <c:pt idx="241" formatCode="General">
                  <c:v>14.52</c:v>
                </c:pt>
                <c:pt idx="242" formatCode="General">
                  <c:v>14.58</c:v>
                </c:pt>
                <c:pt idx="243" formatCode="General">
                  <c:v>14.64</c:v>
                </c:pt>
                <c:pt idx="244" formatCode="General">
                  <c:v>14.7</c:v>
                </c:pt>
                <c:pt idx="245" formatCode="General">
                  <c:v>14.76</c:v>
                </c:pt>
                <c:pt idx="246" formatCode="General">
                  <c:v>14.82</c:v>
                </c:pt>
                <c:pt idx="247" formatCode="General">
                  <c:v>14.88</c:v>
                </c:pt>
                <c:pt idx="248" formatCode="General">
                  <c:v>14.94</c:v>
                </c:pt>
                <c:pt idx="249" formatCode="General">
                  <c:v>15</c:v>
                </c:pt>
                <c:pt idx="250" formatCode="General">
                  <c:v>15.06</c:v>
                </c:pt>
                <c:pt idx="251" formatCode="General">
                  <c:v>15.12</c:v>
                </c:pt>
                <c:pt idx="252" formatCode="General">
                  <c:v>15.18</c:v>
                </c:pt>
                <c:pt idx="253" formatCode="General">
                  <c:v>15.24</c:v>
                </c:pt>
                <c:pt idx="254" formatCode="General">
                  <c:v>15.3</c:v>
                </c:pt>
                <c:pt idx="255" formatCode="General">
                  <c:v>15.36</c:v>
                </c:pt>
                <c:pt idx="256" formatCode="General">
                  <c:v>15.42</c:v>
                </c:pt>
                <c:pt idx="257" formatCode="General">
                  <c:v>15.48</c:v>
                </c:pt>
                <c:pt idx="258" formatCode="General">
                  <c:v>15.54</c:v>
                </c:pt>
                <c:pt idx="259" formatCode="General">
                  <c:v>15.6</c:v>
                </c:pt>
                <c:pt idx="260" formatCode="General">
                  <c:v>15.66</c:v>
                </c:pt>
                <c:pt idx="261" formatCode="General">
                  <c:v>15.72</c:v>
                </c:pt>
                <c:pt idx="262" formatCode="General">
                  <c:v>15.78</c:v>
                </c:pt>
                <c:pt idx="263" formatCode="General">
                  <c:v>15.84</c:v>
                </c:pt>
                <c:pt idx="264" formatCode="General">
                  <c:v>15.9</c:v>
                </c:pt>
                <c:pt idx="265" formatCode="General">
                  <c:v>15.96</c:v>
                </c:pt>
                <c:pt idx="266" formatCode="General">
                  <c:v>16.02</c:v>
                </c:pt>
                <c:pt idx="267" formatCode="General">
                  <c:v>16.079999999999998</c:v>
                </c:pt>
                <c:pt idx="268" formatCode="General">
                  <c:v>16.14</c:v>
                </c:pt>
                <c:pt idx="269" formatCode="General">
                  <c:v>16.2</c:v>
                </c:pt>
                <c:pt idx="270" formatCode="General">
                  <c:v>16.260000000000002</c:v>
                </c:pt>
                <c:pt idx="271" formatCode="General">
                  <c:v>16.32</c:v>
                </c:pt>
                <c:pt idx="272" formatCode="General">
                  <c:v>16.38</c:v>
                </c:pt>
                <c:pt idx="273" formatCode="General">
                  <c:v>16.440000000000001</c:v>
                </c:pt>
                <c:pt idx="274" formatCode="General">
                  <c:v>16.5</c:v>
                </c:pt>
                <c:pt idx="275" formatCode="General">
                  <c:v>16.559999999999999</c:v>
                </c:pt>
                <c:pt idx="276" formatCode="General">
                  <c:v>16.62</c:v>
                </c:pt>
                <c:pt idx="277" formatCode="General">
                  <c:v>16.68</c:v>
                </c:pt>
                <c:pt idx="278" formatCode="General">
                  <c:v>16.739999999999998</c:v>
                </c:pt>
                <c:pt idx="279" formatCode="General">
                  <c:v>16.8</c:v>
                </c:pt>
                <c:pt idx="280" formatCode="General">
                  <c:v>16.86</c:v>
                </c:pt>
                <c:pt idx="281" formatCode="General">
                  <c:v>16.920000000000002</c:v>
                </c:pt>
                <c:pt idx="282" formatCode="General">
                  <c:v>16.98</c:v>
                </c:pt>
                <c:pt idx="283" formatCode="General">
                  <c:v>17.04</c:v>
                </c:pt>
                <c:pt idx="284" formatCode="General">
                  <c:v>17.100000000000001</c:v>
                </c:pt>
                <c:pt idx="285" formatCode="General">
                  <c:v>17.16</c:v>
                </c:pt>
                <c:pt idx="286" formatCode="General">
                  <c:v>17.22</c:v>
                </c:pt>
                <c:pt idx="287" formatCode="General">
                  <c:v>17.28</c:v>
                </c:pt>
                <c:pt idx="288" formatCode="General">
                  <c:v>17.34</c:v>
                </c:pt>
                <c:pt idx="289" formatCode="General">
                  <c:v>17.399999999999999</c:v>
                </c:pt>
                <c:pt idx="290" formatCode="General">
                  <c:v>17.46</c:v>
                </c:pt>
                <c:pt idx="291" formatCode="General">
                  <c:v>17.52</c:v>
                </c:pt>
                <c:pt idx="292" formatCode="General">
                  <c:v>17.579999999999998</c:v>
                </c:pt>
                <c:pt idx="293" formatCode="General">
                  <c:v>17.64</c:v>
                </c:pt>
                <c:pt idx="294" formatCode="General">
                  <c:v>17.7</c:v>
                </c:pt>
                <c:pt idx="295" formatCode="General">
                  <c:v>17.760000000000002</c:v>
                </c:pt>
                <c:pt idx="296" formatCode="General">
                  <c:v>17.82</c:v>
                </c:pt>
                <c:pt idx="297" formatCode="General">
                  <c:v>17.88</c:v>
                </c:pt>
                <c:pt idx="298" formatCode="General">
                  <c:v>17.940000000000001</c:v>
                </c:pt>
                <c:pt idx="299" formatCode="General">
                  <c:v>18</c:v>
                </c:pt>
                <c:pt idx="300" formatCode="General">
                  <c:v>18.059999999999999</c:v>
                </c:pt>
                <c:pt idx="301" formatCode="General">
                  <c:v>18.12</c:v>
                </c:pt>
                <c:pt idx="302" formatCode="General">
                  <c:v>18.18</c:v>
                </c:pt>
                <c:pt idx="303" formatCode="General">
                  <c:v>18.239999999999998</c:v>
                </c:pt>
                <c:pt idx="304" formatCode="General">
                  <c:v>18.3</c:v>
                </c:pt>
                <c:pt idx="305" formatCode="General">
                  <c:v>18.36</c:v>
                </c:pt>
                <c:pt idx="306" formatCode="General">
                  <c:v>18.420000000000002</c:v>
                </c:pt>
                <c:pt idx="307" formatCode="General">
                  <c:v>18.48</c:v>
                </c:pt>
                <c:pt idx="308" formatCode="General">
                  <c:v>18.54</c:v>
                </c:pt>
                <c:pt idx="309" formatCode="General">
                  <c:v>18.600000000000001</c:v>
                </c:pt>
                <c:pt idx="310" formatCode="General">
                  <c:v>18.66</c:v>
                </c:pt>
                <c:pt idx="311" formatCode="General">
                  <c:v>18.72</c:v>
                </c:pt>
                <c:pt idx="312" formatCode="General">
                  <c:v>18.78</c:v>
                </c:pt>
                <c:pt idx="313" formatCode="General">
                  <c:v>18.84</c:v>
                </c:pt>
                <c:pt idx="314" formatCode="General">
                  <c:v>18.899999999999999</c:v>
                </c:pt>
                <c:pt idx="315" formatCode="General">
                  <c:v>18.96</c:v>
                </c:pt>
                <c:pt idx="316" formatCode="General">
                  <c:v>19.02</c:v>
                </c:pt>
                <c:pt idx="317" formatCode="General">
                  <c:v>19.079999999999998</c:v>
                </c:pt>
                <c:pt idx="318" formatCode="General">
                  <c:v>19.14</c:v>
                </c:pt>
                <c:pt idx="319" formatCode="General">
                  <c:v>19.2</c:v>
                </c:pt>
                <c:pt idx="320" formatCode="General">
                  <c:v>19.260000000000002</c:v>
                </c:pt>
                <c:pt idx="321" formatCode="General">
                  <c:v>19.32</c:v>
                </c:pt>
                <c:pt idx="322" formatCode="General">
                  <c:v>19.38</c:v>
                </c:pt>
                <c:pt idx="323" formatCode="General">
                  <c:v>19.440000000000001</c:v>
                </c:pt>
                <c:pt idx="324" formatCode="General">
                  <c:v>19.5</c:v>
                </c:pt>
                <c:pt idx="325" formatCode="General">
                  <c:v>19.559999999999999</c:v>
                </c:pt>
                <c:pt idx="326" formatCode="General">
                  <c:v>19.62</c:v>
                </c:pt>
                <c:pt idx="327" formatCode="General">
                  <c:v>19.68</c:v>
                </c:pt>
                <c:pt idx="328" formatCode="General">
                  <c:v>19.739999999999998</c:v>
                </c:pt>
                <c:pt idx="329" formatCode="General">
                  <c:v>19.8</c:v>
                </c:pt>
                <c:pt idx="330" formatCode="General">
                  <c:v>19.86</c:v>
                </c:pt>
                <c:pt idx="331" formatCode="General">
                  <c:v>19.920000000000002</c:v>
                </c:pt>
                <c:pt idx="332" formatCode="General">
                  <c:v>19.98</c:v>
                </c:pt>
                <c:pt idx="333" formatCode="General">
                  <c:v>20.04</c:v>
                </c:pt>
                <c:pt idx="334" formatCode="General">
                  <c:v>20.100000000000001</c:v>
                </c:pt>
                <c:pt idx="335" formatCode="General">
                  <c:v>20.16</c:v>
                </c:pt>
                <c:pt idx="336" formatCode="General">
                  <c:v>20.22</c:v>
                </c:pt>
                <c:pt idx="337" formatCode="General">
                  <c:v>20.28</c:v>
                </c:pt>
                <c:pt idx="338" formatCode="General">
                  <c:v>20.34</c:v>
                </c:pt>
                <c:pt idx="339" formatCode="General">
                  <c:v>20.399999999999999</c:v>
                </c:pt>
                <c:pt idx="340" formatCode="General">
                  <c:v>20.46</c:v>
                </c:pt>
                <c:pt idx="341" formatCode="General">
                  <c:v>20.52</c:v>
                </c:pt>
                <c:pt idx="342" formatCode="General">
                  <c:v>20.58</c:v>
                </c:pt>
                <c:pt idx="343" formatCode="General">
                  <c:v>20.64</c:v>
                </c:pt>
                <c:pt idx="344" formatCode="General">
                  <c:v>20.7</c:v>
                </c:pt>
                <c:pt idx="345" formatCode="General">
                  <c:v>20.76</c:v>
                </c:pt>
                <c:pt idx="346" formatCode="General">
                  <c:v>20.82</c:v>
                </c:pt>
                <c:pt idx="347" formatCode="General">
                  <c:v>20.88</c:v>
                </c:pt>
                <c:pt idx="348" formatCode="General">
                  <c:v>20.94</c:v>
                </c:pt>
                <c:pt idx="349" formatCode="General">
                  <c:v>21</c:v>
                </c:pt>
                <c:pt idx="350" formatCode="General">
                  <c:v>21.06</c:v>
                </c:pt>
                <c:pt idx="351" formatCode="General">
                  <c:v>21.12</c:v>
                </c:pt>
                <c:pt idx="352" formatCode="General">
                  <c:v>21.18</c:v>
                </c:pt>
                <c:pt idx="353" formatCode="General">
                  <c:v>21.24</c:v>
                </c:pt>
                <c:pt idx="354" formatCode="General">
                  <c:v>21.3</c:v>
                </c:pt>
                <c:pt idx="355" formatCode="General">
                  <c:v>21.36</c:v>
                </c:pt>
                <c:pt idx="356" formatCode="General">
                  <c:v>21.42</c:v>
                </c:pt>
                <c:pt idx="357" formatCode="General">
                  <c:v>21.48</c:v>
                </c:pt>
                <c:pt idx="358" formatCode="General">
                  <c:v>21.54</c:v>
                </c:pt>
                <c:pt idx="359" formatCode="General">
                  <c:v>21.6</c:v>
                </c:pt>
                <c:pt idx="360" formatCode="General">
                  <c:v>21.66</c:v>
                </c:pt>
                <c:pt idx="361" formatCode="General">
                  <c:v>21.72</c:v>
                </c:pt>
                <c:pt idx="362" formatCode="General">
                  <c:v>21.78</c:v>
                </c:pt>
                <c:pt idx="363" formatCode="General">
                  <c:v>21.84</c:v>
                </c:pt>
                <c:pt idx="364" formatCode="General">
                  <c:v>21.9</c:v>
                </c:pt>
                <c:pt idx="365" formatCode="General">
                  <c:v>21.96</c:v>
                </c:pt>
                <c:pt idx="366" formatCode="General">
                  <c:v>22.02</c:v>
                </c:pt>
                <c:pt idx="367" formatCode="General">
                  <c:v>22.08</c:v>
                </c:pt>
                <c:pt idx="368" formatCode="General">
                  <c:v>22.14</c:v>
                </c:pt>
                <c:pt idx="369" formatCode="General">
                  <c:v>22.2</c:v>
                </c:pt>
                <c:pt idx="370" formatCode="General">
                  <c:v>22.26</c:v>
                </c:pt>
                <c:pt idx="371" formatCode="General">
                  <c:v>22.32</c:v>
                </c:pt>
                <c:pt idx="372" formatCode="General">
                  <c:v>22.38</c:v>
                </c:pt>
                <c:pt idx="373" formatCode="General">
                  <c:v>22.44</c:v>
                </c:pt>
                <c:pt idx="374" formatCode="General">
                  <c:v>22.5</c:v>
                </c:pt>
                <c:pt idx="375" formatCode="General">
                  <c:v>22.56</c:v>
                </c:pt>
                <c:pt idx="376" formatCode="General">
                  <c:v>22.62</c:v>
                </c:pt>
                <c:pt idx="377" formatCode="General">
                  <c:v>22.68</c:v>
                </c:pt>
                <c:pt idx="378" formatCode="General">
                  <c:v>22.74</c:v>
                </c:pt>
                <c:pt idx="379" formatCode="General">
                  <c:v>22.8</c:v>
                </c:pt>
                <c:pt idx="380" formatCode="General">
                  <c:v>22.86</c:v>
                </c:pt>
                <c:pt idx="381" formatCode="General">
                  <c:v>22.92</c:v>
                </c:pt>
                <c:pt idx="382" formatCode="General">
                  <c:v>22.98</c:v>
                </c:pt>
                <c:pt idx="383" formatCode="General">
                  <c:v>23.04</c:v>
                </c:pt>
                <c:pt idx="384" formatCode="General">
                  <c:v>23.1</c:v>
                </c:pt>
                <c:pt idx="385" formatCode="General">
                  <c:v>23.16</c:v>
                </c:pt>
                <c:pt idx="386" formatCode="General">
                  <c:v>23.22</c:v>
                </c:pt>
                <c:pt idx="387" formatCode="General">
                  <c:v>23.28</c:v>
                </c:pt>
                <c:pt idx="388" formatCode="General">
                  <c:v>23.34</c:v>
                </c:pt>
                <c:pt idx="389" formatCode="General">
                  <c:v>23.4</c:v>
                </c:pt>
                <c:pt idx="390" formatCode="General">
                  <c:v>23.46</c:v>
                </c:pt>
                <c:pt idx="391" formatCode="General">
                  <c:v>23.52</c:v>
                </c:pt>
                <c:pt idx="392" formatCode="General">
                  <c:v>23.58</c:v>
                </c:pt>
                <c:pt idx="393" formatCode="General">
                  <c:v>23.64</c:v>
                </c:pt>
                <c:pt idx="394" formatCode="General">
                  <c:v>23.7</c:v>
                </c:pt>
                <c:pt idx="395" formatCode="General">
                  <c:v>23.76</c:v>
                </c:pt>
                <c:pt idx="396" formatCode="General">
                  <c:v>23.82</c:v>
                </c:pt>
                <c:pt idx="397" formatCode="General">
                  <c:v>23.88</c:v>
                </c:pt>
                <c:pt idx="398" formatCode="General">
                  <c:v>23.94</c:v>
                </c:pt>
                <c:pt idx="399" formatCode="General">
                  <c:v>24</c:v>
                </c:pt>
                <c:pt idx="400" formatCode="General">
                  <c:v>24.06</c:v>
                </c:pt>
                <c:pt idx="401" formatCode="General">
                  <c:v>24.12</c:v>
                </c:pt>
                <c:pt idx="402" formatCode="General">
                  <c:v>24.18</c:v>
                </c:pt>
                <c:pt idx="403" formatCode="General">
                  <c:v>24.24</c:v>
                </c:pt>
                <c:pt idx="404" formatCode="General">
                  <c:v>24.3</c:v>
                </c:pt>
                <c:pt idx="405" formatCode="General">
                  <c:v>24.36</c:v>
                </c:pt>
                <c:pt idx="406" formatCode="General">
                  <c:v>24.42</c:v>
                </c:pt>
                <c:pt idx="407" formatCode="General">
                  <c:v>24.48</c:v>
                </c:pt>
                <c:pt idx="408" formatCode="General">
                  <c:v>24.54</c:v>
                </c:pt>
                <c:pt idx="409" formatCode="General">
                  <c:v>24.6</c:v>
                </c:pt>
                <c:pt idx="410" formatCode="General">
                  <c:v>24.66</c:v>
                </c:pt>
                <c:pt idx="411" formatCode="General">
                  <c:v>24.72</c:v>
                </c:pt>
                <c:pt idx="412" formatCode="General">
                  <c:v>24.78</c:v>
                </c:pt>
                <c:pt idx="413" formatCode="General">
                  <c:v>24.84</c:v>
                </c:pt>
                <c:pt idx="414" formatCode="General">
                  <c:v>24.9</c:v>
                </c:pt>
                <c:pt idx="415" formatCode="General">
                  <c:v>24.96</c:v>
                </c:pt>
                <c:pt idx="416" formatCode="General">
                  <c:v>25.02</c:v>
                </c:pt>
                <c:pt idx="417" formatCode="General">
                  <c:v>25.08</c:v>
                </c:pt>
                <c:pt idx="418" formatCode="General">
                  <c:v>25.14</c:v>
                </c:pt>
                <c:pt idx="419" formatCode="General">
                  <c:v>25.2</c:v>
                </c:pt>
                <c:pt idx="420" formatCode="General">
                  <c:v>25.26</c:v>
                </c:pt>
                <c:pt idx="421" formatCode="General">
                  <c:v>25.32</c:v>
                </c:pt>
                <c:pt idx="422" formatCode="General">
                  <c:v>25.38</c:v>
                </c:pt>
                <c:pt idx="423" formatCode="General">
                  <c:v>25.44</c:v>
                </c:pt>
                <c:pt idx="424" formatCode="General">
                  <c:v>25.5</c:v>
                </c:pt>
                <c:pt idx="425" formatCode="General">
                  <c:v>25.56</c:v>
                </c:pt>
                <c:pt idx="426" formatCode="General">
                  <c:v>25.62</c:v>
                </c:pt>
                <c:pt idx="427" formatCode="General">
                  <c:v>25.68</c:v>
                </c:pt>
                <c:pt idx="428" formatCode="General">
                  <c:v>25.74</c:v>
                </c:pt>
                <c:pt idx="429" formatCode="General">
                  <c:v>25.8</c:v>
                </c:pt>
                <c:pt idx="430" formatCode="General">
                  <c:v>25.86</c:v>
                </c:pt>
                <c:pt idx="431" formatCode="General">
                  <c:v>25.92</c:v>
                </c:pt>
                <c:pt idx="432" formatCode="General">
                  <c:v>25.98</c:v>
                </c:pt>
                <c:pt idx="433" formatCode="General">
                  <c:v>26.04</c:v>
                </c:pt>
                <c:pt idx="434" formatCode="General">
                  <c:v>26.1</c:v>
                </c:pt>
                <c:pt idx="435" formatCode="General">
                  <c:v>26.16</c:v>
                </c:pt>
                <c:pt idx="436" formatCode="General">
                  <c:v>26.22</c:v>
                </c:pt>
                <c:pt idx="437" formatCode="General">
                  <c:v>26.28</c:v>
                </c:pt>
                <c:pt idx="438" formatCode="General">
                  <c:v>26.34</c:v>
                </c:pt>
                <c:pt idx="439" formatCode="General">
                  <c:v>26.4</c:v>
                </c:pt>
                <c:pt idx="440" formatCode="General">
                  <c:v>26.46</c:v>
                </c:pt>
                <c:pt idx="441" formatCode="General">
                  <c:v>26.52</c:v>
                </c:pt>
                <c:pt idx="442" formatCode="General">
                  <c:v>26.58</c:v>
                </c:pt>
                <c:pt idx="443" formatCode="General">
                  <c:v>26.64</c:v>
                </c:pt>
                <c:pt idx="444" formatCode="General">
                  <c:v>26.7</c:v>
                </c:pt>
                <c:pt idx="445" formatCode="General">
                  <c:v>26.76</c:v>
                </c:pt>
                <c:pt idx="446" formatCode="General">
                  <c:v>26.82</c:v>
                </c:pt>
                <c:pt idx="447" formatCode="General">
                  <c:v>26.88</c:v>
                </c:pt>
                <c:pt idx="448" formatCode="General">
                  <c:v>26.94</c:v>
                </c:pt>
                <c:pt idx="449" formatCode="General">
                  <c:v>27</c:v>
                </c:pt>
                <c:pt idx="450" formatCode="General">
                  <c:v>27.06</c:v>
                </c:pt>
                <c:pt idx="451" formatCode="General">
                  <c:v>27.12</c:v>
                </c:pt>
                <c:pt idx="452" formatCode="General">
                  <c:v>27.18</c:v>
                </c:pt>
                <c:pt idx="453" formatCode="General">
                  <c:v>27.24</c:v>
                </c:pt>
                <c:pt idx="454" formatCode="General">
                  <c:v>27.3</c:v>
                </c:pt>
                <c:pt idx="455" formatCode="General">
                  <c:v>27.36</c:v>
                </c:pt>
                <c:pt idx="456" formatCode="General">
                  <c:v>27.42</c:v>
                </c:pt>
                <c:pt idx="457" formatCode="General">
                  <c:v>27.48</c:v>
                </c:pt>
                <c:pt idx="458" formatCode="General">
                  <c:v>27.54</c:v>
                </c:pt>
                <c:pt idx="459" formatCode="General">
                  <c:v>27.6</c:v>
                </c:pt>
                <c:pt idx="460" formatCode="General">
                  <c:v>27.66</c:v>
                </c:pt>
                <c:pt idx="461" formatCode="General">
                  <c:v>27.72</c:v>
                </c:pt>
                <c:pt idx="462" formatCode="General">
                  <c:v>27.78</c:v>
                </c:pt>
                <c:pt idx="463" formatCode="General">
                  <c:v>27.84</c:v>
                </c:pt>
                <c:pt idx="464" formatCode="General">
                  <c:v>27.9</c:v>
                </c:pt>
                <c:pt idx="465" formatCode="General">
                  <c:v>27.96</c:v>
                </c:pt>
                <c:pt idx="466" formatCode="General">
                  <c:v>28.02</c:v>
                </c:pt>
                <c:pt idx="467" formatCode="General">
                  <c:v>28.08</c:v>
                </c:pt>
                <c:pt idx="468" formatCode="General">
                  <c:v>28.14</c:v>
                </c:pt>
                <c:pt idx="469" formatCode="General">
                  <c:v>28.2</c:v>
                </c:pt>
                <c:pt idx="470" formatCode="General">
                  <c:v>28.26</c:v>
                </c:pt>
                <c:pt idx="471" formatCode="General">
                  <c:v>28.32</c:v>
                </c:pt>
                <c:pt idx="472" formatCode="General">
                  <c:v>28.38</c:v>
                </c:pt>
                <c:pt idx="473" formatCode="General">
                  <c:v>28.44</c:v>
                </c:pt>
                <c:pt idx="474" formatCode="General">
                  <c:v>28.5</c:v>
                </c:pt>
                <c:pt idx="475" formatCode="General">
                  <c:v>28.56</c:v>
                </c:pt>
                <c:pt idx="476" formatCode="General">
                  <c:v>28.62</c:v>
                </c:pt>
                <c:pt idx="477" formatCode="General">
                  <c:v>28.68</c:v>
                </c:pt>
                <c:pt idx="478" formatCode="General">
                  <c:v>28.74</c:v>
                </c:pt>
                <c:pt idx="479" formatCode="General">
                  <c:v>28.8</c:v>
                </c:pt>
                <c:pt idx="480" formatCode="General">
                  <c:v>28.86</c:v>
                </c:pt>
                <c:pt idx="481" formatCode="General">
                  <c:v>28.92</c:v>
                </c:pt>
                <c:pt idx="482" formatCode="General">
                  <c:v>28.98</c:v>
                </c:pt>
                <c:pt idx="483" formatCode="General">
                  <c:v>29.04</c:v>
                </c:pt>
                <c:pt idx="484" formatCode="General">
                  <c:v>29.1</c:v>
                </c:pt>
                <c:pt idx="485" formatCode="General">
                  <c:v>29.16</c:v>
                </c:pt>
                <c:pt idx="486" formatCode="General">
                  <c:v>29.22</c:v>
                </c:pt>
                <c:pt idx="487" formatCode="General">
                  <c:v>29.28</c:v>
                </c:pt>
                <c:pt idx="488" formatCode="General">
                  <c:v>29.34</c:v>
                </c:pt>
                <c:pt idx="489" formatCode="General">
                  <c:v>29.4</c:v>
                </c:pt>
                <c:pt idx="490" formatCode="General">
                  <c:v>29.46</c:v>
                </c:pt>
                <c:pt idx="491" formatCode="General">
                  <c:v>29.52</c:v>
                </c:pt>
                <c:pt idx="492" formatCode="General">
                  <c:v>29.58</c:v>
                </c:pt>
                <c:pt idx="493" formatCode="General">
                  <c:v>29.64</c:v>
                </c:pt>
                <c:pt idx="494" formatCode="General">
                  <c:v>29.7</c:v>
                </c:pt>
                <c:pt idx="495" formatCode="General">
                  <c:v>29.76</c:v>
                </c:pt>
                <c:pt idx="496" formatCode="General">
                  <c:v>29.82</c:v>
                </c:pt>
                <c:pt idx="497" formatCode="General">
                  <c:v>29.88</c:v>
                </c:pt>
                <c:pt idx="498" formatCode="General">
                  <c:v>29.94</c:v>
                </c:pt>
                <c:pt idx="499" formatCode="General">
                  <c:v>30</c:v>
                </c:pt>
                <c:pt idx="500" formatCode="General">
                  <c:v>30.06</c:v>
                </c:pt>
                <c:pt idx="501" formatCode="General">
                  <c:v>30.12</c:v>
                </c:pt>
                <c:pt idx="502" formatCode="General">
                  <c:v>30.18</c:v>
                </c:pt>
                <c:pt idx="503" formatCode="General">
                  <c:v>30.24</c:v>
                </c:pt>
                <c:pt idx="504" formatCode="General">
                  <c:v>30.3</c:v>
                </c:pt>
                <c:pt idx="505" formatCode="General">
                  <c:v>30.36</c:v>
                </c:pt>
                <c:pt idx="506" formatCode="General">
                  <c:v>30.42</c:v>
                </c:pt>
                <c:pt idx="507" formatCode="General">
                  <c:v>30.48</c:v>
                </c:pt>
                <c:pt idx="508" formatCode="General">
                  <c:v>30.54</c:v>
                </c:pt>
                <c:pt idx="509" formatCode="General">
                  <c:v>30.6</c:v>
                </c:pt>
                <c:pt idx="510" formatCode="General">
                  <c:v>30.66</c:v>
                </c:pt>
                <c:pt idx="511" formatCode="General">
                  <c:v>30.72</c:v>
                </c:pt>
                <c:pt idx="512" formatCode="General">
                  <c:v>30.78</c:v>
                </c:pt>
                <c:pt idx="513" formatCode="General">
                  <c:v>30.84</c:v>
                </c:pt>
                <c:pt idx="514" formatCode="General">
                  <c:v>30.9</c:v>
                </c:pt>
                <c:pt idx="515" formatCode="General">
                  <c:v>30.96</c:v>
                </c:pt>
                <c:pt idx="516" formatCode="General">
                  <c:v>31.02</c:v>
                </c:pt>
              </c:numCache>
            </c:numRef>
          </c:xVal>
          <c:yVal>
            <c:numRef>
              <c:f>Sheet1!$H$2:$H$1550</c:f>
              <c:numCache>
                <c:formatCode>0.00E+00</c:formatCode>
                <c:ptCount val="517"/>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1.7156399999999999E-2</c:v>
                </c:pt>
                <c:pt idx="36">
                  <c:v>4.8724839999999998E-2</c:v>
                </c:pt>
                <c:pt idx="37">
                  <c:v>6.1592349999999997E-2</c:v>
                </c:pt>
                <c:pt idx="38">
                  <c:v>6.5783739999999993E-2</c:v>
                </c:pt>
                <c:pt idx="39">
                  <c:v>0.14591699999999999</c:v>
                </c:pt>
                <c:pt idx="40">
                  <c:v>1.025112</c:v>
                </c:pt>
                <c:pt idx="41">
                  <c:v>4.7772629999999996</c:v>
                </c:pt>
                <c:pt idx="42">
                  <c:v>6.6200279999999996</c:v>
                </c:pt>
                <c:pt idx="43">
                  <c:v>6.2478980000000002</c:v>
                </c:pt>
                <c:pt idx="44">
                  <c:v>4.0846900000000002</c:v>
                </c:pt>
                <c:pt idx="45">
                  <c:v>2.8109299999999999</c:v>
                </c:pt>
                <c:pt idx="46">
                  <c:v>1.7564770000000001</c:v>
                </c:pt>
                <c:pt idx="47">
                  <c:v>1.100185</c:v>
                </c:pt>
                <c:pt idx="48">
                  <c:v>0.99091309999999999</c:v>
                </c:pt>
                <c:pt idx="49">
                  <c:v>0.61814360000000002</c:v>
                </c:pt>
                <c:pt idx="50">
                  <c:v>0.61123870000000002</c:v>
                </c:pt>
                <c:pt idx="51">
                  <c:v>0.4892783</c:v>
                </c:pt>
                <c:pt idx="52">
                  <c:v>0.42745280000000002</c:v>
                </c:pt>
                <c:pt idx="53">
                  <c:v>0.36601620000000001</c:v>
                </c:pt>
                <c:pt idx="54">
                  <c:v>0.36017850000000001</c:v>
                </c:pt>
                <c:pt idx="55">
                  <c:v>0.37933699999999998</c:v>
                </c:pt>
                <c:pt idx="56">
                  <c:v>0.36956600000000001</c:v>
                </c:pt>
                <c:pt idx="57">
                  <c:v>0.33710289999999998</c:v>
                </c:pt>
                <c:pt idx="58">
                  <c:v>0.36409900000000001</c:v>
                </c:pt>
                <c:pt idx="59">
                  <c:v>0.36750519999999998</c:v>
                </c:pt>
                <c:pt idx="60">
                  <c:v>0.44519049999999999</c:v>
                </c:pt>
                <c:pt idx="61">
                  <c:v>0.46565269999999997</c:v>
                </c:pt>
                <c:pt idx="62">
                  <c:v>0.41737370000000001</c:v>
                </c:pt>
                <c:pt idx="63">
                  <c:v>0.4641479</c:v>
                </c:pt>
                <c:pt idx="64">
                  <c:v>0.48418529999999999</c:v>
                </c:pt>
                <c:pt idx="65">
                  <c:v>0.57937360000000004</c:v>
                </c:pt>
                <c:pt idx="66">
                  <c:v>0.60926539999999996</c:v>
                </c:pt>
                <c:pt idx="67">
                  <c:v>0.77901969999999998</c:v>
                </c:pt>
                <c:pt idx="68">
                  <c:v>0.93874869999999999</c:v>
                </c:pt>
                <c:pt idx="69">
                  <c:v>1.0187600000000001</c:v>
                </c:pt>
                <c:pt idx="70">
                  <c:v>1.1005400000000001</c:v>
                </c:pt>
                <c:pt idx="71">
                  <c:v>1.26749</c:v>
                </c:pt>
                <c:pt idx="72">
                  <c:v>1.270556</c:v>
                </c:pt>
                <c:pt idx="73">
                  <c:v>1.3602970000000001</c:v>
                </c:pt>
                <c:pt idx="74">
                  <c:v>1.3341479999999999</c:v>
                </c:pt>
                <c:pt idx="75">
                  <c:v>1.4089860000000001</c:v>
                </c:pt>
                <c:pt idx="76">
                  <c:v>1.40263</c:v>
                </c:pt>
                <c:pt idx="77">
                  <c:v>1.224359</c:v>
                </c:pt>
                <c:pt idx="78">
                  <c:v>1.236313</c:v>
                </c:pt>
                <c:pt idx="79">
                  <c:v>1.294195</c:v>
                </c:pt>
                <c:pt idx="80">
                  <c:v>1.250575</c:v>
                </c:pt>
                <c:pt idx="81">
                  <c:v>1.1276660000000001</c:v>
                </c:pt>
                <c:pt idx="82">
                  <c:v>1.023191</c:v>
                </c:pt>
                <c:pt idx="83">
                  <c:v>1.0556989999999999</c:v>
                </c:pt>
                <c:pt idx="84">
                  <c:v>1.0033069999999999</c:v>
                </c:pt>
                <c:pt idx="85">
                  <c:v>1.0417430000000001</c:v>
                </c:pt>
                <c:pt idx="86">
                  <c:v>1.1369119999999999</c:v>
                </c:pt>
                <c:pt idx="87">
                  <c:v>1.1227050000000001</c:v>
                </c:pt>
                <c:pt idx="88">
                  <c:v>1.202888</c:v>
                </c:pt>
                <c:pt idx="89">
                  <c:v>1.2806230000000001</c:v>
                </c:pt>
                <c:pt idx="90">
                  <c:v>1.2754559999999999</c:v>
                </c:pt>
                <c:pt idx="91">
                  <c:v>1.1217779999999999</c:v>
                </c:pt>
                <c:pt idx="92">
                  <c:v>1.0476510000000001</c:v>
                </c:pt>
                <c:pt idx="93">
                  <c:v>1.095942</c:v>
                </c:pt>
                <c:pt idx="94">
                  <c:v>0.9276257</c:v>
                </c:pt>
                <c:pt idx="95">
                  <c:v>0.82154199999999999</c:v>
                </c:pt>
                <c:pt idx="96">
                  <c:v>0.79996389999999995</c:v>
                </c:pt>
                <c:pt idx="97">
                  <c:v>0.74204650000000005</c:v>
                </c:pt>
                <c:pt idx="98">
                  <c:v>0.71919100000000002</c:v>
                </c:pt>
                <c:pt idx="99">
                  <c:v>0.70710280000000003</c:v>
                </c:pt>
                <c:pt idx="100">
                  <c:v>0.76183330000000005</c:v>
                </c:pt>
                <c:pt idx="101">
                  <c:v>0.77368429999999999</c:v>
                </c:pt>
                <c:pt idx="102">
                  <c:v>0.77759789999999995</c:v>
                </c:pt>
                <c:pt idx="103">
                  <c:v>0.80897249999999998</c:v>
                </c:pt>
                <c:pt idx="104">
                  <c:v>0.81683090000000003</c:v>
                </c:pt>
                <c:pt idx="105">
                  <c:v>0.87075659999999999</c:v>
                </c:pt>
                <c:pt idx="106">
                  <c:v>0.93709940000000003</c:v>
                </c:pt>
                <c:pt idx="107">
                  <c:v>0.97320459999999998</c:v>
                </c:pt>
                <c:pt idx="108">
                  <c:v>1.0162549999999999</c:v>
                </c:pt>
                <c:pt idx="109">
                  <c:v>0.9785663</c:v>
                </c:pt>
                <c:pt idx="110">
                  <c:v>1.0440309999999999</c:v>
                </c:pt>
                <c:pt idx="111">
                  <c:v>1.0821959999999999</c:v>
                </c:pt>
                <c:pt idx="112">
                  <c:v>1.086635</c:v>
                </c:pt>
                <c:pt idx="113">
                  <c:v>1.0916090000000001</c:v>
                </c:pt>
                <c:pt idx="114">
                  <c:v>1.1122190000000001</c:v>
                </c:pt>
                <c:pt idx="115">
                  <c:v>1.115435</c:v>
                </c:pt>
                <c:pt idx="116">
                  <c:v>1.1394949999999999</c:v>
                </c:pt>
                <c:pt idx="117">
                  <c:v>1.17456</c:v>
                </c:pt>
                <c:pt idx="118">
                  <c:v>1.081102</c:v>
                </c:pt>
                <c:pt idx="119">
                  <c:v>1.1581250000000001</c:v>
                </c:pt>
                <c:pt idx="120">
                  <c:v>1.1064080000000001</c:v>
                </c:pt>
                <c:pt idx="121">
                  <c:v>1.1413800000000001</c:v>
                </c:pt>
                <c:pt idx="122">
                  <c:v>1.122897</c:v>
                </c:pt>
                <c:pt idx="123">
                  <c:v>1.1431819999999999</c:v>
                </c:pt>
                <c:pt idx="124">
                  <c:v>1.1057520000000001</c:v>
                </c:pt>
                <c:pt idx="125">
                  <c:v>1.0420499999999999</c:v>
                </c:pt>
                <c:pt idx="126">
                  <c:v>1.003646</c:v>
                </c:pt>
                <c:pt idx="127">
                  <c:v>1.0314559999999999</c:v>
                </c:pt>
                <c:pt idx="128">
                  <c:v>1.0469269999999999</c:v>
                </c:pt>
                <c:pt idx="129">
                  <c:v>0.94864879999999996</c:v>
                </c:pt>
                <c:pt idx="130">
                  <c:v>0.97309279999999998</c:v>
                </c:pt>
                <c:pt idx="131">
                  <c:v>0.91565319999999994</c:v>
                </c:pt>
                <c:pt idx="132">
                  <c:v>0.94656119999999999</c:v>
                </c:pt>
                <c:pt idx="133">
                  <c:v>0.89038189999999995</c:v>
                </c:pt>
                <c:pt idx="134">
                  <c:v>0.93214370000000002</c:v>
                </c:pt>
                <c:pt idx="135">
                  <c:v>0.93892370000000003</c:v>
                </c:pt>
                <c:pt idx="136">
                  <c:v>0.93711409999999995</c:v>
                </c:pt>
                <c:pt idx="137">
                  <c:v>0.89439170000000001</c:v>
                </c:pt>
                <c:pt idx="138">
                  <c:v>0.95407410000000004</c:v>
                </c:pt>
                <c:pt idx="139">
                  <c:v>0.92744649999999995</c:v>
                </c:pt>
                <c:pt idx="140">
                  <c:v>0.93950330000000004</c:v>
                </c:pt>
                <c:pt idx="141">
                  <c:v>0.91418710000000003</c:v>
                </c:pt>
                <c:pt idx="142">
                  <c:v>0.92428120000000002</c:v>
                </c:pt>
                <c:pt idx="143">
                  <c:v>0.93025449999999998</c:v>
                </c:pt>
                <c:pt idx="144">
                  <c:v>0.97087650000000003</c:v>
                </c:pt>
                <c:pt idx="145">
                  <c:v>0.9638814</c:v>
                </c:pt>
                <c:pt idx="146">
                  <c:v>0.94926849999999996</c:v>
                </c:pt>
                <c:pt idx="147">
                  <c:v>0.99891620000000003</c:v>
                </c:pt>
                <c:pt idx="148">
                  <c:v>1.000076</c:v>
                </c:pt>
                <c:pt idx="149">
                  <c:v>0.97739739999999997</c:v>
                </c:pt>
                <c:pt idx="150">
                  <c:v>1.0356860000000001</c:v>
                </c:pt>
                <c:pt idx="151">
                  <c:v>1.055307</c:v>
                </c:pt>
                <c:pt idx="152">
                  <c:v>1.0178100000000001</c:v>
                </c:pt>
                <c:pt idx="153">
                  <c:v>1.071204</c:v>
                </c:pt>
                <c:pt idx="154">
                  <c:v>1.0555760000000001</c:v>
                </c:pt>
                <c:pt idx="155">
                  <c:v>1.0758939999999999</c:v>
                </c:pt>
                <c:pt idx="156">
                  <c:v>1.040581</c:v>
                </c:pt>
                <c:pt idx="157">
                  <c:v>1.0688690000000001</c:v>
                </c:pt>
                <c:pt idx="158">
                  <c:v>1.023803</c:v>
                </c:pt>
                <c:pt idx="159">
                  <c:v>1.0466580000000001</c:v>
                </c:pt>
                <c:pt idx="160">
                  <c:v>1.049995</c:v>
                </c:pt>
                <c:pt idx="161">
                  <c:v>1.029447</c:v>
                </c:pt>
                <c:pt idx="162">
                  <c:v>1.0587</c:v>
                </c:pt>
                <c:pt idx="163">
                  <c:v>1.0379750000000001</c:v>
                </c:pt>
                <c:pt idx="164">
                  <c:v>1.012772</c:v>
                </c:pt>
                <c:pt idx="165">
                  <c:v>1.0445850000000001</c:v>
                </c:pt>
                <c:pt idx="166">
                  <c:v>1.0245379999999999</c:v>
                </c:pt>
                <c:pt idx="167">
                  <c:v>0.98401479999999997</c:v>
                </c:pt>
                <c:pt idx="168">
                  <c:v>1.0058819999999999</c:v>
                </c:pt>
                <c:pt idx="169">
                  <c:v>0.95599659999999997</c:v>
                </c:pt>
                <c:pt idx="170">
                  <c:v>0.94598879999999996</c:v>
                </c:pt>
                <c:pt idx="171">
                  <c:v>0.99176850000000005</c:v>
                </c:pt>
                <c:pt idx="172">
                  <c:v>0.94133080000000002</c:v>
                </c:pt>
                <c:pt idx="173">
                  <c:v>0.963592</c:v>
                </c:pt>
                <c:pt idx="174">
                  <c:v>0.98564739999999995</c:v>
                </c:pt>
                <c:pt idx="175">
                  <c:v>0.92494730000000003</c:v>
                </c:pt>
                <c:pt idx="176">
                  <c:v>0.93439870000000003</c:v>
                </c:pt>
                <c:pt idx="177">
                  <c:v>0.97796850000000002</c:v>
                </c:pt>
                <c:pt idx="178">
                  <c:v>0.968113</c:v>
                </c:pt>
                <c:pt idx="179">
                  <c:v>0.97420039999999997</c:v>
                </c:pt>
                <c:pt idx="180">
                  <c:v>0.97330720000000004</c:v>
                </c:pt>
                <c:pt idx="181">
                  <c:v>0.97002520000000003</c:v>
                </c:pt>
                <c:pt idx="182">
                  <c:v>0.98933199999999999</c:v>
                </c:pt>
                <c:pt idx="183">
                  <c:v>1.0127600000000001</c:v>
                </c:pt>
                <c:pt idx="184">
                  <c:v>1.013536</c:v>
                </c:pt>
                <c:pt idx="185">
                  <c:v>1.000739</c:v>
                </c:pt>
                <c:pt idx="186">
                  <c:v>0.99165400000000004</c:v>
                </c:pt>
                <c:pt idx="187">
                  <c:v>0.99465890000000001</c:v>
                </c:pt>
                <c:pt idx="188">
                  <c:v>0.99380990000000002</c:v>
                </c:pt>
                <c:pt idx="189">
                  <c:v>1.0169459999999999</c:v>
                </c:pt>
                <c:pt idx="190">
                  <c:v>1.026135</c:v>
                </c:pt>
                <c:pt idx="191">
                  <c:v>1.0112509999999999</c:v>
                </c:pt>
                <c:pt idx="192">
                  <c:v>1.0619879999999999</c:v>
                </c:pt>
                <c:pt idx="193">
                  <c:v>1.0327519999999999</c:v>
                </c:pt>
                <c:pt idx="194">
                  <c:v>1.018678</c:v>
                </c:pt>
                <c:pt idx="195">
                  <c:v>1.0450649999999999</c:v>
                </c:pt>
                <c:pt idx="196">
                  <c:v>1.0207310000000001</c:v>
                </c:pt>
                <c:pt idx="197">
                  <c:v>0.98946109999999998</c:v>
                </c:pt>
                <c:pt idx="198">
                  <c:v>1.026427</c:v>
                </c:pt>
                <c:pt idx="199">
                  <c:v>1.04176</c:v>
                </c:pt>
                <c:pt idx="200">
                  <c:v>1.0160089999999999</c:v>
                </c:pt>
                <c:pt idx="201">
                  <c:v>1.0245029999999999</c:v>
                </c:pt>
                <c:pt idx="202">
                  <c:v>1.008769</c:v>
                </c:pt>
                <c:pt idx="203">
                  <c:v>1.010391</c:v>
                </c:pt>
                <c:pt idx="204">
                  <c:v>1.023574</c:v>
                </c:pt>
                <c:pt idx="205">
                  <c:v>0.99505880000000002</c:v>
                </c:pt>
                <c:pt idx="206">
                  <c:v>0.97898110000000005</c:v>
                </c:pt>
                <c:pt idx="207">
                  <c:v>0.97627200000000003</c:v>
                </c:pt>
                <c:pt idx="208">
                  <c:v>0.98756889999999997</c:v>
                </c:pt>
                <c:pt idx="209">
                  <c:v>0.97894210000000004</c:v>
                </c:pt>
                <c:pt idx="210">
                  <c:v>0.98991280000000004</c:v>
                </c:pt>
                <c:pt idx="211">
                  <c:v>0.97564850000000003</c:v>
                </c:pt>
                <c:pt idx="212">
                  <c:v>0.96895969999999998</c:v>
                </c:pt>
                <c:pt idx="213">
                  <c:v>0.98565910000000001</c:v>
                </c:pt>
                <c:pt idx="214">
                  <c:v>0.98060040000000004</c:v>
                </c:pt>
                <c:pt idx="215">
                  <c:v>0.99275029999999997</c:v>
                </c:pt>
                <c:pt idx="216">
                  <c:v>1.0008570000000001</c:v>
                </c:pt>
                <c:pt idx="217">
                  <c:v>0.97812750000000004</c:v>
                </c:pt>
                <c:pt idx="218">
                  <c:v>1.004219</c:v>
                </c:pt>
                <c:pt idx="219">
                  <c:v>0.98844900000000002</c:v>
                </c:pt>
                <c:pt idx="220">
                  <c:v>0.98225569999999995</c:v>
                </c:pt>
                <c:pt idx="221">
                  <c:v>0.99079700000000004</c:v>
                </c:pt>
                <c:pt idx="222">
                  <c:v>1.0033939999999999</c:v>
                </c:pt>
                <c:pt idx="223">
                  <c:v>1.0061990000000001</c:v>
                </c:pt>
                <c:pt idx="224">
                  <c:v>1.006059</c:v>
                </c:pt>
                <c:pt idx="225">
                  <c:v>1.028521</c:v>
                </c:pt>
                <c:pt idx="226">
                  <c:v>0.99121440000000005</c:v>
                </c:pt>
                <c:pt idx="227">
                  <c:v>1.006065</c:v>
                </c:pt>
                <c:pt idx="228">
                  <c:v>1.0153179999999999</c:v>
                </c:pt>
                <c:pt idx="229">
                  <c:v>1.0111319999999999</c:v>
                </c:pt>
                <c:pt idx="230">
                  <c:v>1.0111479999999999</c:v>
                </c:pt>
                <c:pt idx="231">
                  <c:v>0.98138049999999999</c:v>
                </c:pt>
                <c:pt idx="232">
                  <c:v>1.00779</c:v>
                </c:pt>
                <c:pt idx="233">
                  <c:v>1.0063009999999999</c:v>
                </c:pt>
                <c:pt idx="234">
                  <c:v>0.99956699999999998</c:v>
                </c:pt>
                <c:pt idx="235">
                  <c:v>1.0356289999999999</c:v>
                </c:pt>
                <c:pt idx="236">
                  <c:v>0.99939480000000003</c:v>
                </c:pt>
                <c:pt idx="237">
                  <c:v>1.007109</c:v>
                </c:pt>
                <c:pt idx="238">
                  <c:v>0.99636329999999995</c:v>
                </c:pt>
                <c:pt idx="239">
                  <c:v>1.0069939999999999</c:v>
                </c:pt>
                <c:pt idx="240">
                  <c:v>1.011671</c:v>
                </c:pt>
                <c:pt idx="241">
                  <c:v>0.99839140000000004</c:v>
                </c:pt>
                <c:pt idx="242">
                  <c:v>1.0069490000000001</c:v>
                </c:pt>
                <c:pt idx="243">
                  <c:v>0.9899348</c:v>
                </c:pt>
                <c:pt idx="244">
                  <c:v>0.98816780000000004</c:v>
                </c:pt>
                <c:pt idx="245">
                  <c:v>0.96269680000000002</c:v>
                </c:pt>
                <c:pt idx="246">
                  <c:v>0.98480420000000002</c:v>
                </c:pt>
                <c:pt idx="247">
                  <c:v>0.98248210000000002</c:v>
                </c:pt>
                <c:pt idx="248">
                  <c:v>0.98590370000000005</c:v>
                </c:pt>
                <c:pt idx="249">
                  <c:v>1.0171680000000001</c:v>
                </c:pt>
                <c:pt idx="250">
                  <c:v>0.99460809999999999</c:v>
                </c:pt>
                <c:pt idx="251">
                  <c:v>0.99163230000000002</c:v>
                </c:pt>
                <c:pt idx="252">
                  <c:v>0.98797740000000001</c:v>
                </c:pt>
                <c:pt idx="253">
                  <c:v>0.9927935</c:v>
                </c:pt>
                <c:pt idx="254">
                  <c:v>1.0173380000000001</c:v>
                </c:pt>
                <c:pt idx="255">
                  <c:v>0.97140400000000005</c:v>
                </c:pt>
                <c:pt idx="256">
                  <c:v>0.99264370000000002</c:v>
                </c:pt>
                <c:pt idx="257">
                  <c:v>0.99147770000000002</c:v>
                </c:pt>
                <c:pt idx="258">
                  <c:v>0.99212339999999999</c:v>
                </c:pt>
                <c:pt idx="259">
                  <c:v>1.0307219999999999</c:v>
                </c:pt>
                <c:pt idx="260">
                  <c:v>1.007007</c:v>
                </c:pt>
                <c:pt idx="261">
                  <c:v>1.025736</c:v>
                </c:pt>
                <c:pt idx="262">
                  <c:v>0.97664059999999997</c:v>
                </c:pt>
                <c:pt idx="263">
                  <c:v>1.016634</c:v>
                </c:pt>
                <c:pt idx="264">
                  <c:v>0.9896606</c:v>
                </c:pt>
                <c:pt idx="265">
                  <c:v>1.01366</c:v>
                </c:pt>
                <c:pt idx="266">
                  <c:v>1.0126310000000001</c:v>
                </c:pt>
                <c:pt idx="267">
                  <c:v>1.000445</c:v>
                </c:pt>
                <c:pt idx="268">
                  <c:v>1.003315</c:v>
                </c:pt>
                <c:pt idx="269">
                  <c:v>1.0039800000000001</c:v>
                </c:pt>
                <c:pt idx="270">
                  <c:v>1.002488</c:v>
                </c:pt>
                <c:pt idx="271">
                  <c:v>1.0091060000000001</c:v>
                </c:pt>
                <c:pt idx="272">
                  <c:v>1.0003839999999999</c:v>
                </c:pt>
                <c:pt idx="273">
                  <c:v>1.010718</c:v>
                </c:pt>
                <c:pt idx="274">
                  <c:v>0.99794139999999998</c:v>
                </c:pt>
                <c:pt idx="275">
                  <c:v>1.004588</c:v>
                </c:pt>
                <c:pt idx="276">
                  <c:v>1.0153160000000001</c:v>
                </c:pt>
                <c:pt idx="277">
                  <c:v>1.0120530000000001</c:v>
                </c:pt>
                <c:pt idx="278">
                  <c:v>0.99252739999999995</c:v>
                </c:pt>
                <c:pt idx="279">
                  <c:v>0.99878080000000002</c:v>
                </c:pt>
                <c:pt idx="280">
                  <c:v>0.99619049999999998</c:v>
                </c:pt>
                <c:pt idx="281">
                  <c:v>0.98522319999999997</c:v>
                </c:pt>
                <c:pt idx="282">
                  <c:v>0.99340430000000002</c:v>
                </c:pt>
                <c:pt idx="283">
                  <c:v>0.97125790000000001</c:v>
                </c:pt>
                <c:pt idx="284">
                  <c:v>0.99675760000000002</c:v>
                </c:pt>
                <c:pt idx="285">
                  <c:v>1.014945</c:v>
                </c:pt>
                <c:pt idx="286">
                  <c:v>1.0107200000000001</c:v>
                </c:pt>
                <c:pt idx="287">
                  <c:v>0.99205109999999996</c:v>
                </c:pt>
                <c:pt idx="288">
                  <c:v>0.97428199999999998</c:v>
                </c:pt>
                <c:pt idx="289">
                  <c:v>0.9895197</c:v>
                </c:pt>
                <c:pt idx="290">
                  <c:v>1.00098</c:v>
                </c:pt>
                <c:pt idx="291">
                  <c:v>1.010175</c:v>
                </c:pt>
                <c:pt idx="292">
                  <c:v>0.98697319999999999</c:v>
                </c:pt>
                <c:pt idx="293">
                  <c:v>1.0016229999999999</c:v>
                </c:pt>
                <c:pt idx="294">
                  <c:v>1.001487</c:v>
                </c:pt>
                <c:pt idx="295">
                  <c:v>1.0169379999999999</c:v>
                </c:pt>
                <c:pt idx="296">
                  <c:v>0.99258179999999996</c:v>
                </c:pt>
                <c:pt idx="297">
                  <c:v>0.99932750000000004</c:v>
                </c:pt>
                <c:pt idx="298">
                  <c:v>1.0044690000000001</c:v>
                </c:pt>
                <c:pt idx="299">
                  <c:v>1.0016130000000001</c:v>
                </c:pt>
                <c:pt idx="300">
                  <c:v>1.0188980000000001</c:v>
                </c:pt>
                <c:pt idx="301">
                  <c:v>1.0178910000000001</c:v>
                </c:pt>
                <c:pt idx="302">
                  <c:v>0.9985889</c:v>
                </c:pt>
                <c:pt idx="303">
                  <c:v>1.021625</c:v>
                </c:pt>
                <c:pt idx="304">
                  <c:v>1.018642</c:v>
                </c:pt>
                <c:pt idx="305">
                  <c:v>0.99465919999999997</c:v>
                </c:pt>
                <c:pt idx="306">
                  <c:v>1.0266459999999999</c:v>
                </c:pt>
                <c:pt idx="307">
                  <c:v>1.0213970000000001</c:v>
                </c:pt>
                <c:pt idx="308">
                  <c:v>0.99837849999999995</c:v>
                </c:pt>
                <c:pt idx="309">
                  <c:v>1.0242260000000001</c:v>
                </c:pt>
                <c:pt idx="310">
                  <c:v>1.000867</c:v>
                </c:pt>
                <c:pt idx="311">
                  <c:v>0.99251999999999996</c:v>
                </c:pt>
                <c:pt idx="312">
                  <c:v>1.013198</c:v>
                </c:pt>
                <c:pt idx="313">
                  <c:v>0.99153139999999995</c:v>
                </c:pt>
                <c:pt idx="314">
                  <c:v>1.0032859999999999</c:v>
                </c:pt>
                <c:pt idx="315">
                  <c:v>1.004183</c:v>
                </c:pt>
                <c:pt idx="316">
                  <c:v>0.97904880000000005</c:v>
                </c:pt>
                <c:pt idx="317">
                  <c:v>0.99763849999999998</c:v>
                </c:pt>
                <c:pt idx="318">
                  <c:v>1.009312</c:v>
                </c:pt>
                <c:pt idx="319">
                  <c:v>1.002796</c:v>
                </c:pt>
                <c:pt idx="320">
                  <c:v>0.99871589999999999</c:v>
                </c:pt>
                <c:pt idx="321">
                  <c:v>0.99466690000000002</c:v>
                </c:pt>
                <c:pt idx="322">
                  <c:v>0.98937010000000003</c:v>
                </c:pt>
                <c:pt idx="323">
                  <c:v>1.006996</c:v>
                </c:pt>
                <c:pt idx="324">
                  <c:v>0.99912480000000004</c:v>
                </c:pt>
                <c:pt idx="325">
                  <c:v>0.98986609999999997</c:v>
                </c:pt>
                <c:pt idx="326">
                  <c:v>0.99972950000000005</c:v>
                </c:pt>
                <c:pt idx="327">
                  <c:v>0.98981909999999995</c:v>
                </c:pt>
                <c:pt idx="328">
                  <c:v>0.99901309999999999</c:v>
                </c:pt>
                <c:pt idx="329">
                  <c:v>1.005525</c:v>
                </c:pt>
                <c:pt idx="330">
                  <c:v>1.008389</c:v>
                </c:pt>
                <c:pt idx="331">
                  <c:v>0.99980159999999996</c:v>
                </c:pt>
                <c:pt idx="332">
                  <c:v>0.98768979999999995</c:v>
                </c:pt>
                <c:pt idx="333">
                  <c:v>0.99992309999999995</c:v>
                </c:pt>
                <c:pt idx="334">
                  <c:v>1.0028790000000001</c:v>
                </c:pt>
                <c:pt idx="335">
                  <c:v>0.99081209999999997</c:v>
                </c:pt>
                <c:pt idx="336">
                  <c:v>0.99991890000000005</c:v>
                </c:pt>
                <c:pt idx="337">
                  <c:v>1.016005</c:v>
                </c:pt>
                <c:pt idx="338">
                  <c:v>0.98863889999999999</c:v>
                </c:pt>
                <c:pt idx="339">
                  <c:v>1.0008170000000001</c:v>
                </c:pt>
                <c:pt idx="340">
                  <c:v>0.99036630000000003</c:v>
                </c:pt>
                <c:pt idx="341">
                  <c:v>1.006256</c:v>
                </c:pt>
                <c:pt idx="342">
                  <c:v>1.000964</c:v>
                </c:pt>
                <c:pt idx="343">
                  <c:v>1.0138499999999999</c:v>
                </c:pt>
                <c:pt idx="344">
                  <c:v>1.0283439999999999</c:v>
                </c:pt>
                <c:pt idx="345">
                  <c:v>0.99733349999999998</c:v>
                </c:pt>
                <c:pt idx="346">
                  <c:v>1.0012890000000001</c:v>
                </c:pt>
                <c:pt idx="347">
                  <c:v>0.99756210000000001</c:v>
                </c:pt>
                <c:pt idx="348">
                  <c:v>0.98281689999999999</c:v>
                </c:pt>
                <c:pt idx="349">
                  <c:v>0.98229129999999998</c:v>
                </c:pt>
                <c:pt idx="350">
                  <c:v>0.99926300000000001</c:v>
                </c:pt>
                <c:pt idx="351">
                  <c:v>0.9952086</c:v>
                </c:pt>
                <c:pt idx="352">
                  <c:v>1.0098320000000001</c:v>
                </c:pt>
                <c:pt idx="353">
                  <c:v>0.9949964</c:v>
                </c:pt>
                <c:pt idx="354">
                  <c:v>1.0027200000000001</c:v>
                </c:pt>
                <c:pt idx="355">
                  <c:v>0.99262070000000002</c:v>
                </c:pt>
                <c:pt idx="356">
                  <c:v>0.9820951</c:v>
                </c:pt>
                <c:pt idx="357">
                  <c:v>0.99396600000000002</c:v>
                </c:pt>
                <c:pt idx="358">
                  <c:v>1.0066379999999999</c:v>
                </c:pt>
                <c:pt idx="359">
                  <c:v>1.0164960000000001</c:v>
                </c:pt>
                <c:pt idx="360">
                  <c:v>0.99159109999999995</c:v>
                </c:pt>
                <c:pt idx="361">
                  <c:v>1.0054639999999999</c:v>
                </c:pt>
                <c:pt idx="362">
                  <c:v>0.98423830000000001</c:v>
                </c:pt>
                <c:pt idx="363">
                  <c:v>0.99176039999999999</c:v>
                </c:pt>
                <c:pt idx="364">
                  <c:v>1.0101180000000001</c:v>
                </c:pt>
                <c:pt idx="365">
                  <c:v>1.0031110000000001</c:v>
                </c:pt>
                <c:pt idx="366">
                  <c:v>0.98923269999999996</c:v>
                </c:pt>
                <c:pt idx="367">
                  <c:v>1.0061119999999999</c:v>
                </c:pt>
                <c:pt idx="368">
                  <c:v>0.99699210000000005</c:v>
                </c:pt>
                <c:pt idx="369">
                  <c:v>1.0179229999999999</c:v>
                </c:pt>
                <c:pt idx="370">
                  <c:v>0.99709579999999998</c:v>
                </c:pt>
                <c:pt idx="371">
                  <c:v>0.99367050000000001</c:v>
                </c:pt>
                <c:pt idx="372">
                  <c:v>1.0221519999999999</c:v>
                </c:pt>
                <c:pt idx="373">
                  <c:v>1.0189189999999999</c:v>
                </c:pt>
                <c:pt idx="374">
                  <c:v>1.000842</c:v>
                </c:pt>
                <c:pt idx="375">
                  <c:v>0.99497530000000001</c:v>
                </c:pt>
                <c:pt idx="376">
                  <c:v>0.99768279999999998</c:v>
                </c:pt>
                <c:pt idx="377">
                  <c:v>1.005172</c:v>
                </c:pt>
                <c:pt idx="378">
                  <c:v>1.002739</c:v>
                </c:pt>
                <c:pt idx="379">
                  <c:v>1.0139450000000001</c:v>
                </c:pt>
                <c:pt idx="380">
                  <c:v>1.007098</c:v>
                </c:pt>
                <c:pt idx="381">
                  <c:v>1.005641</c:v>
                </c:pt>
                <c:pt idx="382">
                  <c:v>0.99986620000000004</c:v>
                </c:pt>
                <c:pt idx="383">
                  <c:v>1.0119320000000001</c:v>
                </c:pt>
                <c:pt idx="384">
                  <c:v>0.98905489999999996</c:v>
                </c:pt>
                <c:pt idx="385">
                  <c:v>1.001995</c:v>
                </c:pt>
                <c:pt idx="386">
                  <c:v>0.98643049999999999</c:v>
                </c:pt>
                <c:pt idx="387">
                  <c:v>1.004173</c:v>
                </c:pt>
                <c:pt idx="388">
                  <c:v>1.01136</c:v>
                </c:pt>
                <c:pt idx="389">
                  <c:v>0.99455789999999999</c:v>
                </c:pt>
                <c:pt idx="390">
                  <c:v>0.9952223</c:v>
                </c:pt>
                <c:pt idx="391">
                  <c:v>0.98971699999999996</c:v>
                </c:pt>
                <c:pt idx="392">
                  <c:v>0.98411079999999995</c:v>
                </c:pt>
                <c:pt idx="393">
                  <c:v>0.99616729999999998</c:v>
                </c:pt>
                <c:pt idx="394">
                  <c:v>0.99811309999999998</c:v>
                </c:pt>
                <c:pt idx="395">
                  <c:v>0.99492190000000003</c:v>
                </c:pt>
                <c:pt idx="396">
                  <c:v>0.99760499999999996</c:v>
                </c:pt>
                <c:pt idx="397">
                  <c:v>1.0017929999999999</c:v>
                </c:pt>
                <c:pt idx="398">
                  <c:v>0.98846710000000004</c:v>
                </c:pt>
                <c:pt idx="399">
                  <c:v>1.0052110000000001</c:v>
                </c:pt>
                <c:pt idx="400">
                  <c:v>1.008847</c:v>
                </c:pt>
                <c:pt idx="401">
                  <c:v>1.012365</c:v>
                </c:pt>
                <c:pt idx="402">
                  <c:v>1.003992</c:v>
                </c:pt>
                <c:pt idx="403">
                  <c:v>1.0001180000000001</c:v>
                </c:pt>
                <c:pt idx="404">
                  <c:v>1.001015</c:v>
                </c:pt>
                <c:pt idx="405">
                  <c:v>1.0095799999999999</c:v>
                </c:pt>
                <c:pt idx="406">
                  <c:v>1.0049600000000001</c:v>
                </c:pt>
                <c:pt idx="407">
                  <c:v>1.0083219999999999</c:v>
                </c:pt>
                <c:pt idx="408">
                  <c:v>0.98485389999999995</c:v>
                </c:pt>
                <c:pt idx="409">
                  <c:v>1.01339</c:v>
                </c:pt>
                <c:pt idx="410">
                  <c:v>1.003857</c:v>
                </c:pt>
                <c:pt idx="411">
                  <c:v>1.0049509999999999</c:v>
                </c:pt>
                <c:pt idx="412">
                  <c:v>1.008955</c:v>
                </c:pt>
                <c:pt idx="413">
                  <c:v>0.99506969999999995</c:v>
                </c:pt>
                <c:pt idx="414">
                  <c:v>1.0012540000000001</c:v>
                </c:pt>
                <c:pt idx="415">
                  <c:v>1.0043489999999999</c:v>
                </c:pt>
                <c:pt idx="416">
                  <c:v>0.9983225</c:v>
                </c:pt>
                <c:pt idx="417">
                  <c:v>1.015568</c:v>
                </c:pt>
                <c:pt idx="418">
                  <c:v>1.01478</c:v>
                </c:pt>
                <c:pt idx="419">
                  <c:v>1.0006250000000001</c:v>
                </c:pt>
                <c:pt idx="420">
                  <c:v>1.0057879999999999</c:v>
                </c:pt>
                <c:pt idx="421">
                  <c:v>1.0039610000000001</c:v>
                </c:pt>
                <c:pt idx="422">
                  <c:v>1.010653</c:v>
                </c:pt>
                <c:pt idx="423">
                  <c:v>1.0027379999999999</c:v>
                </c:pt>
                <c:pt idx="424">
                  <c:v>0.99303859999999999</c:v>
                </c:pt>
                <c:pt idx="425">
                  <c:v>1.0065770000000001</c:v>
                </c:pt>
                <c:pt idx="426">
                  <c:v>1.009917</c:v>
                </c:pt>
                <c:pt idx="427">
                  <c:v>0.98456790000000005</c:v>
                </c:pt>
                <c:pt idx="428">
                  <c:v>1.004691</c:v>
                </c:pt>
                <c:pt idx="429">
                  <c:v>0.9926277</c:v>
                </c:pt>
                <c:pt idx="430">
                  <c:v>1.012686</c:v>
                </c:pt>
                <c:pt idx="431">
                  <c:v>0.98965380000000003</c:v>
                </c:pt>
                <c:pt idx="432">
                  <c:v>0.99131440000000004</c:v>
                </c:pt>
                <c:pt idx="433">
                  <c:v>0.99837960000000003</c:v>
                </c:pt>
                <c:pt idx="434">
                  <c:v>1.009717</c:v>
                </c:pt>
                <c:pt idx="435">
                  <c:v>0.99427109999999996</c:v>
                </c:pt>
                <c:pt idx="436">
                  <c:v>0.9842533</c:v>
                </c:pt>
                <c:pt idx="437">
                  <c:v>1.0045679999999999</c:v>
                </c:pt>
                <c:pt idx="438">
                  <c:v>0.99624699999999999</c:v>
                </c:pt>
                <c:pt idx="439">
                  <c:v>1.0106170000000001</c:v>
                </c:pt>
                <c:pt idx="440">
                  <c:v>0.99843610000000005</c:v>
                </c:pt>
                <c:pt idx="441">
                  <c:v>1.0026299999999999</c:v>
                </c:pt>
                <c:pt idx="442">
                  <c:v>0.98598540000000001</c:v>
                </c:pt>
                <c:pt idx="443">
                  <c:v>0.98786560000000001</c:v>
                </c:pt>
                <c:pt idx="444">
                  <c:v>0.99308759999999996</c:v>
                </c:pt>
                <c:pt idx="445">
                  <c:v>1.0000979999999999</c:v>
                </c:pt>
                <c:pt idx="446">
                  <c:v>1.0072570000000001</c:v>
                </c:pt>
                <c:pt idx="447">
                  <c:v>1.0042059999999999</c:v>
                </c:pt>
                <c:pt idx="448">
                  <c:v>1.006135</c:v>
                </c:pt>
                <c:pt idx="449">
                  <c:v>0.99332279999999995</c:v>
                </c:pt>
                <c:pt idx="450">
                  <c:v>1.0092559999999999</c:v>
                </c:pt>
                <c:pt idx="451">
                  <c:v>0.99701379999999995</c:v>
                </c:pt>
                <c:pt idx="452">
                  <c:v>1.0038320000000001</c:v>
                </c:pt>
                <c:pt idx="453">
                  <c:v>1.0047550000000001</c:v>
                </c:pt>
                <c:pt idx="454">
                  <c:v>0.9931468</c:v>
                </c:pt>
                <c:pt idx="455">
                  <c:v>0.99772499999999997</c:v>
                </c:pt>
                <c:pt idx="456">
                  <c:v>0.99533300000000002</c:v>
                </c:pt>
                <c:pt idx="457">
                  <c:v>0.9992067</c:v>
                </c:pt>
                <c:pt idx="458">
                  <c:v>1.0024569999999999</c:v>
                </c:pt>
                <c:pt idx="459">
                  <c:v>1.0001519999999999</c:v>
                </c:pt>
                <c:pt idx="460">
                  <c:v>0.98807520000000004</c:v>
                </c:pt>
                <c:pt idx="461">
                  <c:v>1.0076069999999999</c:v>
                </c:pt>
                <c:pt idx="462">
                  <c:v>0.99464980000000003</c:v>
                </c:pt>
                <c:pt idx="463">
                  <c:v>0.99501479999999998</c:v>
                </c:pt>
                <c:pt idx="464">
                  <c:v>0.99747569999999997</c:v>
                </c:pt>
                <c:pt idx="465">
                  <c:v>1.0131159999999999</c:v>
                </c:pt>
                <c:pt idx="466">
                  <c:v>0.99251880000000003</c:v>
                </c:pt>
                <c:pt idx="467">
                  <c:v>0.99680979999999997</c:v>
                </c:pt>
                <c:pt idx="468">
                  <c:v>0.9981236</c:v>
                </c:pt>
                <c:pt idx="469">
                  <c:v>1.002135</c:v>
                </c:pt>
                <c:pt idx="470">
                  <c:v>0.99643079999999995</c:v>
                </c:pt>
                <c:pt idx="471">
                  <c:v>0.99395979999999995</c:v>
                </c:pt>
                <c:pt idx="472">
                  <c:v>0.99572470000000002</c:v>
                </c:pt>
                <c:pt idx="473">
                  <c:v>0.99711959999999999</c:v>
                </c:pt>
                <c:pt idx="474">
                  <c:v>1.0056879999999999</c:v>
                </c:pt>
                <c:pt idx="475">
                  <c:v>0.99886640000000004</c:v>
                </c:pt>
                <c:pt idx="476">
                  <c:v>0.99346109999999999</c:v>
                </c:pt>
                <c:pt idx="477">
                  <c:v>0.99441800000000002</c:v>
                </c:pt>
                <c:pt idx="478">
                  <c:v>0.9946315</c:v>
                </c:pt>
                <c:pt idx="479">
                  <c:v>1.001976</c:v>
                </c:pt>
                <c:pt idx="480">
                  <c:v>1.0063679999999999</c:v>
                </c:pt>
                <c:pt idx="481">
                  <c:v>1.0077480000000001</c:v>
                </c:pt>
                <c:pt idx="482">
                  <c:v>0.99948079999999995</c:v>
                </c:pt>
                <c:pt idx="483">
                  <c:v>0.99687369999999997</c:v>
                </c:pt>
                <c:pt idx="484">
                  <c:v>0.99380710000000005</c:v>
                </c:pt>
                <c:pt idx="485">
                  <c:v>1.005396</c:v>
                </c:pt>
                <c:pt idx="486">
                  <c:v>0.99358360000000001</c:v>
                </c:pt>
                <c:pt idx="487">
                  <c:v>1.0008140000000001</c:v>
                </c:pt>
                <c:pt idx="488">
                  <c:v>1.003001</c:v>
                </c:pt>
                <c:pt idx="489">
                  <c:v>1.00081</c:v>
                </c:pt>
                <c:pt idx="490">
                  <c:v>1.0055460000000001</c:v>
                </c:pt>
                <c:pt idx="491">
                  <c:v>1.0048159999999999</c:v>
                </c:pt>
                <c:pt idx="492">
                  <c:v>1.0033510000000001</c:v>
                </c:pt>
                <c:pt idx="493">
                  <c:v>1.0022089999999999</c:v>
                </c:pt>
                <c:pt idx="494">
                  <c:v>1.0046520000000001</c:v>
                </c:pt>
                <c:pt idx="495">
                  <c:v>1.008966</c:v>
                </c:pt>
                <c:pt idx="496">
                  <c:v>1.002974</c:v>
                </c:pt>
                <c:pt idx="497">
                  <c:v>1.003344</c:v>
                </c:pt>
                <c:pt idx="498">
                  <c:v>0.9872706</c:v>
                </c:pt>
                <c:pt idx="499">
                  <c:v>0.99693390000000004</c:v>
                </c:pt>
                <c:pt idx="500">
                  <c:v>1.006114</c:v>
                </c:pt>
                <c:pt idx="501">
                  <c:v>1.009301</c:v>
                </c:pt>
                <c:pt idx="502">
                  <c:v>0.99839230000000001</c:v>
                </c:pt>
                <c:pt idx="503">
                  <c:v>0.9991177</c:v>
                </c:pt>
                <c:pt idx="504">
                  <c:v>1.0026200000000001</c:v>
                </c:pt>
                <c:pt idx="505">
                  <c:v>1.008561</c:v>
                </c:pt>
                <c:pt idx="506">
                  <c:v>0.9956334</c:v>
                </c:pt>
                <c:pt idx="507">
                  <c:v>0.98383330000000002</c:v>
                </c:pt>
                <c:pt idx="508">
                  <c:v>0.99434730000000005</c:v>
                </c:pt>
                <c:pt idx="509">
                  <c:v>1.0028049999999999</c:v>
                </c:pt>
                <c:pt idx="510">
                  <c:v>1.013787</c:v>
                </c:pt>
                <c:pt idx="511">
                  <c:v>1.0020260000000001</c:v>
                </c:pt>
                <c:pt idx="512">
                  <c:v>0.98523839999999996</c:v>
                </c:pt>
                <c:pt idx="513">
                  <c:v>0.99150839999999996</c:v>
                </c:pt>
                <c:pt idx="514">
                  <c:v>1.003717</c:v>
                </c:pt>
                <c:pt idx="515">
                  <c:v>1.00292</c:v>
                </c:pt>
                <c:pt idx="516">
                  <c:v>1.0125630000000001</c:v>
                </c:pt>
              </c:numCache>
            </c:numRef>
          </c:yVal>
          <c:smooth val="1"/>
          <c:extLst>
            <c:ext xmlns:c16="http://schemas.microsoft.com/office/drawing/2014/chart" uri="{C3380CC4-5D6E-409C-BE32-E72D297353CC}">
              <c16:uniqueId val="{00000005-2F69-4D7F-BDCE-E9FA2D77B338}"/>
            </c:ext>
          </c:extLst>
        </c:ser>
        <c:ser>
          <c:idx val="6"/>
          <c:order val="6"/>
          <c:tx>
            <c:strRef>
              <c:f>Sheet1!$I$1</c:f>
              <c:strCache>
                <c:ptCount val="1"/>
                <c:pt idx="0">
                  <c:v>Ti-Be</c:v>
                </c:pt>
              </c:strCache>
            </c:strRef>
          </c:tx>
          <c:spPr>
            <a:ln w="19050" cap="rnd">
              <a:solidFill>
                <a:schemeClr val="accent1">
                  <a:lumMod val="60000"/>
                </a:schemeClr>
              </a:solidFill>
              <a:round/>
            </a:ln>
            <a:effectLst/>
          </c:spPr>
          <c:marker>
            <c:symbol val="none"/>
          </c:marker>
          <c:xVal>
            <c:numRef>
              <c:f>Sheet1!$B$2:$B$1550</c:f>
              <c:numCache>
                <c:formatCode>0.00E+00</c:formatCode>
                <c:ptCount val="517"/>
                <c:pt idx="0">
                  <c:v>0.06</c:v>
                </c:pt>
                <c:pt idx="1">
                  <c:v>0.12</c:v>
                </c:pt>
                <c:pt idx="2">
                  <c:v>0.18</c:v>
                </c:pt>
                <c:pt idx="3">
                  <c:v>0.24</c:v>
                </c:pt>
                <c:pt idx="4">
                  <c:v>0.3</c:v>
                </c:pt>
                <c:pt idx="5">
                  <c:v>0.36</c:v>
                </c:pt>
                <c:pt idx="6">
                  <c:v>0.42</c:v>
                </c:pt>
                <c:pt idx="7">
                  <c:v>0.48</c:v>
                </c:pt>
                <c:pt idx="8">
                  <c:v>0.54</c:v>
                </c:pt>
                <c:pt idx="9">
                  <c:v>0.6</c:v>
                </c:pt>
                <c:pt idx="10">
                  <c:v>0.66</c:v>
                </c:pt>
                <c:pt idx="11">
                  <c:v>0.72</c:v>
                </c:pt>
                <c:pt idx="12">
                  <c:v>0.78</c:v>
                </c:pt>
                <c:pt idx="13">
                  <c:v>0.84</c:v>
                </c:pt>
                <c:pt idx="14">
                  <c:v>0.9</c:v>
                </c:pt>
                <c:pt idx="15">
                  <c:v>0.96</c:v>
                </c:pt>
                <c:pt idx="16" formatCode="General">
                  <c:v>1.02</c:v>
                </c:pt>
                <c:pt idx="17" formatCode="General">
                  <c:v>1.08</c:v>
                </c:pt>
                <c:pt idx="18" formatCode="General">
                  <c:v>1.1399999999999999</c:v>
                </c:pt>
                <c:pt idx="19" formatCode="General">
                  <c:v>1.2</c:v>
                </c:pt>
                <c:pt idx="20" formatCode="General">
                  <c:v>1.26</c:v>
                </c:pt>
                <c:pt idx="21" formatCode="General">
                  <c:v>1.32</c:v>
                </c:pt>
                <c:pt idx="22" formatCode="General">
                  <c:v>1.38</c:v>
                </c:pt>
                <c:pt idx="23" formatCode="General">
                  <c:v>1.44</c:v>
                </c:pt>
                <c:pt idx="24" formatCode="General">
                  <c:v>1.5</c:v>
                </c:pt>
                <c:pt idx="25" formatCode="General">
                  <c:v>1.56</c:v>
                </c:pt>
                <c:pt idx="26" formatCode="General">
                  <c:v>1.62</c:v>
                </c:pt>
                <c:pt idx="27" formatCode="General">
                  <c:v>1.68</c:v>
                </c:pt>
                <c:pt idx="28" formatCode="General">
                  <c:v>1.74</c:v>
                </c:pt>
                <c:pt idx="29" formatCode="General">
                  <c:v>1.8</c:v>
                </c:pt>
                <c:pt idx="30" formatCode="General">
                  <c:v>1.86</c:v>
                </c:pt>
                <c:pt idx="31" formatCode="General">
                  <c:v>1.92</c:v>
                </c:pt>
                <c:pt idx="32" formatCode="General">
                  <c:v>1.98</c:v>
                </c:pt>
                <c:pt idx="33" formatCode="General">
                  <c:v>2.04</c:v>
                </c:pt>
                <c:pt idx="34" formatCode="General">
                  <c:v>2.1</c:v>
                </c:pt>
                <c:pt idx="35" formatCode="General">
                  <c:v>2.16</c:v>
                </c:pt>
                <c:pt idx="36" formatCode="General">
                  <c:v>2.2200000000000002</c:v>
                </c:pt>
                <c:pt idx="37" formatCode="General">
                  <c:v>2.2799999999999998</c:v>
                </c:pt>
                <c:pt idx="38" formatCode="General">
                  <c:v>2.34</c:v>
                </c:pt>
                <c:pt idx="39" formatCode="General">
                  <c:v>2.4</c:v>
                </c:pt>
                <c:pt idx="40" formatCode="General">
                  <c:v>2.46</c:v>
                </c:pt>
                <c:pt idx="41" formatCode="General">
                  <c:v>2.52</c:v>
                </c:pt>
                <c:pt idx="42" formatCode="General">
                  <c:v>2.58</c:v>
                </c:pt>
                <c:pt idx="43" formatCode="General">
                  <c:v>2.64</c:v>
                </c:pt>
                <c:pt idx="44" formatCode="General">
                  <c:v>2.7</c:v>
                </c:pt>
                <c:pt idx="45" formatCode="General">
                  <c:v>2.76</c:v>
                </c:pt>
                <c:pt idx="46" formatCode="General">
                  <c:v>2.82</c:v>
                </c:pt>
                <c:pt idx="47" formatCode="General">
                  <c:v>2.88</c:v>
                </c:pt>
                <c:pt idx="48" formatCode="General">
                  <c:v>2.94</c:v>
                </c:pt>
                <c:pt idx="49" formatCode="General">
                  <c:v>3</c:v>
                </c:pt>
                <c:pt idx="50" formatCode="General">
                  <c:v>3.06</c:v>
                </c:pt>
                <c:pt idx="51" formatCode="General">
                  <c:v>3.12</c:v>
                </c:pt>
                <c:pt idx="52" formatCode="General">
                  <c:v>3.18</c:v>
                </c:pt>
                <c:pt idx="53" formatCode="General">
                  <c:v>3.24</c:v>
                </c:pt>
                <c:pt idx="54" formatCode="General">
                  <c:v>3.3</c:v>
                </c:pt>
                <c:pt idx="55" formatCode="General">
                  <c:v>3.36</c:v>
                </c:pt>
                <c:pt idx="56" formatCode="General">
                  <c:v>3.42</c:v>
                </c:pt>
                <c:pt idx="57" formatCode="General">
                  <c:v>3.48</c:v>
                </c:pt>
                <c:pt idx="58" formatCode="General">
                  <c:v>3.54</c:v>
                </c:pt>
                <c:pt idx="59" formatCode="General">
                  <c:v>3.6</c:v>
                </c:pt>
                <c:pt idx="60" formatCode="General">
                  <c:v>3.66</c:v>
                </c:pt>
                <c:pt idx="61" formatCode="General">
                  <c:v>3.72</c:v>
                </c:pt>
                <c:pt idx="62" formatCode="General">
                  <c:v>3.78</c:v>
                </c:pt>
                <c:pt idx="63" formatCode="General">
                  <c:v>3.84</c:v>
                </c:pt>
                <c:pt idx="64" formatCode="General">
                  <c:v>3.9</c:v>
                </c:pt>
                <c:pt idx="65" formatCode="General">
                  <c:v>3.96</c:v>
                </c:pt>
                <c:pt idx="66" formatCode="General">
                  <c:v>4.0199999999999996</c:v>
                </c:pt>
                <c:pt idx="67" formatCode="General">
                  <c:v>4.08</c:v>
                </c:pt>
                <c:pt idx="68" formatCode="General">
                  <c:v>4.1399999999999997</c:v>
                </c:pt>
                <c:pt idx="69" formatCode="General">
                  <c:v>4.2</c:v>
                </c:pt>
                <c:pt idx="70" formatCode="General">
                  <c:v>4.26</c:v>
                </c:pt>
                <c:pt idx="71" formatCode="General">
                  <c:v>4.32</c:v>
                </c:pt>
                <c:pt idx="72" formatCode="General">
                  <c:v>4.38</c:v>
                </c:pt>
                <c:pt idx="73" formatCode="General">
                  <c:v>4.4400000000000004</c:v>
                </c:pt>
                <c:pt idx="74" formatCode="General">
                  <c:v>4.5</c:v>
                </c:pt>
                <c:pt idx="75" formatCode="General">
                  <c:v>4.5599999999999996</c:v>
                </c:pt>
                <c:pt idx="76" formatCode="General">
                  <c:v>4.62</c:v>
                </c:pt>
                <c:pt idx="77" formatCode="General">
                  <c:v>4.68</c:v>
                </c:pt>
                <c:pt idx="78" formatCode="General">
                  <c:v>4.74</c:v>
                </c:pt>
                <c:pt idx="79" formatCode="General">
                  <c:v>4.8</c:v>
                </c:pt>
                <c:pt idx="80" formatCode="General">
                  <c:v>4.8600000000000003</c:v>
                </c:pt>
                <c:pt idx="81" formatCode="General">
                  <c:v>4.92</c:v>
                </c:pt>
                <c:pt idx="82" formatCode="General">
                  <c:v>4.9800000000000004</c:v>
                </c:pt>
                <c:pt idx="83" formatCode="General">
                  <c:v>5.04</c:v>
                </c:pt>
                <c:pt idx="84" formatCode="General">
                  <c:v>5.0999999999999996</c:v>
                </c:pt>
                <c:pt idx="85" formatCode="General">
                  <c:v>5.16</c:v>
                </c:pt>
                <c:pt idx="86" formatCode="General">
                  <c:v>5.22</c:v>
                </c:pt>
                <c:pt idx="87" formatCode="General">
                  <c:v>5.28</c:v>
                </c:pt>
                <c:pt idx="88" formatCode="General">
                  <c:v>5.34</c:v>
                </c:pt>
                <c:pt idx="89" formatCode="General">
                  <c:v>5.4</c:v>
                </c:pt>
                <c:pt idx="90" formatCode="General">
                  <c:v>5.46</c:v>
                </c:pt>
                <c:pt idx="91" formatCode="General">
                  <c:v>5.52</c:v>
                </c:pt>
                <c:pt idx="92" formatCode="General">
                  <c:v>5.58</c:v>
                </c:pt>
                <c:pt idx="93" formatCode="General">
                  <c:v>5.64</c:v>
                </c:pt>
                <c:pt idx="94" formatCode="General">
                  <c:v>5.7</c:v>
                </c:pt>
                <c:pt idx="95" formatCode="General">
                  <c:v>5.76</c:v>
                </c:pt>
                <c:pt idx="96" formatCode="General">
                  <c:v>5.82</c:v>
                </c:pt>
                <c:pt idx="97" formatCode="General">
                  <c:v>5.88</c:v>
                </c:pt>
                <c:pt idx="98" formatCode="General">
                  <c:v>5.94</c:v>
                </c:pt>
                <c:pt idx="99" formatCode="General">
                  <c:v>6</c:v>
                </c:pt>
                <c:pt idx="100" formatCode="General">
                  <c:v>6.06</c:v>
                </c:pt>
                <c:pt idx="101" formatCode="General">
                  <c:v>6.12</c:v>
                </c:pt>
                <c:pt idx="102" formatCode="General">
                  <c:v>6.18</c:v>
                </c:pt>
                <c:pt idx="103" formatCode="General">
                  <c:v>6.24</c:v>
                </c:pt>
                <c:pt idx="104" formatCode="General">
                  <c:v>6.3</c:v>
                </c:pt>
                <c:pt idx="105" formatCode="General">
                  <c:v>6.36</c:v>
                </c:pt>
                <c:pt idx="106" formatCode="General">
                  <c:v>6.42</c:v>
                </c:pt>
                <c:pt idx="107" formatCode="General">
                  <c:v>6.48</c:v>
                </c:pt>
                <c:pt idx="108" formatCode="General">
                  <c:v>6.54</c:v>
                </c:pt>
                <c:pt idx="109" formatCode="General">
                  <c:v>6.6</c:v>
                </c:pt>
                <c:pt idx="110" formatCode="General">
                  <c:v>6.66</c:v>
                </c:pt>
                <c:pt idx="111" formatCode="General">
                  <c:v>6.72</c:v>
                </c:pt>
                <c:pt idx="112" formatCode="General">
                  <c:v>6.78</c:v>
                </c:pt>
                <c:pt idx="113" formatCode="General">
                  <c:v>6.84</c:v>
                </c:pt>
                <c:pt idx="114" formatCode="General">
                  <c:v>6.9</c:v>
                </c:pt>
                <c:pt idx="115" formatCode="General">
                  <c:v>6.96</c:v>
                </c:pt>
                <c:pt idx="116" formatCode="General">
                  <c:v>7.02</c:v>
                </c:pt>
                <c:pt idx="117" formatCode="General">
                  <c:v>7.08</c:v>
                </c:pt>
                <c:pt idx="118" formatCode="General">
                  <c:v>7.14</c:v>
                </c:pt>
                <c:pt idx="119" formatCode="General">
                  <c:v>7.2</c:v>
                </c:pt>
                <c:pt idx="120" formatCode="General">
                  <c:v>7.26</c:v>
                </c:pt>
                <c:pt idx="121" formatCode="General">
                  <c:v>7.32</c:v>
                </c:pt>
                <c:pt idx="122" formatCode="General">
                  <c:v>7.38</c:v>
                </c:pt>
                <c:pt idx="123" formatCode="General">
                  <c:v>7.44</c:v>
                </c:pt>
                <c:pt idx="124" formatCode="General">
                  <c:v>7.5</c:v>
                </c:pt>
                <c:pt idx="125" formatCode="General">
                  <c:v>7.56</c:v>
                </c:pt>
                <c:pt idx="126" formatCode="General">
                  <c:v>7.62</c:v>
                </c:pt>
                <c:pt idx="127" formatCode="General">
                  <c:v>7.68</c:v>
                </c:pt>
                <c:pt idx="128" formatCode="General">
                  <c:v>7.74</c:v>
                </c:pt>
                <c:pt idx="129" formatCode="General">
                  <c:v>7.8</c:v>
                </c:pt>
                <c:pt idx="130" formatCode="General">
                  <c:v>7.86</c:v>
                </c:pt>
                <c:pt idx="131" formatCode="General">
                  <c:v>7.92</c:v>
                </c:pt>
                <c:pt idx="132" formatCode="General">
                  <c:v>7.98</c:v>
                </c:pt>
                <c:pt idx="133" formatCode="General">
                  <c:v>8.0399999999999991</c:v>
                </c:pt>
                <c:pt idx="134" formatCode="General">
                  <c:v>8.0999990000000004</c:v>
                </c:pt>
                <c:pt idx="135" formatCode="General">
                  <c:v>8.16</c:v>
                </c:pt>
                <c:pt idx="136" formatCode="General">
                  <c:v>8.2200000000000006</c:v>
                </c:pt>
                <c:pt idx="137" formatCode="General">
                  <c:v>8.2799999999999994</c:v>
                </c:pt>
                <c:pt idx="138" formatCode="General">
                  <c:v>8.34</c:v>
                </c:pt>
                <c:pt idx="139" formatCode="General">
                  <c:v>8.4</c:v>
                </c:pt>
                <c:pt idx="140" formatCode="General">
                  <c:v>8.4600000000000009</c:v>
                </c:pt>
                <c:pt idx="141" formatCode="General">
                  <c:v>8.52</c:v>
                </c:pt>
                <c:pt idx="142" formatCode="General">
                  <c:v>8.58</c:v>
                </c:pt>
                <c:pt idx="143" formatCode="General">
                  <c:v>8.6399989999999995</c:v>
                </c:pt>
                <c:pt idx="144" formatCode="General">
                  <c:v>8.6999999999999993</c:v>
                </c:pt>
                <c:pt idx="145" formatCode="General">
                  <c:v>8.76</c:v>
                </c:pt>
                <c:pt idx="146" formatCode="General">
                  <c:v>8.82</c:v>
                </c:pt>
                <c:pt idx="147" formatCode="General">
                  <c:v>8.8800000000000008</c:v>
                </c:pt>
                <c:pt idx="148" formatCode="General">
                  <c:v>8.94</c:v>
                </c:pt>
                <c:pt idx="149" formatCode="General">
                  <c:v>9</c:v>
                </c:pt>
                <c:pt idx="150" formatCode="General">
                  <c:v>9.0599989999999995</c:v>
                </c:pt>
                <c:pt idx="151" formatCode="General">
                  <c:v>9.1199999999999992</c:v>
                </c:pt>
                <c:pt idx="152" formatCode="General">
                  <c:v>9.1799990000000005</c:v>
                </c:pt>
                <c:pt idx="153" formatCode="General">
                  <c:v>9.24</c:v>
                </c:pt>
                <c:pt idx="154" formatCode="General">
                  <c:v>9.3000000000000007</c:v>
                </c:pt>
                <c:pt idx="155" formatCode="General">
                  <c:v>9.36</c:v>
                </c:pt>
                <c:pt idx="156" formatCode="General">
                  <c:v>9.42</c:v>
                </c:pt>
                <c:pt idx="157" formatCode="General">
                  <c:v>9.48</c:v>
                </c:pt>
                <c:pt idx="158" formatCode="General">
                  <c:v>9.5399999999999991</c:v>
                </c:pt>
                <c:pt idx="159" formatCode="General">
                  <c:v>9.5999990000000004</c:v>
                </c:pt>
                <c:pt idx="160" formatCode="General">
                  <c:v>9.66</c:v>
                </c:pt>
                <c:pt idx="161" formatCode="General">
                  <c:v>9.7199989999999996</c:v>
                </c:pt>
                <c:pt idx="162" formatCode="General">
                  <c:v>9.7799999999999994</c:v>
                </c:pt>
                <c:pt idx="163" formatCode="General">
                  <c:v>9.84</c:v>
                </c:pt>
                <c:pt idx="164" formatCode="General">
                  <c:v>9.9</c:v>
                </c:pt>
                <c:pt idx="165" formatCode="General">
                  <c:v>9.9600000000000009</c:v>
                </c:pt>
                <c:pt idx="166" formatCode="General">
                  <c:v>10.02</c:v>
                </c:pt>
                <c:pt idx="167" formatCode="General">
                  <c:v>10.08</c:v>
                </c:pt>
                <c:pt idx="168" formatCode="General">
                  <c:v>10.14</c:v>
                </c:pt>
                <c:pt idx="169" formatCode="General">
                  <c:v>10.199999999999999</c:v>
                </c:pt>
                <c:pt idx="170" formatCode="General">
                  <c:v>10.26</c:v>
                </c:pt>
                <c:pt idx="171" formatCode="General">
                  <c:v>10.32</c:v>
                </c:pt>
                <c:pt idx="172" formatCode="General">
                  <c:v>10.38</c:v>
                </c:pt>
                <c:pt idx="173" formatCode="General">
                  <c:v>10.44</c:v>
                </c:pt>
                <c:pt idx="174" formatCode="General">
                  <c:v>10.5</c:v>
                </c:pt>
                <c:pt idx="175" formatCode="General">
                  <c:v>10.56</c:v>
                </c:pt>
                <c:pt idx="176" formatCode="General">
                  <c:v>10.62</c:v>
                </c:pt>
                <c:pt idx="177" formatCode="General">
                  <c:v>10.68</c:v>
                </c:pt>
                <c:pt idx="178" formatCode="General">
                  <c:v>10.74</c:v>
                </c:pt>
                <c:pt idx="179" formatCode="General">
                  <c:v>10.8</c:v>
                </c:pt>
                <c:pt idx="180" formatCode="General">
                  <c:v>10.86</c:v>
                </c:pt>
                <c:pt idx="181" formatCode="General">
                  <c:v>10.92</c:v>
                </c:pt>
                <c:pt idx="182" formatCode="General">
                  <c:v>10.98</c:v>
                </c:pt>
                <c:pt idx="183" formatCode="General">
                  <c:v>11.04</c:v>
                </c:pt>
                <c:pt idx="184" formatCode="General">
                  <c:v>11.1</c:v>
                </c:pt>
                <c:pt idx="185" formatCode="General">
                  <c:v>11.16</c:v>
                </c:pt>
                <c:pt idx="186" formatCode="General">
                  <c:v>11.22</c:v>
                </c:pt>
                <c:pt idx="187" formatCode="General">
                  <c:v>11.28</c:v>
                </c:pt>
                <c:pt idx="188" formatCode="General">
                  <c:v>11.34</c:v>
                </c:pt>
                <c:pt idx="189" formatCode="General">
                  <c:v>11.4</c:v>
                </c:pt>
                <c:pt idx="190" formatCode="General">
                  <c:v>11.46</c:v>
                </c:pt>
                <c:pt idx="191" formatCode="General">
                  <c:v>11.52</c:v>
                </c:pt>
                <c:pt idx="192" formatCode="General">
                  <c:v>11.58</c:v>
                </c:pt>
                <c:pt idx="193" formatCode="General">
                  <c:v>11.64</c:v>
                </c:pt>
                <c:pt idx="194" formatCode="General">
                  <c:v>11.7</c:v>
                </c:pt>
                <c:pt idx="195" formatCode="General">
                  <c:v>11.76</c:v>
                </c:pt>
                <c:pt idx="196" formatCode="General">
                  <c:v>11.82</c:v>
                </c:pt>
                <c:pt idx="197" formatCode="General">
                  <c:v>11.88</c:v>
                </c:pt>
                <c:pt idx="198" formatCode="General">
                  <c:v>11.94</c:v>
                </c:pt>
                <c:pt idx="199" formatCode="General">
                  <c:v>12</c:v>
                </c:pt>
                <c:pt idx="200" formatCode="General">
                  <c:v>12.06</c:v>
                </c:pt>
                <c:pt idx="201" formatCode="General">
                  <c:v>12.12</c:v>
                </c:pt>
                <c:pt idx="202" formatCode="General">
                  <c:v>12.18</c:v>
                </c:pt>
                <c:pt idx="203" formatCode="General">
                  <c:v>12.24</c:v>
                </c:pt>
                <c:pt idx="204" formatCode="General">
                  <c:v>12.3</c:v>
                </c:pt>
                <c:pt idx="205" formatCode="General">
                  <c:v>12.36</c:v>
                </c:pt>
                <c:pt idx="206" formatCode="General">
                  <c:v>12.42</c:v>
                </c:pt>
                <c:pt idx="207" formatCode="General">
                  <c:v>12.48</c:v>
                </c:pt>
                <c:pt idx="208" formatCode="General">
                  <c:v>12.54</c:v>
                </c:pt>
                <c:pt idx="209" formatCode="General">
                  <c:v>12.6</c:v>
                </c:pt>
                <c:pt idx="210" formatCode="General">
                  <c:v>12.66</c:v>
                </c:pt>
                <c:pt idx="211" formatCode="General">
                  <c:v>12.72</c:v>
                </c:pt>
                <c:pt idx="212" formatCode="General">
                  <c:v>12.78</c:v>
                </c:pt>
                <c:pt idx="213" formatCode="General">
                  <c:v>12.84</c:v>
                </c:pt>
                <c:pt idx="214" formatCode="General">
                  <c:v>12.9</c:v>
                </c:pt>
                <c:pt idx="215" formatCode="General">
                  <c:v>12.96</c:v>
                </c:pt>
                <c:pt idx="216" formatCode="General">
                  <c:v>13.02</c:v>
                </c:pt>
                <c:pt idx="217" formatCode="General">
                  <c:v>13.08</c:v>
                </c:pt>
                <c:pt idx="218" formatCode="General">
                  <c:v>13.14</c:v>
                </c:pt>
                <c:pt idx="219" formatCode="General">
                  <c:v>13.2</c:v>
                </c:pt>
                <c:pt idx="220" formatCode="General">
                  <c:v>13.26</c:v>
                </c:pt>
                <c:pt idx="221" formatCode="General">
                  <c:v>13.32</c:v>
                </c:pt>
                <c:pt idx="222" formatCode="General">
                  <c:v>13.38</c:v>
                </c:pt>
                <c:pt idx="223" formatCode="General">
                  <c:v>13.44</c:v>
                </c:pt>
                <c:pt idx="224" formatCode="General">
                  <c:v>13.5</c:v>
                </c:pt>
                <c:pt idx="225" formatCode="General">
                  <c:v>13.56</c:v>
                </c:pt>
                <c:pt idx="226" formatCode="General">
                  <c:v>13.62</c:v>
                </c:pt>
                <c:pt idx="227" formatCode="General">
                  <c:v>13.68</c:v>
                </c:pt>
                <c:pt idx="228" formatCode="General">
                  <c:v>13.74</c:v>
                </c:pt>
                <c:pt idx="229" formatCode="General">
                  <c:v>13.8</c:v>
                </c:pt>
                <c:pt idx="230" formatCode="General">
                  <c:v>13.86</c:v>
                </c:pt>
                <c:pt idx="231" formatCode="General">
                  <c:v>13.92</c:v>
                </c:pt>
                <c:pt idx="232" formatCode="General">
                  <c:v>13.98</c:v>
                </c:pt>
                <c:pt idx="233" formatCode="General">
                  <c:v>14.04</c:v>
                </c:pt>
                <c:pt idx="234" formatCode="General">
                  <c:v>14.1</c:v>
                </c:pt>
                <c:pt idx="235" formatCode="General">
                  <c:v>14.16</c:v>
                </c:pt>
                <c:pt idx="236" formatCode="General">
                  <c:v>14.22</c:v>
                </c:pt>
                <c:pt idx="237" formatCode="General">
                  <c:v>14.28</c:v>
                </c:pt>
                <c:pt idx="238" formatCode="General">
                  <c:v>14.34</c:v>
                </c:pt>
                <c:pt idx="239" formatCode="General">
                  <c:v>14.4</c:v>
                </c:pt>
                <c:pt idx="240" formatCode="General">
                  <c:v>14.46</c:v>
                </c:pt>
                <c:pt idx="241" formatCode="General">
                  <c:v>14.52</c:v>
                </c:pt>
                <c:pt idx="242" formatCode="General">
                  <c:v>14.58</c:v>
                </c:pt>
                <c:pt idx="243" formatCode="General">
                  <c:v>14.64</c:v>
                </c:pt>
                <c:pt idx="244" formatCode="General">
                  <c:v>14.7</c:v>
                </c:pt>
                <c:pt idx="245" formatCode="General">
                  <c:v>14.76</c:v>
                </c:pt>
                <c:pt idx="246" formatCode="General">
                  <c:v>14.82</c:v>
                </c:pt>
                <c:pt idx="247" formatCode="General">
                  <c:v>14.88</c:v>
                </c:pt>
                <c:pt idx="248" formatCode="General">
                  <c:v>14.94</c:v>
                </c:pt>
                <c:pt idx="249" formatCode="General">
                  <c:v>15</c:v>
                </c:pt>
                <c:pt idx="250" formatCode="General">
                  <c:v>15.06</c:v>
                </c:pt>
                <c:pt idx="251" formatCode="General">
                  <c:v>15.12</c:v>
                </c:pt>
                <c:pt idx="252" formatCode="General">
                  <c:v>15.18</c:v>
                </c:pt>
                <c:pt idx="253" formatCode="General">
                  <c:v>15.24</c:v>
                </c:pt>
                <c:pt idx="254" formatCode="General">
                  <c:v>15.3</c:v>
                </c:pt>
                <c:pt idx="255" formatCode="General">
                  <c:v>15.36</c:v>
                </c:pt>
                <c:pt idx="256" formatCode="General">
                  <c:v>15.42</c:v>
                </c:pt>
                <c:pt idx="257" formatCode="General">
                  <c:v>15.48</c:v>
                </c:pt>
                <c:pt idx="258" formatCode="General">
                  <c:v>15.54</c:v>
                </c:pt>
                <c:pt idx="259" formatCode="General">
                  <c:v>15.6</c:v>
                </c:pt>
                <c:pt idx="260" formatCode="General">
                  <c:v>15.66</c:v>
                </c:pt>
                <c:pt idx="261" formatCode="General">
                  <c:v>15.72</c:v>
                </c:pt>
                <c:pt idx="262" formatCode="General">
                  <c:v>15.78</c:v>
                </c:pt>
                <c:pt idx="263" formatCode="General">
                  <c:v>15.84</c:v>
                </c:pt>
                <c:pt idx="264" formatCode="General">
                  <c:v>15.9</c:v>
                </c:pt>
                <c:pt idx="265" formatCode="General">
                  <c:v>15.96</c:v>
                </c:pt>
                <c:pt idx="266" formatCode="General">
                  <c:v>16.02</c:v>
                </c:pt>
                <c:pt idx="267" formatCode="General">
                  <c:v>16.079999999999998</c:v>
                </c:pt>
                <c:pt idx="268" formatCode="General">
                  <c:v>16.14</c:v>
                </c:pt>
                <c:pt idx="269" formatCode="General">
                  <c:v>16.2</c:v>
                </c:pt>
                <c:pt idx="270" formatCode="General">
                  <c:v>16.260000000000002</c:v>
                </c:pt>
                <c:pt idx="271" formatCode="General">
                  <c:v>16.32</c:v>
                </c:pt>
                <c:pt idx="272" formatCode="General">
                  <c:v>16.38</c:v>
                </c:pt>
                <c:pt idx="273" formatCode="General">
                  <c:v>16.440000000000001</c:v>
                </c:pt>
                <c:pt idx="274" formatCode="General">
                  <c:v>16.5</c:v>
                </c:pt>
                <c:pt idx="275" formatCode="General">
                  <c:v>16.559999999999999</c:v>
                </c:pt>
                <c:pt idx="276" formatCode="General">
                  <c:v>16.62</c:v>
                </c:pt>
                <c:pt idx="277" formatCode="General">
                  <c:v>16.68</c:v>
                </c:pt>
                <c:pt idx="278" formatCode="General">
                  <c:v>16.739999999999998</c:v>
                </c:pt>
                <c:pt idx="279" formatCode="General">
                  <c:v>16.8</c:v>
                </c:pt>
                <c:pt idx="280" formatCode="General">
                  <c:v>16.86</c:v>
                </c:pt>
                <c:pt idx="281" formatCode="General">
                  <c:v>16.920000000000002</c:v>
                </c:pt>
                <c:pt idx="282" formatCode="General">
                  <c:v>16.98</c:v>
                </c:pt>
                <c:pt idx="283" formatCode="General">
                  <c:v>17.04</c:v>
                </c:pt>
                <c:pt idx="284" formatCode="General">
                  <c:v>17.100000000000001</c:v>
                </c:pt>
                <c:pt idx="285" formatCode="General">
                  <c:v>17.16</c:v>
                </c:pt>
                <c:pt idx="286" formatCode="General">
                  <c:v>17.22</c:v>
                </c:pt>
                <c:pt idx="287" formatCode="General">
                  <c:v>17.28</c:v>
                </c:pt>
                <c:pt idx="288" formatCode="General">
                  <c:v>17.34</c:v>
                </c:pt>
                <c:pt idx="289" formatCode="General">
                  <c:v>17.399999999999999</c:v>
                </c:pt>
                <c:pt idx="290" formatCode="General">
                  <c:v>17.46</c:v>
                </c:pt>
                <c:pt idx="291" formatCode="General">
                  <c:v>17.52</c:v>
                </c:pt>
                <c:pt idx="292" formatCode="General">
                  <c:v>17.579999999999998</c:v>
                </c:pt>
                <c:pt idx="293" formatCode="General">
                  <c:v>17.64</c:v>
                </c:pt>
                <c:pt idx="294" formatCode="General">
                  <c:v>17.7</c:v>
                </c:pt>
                <c:pt idx="295" formatCode="General">
                  <c:v>17.760000000000002</c:v>
                </c:pt>
                <c:pt idx="296" formatCode="General">
                  <c:v>17.82</c:v>
                </c:pt>
                <c:pt idx="297" formatCode="General">
                  <c:v>17.88</c:v>
                </c:pt>
                <c:pt idx="298" formatCode="General">
                  <c:v>17.940000000000001</c:v>
                </c:pt>
                <c:pt idx="299" formatCode="General">
                  <c:v>18</c:v>
                </c:pt>
                <c:pt idx="300" formatCode="General">
                  <c:v>18.059999999999999</c:v>
                </c:pt>
                <c:pt idx="301" formatCode="General">
                  <c:v>18.12</c:v>
                </c:pt>
                <c:pt idx="302" formatCode="General">
                  <c:v>18.18</c:v>
                </c:pt>
                <c:pt idx="303" formatCode="General">
                  <c:v>18.239999999999998</c:v>
                </c:pt>
                <c:pt idx="304" formatCode="General">
                  <c:v>18.3</c:v>
                </c:pt>
                <c:pt idx="305" formatCode="General">
                  <c:v>18.36</c:v>
                </c:pt>
                <c:pt idx="306" formatCode="General">
                  <c:v>18.420000000000002</c:v>
                </c:pt>
                <c:pt idx="307" formatCode="General">
                  <c:v>18.48</c:v>
                </c:pt>
                <c:pt idx="308" formatCode="General">
                  <c:v>18.54</c:v>
                </c:pt>
                <c:pt idx="309" formatCode="General">
                  <c:v>18.600000000000001</c:v>
                </c:pt>
                <c:pt idx="310" formatCode="General">
                  <c:v>18.66</c:v>
                </c:pt>
                <c:pt idx="311" formatCode="General">
                  <c:v>18.72</c:v>
                </c:pt>
                <c:pt idx="312" formatCode="General">
                  <c:v>18.78</c:v>
                </c:pt>
                <c:pt idx="313" formatCode="General">
                  <c:v>18.84</c:v>
                </c:pt>
                <c:pt idx="314" formatCode="General">
                  <c:v>18.899999999999999</c:v>
                </c:pt>
                <c:pt idx="315" formatCode="General">
                  <c:v>18.96</c:v>
                </c:pt>
                <c:pt idx="316" formatCode="General">
                  <c:v>19.02</c:v>
                </c:pt>
                <c:pt idx="317" formatCode="General">
                  <c:v>19.079999999999998</c:v>
                </c:pt>
                <c:pt idx="318" formatCode="General">
                  <c:v>19.14</c:v>
                </c:pt>
                <c:pt idx="319" formatCode="General">
                  <c:v>19.2</c:v>
                </c:pt>
                <c:pt idx="320" formatCode="General">
                  <c:v>19.260000000000002</c:v>
                </c:pt>
                <c:pt idx="321" formatCode="General">
                  <c:v>19.32</c:v>
                </c:pt>
                <c:pt idx="322" formatCode="General">
                  <c:v>19.38</c:v>
                </c:pt>
                <c:pt idx="323" formatCode="General">
                  <c:v>19.440000000000001</c:v>
                </c:pt>
                <c:pt idx="324" formatCode="General">
                  <c:v>19.5</c:v>
                </c:pt>
                <c:pt idx="325" formatCode="General">
                  <c:v>19.559999999999999</c:v>
                </c:pt>
                <c:pt idx="326" formatCode="General">
                  <c:v>19.62</c:v>
                </c:pt>
                <c:pt idx="327" formatCode="General">
                  <c:v>19.68</c:v>
                </c:pt>
                <c:pt idx="328" formatCode="General">
                  <c:v>19.739999999999998</c:v>
                </c:pt>
                <c:pt idx="329" formatCode="General">
                  <c:v>19.8</c:v>
                </c:pt>
                <c:pt idx="330" formatCode="General">
                  <c:v>19.86</c:v>
                </c:pt>
                <c:pt idx="331" formatCode="General">
                  <c:v>19.920000000000002</c:v>
                </c:pt>
                <c:pt idx="332" formatCode="General">
                  <c:v>19.98</c:v>
                </c:pt>
                <c:pt idx="333" formatCode="General">
                  <c:v>20.04</c:v>
                </c:pt>
                <c:pt idx="334" formatCode="General">
                  <c:v>20.100000000000001</c:v>
                </c:pt>
                <c:pt idx="335" formatCode="General">
                  <c:v>20.16</c:v>
                </c:pt>
                <c:pt idx="336" formatCode="General">
                  <c:v>20.22</c:v>
                </c:pt>
                <c:pt idx="337" formatCode="General">
                  <c:v>20.28</c:v>
                </c:pt>
                <c:pt idx="338" formatCode="General">
                  <c:v>20.34</c:v>
                </c:pt>
                <c:pt idx="339" formatCode="General">
                  <c:v>20.399999999999999</c:v>
                </c:pt>
                <c:pt idx="340" formatCode="General">
                  <c:v>20.46</c:v>
                </c:pt>
                <c:pt idx="341" formatCode="General">
                  <c:v>20.52</c:v>
                </c:pt>
                <c:pt idx="342" formatCode="General">
                  <c:v>20.58</c:v>
                </c:pt>
                <c:pt idx="343" formatCode="General">
                  <c:v>20.64</c:v>
                </c:pt>
                <c:pt idx="344" formatCode="General">
                  <c:v>20.7</c:v>
                </c:pt>
                <c:pt idx="345" formatCode="General">
                  <c:v>20.76</c:v>
                </c:pt>
                <c:pt idx="346" formatCode="General">
                  <c:v>20.82</c:v>
                </c:pt>
                <c:pt idx="347" formatCode="General">
                  <c:v>20.88</c:v>
                </c:pt>
                <c:pt idx="348" formatCode="General">
                  <c:v>20.94</c:v>
                </c:pt>
                <c:pt idx="349" formatCode="General">
                  <c:v>21</c:v>
                </c:pt>
                <c:pt idx="350" formatCode="General">
                  <c:v>21.06</c:v>
                </c:pt>
                <c:pt idx="351" formatCode="General">
                  <c:v>21.12</c:v>
                </c:pt>
                <c:pt idx="352" formatCode="General">
                  <c:v>21.18</c:v>
                </c:pt>
                <c:pt idx="353" formatCode="General">
                  <c:v>21.24</c:v>
                </c:pt>
                <c:pt idx="354" formatCode="General">
                  <c:v>21.3</c:v>
                </c:pt>
                <c:pt idx="355" formatCode="General">
                  <c:v>21.36</c:v>
                </c:pt>
                <c:pt idx="356" formatCode="General">
                  <c:v>21.42</c:v>
                </c:pt>
                <c:pt idx="357" formatCode="General">
                  <c:v>21.48</c:v>
                </c:pt>
                <c:pt idx="358" formatCode="General">
                  <c:v>21.54</c:v>
                </c:pt>
                <c:pt idx="359" formatCode="General">
                  <c:v>21.6</c:v>
                </c:pt>
                <c:pt idx="360" formatCode="General">
                  <c:v>21.66</c:v>
                </c:pt>
                <c:pt idx="361" formatCode="General">
                  <c:v>21.72</c:v>
                </c:pt>
                <c:pt idx="362" formatCode="General">
                  <c:v>21.78</c:v>
                </c:pt>
                <c:pt idx="363" formatCode="General">
                  <c:v>21.84</c:v>
                </c:pt>
                <c:pt idx="364" formatCode="General">
                  <c:v>21.9</c:v>
                </c:pt>
                <c:pt idx="365" formatCode="General">
                  <c:v>21.96</c:v>
                </c:pt>
                <c:pt idx="366" formatCode="General">
                  <c:v>22.02</c:v>
                </c:pt>
                <c:pt idx="367" formatCode="General">
                  <c:v>22.08</c:v>
                </c:pt>
                <c:pt idx="368" formatCode="General">
                  <c:v>22.14</c:v>
                </c:pt>
                <c:pt idx="369" formatCode="General">
                  <c:v>22.2</c:v>
                </c:pt>
                <c:pt idx="370" formatCode="General">
                  <c:v>22.26</c:v>
                </c:pt>
                <c:pt idx="371" formatCode="General">
                  <c:v>22.32</c:v>
                </c:pt>
                <c:pt idx="372" formatCode="General">
                  <c:v>22.38</c:v>
                </c:pt>
                <c:pt idx="373" formatCode="General">
                  <c:v>22.44</c:v>
                </c:pt>
                <c:pt idx="374" formatCode="General">
                  <c:v>22.5</c:v>
                </c:pt>
                <c:pt idx="375" formatCode="General">
                  <c:v>22.56</c:v>
                </c:pt>
                <c:pt idx="376" formatCode="General">
                  <c:v>22.62</c:v>
                </c:pt>
                <c:pt idx="377" formatCode="General">
                  <c:v>22.68</c:v>
                </c:pt>
                <c:pt idx="378" formatCode="General">
                  <c:v>22.74</c:v>
                </c:pt>
                <c:pt idx="379" formatCode="General">
                  <c:v>22.8</c:v>
                </c:pt>
                <c:pt idx="380" formatCode="General">
                  <c:v>22.86</c:v>
                </c:pt>
                <c:pt idx="381" formatCode="General">
                  <c:v>22.92</c:v>
                </c:pt>
                <c:pt idx="382" formatCode="General">
                  <c:v>22.98</c:v>
                </c:pt>
                <c:pt idx="383" formatCode="General">
                  <c:v>23.04</c:v>
                </c:pt>
                <c:pt idx="384" formatCode="General">
                  <c:v>23.1</c:v>
                </c:pt>
                <c:pt idx="385" formatCode="General">
                  <c:v>23.16</c:v>
                </c:pt>
                <c:pt idx="386" formatCode="General">
                  <c:v>23.22</c:v>
                </c:pt>
                <c:pt idx="387" formatCode="General">
                  <c:v>23.28</c:v>
                </c:pt>
                <c:pt idx="388" formatCode="General">
                  <c:v>23.34</c:v>
                </c:pt>
                <c:pt idx="389" formatCode="General">
                  <c:v>23.4</c:v>
                </c:pt>
                <c:pt idx="390" formatCode="General">
                  <c:v>23.46</c:v>
                </c:pt>
                <c:pt idx="391" formatCode="General">
                  <c:v>23.52</c:v>
                </c:pt>
                <c:pt idx="392" formatCode="General">
                  <c:v>23.58</c:v>
                </c:pt>
                <c:pt idx="393" formatCode="General">
                  <c:v>23.64</c:v>
                </c:pt>
                <c:pt idx="394" formatCode="General">
                  <c:v>23.7</c:v>
                </c:pt>
                <c:pt idx="395" formatCode="General">
                  <c:v>23.76</c:v>
                </c:pt>
                <c:pt idx="396" formatCode="General">
                  <c:v>23.82</c:v>
                </c:pt>
                <c:pt idx="397" formatCode="General">
                  <c:v>23.88</c:v>
                </c:pt>
                <c:pt idx="398" formatCode="General">
                  <c:v>23.94</c:v>
                </c:pt>
                <c:pt idx="399" formatCode="General">
                  <c:v>24</c:v>
                </c:pt>
                <c:pt idx="400" formatCode="General">
                  <c:v>24.06</c:v>
                </c:pt>
                <c:pt idx="401" formatCode="General">
                  <c:v>24.12</c:v>
                </c:pt>
                <c:pt idx="402" formatCode="General">
                  <c:v>24.18</c:v>
                </c:pt>
                <c:pt idx="403" formatCode="General">
                  <c:v>24.24</c:v>
                </c:pt>
                <c:pt idx="404" formatCode="General">
                  <c:v>24.3</c:v>
                </c:pt>
                <c:pt idx="405" formatCode="General">
                  <c:v>24.36</c:v>
                </c:pt>
                <c:pt idx="406" formatCode="General">
                  <c:v>24.42</c:v>
                </c:pt>
                <c:pt idx="407" formatCode="General">
                  <c:v>24.48</c:v>
                </c:pt>
                <c:pt idx="408" formatCode="General">
                  <c:v>24.54</c:v>
                </c:pt>
                <c:pt idx="409" formatCode="General">
                  <c:v>24.6</c:v>
                </c:pt>
                <c:pt idx="410" formatCode="General">
                  <c:v>24.66</c:v>
                </c:pt>
                <c:pt idx="411" formatCode="General">
                  <c:v>24.72</c:v>
                </c:pt>
                <c:pt idx="412" formatCode="General">
                  <c:v>24.78</c:v>
                </c:pt>
                <c:pt idx="413" formatCode="General">
                  <c:v>24.84</c:v>
                </c:pt>
                <c:pt idx="414" formatCode="General">
                  <c:v>24.9</c:v>
                </c:pt>
                <c:pt idx="415" formatCode="General">
                  <c:v>24.96</c:v>
                </c:pt>
                <c:pt idx="416" formatCode="General">
                  <c:v>25.02</c:v>
                </c:pt>
                <c:pt idx="417" formatCode="General">
                  <c:v>25.08</c:v>
                </c:pt>
                <c:pt idx="418" formatCode="General">
                  <c:v>25.14</c:v>
                </c:pt>
                <c:pt idx="419" formatCode="General">
                  <c:v>25.2</c:v>
                </c:pt>
                <c:pt idx="420" formatCode="General">
                  <c:v>25.26</c:v>
                </c:pt>
                <c:pt idx="421" formatCode="General">
                  <c:v>25.32</c:v>
                </c:pt>
                <c:pt idx="422" formatCode="General">
                  <c:v>25.38</c:v>
                </c:pt>
                <c:pt idx="423" formatCode="General">
                  <c:v>25.44</c:v>
                </c:pt>
                <c:pt idx="424" formatCode="General">
                  <c:v>25.5</c:v>
                </c:pt>
                <c:pt idx="425" formatCode="General">
                  <c:v>25.56</c:v>
                </c:pt>
                <c:pt idx="426" formatCode="General">
                  <c:v>25.62</c:v>
                </c:pt>
                <c:pt idx="427" formatCode="General">
                  <c:v>25.68</c:v>
                </c:pt>
                <c:pt idx="428" formatCode="General">
                  <c:v>25.74</c:v>
                </c:pt>
                <c:pt idx="429" formatCode="General">
                  <c:v>25.8</c:v>
                </c:pt>
                <c:pt idx="430" formatCode="General">
                  <c:v>25.86</c:v>
                </c:pt>
                <c:pt idx="431" formatCode="General">
                  <c:v>25.92</c:v>
                </c:pt>
                <c:pt idx="432" formatCode="General">
                  <c:v>25.98</c:v>
                </c:pt>
                <c:pt idx="433" formatCode="General">
                  <c:v>26.04</c:v>
                </c:pt>
                <c:pt idx="434" formatCode="General">
                  <c:v>26.1</c:v>
                </c:pt>
                <c:pt idx="435" formatCode="General">
                  <c:v>26.16</c:v>
                </c:pt>
                <c:pt idx="436" formatCode="General">
                  <c:v>26.22</c:v>
                </c:pt>
                <c:pt idx="437" formatCode="General">
                  <c:v>26.28</c:v>
                </c:pt>
                <c:pt idx="438" formatCode="General">
                  <c:v>26.34</c:v>
                </c:pt>
                <c:pt idx="439" formatCode="General">
                  <c:v>26.4</c:v>
                </c:pt>
                <c:pt idx="440" formatCode="General">
                  <c:v>26.46</c:v>
                </c:pt>
                <c:pt idx="441" formatCode="General">
                  <c:v>26.52</c:v>
                </c:pt>
                <c:pt idx="442" formatCode="General">
                  <c:v>26.58</c:v>
                </c:pt>
                <c:pt idx="443" formatCode="General">
                  <c:v>26.64</c:v>
                </c:pt>
                <c:pt idx="444" formatCode="General">
                  <c:v>26.7</c:v>
                </c:pt>
                <c:pt idx="445" formatCode="General">
                  <c:v>26.76</c:v>
                </c:pt>
                <c:pt idx="446" formatCode="General">
                  <c:v>26.82</c:v>
                </c:pt>
                <c:pt idx="447" formatCode="General">
                  <c:v>26.88</c:v>
                </c:pt>
                <c:pt idx="448" formatCode="General">
                  <c:v>26.94</c:v>
                </c:pt>
                <c:pt idx="449" formatCode="General">
                  <c:v>27</c:v>
                </c:pt>
                <c:pt idx="450" formatCode="General">
                  <c:v>27.06</c:v>
                </c:pt>
                <c:pt idx="451" formatCode="General">
                  <c:v>27.12</c:v>
                </c:pt>
                <c:pt idx="452" formatCode="General">
                  <c:v>27.18</c:v>
                </c:pt>
                <c:pt idx="453" formatCode="General">
                  <c:v>27.24</c:v>
                </c:pt>
                <c:pt idx="454" formatCode="General">
                  <c:v>27.3</c:v>
                </c:pt>
                <c:pt idx="455" formatCode="General">
                  <c:v>27.36</c:v>
                </c:pt>
                <c:pt idx="456" formatCode="General">
                  <c:v>27.42</c:v>
                </c:pt>
                <c:pt idx="457" formatCode="General">
                  <c:v>27.48</c:v>
                </c:pt>
                <c:pt idx="458" formatCode="General">
                  <c:v>27.54</c:v>
                </c:pt>
                <c:pt idx="459" formatCode="General">
                  <c:v>27.6</c:v>
                </c:pt>
                <c:pt idx="460" formatCode="General">
                  <c:v>27.66</c:v>
                </c:pt>
                <c:pt idx="461" formatCode="General">
                  <c:v>27.72</c:v>
                </c:pt>
                <c:pt idx="462" formatCode="General">
                  <c:v>27.78</c:v>
                </c:pt>
                <c:pt idx="463" formatCode="General">
                  <c:v>27.84</c:v>
                </c:pt>
                <c:pt idx="464" formatCode="General">
                  <c:v>27.9</c:v>
                </c:pt>
                <c:pt idx="465" formatCode="General">
                  <c:v>27.96</c:v>
                </c:pt>
                <c:pt idx="466" formatCode="General">
                  <c:v>28.02</c:v>
                </c:pt>
                <c:pt idx="467" formatCode="General">
                  <c:v>28.08</c:v>
                </c:pt>
                <c:pt idx="468" formatCode="General">
                  <c:v>28.14</c:v>
                </c:pt>
                <c:pt idx="469" formatCode="General">
                  <c:v>28.2</c:v>
                </c:pt>
                <c:pt idx="470" formatCode="General">
                  <c:v>28.26</c:v>
                </c:pt>
                <c:pt idx="471" formatCode="General">
                  <c:v>28.32</c:v>
                </c:pt>
                <c:pt idx="472" formatCode="General">
                  <c:v>28.38</c:v>
                </c:pt>
                <c:pt idx="473" formatCode="General">
                  <c:v>28.44</c:v>
                </c:pt>
                <c:pt idx="474" formatCode="General">
                  <c:v>28.5</c:v>
                </c:pt>
                <c:pt idx="475" formatCode="General">
                  <c:v>28.56</c:v>
                </c:pt>
                <c:pt idx="476" formatCode="General">
                  <c:v>28.62</c:v>
                </c:pt>
                <c:pt idx="477" formatCode="General">
                  <c:v>28.68</c:v>
                </c:pt>
                <c:pt idx="478" formatCode="General">
                  <c:v>28.74</c:v>
                </c:pt>
                <c:pt idx="479" formatCode="General">
                  <c:v>28.8</c:v>
                </c:pt>
                <c:pt idx="480" formatCode="General">
                  <c:v>28.86</c:v>
                </c:pt>
                <c:pt idx="481" formatCode="General">
                  <c:v>28.92</c:v>
                </c:pt>
                <c:pt idx="482" formatCode="General">
                  <c:v>28.98</c:v>
                </c:pt>
                <c:pt idx="483" formatCode="General">
                  <c:v>29.04</c:v>
                </c:pt>
                <c:pt idx="484" formatCode="General">
                  <c:v>29.1</c:v>
                </c:pt>
                <c:pt idx="485" formatCode="General">
                  <c:v>29.16</c:v>
                </c:pt>
                <c:pt idx="486" formatCode="General">
                  <c:v>29.22</c:v>
                </c:pt>
                <c:pt idx="487" formatCode="General">
                  <c:v>29.28</c:v>
                </c:pt>
                <c:pt idx="488" formatCode="General">
                  <c:v>29.34</c:v>
                </c:pt>
                <c:pt idx="489" formatCode="General">
                  <c:v>29.4</c:v>
                </c:pt>
                <c:pt idx="490" formatCode="General">
                  <c:v>29.46</c:v>
                </c:pt>
                <c:pt idx="491" formatCode="General">
                  <c:v>29.52</c:v>
                </c:pt>
                <c:pt idx="492" formatCode="General">
                  <c:v>29.58</c:v>
                </c:pt>
                <c:pt idx="493" formatCode="General">
                  <c:v>29.64</c:v>
                </c:pt>
                <c:pt idx="494" formatCode="General">
                  <c:v>29.7</c:v>
                </c:pt>
                <c:pt idx="495" formatCode="General">
                  <c:v>29.76</c:v>
                </c:pt>
                <c:pt idx="496" formatCode="General">
                  <c:v>29.82</c:v>
                </c:pt>
                <c:pt idx="497" formatCode="General">
                  <c:v>29.88</c:v>
                </c:pt>
                <c:pt idx="498" formatCode="General">
                  <c:v>29.94</c:v>
                </c:pt>
                <c:pt idx="499" formatCode="General">
                  <c:v>30</c:v>
                </c:pt>
                <c:pt idx="500" formatCode="General">
                  <c:v>30.06</c:v>
                </c:pt>
                <c:pt idx="501" formatCode="General">
                  <c:v>30.12</c:v>
                </c:pt>
                <c:pt idx="502" formatCode="General">
                  <c:v>30.18</c:v>
                </c:pt>
                <c:pt idx="503" formatCode="General">
                  <c:v>30.24</c:v>
                </c:pt>
                <c:pt idx="504" formatCode="General">
                  <c:v>30.3</c:v>
                </c:pt>
                <c:pt idx="505" formatCode="General">
                  <c:v>30.36</c:v>
                </c:pt>
                <c:pt idx="506" formatCode="General">
                  <c:v>30.42</c:v>
                </c:pt>
                <c:pt idx="507" formatCode="General">
                  <c:v>30.48</c:v>
                </c:pt>
                <c:pt idx="508" formatCode="General">
                  <c:v>30.54</c:v>
                </c:pt>
                <c:pt idx="509" formatCode="General">
                  <c:v>30.6</c:v>
                </c:pt>
                <c:pt idx="510" formatCode="General">
                  <c:v>30.66</c:v>
                </c:pt>
                <c:pt idx="511" formatCode="General">
                  <c:v>30.72</c:v>
                </c:pt>
                <c:pt idx="512" formatCode="General">
                  <c:v>30.78</c:v>
                </c:pt>
                <c:pt idx="513" formatCode="General">
                  <c:v>30.84</c:v>
                </c:pt>
                <c:pt idx="514" formatCode="General">
                  <c:v>30.9</c:v>
                </c:pt>
                <c:pt idx="515" formatCode="General">
                  <c:v>30.96</c:v>
                </c:pt>
                <c:pt idx="516" formatCode="General">
                  <c:v>31.02</c:v>
                </c:pt>
              </c:numCache>
            </c:numRef>
          </c:xVal>
          <c:yVal>
            <c:numRef>
              <c:f>Sheet1!$I$2:$I$1550</c:f>
              <c:numCache>
                <c:formatCode>0.00E+00</c:formatCode>
                <c:ptCount val="517"/>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5.1469189999999998E-2</c:v>
                </c:pt>
                <c:pt idx="36">
                  <c:v>4.0604029999999999E-2</c:v>
                </c:pt>
                <c:pt idx="37">
                  <c:v>6.1592349999999997E-2</c:v>
                </c:pt>
                <c:pt idx="38">
                  <c:v>0.54819779999999996</c:v>
                </c:pt>
                <c:pt idx="39">
                  <c:v>3.9397579999999999</c:v>
                </c:pt>
                <c:pt idx="40">
                  <c:v>7.1096510000000004</c:v>
                </c:pt>
                <c:pt idx="41">
                  <c:v>6.4978340000000001</c:v>
                </c:pt>
                <c:pt idx="42">
                  <c:v>4.1728430000000003</c:v>
                </c:pt>
                <c:pt idx="43">
                  <c:v>2.750683</c:v>
                </c:pt>
                <c:pt idx="44">
                  <c:v>1.778816</c:v>
                </c:pt>
                <c:pt idx="45">
                  <c:v>1.129626</c:v>
                </c:pt>
                <c:pt idx="46">
                  <c:v>0.83042590000000005</c:v>
                </c:pt>
                <c:pt idx="47">
                  <c:v>0.60799689999999995</c:v>
                </c:pt>
                <c:pt idx="48">
                  <c:v>0.51860870000000003</c:v>
                </c:pt>
                <c:pt idx="49">
                  <c:v>0.48917840000000001</c:v>
                </c:pt>
                <c:pt idx="50">
                  <c:v>0.36332370000000003</c:v>
                </c:pt>
                <c:pt idx="51">
                  <c:v>0.38237710000000003</c:v>
                </c:pt>
                <c:pt idx="52">
                  <c:v>0.28496850000000001</c:v>
                </c:pt>
                <c:pt idx="53">
                  <c:v>0.34314020000000001</c:v>
                </c:pt>
                <c:pt idx="54">
                  <c:v>0.31975029999999999</c:v>
                </c:pt>
                <c:pt idx="55">
                  <c:v>0.29070689999999999</c:v>
                </c:pt>
                <c:pt idx="56">
                  <c:v>0.33876879999999998</c:v>
                </c:pt>
                <c:pt idx="57">
                  <c:v>0.34040779999999998</c:v>
                </c:pt>
                <c:pt idx="58">
                  <c:v>0.4183944</c:v>
                </c:pt>
                <c:pt idx="59">
                  <c:v>0.43853560000000003</c:v>
                </c:pt>
                <c:pt idx="60">
                  <c:v>0.50793549999999998</c:v>
                </c:pt>
                <c:pt idx="61">
                  <c:v>0.44829920000000001</c:v>
                </c:pt>
                <c:pt idx="62">
                  <c:v>0.55743200000000004</c:v>
                </c:pt>
                <c:pt idx="63">
                  <c:v>0.58900640000000004</c:v>
                </c:pt>
                <c:pt idx="64">
                  <c:v>0.66575470000000003</c:v>
                </c:pt>
                <c:pt idx="65">
                  <c:v>0.76058740000000002</c:v>
                </c:pt>
                <c:pt idx="66">
                  <c:v>0.87179430000000002</c:v>
                </c:pt>
                <c:pt idx="67">
                  <c:v>0.99781839999999999</c:v>
                </c:pt>
                <c:pt idx="68">
                  <c:v>1.113888</c:v>
                </c:pt>
                <c:pt idx="69">
                  <c:v>1.1843939999999999</c:v>
                </c:pt>
                <c:pt idx="70">
                  <c:v>1.3497600000000001</c:v>
                </c:pt>
                <c:pt idx="71">
                  <c:v>1.39188</c:v>
                </c:pt>
                <c:pt idx="72">
                  <c:v>1.4312009999999999</c:v>
                </c:pt>
                <c:pt idx="73">
                  <c:v>1.3318730000000001</c:v>
                </c:pt>
                <c:pt idx="74">
                  <c:v>1.322289</c:v>
                </c:pt>
                <c:pt idx="75">
                  <c:v>1.297345</c:v>
                </c:pt>
                <c:pt idx="76">
                  <c:v>1.2788679999999999</c:v>
                </c:pt>
                <c:pt idx="77">
                  <c:v>1.270044</c:v>
                </c:pt>
                <c:pt idx="78">
                  <c:v>1.2042470000000001</c:v>
                </c:pt>
                <c:pt idx="79">
                  <c:v>1.1065799999999999</c:v>
                </c:pt>
                <c:pt idx="80">
                  <c:v>0.99978239999999996</c:v>
                </c:pt>
                <c:pt idx="81">
                  <c:v>1.0697939999999999</c:v>
                </c:pt>
                <c:pt idx="82">
                  <c:v>0.98123090000000002</c:v>
                </c:pt>
                <c:pt idx="83">
                  <c:v>1.073032</c:v>
                </c:pt>
                <c:pt idx="84">
                  <c:v>1.1525719999999999</c:v>
                </c:pt>
                <c:pt idx="85">
                  <c:v>1.0703039999999999</c:v>
                </c:pt>
                <c:pt idx="86">
                  <c:v>1.197136</c:v>
                </c:pt>
                <c:pt idx="87">
                  <c:v>1.270581</c:v>
                </c:pt>
                <c:pt idx="88">
                  <c:v>1.2141169999999999</c:v>
                </c:pt>
                <c:pt idx="89">
                  <c:v>1.2010130000000001</c:v>
                </c:pt>
                <c:pt idx="90">
                  <c:v>1.1398550000000001</c:v>
                </c:pt>
                <c:pt idx="91">
                  <c:v>1.0048710000000001</c:v>
                </c:pt>
                <c:pt idx="92">
                  <c:v>0.91396290000000002</c:v>
                </c:pt>
                <c:pt idx="93">
                  <c:v>0.89587870000000003</c:v>
                </c:pt>
                <c:pt idx="94">
                  <c:v>0.76255019999999996</c:v>
                </c:pt>
                <c:pt idx="95">
                  <c:v>0.73588929999999997</c:v>
                </c:pt>
                <c:pt idx="96">
                  <c:v>0.69479880000000005</c:v>
                </c:pt>
                <c:pt idx="97">
                  <c:v>0.71657850000000001</c:v>
                </c:pt>
                <c:pt idx="98">
                  <c:v>0.67948799999999998</c:v>
                </c:pt>
                <c:pt idx="99">
                  <c:v>0.7304505</c:v>
                </c:pt>
                <c:pt idx="100">
                  <c:v>0.81414799999999998</c:v>
                </c:pt>
                <c:pt idx="101">
                  <c:v>0.79078230000000005</c:v>
                </c:pt>
                <c:pt idx="102">
                  <c:v>0.90545089999999995</c:v>
                </c:pt>
                <c:pt idx="103">
                  <c:v>0.86448020000000003</c:v>
                </c:pt>
                <c:pt idx="104">
                  <c:v>0.91969109999999998</c:v>
                </c:pt>
                <c:pt idx="105">
                  <c:v>0.88263049999999998</c:v>
                </c:pt>
                <c:pt idx="106">
                  <c:v>1.040035</c:v>
                </c:pt>
                <c:pt idx="107">
                  <c:v>1.033255</c:v>
                </c:pt>
                <c:pt idx="108">
                  <c:v>1.0256130000000001</c:v>
                </c:pt>
                <c:pt idx="109">
                  <c:v>1.0382910000000001</c:v>
                </c:pt>
                <c:pt idx="110">
                  <c:v>1.0801259999999999</c:v>
                </c:pt>
                <c:pt idx="111">
                  <c:v>1.093718</c:v>
                </c:pt>
                <c:pt idx="112">
                  <c:v>1.043971</c:v>
                </c:pt>
                <c:pt idx="113">
                  <c:v>1.1232629999999999</c:v>
                </c:pt>
                <c:pt idx="114">
                  <c:v>1.1256699999999999</c:v>
                </c:pt>
                <c:pt idx="115">
                  <c:v>1.135265</c:v>
                </c:pt>
                <c:pt idx="116">
                  <c:v>1.141931</c:v>
                </c:pt>
                <c:pt idx="117">
                  <c:v>1.134636</c:v>
                </c:pt>
                <c:pt idx="118">
                  <c:v>1.1344890000000001</c:v>
                </c:pt>
                <c:pt idx="119">
                  <c:v>1.0917250000000001</c:v>
                </c:pt>
                <c:pt idx="120">
                  <c:v>1.1010930000000001</c:v>
                </c:pt>
                <c:pt idx="121">
                  <c:v>1.0756460000000001</c:v>
                </c:pt>
                <c:pt idx="122">
                  <c:v>1.06925</c:v>
                </c:pt>
                <c:pt idx="123">
                  <c:v>1.0151969999999999</c:v>
                </c:pt>
                <c:pt idx="124">
                  <c:v>1.023212</c:v>
                </c:pt>
                <c:pt idx="125">
                  <c:v>0.98462530000000004</c:v>
                </c:pt>
                <c:pt idx="126">
                  <c:v>0.97538440000000004</c:v>
                </c:pt>
                <c:pt idx="127">
                  <c:v>0.96631089999999997</c:v>
                </c:pt>
                <c:pt idx="128">
                  <c:v>0.93802529999999995</c:v>
                </c:pt>
                <c:pt idx="129">
                  <c:v>0.94338580000000005</c:v>
                </c:pt>
                <c:pt idx="130">
                  <c:v>0.92061579999999998</c:v>
                </c:pt>
                <c:pt idx="131">
                  <c:v>0.94564320000000002</c:v>
                </c:pt>
                <c:pt idx="132">
                  <c:v>0.91639190000000004</c:v>
                </c:pt>
                <c:pt idx="133">
                  <c:v>0.931867</c:v>
                </c:pt>
                <c:pt idx="134">
                  <c:v>0.90774200000000005</c:v>
                </c:pt>
                <c:pt idx="135">
                  <c:v>0.94493470000000002</c:v>
                </c:pt>
                <c:pt idx="136">
                  <c:v>0.94777659999999997</c:v>
                </c:pt>
                <c:pt idx="137">
                  <c:v>0.9259172</c:v>
                </c:pt>
                <c:pt idx="138">
                  <c:v>0.91609529999999995</c:v>
                </c:pt>
                <c:pt idx="139">
                  <c:v>0.95410709999999999</c:v>
                </c:pt>
                <c:pt idx="140">
                  <c:v>0.91881179999999996</c:v>
                </c:pt>
                <c:pt idx="141">
                  <c:v>0.9544378</c:v>
                </c:pt>
                <c:pt idx="142">
                  <c:v>0.93461139999999998</c:v>
                </c:pt>
                <c:pt idx="143">
                  <c:v>0.96456940000000002</c:v>
                </c:pt>
                <c:pt idx="144">
                  <c:v>1.0115940000000001</c:v>
                </c:pt>
                <c:pt idx="145">
                  <c:v>0.99100359999999998</c:v>
                </c:pt>
                <c:pt idx="146">
                  <c:v>0.97499389999999997</c:v>
                </c:pt>
                <c:pt idx="147">
                  <c:v>1.02125</c:v>
                </c:pt>
                <c:pt idx="148">
                  <c:v>1.0366329999999999</c:v>
                </c:pt>
                <c:pt idx="149">
                  <c:v>1.017422</c:v>
                </c:pt>
                <c:pt idx="150">
                  <c:v>1.066405</c:v>
                </c:pt>
                <c:pt idx="151">
                  <c:v>1.045202</c:v>
                </c:pt>
                <c:pt idx="152">
                  <c:v>1.0344329999999999</c:v>
                </c:pt>
                <c:pt idx="153">
                  <c:v>1.0477639999999999</c:v>
                </c:pt>
                <c:pt idx="154">
                  <c:v>1.0412300000000001</c:v>
                </c:pt>
                <c:pt idx="155">
                  <c:v>1.03569</c:v>
                </c:pt>
                <c:pt idx="156">
                  <c:v>1.0901970000000001</c:v>
                </c:pt>
                <c:pt idx="157">
                  <c:v>1.0403659999999999</c:v>
                </c:pt>
                <c:pt idx="158">
                  <c:v>1.034797</c:v>
                </c:pt>
                <c:pt idx="159">
                  <c:v>1.043183</c:v>
                </c:pt>
                <c:pt idx="160">
                  <c:v>1.037128</c:v>
                </c:pt>
                <c:pt idx="161">
                  <c:v>1.0353779999999999</c:v>
                </c:pt>
                <c:pt idx="162">
                  <c:v>1.036103</c:v>
                </c:pt>
                <c:pt idx="163">
                  <c:v>1.0032509999999999</c:v>
                </c:pt>
                <c:pt idx="164">
                  <c:v>1.014405</c:v>
                </c:pt>
                <c:pt idx="165">
                  <c:v>0.9836606</c:v>
                </c:pt>
                <c:pt idx="166">
                  <c:v>0.98706430000000001</c:v>
                </c:pt>
                <c:pt idx="167">
                  <c:v>0.95210720000000004</c:v>
                </c:pt>
                <c:pt idx="168">
                  <c:v>0.95605459999999998</c:v>
                </c:pt>
                <c:pt idx="169">
                  <c:v>0.98869660000000004</c:v>
                </c:pt>
                <c:pt idx="170">
                  <c:v>0.96499979999999996</c:v>
                </c:pt>
                <c:pt idx="171">
                  <c:v>0.9940234</c:v>
                </c:pt>
                <c:pt idx="172">
                  <c:v>0.96621999999999997</c:v>
                </c:pt>
                <c:pt idx="173">
                  <c:v>0.96579530000000002</c:v>
                </c:pt>
                <c:pt idx="174">
                  <c:v>0.94099379999999999</c:v>
                </c:pt>
                <c:pt idx="175">
                  <c:v>0.96263430000000005</c:v>
                </c:pt>
                <c:pt idx="176">
                  <c:v>0.94256090000000003</c:v>
                </c:pt>
                <c:pt idx="177">
                  <c:v>0.97902129999999998</c:v>
                </c:pt>
                <c:pt idx="178">
                  <c:v>0.96603099999999997</c:v>
                </c:pt>
                <c:pt idx="179">
                  <c:v>0.99478940000000005</c:v>
                </c:pt>
                <c:pt idx="180">
                  <c:v>1.0048680000000001</c:v>
                </c:pt>
                <c:pt idx="181">
                  <c:v>0.96062709999999996</c:v>
                </c:pt>
                <c:pt idx="182">
                  <c:v>0.99431190000000003</c:v>
                </c:pt>
                <c:pt idx="183">
                  <c:v>0.99666920000000003</c:v>
                </c:pt>
                <c:pt idx="184">
                  <c:v>1.0047649999999999</c:v>
                </c:pt>
                <c:pt idx="185">
                  <c:v>1.026127</c:v>
                </c:pt>
                <c:pt idx="186">
                  <c:v>1.0368010000000001</c:v>
                </c:pt>
                <c:pt idx="187">
                  <c:v>1.013218</c:v>
                </c:pt>
                <c:pt idx="188">
                  <c:v>1.058549</c:v>
                </c:pt>
                <c:pt idx="189">
                  <c:v>1.015714</c:v>
                </c:pt>
                <c:pt idx="190">
                  <c:v>1.035582</c:v>
                </c:pt>
                <c:pt idx="191">
                  <c:v>1.029347</c:v>
                </c:pt>
                <c:pt idx="192">
                  <c:v>1.015126</c:v>
                </c:pt>
                <c:pt idx="193">
                  <c:v>1.04575</c:v>
                </c:pt>
                <c:pt idx="194">
                  <c:v>1.0020119999999999</c:v>
                </c:pt>
                <c:pt idx="195">
                  <c:v>1.0143880000000001</c:v>
                </c:pt>
                <c:pt idx="196">
                  <c:v>1.0465150000000001</c:v>
                </c:pt>
                <c:pt idx="197">
                  <c:v>1.0101629999999999</c:v>
                </c:pt>
                <c:pt idx="198">
                  <c:v>1.0281119999999999</c:v>
                </c:pt>
                <c:pt idx="199">
                  <c:v>0.98700379999999999</c:v>
                </c:pt>
                <c:pt idx="200">
                  <c:v>1.0003230000000001</c:v>
                </c:pt>
                <c:pt idx="201">
                  <c:v>1.0018879999999999</c:v>
                </c:pt>
                <c:pt idx="202">
                  <c:v>0.96937830000000003</c:v>
                </c:pt>
                <c:pt idx="203">
                  <c:v>0.94680719999999996</c:v>
                </c:pt>
                <c:pt idx="204">
                  <c:v>0.98785860000000003</c:v>
                </c:pt>
                <c:pt idx="205">
                  <c:v>1.01366</c:v>
                </c:pt>
                <c:pt idx="206">
                  <c:v>0.97379170000000004</c:v>
                </c:pt>
                <c:pt idx="207">
                  <c:v>0.97755689999999995</c:v>
                </c:pt>
                <c:pt idx="208">
                  <c:v>0.9868053</c:v>
                </c:pt>
                <c:pt idx="209">
                  <c:v>0.98474059999999997</c:v>
                </c:pt>
                <c:pt idx="210">
                  <c:v>0.98341999999999996</c:v>
                </c:pt>
                <c:pt idx="211">
                  <c:v>0.96006389999999997</c:v>
                </c:pt>
                <c:pt idx="212">
                  <c:v>0.97263560000000004</c:v>
                </c:pt>
                <c:pt idx="213">
                  <c:v>0.97400589999999998</c:v>
                </c:pt>
                <c:pt idx="214">
                  <c:v>1.0104249999999999</c:v>
                </c:pt>
                <c:pt idx="215">
                  <c:v>0.98726950000000002</c:v>
                </c:pt>
                <c:pt idx="216">
                  <c:v>0.97087190000000001</c:v>
                </c:pt>
                <c:pt idx="217">
                  <c:v>0.99450369999999999</c:v>
                </c:pt>
                <c:pt idx="218">
                  <c:v>0.98984660000000002</c:v>
                </c:pt>
                <c:pt idx="219">
                  <c:v>1.017393</c:v>
                </c:pt>
                <c:pt idx="220">
                  <c:v>1.0095719999999999</c:v>
                </c:pt>
                <c:pt idx="221">
                  <c:v>0.9950833</c:v>
                </c:pt>
                <c:pt idx="222">
                  <c:v>0.98595520000000003</c:v>
                </c:pt>
                <c:pt idx="223">
                  <c:v>1.0004379999999999</c:v>
                </c:pt>
                <c:pt idx="224">
                  <c:v>1.007377</c:v>
                </c:pt>
                <c:pt idx="225">
                  <c:v>0.99869960000000002</c:v>
                </c:pt>
                <c:pt idx="226">
                  <c:v>1.0002759999999999</c:v>
                </c:pt>
                <c:pt idx="227">
                  <c:v>1.0045679999999999</c:v>
                </c:pt>
                <c:pt idx="228">
                  <c:v>0.99920549999999997</c:v>
                </c:pt>
                <c:pt idx="229">
                  <c:v>1.0191190000000001</c:v>
                </c:pt>
                <c:pt idx="230">
                  <c:v>1.0105230000000001</c:v>
                </c:pt>
                <c:pt idx="231">
                  <c:v>1.0125710000000001</c:v>
                </c:pt>
                <c:pt idx="232">
                  <c:v>1.01291</c:v>
                </c:pt>
                <c:pt idx="233">
                  <c:v>1.02356</c:v>
                </c:pt>
                <c:pt idx="234">
                  <c:v>0.99473520000000004</c:v>
                </c:pt>
                <c:pt idx="235">
                  <c:v>1.004489</c:v>
                </c:pt>
                <c:pt idx="236">
                  <c:v>1.002958</c:v>
                </c:pt>
                <c:pt idx="237">
                  <c:v>1.0149600000000001</c:v>
                </c:pt>
                <c:pt idx="238">
                  <c:v>1.000062</c:v>
                </c:pt>
                <c:pt idx="239">
                  <c:v>1.00101</c:v>
                </c:pt>
                <c:pt idx="240">
                  <c:v>0.98046909999999998</c:v>
                </c:pt>
                <c:pt idx="241">
                  <c:v>0.98643119999999995</c:v>
                </c:pt>
                <c:pt idx="242">
                  <c:v>0.99998200000000004</c:v>
                </c:pt>
                <c:pt idx="243">
                  <c:v>0.99292270000000005</c:v>
                </c:pt>
                <c:pt idx="244">
                  <c:v>0.98613030000000002</c:v>
                </c:pt>
                <c:pt idx="245">
                  <c:v>0.97996660000000002</c:v>
                </c:pt>
                <c:pt idx="246">
                  <c:v>1.00485</c:v>
                </c:pt>
                <c:pt idx="247">
                  <c:v>0.98844750000000003</c:v>
                </c:pt>
                <c:pt idx="248">
                  <c:v>1.0126219999999999</c:v>
                </c:pt>
                <c:pt idx="249">
                  <c:v>0.99973469999999998</c:v>
                </c:pt>
                <c:pt idx="250">
                  <c:v>0.99831409999999998</c:v>
                </c:pt>
                <c:pt idx="251">
                  <c:v>0.99373319999999998</c:v>
                </c:pt>
                <c:pt idx="252">
                  <c:v>0.99006179999999999</c:v>
                </c:pt>
                <c:pt idx="253">
                  <c:v>1.0057179999999999</c:v>
                </c:pt>
                <c:pt idx="254">
                  <c:v>0.99134840000000002</c:v>
                </c:pt>
                <c:pt idx="255">
                  <c:v>1.0034670000000001</c:v>
                </c:pt>
                <c:pt idx="256">
                  <c:v>1.0086349999999999</c:v>
                </c:pt>
                <c:pt idx="257">
                  <c:v>0.98462959999999999</c:v>
                </c:pt>
                <c:pt idx="258">
                  <c:v>0.98367059999999995</c:v>
                </c:pt>
                <c:pt idx="259">
                  <c:v>1.00671</c:v>
                </c:pt>
                <c:pt idx="260">
                  <c:v>0.99362419999999996</c:v>
                </c:pt>
                <c:pt idx="261">
                  <c:v>0.99156060000000001</c:v>
                </c:pt>
                <c:pt idx="262">
                  <c:v>0.99625059999999999</c:v>
                </c:pt>
                <c:pt idx="263">
                  <c:v>1.010572</c:v>
                </c:pt>
                <c:pt idx="264">
                  <c:v>0.99171880000000001</c:v>
                </c:pt>
                <c:pt idx="265">
                  <c:v>1.0001469999999999</c:v>
                </c:pt>
                <c:pt idx="266">
                  <c:v>1.018246</c:v>
                </c:pt>
                <c:pt idx="267">
                  <c:v>1.0012190000000001</c:v>
                </c:pt>
                <c:pt idx="268">
                  <c:v>1.005927</c:v>
                </c:pt>
                <c:pt idx="269">
                  <c:v>1.026856</c:v>
                </c:pt>
                <c:pt idx="270">
                  <c:v>0.98553250000000003</c:v>
                </c:pt>
                <c:pt idx="271">
                  <c:v>0.98416009999999998</c:v>
                </c:pt>
                <c:pt idx="272">
                  <c:v>1.0160480000000001</c:v>
                </c:pt>
                <c:pt idx="273">
                  <c:v>1.005387</c:v>
                </c:pt>
                <c:pt idx="274">
                  <c:v>1.002499</c:v>
                </c:pt>
                <c:pt idx="275">
                  <c:v>1.0092589999999999</c:v>
                </c:pt>
                <c:pt idx="276">
                  <c:v>1.013577</c:v>
                </c:pt>
                <c:pt idx="277">
                  <c:v>1.003565</c:v>
                </c:pt>
                <c:pt idx="278">
                  <c:v>0.99024210000000001</c:v>
                </c:pt>
                <c:pt idx="279">
                  <c:v>1.0197689999999999</c:v>
                </c:pt>
                <c:pt idx="280">
                  <c:v>1.0001329999999999</c:v>
                </c:pt>
                <c:pt idx="281">
                  <c:v>0.99486989999999997</c:v>
                </c:pt>
                <c:pt idx="282">
                  <c:v>1.0245</c:v>
                </c:pt>
                <c:pt idx="283">
                  <c:v>1.002135</c:v>
                </c:pt>
                <c:pt idx="284">
                  <c:v>0.98580719999999999</c:v>
                </c:pt>
                <c:pt idx="285">
                  <c:v>0.99754710000000002</c:v>
                </c:pt>
                <c:pt idx="286">
                  <c:v>0.98021440000000004</c:v>
                </c:pt>
                <c:pt idx="287">
                  <c:v>0.98534889999999997</c:v>
                </c:pt>
                <c:pt idx="288">
                  <c:v>1.007029</c:v>
                </c:pt>
                <c:pt idx="289">
                  <c:v>0.99480769999999996</c:v>
                </c:pt>
                <c:pt idx="290">
                  <c:v>1.003606</c:v>
                </c:pt>
                <c:pt idx="291">
                  <c:v>1.0092620000000001</c:v>
                </c:pt>
                <c:pt idx="292">
                  <c:v>0.98697319999999999</c:v>
                </c:pt>
                <c:pt idx="293">
                  <c:v>1.0108839999999999</c:v>
                </c:pt>
                <c:pt idx="294">
                  <c:v>1.0002089999999999</c:v>
                </c:pt>
                <c:pt idx="295">
                  <c:v>0.99777689999999997</c:v>
                </c:pt>
                <c:pt idx="296">
                  <c:v>1.022076</c:v>
                </c:pt>
                <c:pt idx="297">
                  <c:v>0.9946952</c:v>
                </c:pt>
                <c:pt idx="298">
                  <c:v>1.0039709999999999</c:v>
                </c:pt>
                <c:pt idx="299">
                  <c:v>1.0092719999999999</c:v>
                </c:pt>
                <c:pt idx="300">
                  <c:v>1.0076080000000001</c:v>
                </c:pt>
                <c:pt idx="301">
                  <c:v>1.0000929999999999</c:v>
                </c:pt>
                <c:pt idx="302">
                  <c:v>1.0021009999999999</c:v>
                </c:pt>
                <c:pt idx="303">
                  <c:v>1.0068269999999999</c:v>
                </c:pt>
                <c:pt idx="304">
                  <c:v>0.99808479999999999</c:v>
                </c:pt>
                <c:pt idx="305">
                  <c:v>1.011401</c:v>
                </c:pt>
                <c:pt idx="306">
                  <c:v>1.013552</c:v>
                </c:pt>
                <c:pt idx="307">
                  <c:v>1.0035829999999999</c:v>
                </c:pt>
                <c:pt idx="308">
                  <c:v>1.0068790000000001</c:v>
                </c:pt>
                <c:pt idx="309">
                  <c:v>0.98280789999999996</c:v>
                </c:pt>
                <c:pt idx="310">
                  <c:v>0.99523470000000003</c:v>
                </c:pt>
                <c:pt idx="311">
                  <c:v>1.0083960000000001</c:v>
                </c:pt>
                <c:pt idx="312">
                  <c:v>0.99923899999999999</c:v>
                </c:pt>
                <c:pt idx="313">
                  <c:v>0.99807170000000001</c:v>
                </c:pt>
                <c:pt idx="314">
                  <c:v>1.0070950000000001</c:v>
                </c:pt>
                <c:pt idx="315">
                  <c:v>1.0032920000000001</c:v>
                </c:pt>
                <c:pt idx="316">
                  <c:v>1.0068189999999999</c:v>
                </c:pt>
                <c:pt idx="317">
                  <c:v>1.0057739999999999</c:v>
                </c:pt>
                <c:pt idx="318">
                  <c:v>1.0094209999999999</c:v>
                </c:pt>
                <c:pt idx="319">
                  <c:v>1.0044249999999999</c:v>
                </c:pt>
                <c:pt idx="320">
                  <c:v>0.98792599999999997</c:v>
                </c:pt>
                <c:pt idx="321">
                  <c:v>0.99584649999999997</c:v>
                </c:pt>
                <c:pt idx="322">
                  <c:v>0.97871339999999996</c:v>
                </c:pt>
                <c:pt idx="323">
                  <c:v>0.99757030000000002</c:v>
                </c:pt>
                <c:pt idx="324">
                  <c:v>1.002704</c:v>
                </c:pt>
                <c:pt idx="325">
                  <c:v>0.98568149999999999</c:v>
                </c:pt>
                <c:pt idx="326">
                  <c:v>1.0012890000000001</c:v>
                </c:pt>
                <c:pt idx="327">
                  <c:v>1.003047</c:v>
                </c:pt>
                <c:pt idx="328">
                  <c:v>0.97795639999999995</c:v>
                </c:pt>
                <c:pt idx="329">
                  <c:v>1.000931</c:v>
                </c:pt>
                <c:pt idx="330">
                  <c:v>0.99884989999999996</c:v>
                </c:pt>
                <c:pt idx="331">
                  <c:v>1.007266</c:v>
                </c:pt>
                <c:pt idx="332">
                  <c:v>0.98177429999999999</c:v>
                </c:pt>
                <c:pt idx="333">
                  <c:v>0.98337889999999994</c:v>
                </c:pt>
                <c:pt idx="334">
                  <c:v>0.98722560000000004</c:v>
                </c:pt>
                <c:pt idx="335">
                  <c:v>1.013069</c:v>
                </c:pt>
                <c:pt idx="336">
                  <c:v>1.0036389999999999</c:v>
                </c:pt>
                <c:pt idx="337">
                  <c:v>1.006273</c:v>
                </c:pt>
                <c:pt idx="338">
                  <c:v>1.010116</c:v>
                </c:pt>
                <c:pt idx="339">
                  <c:v>1.013128</c:v>
                </c:pt>
                <c:pt idx="340">
                  <c:v>1.0225880000000001</c:v>
                </c:pt>
                <c:pt idx="341">
                  <c:v>1.0096780000000001</c:v>
                </c:pt>
                <c:pt idx="342">
                  <c:v>1.0118320000000001</c:v>
                </c:pt>
                <c:pt idx="343">
                  <c:v>0.99975670000000005</c:v>
                </c:pt>
                <c:pt idx="344">
                  <c:v>0.99135390000000001</c:v>
                </c:pt>
                <c:pt idx="345">
                  <c:v>0.98693200000000003</c:v>
                </c:pt>
                <c:pt idx="346">
                  <c:v>1.0060899999999999</c:v>
                </c:pt>
                <c:pt idx="347">
                  <c:v>0.992421</c:v>
                </c:pt>
                <c:pt idx="348">
                  <c:v>1.006367</c:v>
                </c:pt>
                <c:pt idx="349">
                  <c:v>1.0040739999999999</c:v>
                </c:pt>
                <c:pt idx="350">
                  <c:v>1.0033240000000001</c:v>
                </c:pt>
                <c:pt idx="351">
                  <c:v>1.003374</c:v>
                </c:pt>
                <c:pt idx="352">
                  <c:v>0.99510989999999999</c:v>
                </c:pt>
                <c:pt idx="353">
                  <c:v>1.0058199999999999</c:v>
                </c:pt>
                <c:pt idx="354">
                  <c:v>0.98489939999999998</c:v>
                </c:pt>
                <c:pt idx="355">
                  <c:v>1.0018320000000001</c:v>
                </c:pt>
                <c:pt idx="356">
                  <c:v>1.0121039999999999</c:v>
                </c:pt>
                <c:pt idx="357">
                  <c:v>1.000732</c:v>
                </c:pt>
                <c:pt idx="358">
                  <c:v>0.9864522</c:v>
                </c:pt>
                <c:pt idx="359">
                  <c:v>1.007917</c:v>
                </c:pt>
                <c:pt idx="360">
                  <c:v>1.003279</c:v>
                </c:pt>
                <c:pt idx="361">
                  <c:v>0.9929076</c:v>
                </c:pt>
                <c:pt idx="362">
                  <c:v>1.0033069999999999</c:v>
                </c:pt>
                <c:pt idx="363">
                  <c:v>1.000823</c:v>
                </c:pt>
                <c:pt idx="364">
                  <c:v>1.009951</c:v>
                </c:pt>
                <c:pt idx="365">
                  <c:v>0.9992936</c:v>
                </c:pt>
                <c:pt idx="366">
                  <c:v>1.007393</c:v>
                </c:pt>
                <c:pt idx="367">
                  <c:v>1.002664</c:v>
                </c:pt>
                <c:pt idx="368">
                  <c:v>1.014956</c:v>
                </c:pt>
                <c:pt idx="369">
                  <c:v>1.0066349999999999</c:v>
                </c:pt>
                <c:pt idx="370">
                  <c:v>0.99976129999999996</c:v>
                </c:pt>
                <c:pt idx="371">
                  <c:v>0.99222429999999995</c:v>
                </c:pt>
                <c:pt idx="372">
                  <c:v>1.011844</c:v>
                </c:pt>
                <c:pt idx="373">
                  <c:v>1.005009</c:v>
                </c:pt>
                <c:pt idx="374">
                  <c:v>1.0104880000000001</c:v>
                </c:pt>
                <c:pt idx="375">
                  <c:v>0.99875009999999997</c:v>
                </c:pt>
                <c:pt idx="376">
                  <c:v>1.0026109999999999</c:v>
                </c:pt>
                <c:pt idx="377">
                  <c:v>0.99754670000000001</c:v>
                </c:pt>
                <c:pt idx="378">
                  <c:v>1.002429</c:v>
                </c:pt>
                <c:pt idx="379">
                  <c:v>1.006168</c:v>
                </c:pt>
                <c:pt idx="380">
                  <c:v>1.0151399999999999</c:v>
                </c:pt>
                <c:pt idx="381">
                  <c:v>1.00366</c:v>
                </c:pt>
                <c:pt idx="382">
                  <c:v>0.99471229999999999</c:v>
                </c:pt>
                <c:pt idx="383">
                  <c:v>0.99436369999999996</c:v>
                </c:pt>
                <c:pt idx="384">
                  <c:v>0.99865599999999999</c:v>
                </c:pt>
                <c:pt idx="385">
                  <c:v>1.0008010000000001</c:v>
                </c:pt>
                <c:pt idx="386">
                  <c:v>0.99533859999999996</c:v>
                </c:pt>
                <c:pt idx="387">
                  <c:v>1.007792</c:v>
                </c:pt>
                <c:pt idx="388">
                  <c:v>0.98961200000000005</c:v>
                </c:pt>
                <c:pt idx="389">
                  <c:v>0.99601980000000001</c:v>
                </c:pt>
                <c:pt idx="390">
                  <c:v>1.0031490000000001</c:v>
                </c:pt>
                <c:pt idx="391">
                  <c:v>0.99680760000000002</c:v>
                </c:pt>
                <c:pt idx="392">
                  <c:v>0.98526259999999999</c:v>
                </c:pt>
                <c:pt idx="393">
                  <c:v>1.0145740000000001</c:v>
                </c:pt>
                <c:pt idx="394">
                  <c:v>0.99283999999999994</c:v>
                </c:pt>
                <c:pt idx="395">
                  <c:v>0.99109329999999995</c:v>
                </c:pt>
                <c:pt idx="396">
                  <c:v>0.99711130000000003</c:v>
                </c:pt>
                <c:pt idx="397">
                  <c:v>0.99372119999999997</c:v>
                </c:pt>
                <c:pt idx="398">
                  <c:v>1.0104660000000001</c:v>
                </c:pt>
                <c:pt idx="399">
                  <c:v>1.001876</c:v>
                </c:pt>
                <c:pt idx="400">
                  <c:v>0.99660850000000001</c:v>
                </c:pt>
                <c:pt idx="401">
                  <c:v>1.0011509999999999</c:v>
                </c:pt>
                <c:pt idx="402">
                  <c:v>1.009674</c:v>
                </c:pt>
                <c:pt idx="403">
                  <c:v>1.0066569999999999</c:v>
                </c:pt>
                <c:pt idx="404">
                  <c:v>1.0037259999999999</c:v>
                </c:pt>
                <c:pt idx="405">
                  <c:v>1.0128170000000001</c:v>
                </c:pt>
                <c:pt idx="406">
                  <c:v>0.99408700000000005</c:v>
                </c:pt>
                <c:pt idx="407">
                  <c:v>0.99803620000000004</c:v>
                </c:pt>
                <c:pt idx="408">
                  <c:v>1.007252</c:v>
                </c:pt>
                <c:pt idx="409">
                  <c:v>0.99004259999999999</c:v>
                </c:pt>
                <c:pt idx="410">
                  <c:v>0.99984240000000002</c:v>
                </c:pt>
                <c:pt idx="411">
                  <c:v>1.0029859999999999</c:v>
                </c:pt>
                <c:pt idx="412">
                  <c:v>1.0040659999999999</c:v>
                </c:pt>
                <c:pt idx="413">
                  <c:v>0.99487510000000001</c:v>
                </c:pt>
                <c:pt idx="414">
                  <c:v>1.019846</c:v>
                </c:pt>
                <c:pt idx="415">
                  <c:v>1.003385</c:v>
                </c:pt>
                <c:pt idx="416">
                  <c:v>0.99518960000000001</c:v>
                </c:pt>
                <c:pt idx="417">
                  <c:v>0.99635149999999995</c:v>
                </c:pt>
                <c:pt idx="418">
                  <c:v>0.99825079999999999</c:v>
                </c:pt>
                <c:pt idx="419">
                  <c:v>0.98694809999999999</c:v>
                </c:pt>
                <c:pt idx="420">
                  <c:v>1.0026520000000001</c:v>
                </c:pt>
                <c:pt idx="421">
                  <c:v>0.99253630000000004</c:v>
                </c:pt>
                <c:pt idx="422">
                  <c:v>0.9965482</c:v>
                </c:pt>
                <c:pt idx="423">
                  <c:v>0.99995460000000003</c:v>
                </c:pt>
                <c:pt idx="424">
                  <c:v>0.99039180000000004</c:v>
                </c:pt>
                <c:pt idx="425">
                  <c:v>0.99616249999999995</c:v>
                </c:pt>
                <c:pt idx="426">
                  <c:v>0.9943071</c:v>
                </c:pt>
                <c:pt idx="427">
                  <c:v>0.9931257</c:v>
                </c:pt>
                <c:pt idx="428">
                  <c:v>0.99291119999999999</c:v>
                </c:pt>
                <c:pt idx="429">
                  <c:v>1.0050749999999999</c:v>
                </c:pt>
                <c:pt idx="430">
                  <c:v>1.0065809999999999</c:v>
                </c:pt>
                <c:pt idx="431">
                  <c:v>0.98971330000000002</c:v>
                </c:pt>
                <c:pt idx="432">
                  <c:v>1.0100530000000001</c:v>
                </c:pt>
                <c:pt idx="433">
                  <c:v>0.99383460000000001</c:v>
                </c:pt>
                <c:pt idx="434">
                  <c:v>1.001844</c:v>
                </c:pt>
                <c:pt idx="435">
                  <c:v>0.99748780000000004</c:v>
                </c:pt>
                <c:pt idx="436">
                  <c:v>1.0011369999999999</c:v>
                </c:pt>
                <c:pt idx="437">
                  <c:v>0.99425240000000004</c:v>
                </c:pt>
                <c:pt idx="438">
                  <c:v>0.99284329999999998</c:v>
                </c:pt>
                <c:pt idx="439">
                  <c:v>0.99913189999999996</c:v>
                </c:pt>
                <c:pt idx="440">
                  <c:v>1.0063249999999999</c:v>
                </c:pt>
                <c:pt idx="441">
                  <c:v>1.008151</c:v>
                </c:pt>
                <c:pt idx="442">
                  <c:v>0.99204729999999997</c:v>
                </c:pt>
                <c:pt idx="443">
                  <c:v>1.0080560000000001</c:v>
                </c:pt>
                <c:pt idx="444">
                  <c:v>0.99892669999999995</c:v>
                </c:pt>
                <c:pt idx="445">
                  <c:v>1.0046250000000001</c:v>
                </c:pt>
                <c:pt idx="446">
                  <c:v>0.99573900000000004</c:v>
                </c:pt>
                <c:pt idx="447">
                  <c:v>1.0125150000000001</c:v>
                </c:pt>
                <c:pt idx="448">
                  <c:v>0.9878808</c:v>
                </c:pt>
                <c:pt idx="449">
                  <c:v>1.0085310000000001</c:v>
                </c:pt>
                <c:pt idx="450">
                  <c:v>1.0040640000000001</c:v>
                </c:pt>
                <c:pt idx="451">
                  <c:v>1.0036529999999999</c:v>
                </c:pt>
                <c:pt idx="452">
                  <c:v>0.99770970000000003</c:v>
                </c:pt>
                <c:pt idx="453">
                  <c:v>1.0012490000000001</c:v>
                </c:pt>
                <c:pt idx="454">
                  <c:v>0.99776540000000002</c:v>
                </c:pt>
                <c:pt idx="455">
                  <c:v>0.99253849999999999</c:v>
                </c:pt>
                <c:pt idx="456">
                  <c:v>1.0019340000000001</c:v>
                </c:pt>
                <c:pt idx="457">
                  <c:v>1.0125630000000001</c:v>
                </c:pt>
                <c:pt idx="458">
                  <c:v>1.012958</c:v>
                </c:pt>
                <c:pt idx="459">
                  <c:v>1.000783</c:v>
                </c:pt>
                <c:pt idx="460">
                  <c:v>0.99471920000000003</c:v>
                </c:pt>
                <c:pt idx="461">
                  <c:v>1.0208379999999999</c:v>
                </c:pt>
                <c:pt idx="462">
                  <c:v>0.99164169999999996</c:v>
                </c:pt>
                <c:pt idx="463">
                  <c:v>1.006014</c:v>
                </c:pt>
                <c:pt idx="464">
                  <c:v>0.99135680000000004</c:v>
                </c:pt>
                <c:pt idx="465">
                  <c:v>1.0028250000000001</c:v>
                </c:pt>
                <c:pt idx="466">
                  <c:v>0.9948129</c:v>
                </c:pt>
                <c:pt idx="467">
                  <c:v>1.0073179999999999</c:v>
                </c:pt>
                <c:pt idx="468">
                  <c:v>0.99822469999999996</c:v>
                </c:pt>
                <c:pt idx="469">
                  <c:v>1.0072179999999999</c:v>
                </c:pt>
                <c:pt idx="470">
                  <c:v>0.99683180000000005</c:v>
                </c:pt>
                <c:pt idx="471">
                  <c:v>0.99969889999999995</c:v>
                </c:pt>
                <c:pt idx="472">
                  <c:v>0.99602290000000004</c:v>
                </c:pt>
                <c:pt idx="473">
                  <c:v>1.0036020000000001</c:v>
                </c:pt>
                <c:pt idx="474">
                  <c:v>1.0030269999999999</c:v>
                </c:pt>
                <c:pt idx="475">
                  <c:v>0.99508799999999997</c:v>
                </c:pt>
                <c:pt idx="476">
                  <c:v>0.99487809999999999</c:v>
                </c:pt>
                <c:pt idx="477">
                  <c:v>0.99154699999999996</c:v>
                </c:pt>
                <c:pt idx="478">
                  <c:v>1.0004459999999999</c:v>
                </c:pt>
                <c:pt idx="479">
                  <c:v>0.99744029999999995</c:v>
                </c:pt>
                <c:pt idx="480">
                  <c:v>1.0004090000000001</c:v>
                </c:pt>
                <c:pt idx="481">
                  <c:v>1.0015750000000001</c:v>
                </c:pt>
                <c:pt idx="482">
                  <c:v>0.99695500000000004</c:v>
                </c:pt>
                <c:pt idx="483">
                  <c:v>0.99630419999999997</c:v>
                </c:pt>
                <c:pt idx="484">
                  <c:v>1.0017</c:v>
                </c:pt>
                <c:pt idx="485">
                  <c:v>0.99094539999999998</c:v>
                </c:pt>
                <c:pt idx="486">
                  <c:v>1.003053</c:v>
                </c:pt>
                <c:pt idx="487">
                  <c:v>1.00749</c:v>
                </c:pt>
                <c:pt idx="488">
                  <c:v>1.0059309999999999</c:v>
                </c:pt>
                <c:pt idx="489">
                  <c:v>0.99580930000000001</c:v>
                </c:pt>
                <c:pt idx="490">
                  <c:v>0.99549270000000001</c:v>
                </c:pt>
                <c:pt idx="491">
                  <c:v>0.99351699999999998</c:v>
                </c:pt>
                <c:pt idx="492">
                  <c:v>0.99507140000000005</c:v>
                </c:pt>
                <c:pt idx="493">
                  <c:v>1.00312</c:v>
                </c:pt>
                <c:pt idx="494">
                  <c:v>1.0044709999999999</c:v>
                </c:pt>
                <c:pt idx="495">
                  <c:v>1.0104120000000001</c:v>
                </c:pt>
                <c:pt idx="496">
                  <c:v>0.98420479999999999</c:v>
                </c:pt>
                <c:pt idx="497">
                  <c:v>1.000923</c:v>
                </c:pt>
                <c:pt idx="498">
                  <c:v>0.99481649999999999</c:v>
                </c:pt>
                <c:pt idx="499">
                  <c:v>0.99720070000000005</c:v>
                </c:pt>
                <c:pt idx="500">
                  <c:v>0.99946950000000001</c:v>
                </c:pt>
                <c:pt idx="501">
                  <c:v>0.99235910000000005</c:v>
                </c:pt>
                <c:pt idx="502">
                  <c:v>1.002699</c:v>
                </c:pt>
                <c:pt idx="503">
                  <c:v>1.012073</c:v>
                </c:pt>
                <c:pt idx="504">
                  <c:v>1.0007889999999999</c:v>
                </c:pt>
                <c:pt idx="505">
                  <c:v>0.99766189999999999</c:v>
                </c:pt>
                <c:pt idx="506">
                  <c:v>0.99502780000000002</c:v>
                </c:pt>
                <c:pt idx="507">
                  <c:v>0.99430229999999997</c:v>
                </c:pt>
                <c:pt idx="508">
                  <c:v>0.99443320000000002</c:v>
                </c:pt>
                <c:pt idx="509">
                  <c:v>0.98955409999999999</c:v>
                </c:pt>
                <c:pt idx="510">
                  <c:v>1.01136</c:v>
                </c:pt>
                <c:pt idx="511">
                  <c:v>0.99761560000000005</c:v>
                </c:pt>
                <c:pt idx="512">
                  <c:v>0.99529310000000004</c:v>
                </c:pt>
                <c:pt idx="513">
                  <c:v>0.99769459999999999</c:v>
                </c:pt>
                <c:pt idx="514">
                  <c:v>1.0111779999999999</c:v>
                </c:pt>
                <c:pt idx="515">
                  <c:v>1.007806</c:v>
                </c:pt>
                <c:pt idx="516">
                  <c:v>1.003744</c:v>
                </c:pt>
              </c:numCache>
            </c:numRef>
          </c:yVal>
          <c:smooth val="1"/>
          <c:extLst>
            <c:ext xmlns:c16="http://schemas.microsoft.com/office/drawing/2014/chart" uri="{C3380CC4-5D6E-409C-BE32-E72D297353CC}">
              <c16:uniqueId val="{00000006-2F69-4D7F-BDCE-E9FA2D77B338}"/>
            </c:ext>
          </c:extLst>
        </c:ser>
        <c:ser>
          <c:idx val="7"/>
          <c:order val="7"/>
          <c:tx>
            <c:strRef>
              <c:f>Sheet1!$J$1</c:f>
              <c:strCache>
                <c:ptCount val="1"/>
                <c:pt idx="0">
                  <c:v>Cu-Cu</c:v>
                </c:pt>
              </c:strCache>
            </c:strRef>
          </c:tx>
          <c:spPr>
            <a:ln w="19050" cap="rnd">
              <a:solidFill>
                <a:schemeClr val="accent2">
                  <a:lumMod val="60000"/>
                </a:schemeClr>
              </a:solidFill>
              <a:round/>
            </a:ln>
            <a:effectLst/>
          </c:spPr>
          <c:marker>
            <c:symbol val="none"/>
          </c:marker>
          <c:xVal>
            <c:numRef>
              <c:f>Sheet1!$B$2:$B$1550</c:f>
              <c:numCache>
                <c:formatCode>0.00E+00</c:formatCode>
                <c:ptCount val="517"/>
                <c:pt idx="0">
                  <c:v>0.06</c:v>
                </c:pt>
                <c:pt idx="1">
                  <c:v>0.12</c:v>
                </c:pt>
                <c:pt idx="2">
                  <c:v>0.18</c:v>
                </c:pt>
                <c:pt idx="3">
                  <c:v>0.24</c:v>
                </c:pt>
                <c:pt idx="4">
                  <c:v>0.3</c:v>
                </c:pt>
                <c:pt idx="5">
                  <c:v>0.36</c:v>
                </c:pt>
                <c:pt idx="6">
                  <c:v>0.42</c:v>
                </c:pt>
                <c:pt idx="7">
                  <c:v>0.48</c:v>
                </c:pt>
                <c:pt idx="8">
                  <c:v>0.54</c:v>
                </c:pt>
                <c:pt idx="9">
                  <c:v>0.6</c:v>
                </c:pt>
                <c:pt idx="10">
                  <c:v>0.66</c:v>
                </c:pt>
                <c:pt idx="11">
                  <c:v>0.72</c:v>
                </c:pt>
                <c:pt idx="12">
                  <c:v>0.78</c:v>
                </c:pt>
                <c:pt idx="13">
                  <c:v>0.84</c:v>
                </c:pt>
                <c:pt idx="14">
                  <c:v>0.9</c:v>
                </c:pt>
                <c:pt idx="15">
                  <c:v>0.96</c:v>
                </c:pt>
                <c:pt idx="16" formatCode="General">
                  <c:v>1.02</c:v>
                </c:pt>
                <c:pt idx="17" formatCode="General">
                  <c:v>1.08</c:v>
                </c:pt>
                <c:pt idx="18" formatCode="General">
                  <c:v>1.1399999999999999</c:v>
                </c:pt>
                <c:pt idx="19" formatCode="General">
                  <c:v>1.2</c:v>
                </c:pt>
                <c:pt idx="20" formatCode="General">
                  <c:v>1.26</c:v>
                </c:pt>
                <c:pt idx="21" formatCode="General">
                  <c:v>1.32</c:v>
                </c:pt>
                <c:pt idx="22" formatCode="General">
                  <c:v>1.38</c:v>
                </c:pt>
                <c:pt idx="23" formatCode="General">
                  <c:v>1.44</c:v>
                </c:pt>
                <c:pt idx="24" formatCode="General">
                  <c:v>1.5</c:v>
                </c:pt>
                <c:pt idx="25" formatCode="General">
                  <c:v>1.56</c:v>
                </c:pt>
                <c:pt idx="26" formatCode="General">
                  <c:v>1.62</c:v>
                </c:pt>
                <c:pt idx="27" formatCode="General">
                  <c:v>1.68</c:v>
                </c:pt>
                <c:pt idx="28" formatCode="General">
                  <c:v>1.74</c:v>
                </c:pt>
                <c:pt idx="29" formatCode="General">
                  <c:v>1.8</c:v>
                </c:pt>
                <c:pt idx="30" formatCode="General">
                  <c:v>1.86</c:v>
                </c:pt>
                <c:pt idx="31" formatCode="General">
                  <c:v>1.92</c:v>
                </c:pt>
                <c:pt idx="32" formatCode="General">
                  <c:v>1.98</c:v>
                </c:pt>
                <c:pt idx="33" formatCode="General">
                  <c:v>2.04</c:v>
                </c:pt>
                <c:pt idx="34" formatCode="General">
                  <c:v>2.1</c:v>
                </c:pt>
                <c:pt idx="35" formatCode="General">
                  <c:v>2.16</c:v>
                </c:pt>
                <c:pt idx="36" formatCode="General">
                  <c:v>2.2200000000000002</c:v>
                </c:pt>
                <c:pt idx="37" formatCode="General">
                  <c:v>2.2799999999999998</c:v>
                </c:pt>
                <c:pt idx="38" formatCode="General">
                  <c:v>2.34</c:v>
                </c:pt>
                <c:pt idx="39" formatCode="General">
                  <c:v>2.4</c:v>
                </c:pt>
                <c:pt idx="40" formatCode="General">
                  <c:v>2.46</c:v>
                </c:pt>
                <c:pt idx="41" formatCode="General">
                  <c:v>2.52</c:v>
                </c:pt>
                <c:pt idx="42" formatCode="General">
                  <c:v>2.58</c:v>
                </c:pt>
                <c:pt idx="43" formatCode="General">
                  <c:v>2.64</c:v>
                </c:pt>
                <c:pt idx="44" formatCode="General">
                  <c:v>2.7</c:v>
                </c:pt>
                <c:pt idx="45" formatCode="General">
                  <c:v>2.76</c:v>
                </c:pt>
                <c:pt idx="46" formatCode="General">
                  <c:v>2.82</c:v>
                </c:pt>
                <c:pt idx="47" formatCode="General">
                  <c:v>2.88</c:v>
                </c:pt>
                <c:pt idx="48" formatCode="General">
                  <c:v>2.94</c:v>
                </c:pt>
                <c:pt idx="49" formatCode="General">
                  <c:v>3</c:v>
                </c:pt>
                <c:pt idx="50" formatCode="General">
                  <c:v>3.06</c:v>
                </c:pt>
                <c:pt idx="51" formatCode="General">
                  <c:v>3.12</c:v>
                </c:pt>
                <c:pt idx="52" formatCode="General">
                  <c:v>3.18</c:v>
                </c:pt>
                <c:pt idx="53" formatCode="General">
                  <c:v>3.24</c:v>
                </c:pt>
                <c:pt idx="54" formatCode="General">
                  <c:v>3.3</c:v>
                </c:pt>
                <c:pt idx="55" formatCode="General">
                  <c:v>3.36</c:v>
                </c:pt>
                <c:pt idx="56" formatCode="General">
                  <c:v>3.42</c:v>
                </c:pt>
                <c:pt idx="57" formatCode="General">
                  <c:v>3.48</c:v>
                </c:pt>
                <c:pt idx="58" formatCode="General">
                  <c:v>3.54</c:v>
                </c:pt>
                <c:pt idx="59" formatCode="General">
                  <c:v>3.6</c:v>
                </c:pt>
                <c:pt idx="60" formatCode="General">
                  <c:v>3.66</c:v>
                </c:pt>
                <c:pt idx="61" formatCode="General">
                  <c:v>3.72</c:v>
                </c:pt>
                <c:pt idx="62" formatCode="General">
                  <c:v>3.78</c:v>
                </c:pt>
                <c:pt idx="63" formatCode="General">
                  <c:v>3.84</c:v>
                </c:pt>
                <c:pt idx="64" formatCode="General">
                  <c:v>3.9</c:v>
                </c:pt>
                <c:pt idx="65" formatCode="General">
                  <c:v>3.96</c:v>
                </c:pt>
                <c:pt idx="66" formatCode="General">
                  <c:v>4.0199999999999996</c:v>
                </c:pt>
                <c:pt idx="67" formatCode="General">
                  <c:v>4.08</c:v>
                </c:pt>
                <c:pt idx="68" formatCode="General">
                  <c:v>4.1399999999999997</c:v>
                </c:pt>
                <c:pt idx="69" formatCode="General">
                  <c:v>4.2</c:v>
                </c:pt>
                <c:pt idx="70" formatCode="General">
                  <c:v>4.26</c:v>
                </c:pt>
                <c:pt idx="71" formatCode="General">
                  <c:v>4.32</c:v>
                </c:pt>
                <c:pt idx="72" formatCode="General">
                  <c:v>4.38</c:v>
                </c:pt>
                <c:pt idx="73" formatCode="General">
                  <c:v>4.4400000000000004</c:v>
                </c:pt>
                <c:pt idx="74" formatCode="General">
                  <c:v>4.5</c:v>
                </c:pt>
                <c:pt idx="75" formatCode="General">
                  <c:v>4.5599999999999996</c:v>
                </c:pt>
                <c:pt idx="76" formatCode="General">
                  <c:v>4.62</c:v>
                </c:pt>
                <c:pt idx="77" formatCode="General">
                  <c:v>4.68</c:v>
                </c:pt>
                <c:pt idx="78" formatCode="General">
                  <c:v>4.74</c:v>
                </c:pt>
                <c:pt idx="79" formatCode="General">
                  <c:v>4.8</c:v>
                </c:pt>
                <c:pt idx="80" formatCode="General">
                  <c:v>4.8600000000000003</c:v>
                </c:pt>
                <c:pt idx="81" formatCode="General">
                  <c:v>4.92</c:v>
                </c:pt>
                <c:pt idx="82" formatCode="General">
                  <c:v>4.9800000000000004</c:v>
                </c:pt>
                <c:pt idx="83" formatCode="General">
                  <c:v>5.04</c:v>
                </c:pt>
                <c:pt idx="84" formatCode="General">
                  <c:v>5.0999999999999996</c:v>
                </c:pt>
                <c:pt idx="85" formatCode="General">
                  <c:v>5.16</c:v>
                </c:pt>
                <c:pt idx="86" formatCode="General">
                  <c:v>5.22</c:v>
                </c:pt>
                <c:pt idx="87" formatCode="General">
                  <c:v>5.28</c:v>
                </c:pt>
                <c:pt idx="88" formatCode="General">
                  <c:v>5.34</c:v>
                </c:pt>
                <c:pt idx="89" formatCode="General">
                  <c:v>5.4</c:v>
                </c:pt>
                <c:pt idx="90" formatCode="General">
                  <c:v>5.46</c:v>
                </c:pt>
                <c:pt idx="91" formatCode="General">
                  <c:v>5.52</c:v>
                </c:pt>
                <c:pt idx="92" formatCode="General">
                  <c:v>5.58</c:v>
                </c:pt>
                <c:pt idx="93" formatCode="General">
                  <c:v>5.64</c:v>
                </c:pt>
                <c:pt idx="94" formatCode="General">
                  <c:v>5.7</c:v>
                </c:pt>
                <c:pt idx="95" formatCode="General">
                  <c:v>5.76</c:v>
                </c:pt>
                <c:pt idx="96" formatCode="General">
                  <c:v>5.82</c:v>
                </c:pt>
                <c:pt idx="97" formatCode="General">
                  <c:v>5.88</c:v>
                </c:pt>
                <c:pt idx="98" formatCode="General">
                  <c:v>5.94</c:v>
                </c:pt>
                <c:pt idx="99" formatCode="General">
                  <c:v>6</c:v>
                </c:pt>
                <c:pt idx="100" formatCode="General">
                  <c:v>6.06</c:v>
                </c:pt>
                <c:pt idx="101" formatCode="General">
                  <c:v>6.12</c:v>
                </c:pt>
                <c:pt idx="102" formatCode="General">
                  <c:v>6.18</c:v>
                </c:pt>
                <c:pt idx="103" formatCode="General">
                  <c:v>6.24</c:v>
                </c:pt>
                <c:pt idx="104" formatCode="General">
                  <c:v>6.3</c:v>
                </c:pt>
                <c:pt idx="105" formatCode="General">
                  <c:v>6.36</c:v>
                </c:pt>
                <c:pt idx="106" formatCode="General">
                  <c:v>6.42</c:v>
                </c:pt>
                <c:pt idx="107" formatCode="General">
                  <c:v>6.48</c:v>
                </c:pt>
                <c:pt idx="108" formatCode="General">
                  <c:v>6.54</c:v>
                </c:pt>
                <c:pt idx="109" formatCode="General">
                  <c:v>6.6</c:v>
                </c:pt>
                <c:pt idx="110" formatCode="General">
                  <c:v>6.66</c:v>
                </c:pt>
                <c:pt idx="111" formatCode="General">
                  <c:v>6.72</c:v>
                </c:pt>
                <c:pt idx="112" formatCode="General">
                  <c:v>6.78</c:v>
                </c:pt>
                <c:pt idx="113" formatCode="General">
                  <c:v>6.84</c:v>
                </c:pt>
                <c:pt idx="114" formatCode="General">
                  <c:v>6.9</c:v>
                </c:pt>
                <c:pt idx="115" formatCode="General">
                  <c:v>6.96</c:v>
                </c:pt>
                <c:pt idx="116" formatCode="General">
                  <c:v>7.02</c:v>
                </c:pt>
                <c:pt idx="117" formatCode="General">
                  <c:v>7.08</c:v>
                </c:pt>
                <c:pt idx="118" formatCode="General">
                  <c:v>7.14</c:v>
                </c:pt>
                <c:pt idx="119" formatCode="General">
                  <c:v>7.2</c:v>
                </c:pt>
                <c:pt idx="120" formatCode="General">
                  <c:v>7.26</c:v>
                </c:pt>
                <c:pt idx="121" formatCode="General">
                  <c:v>7.32</c:v>
                </c:pt>
                <c:pt idx="122" formatCode="General">
                  <c:v>7.38</c:v>
                </c:pt>
                <c:pt idx="123" formatCode="General">
                  <c:v>7.44</c:v>
                </c:pt>
                <c:pt idx="124" formatCode="General">
                  <c:v>7.5</c:v>
                </c:pt>
                <c:pt idx="125" formatCode="General">
                  <c:v>7.56</c:v>
                </c:pt>
                <c:pt idx="126" formatCode="General">
                  <c:v>7.62</c:v>
                </c:pt>
                <c:pt idx="127" formatCode="General">
                  <c:v>7.68</c:v>
                </c:pt>
                <c:pt idx="128" formatCode="General">
                  <c:v>7.74</c:v>
                </c:pt>
                <c:pt idx="129" formatCode="General">
                  <c:v>7.8</c:v>
                </c:pt>
                <c:pt idx="130" formatCode="General">
                  <c:v>7.86</c:v>
                </c:pt>
                <c:pt idx="131" formatCode="General">
                  <c:v>7.92</c:v>
                </c:pt>
                <c:pt idx="132" formatCode="General">
                  <c:v>7.98</c:v>
                </c:pt>
                <c:pt idx="133" formatCode="General">
                  <c:v>8.0399999999999991</c:v>
                </c:pt>
                <c:pt idx="134" formatCode="General">
                  <c:v>8.0999990000000004</c:v>
                </c:pt>
                <c:pt idx="135" formatCode="General">
                  <c:v>8.16</c:v>
                </c:pt>
                <c:pt idx="136" formatCode="General">
                  <c:v>8.2200000000000006</c:v>
                </c:pt>
                <c:pt idx="137" formatCode="General">
                  <c:v>8.2799999999999994</c:v>
                </c:pt>
                <c:pt idx="138" formatCode="General">
                  <c:v>8.34</c:v>
                </c:pt>
                <c:pt idx="139" formatCode="General">
                  <c:v>8.4</c:v>
                </c:pt>
                <c:pt idx="140" formatCode="General">
                  <c:v>8.4600000000000009</c:v>
                </c:pt>
                <c:pt idx="141" formatCode="General">
                  <c:v>8.52</c:v>
                </c:pt>
                <c:pt idx="142" formatCode="General">
                  <c:v>8.58</c:v>
                </c:pt>
                <c:pt idx="143" formatCode="General">
                  <c:v>8.6399989999999995</c:v>
                </c:pt>
                <c:pt idx="144" formatCode="General">
                  <c:v>8.6999999999999993</c:v>
                </c:pt>
                <c:pt idx="145" formatCode="General">
                  <c:v>8.76</c:v>
                </c:pt>
                <c:pt idx="146" formatCode="General">
                  <c:v>8.82</c:v>
                </c:pt>
                <c:pt idx="147" formatCode="General">
                  <c:v>8.8800000000000008</c:v>
                </c:pt>
                <c:pt idx="148" formatCode="General">
                  <c:v>8.94</c:v>
                </c:pt>
                <c:pt idx="149" formatCode="General">
                  <c:v>9</c:v>
                </c:pt>
                <c:pt idx="150" formatCode="General">
                  <c:v>9.0599989999999995</c:v>
                </c:pt>
                <c:pt idx="151" formatCode="General">
                  <c:v>9.1199999999999992</c:v>
                </c:pt>
                <c:pt idx="152" formatCode="General">
                  <c:v>9.1799990000000005</c:v>
                </c:pt>
                <c:pt idx="153" formatCode="General">
                  <c:v>9.24</c:v>
                </c:pt>
                <c:pt idx="154" formatCode="General">
                  <c:v>9.3000000000000007</c:v>
                </c:pt>
                <c:pt idx="155" formatCode="General">
                  <c:v>9.36</c:v>
                </c:pt>
                <c:pt idx="156" formatCode="General">
                  <c:v>9.42</c:v>
                </c:pt>
                <c:pt idx="157" formatCode="General">
                  <c:v>9.48</c:v>
                </c:pt>
                <c:pt idx="158" formatCode="General">
                  <c:v>9.5399999999999991</c:v>
                </c:pt>
                <c:pt idx="159" formatCode="General">
                  <c:v>9.5999990000000004</c:v>
                </c:pt>
                <c:pt idx="160" formatCode="General">
                  <c:v>9.66</c:v>
                </c:pt>
                <c:pt idx="161" formatCode="General">
                  <c:v>9.7199989999999996</c:v>
                </c:pt>
                <c:pt idx="162" formatCode="General">
                  <c:v>9.7799999999999994</c:v>
                </c:pt>
                <c:pt idx="163" formatCode="General">
                  <c:v>9.84</c:v>
                </c:pt>
                <c:pt idx="164" formatCode="General">
                  <c:v>9.9</c:v>
                </c:pt>
                <c:pt idx="165" formatCode="General">
                  <c:v>9.9600000000000009</c:v>
                </c:pt>
                <c:pt idx="166" formatCode="General">
                  <c:v>10.02</c:v>
                </c:pt>
                <c:pt idx="167" formatCode="General">
                  <c:v>10.08</c:v>
                </c:pt>
                <c:pt idx="168" formatCode="General">
                  <c:v>10.14</c:v>
                </c:pt>
                <c:pt idx="169" formatCode="General">
                  <c:v>10.199999999999999</c:v>
                </c:pt>
                <c:pt idx="170" formatCode="General">
                  <c:v>10.26</c:v>
                </c:pt>
                <c:pt idx="171" formatCode="General">
                  <c:v>10.32</c:v>
                </c:pt>
                <c:pt idx="172" formatCode="General">
                  <c:v>10.38</c:v>
                </c:pt>
                <c:pt idx="173" formatCode="General">
                  <c:v>10.44</c:v>
                </c:pt>
                <c:pt idx="174" formatCode="General">
                  <c:v>10.5</c:v>
                </c:pt>
                <c:pt idx="175" formatCode="General">
                  <c:v>10.56</c:v>
                </c:pt>
                <c:pt idx="176" formatCode="General">
                  <c:v>10.62</c:v>
                </c:pt>
                <c:pt idx="177" formatCode="General">
                  <c:v>10.68</c:v>
                </c:pt>
                <c:pt idx="178" formatCode="General">
                  <c:v>10.74</c:v>
                </c:pt>
                <c:pt idx="179" formatCode="General">
                  <c:v>10.8</c:v>
                </c:pt>
                <c:pt idx="180" formatCode="General">
                  <c:v>10.86</c:v>
                </c:pt>
                <c:pt idx="181" formatCode="General">
                  <c:v>10.92</c:v>
                </c:pt>
                <c:pt idx="182" formatCode="General">
                  <c:v>10.98</c:v>
                </c:pt>
                <c:pt idx="183" formatCode="General">
                  <c:v>11.04</c:v>
                </c:pt>
                <c:pt idx="184" formatCode="General">
                  <c:v>11.1</c:v>
                </c:pt>
                <c:pt idx="185" formatCode="General">
                  <c:v>11.16</c:v>
                </c:pt>
                <c:pt idx="186" formatCode="General">
                  <c:v>11.22</c:v>
                </c:pt>
                <c:pt idx="187" formatCode="General">
                  <c:v>11.28</c:v>
                </c:pt>
                <c:pt idx="188" formatCode="General">
                  <c:v>11.34</c:v>
                </c:pt>
                <c:pt idx="189" formatCode="General">
                  <c:v>11.4</c:v>
                </c:pt>
                <c:pt idx="190" formatCode="General">
                  <c:v>11.46</c:v>
                </c:pt>
                <c:pt idx="191" formatCode="General">
                  <c:v>11.52</c:v>
                </c:pt>
                <c:pt idx="192" formatCode="General">
                  <c:v>11.58</c:v>
                </c:pt>
                <c:pt idx="193" formatCode="General">
                  <c:v>11.64</c:v>
                </c:pt>
                <c:pt idx="194" formatCode="General">
                  <c:v>11.7</c:v>
                </c:pt>
                <c:pt idx="195" formatCode="General">
                  <c:v>11.76</c:v>
                </c:pt>
                <c:pt idx="196" formatCode="General">
                  <c:v>11.82</c:v>
                </c:pt>
                <c:pt idx="197" formatCode="General">
                  <c:v>11.88</c:v>
                </c:pt>
                <c:pt idx="198" formatCode="General">
                  <c:v>11.94</c:v>
                </c:pt>
                <c:pt idx="199" formatCode="General">
                  <c:v>12</c:v>
                </c:pt>
                <c:pt idx="200" formatCode="General">
                  <c:v>12.06</c:v>
                </c:pt>
                <c:pt idx="201" formatCode="General">
                  <c:v>12.12</c:v>
                </c:pt>
                <c:pt idx="202" formatCode="General">
                  <c:v>12.18</c:v>
                </c:pt>
                <c:pt idx="203" formatCode="General">
                  <c:v>12.24</c:v>
                </c:pt>
                <c:pt idx="204" formatCode="General">
                  <c:v>12.3</c:v>
                </c:pt>
                <c:pt idx="205" formatCode="General">
                  <c:v>12.36</c:v>
                </c:pt>
                <c:pt idx="206" formatCode="General">
                  <c:v>12.42</c:v>
                </c:pt>
                <c:pt idx="207" formatCode="General">
                  <c:v>12.48</c:v>
                </c:pt>
                <c:pt idx="208" formatCode="General">
                  <c:v>12.54</c:v>
                </c:pt>
                <c:pt idx="209" formatCode="General">
                  <c:v>12.6</c:v>
                </c:pt>
                <c:pt idx="210" formatCode="General">
                  <c:v>12.66</c:v>
                </c:pt>
                <c:pt idx="211" formatCode="General">
                  <c:v>12.72</c:v>
                </c:pt>
                <c:pt idx="212" formatCode="General">
                  <c:v>12.78</c:v>
                </c:pt>
                <c:pt idx="213" formatCode="General">
                  <c:v>12.84</c:v>
                </c:pt>
                <c:pt idx="214" formatCode="General">
                  <c:v>12.9</c:v>
                </c:pt>
                <c:pt idx="215" formatCode="General">
                  <c:v>12.96</c:v>
                </c:pt>
                <c:pt idx="216" formatCode="General">
                  <c:v>13.02</c:v>
                </c:pt>
                <c:pt idx="217" formatCode="General">
                  <c:v>13.08</c:v>
                </c:pt>
                <c:pt idx="218" formatCode="General">
                  <c:v>13.14</c:v>
                </c:pt>
                <c:pt idx="219" formatCode="General">
                  <c:v>13.2</c:v>
                </c:pt>
                <c:pt idx="220" formatCode="General">
                  <c:v>13.26</c:v>
                </c:pt>
                <c:pt idx="221" formatCode="General">
                  <c:v>13.32</c:v>
                </c:pt>
                <c:pt idx="222" formatCode="General">
                  <c:v>13.38</c:v>
                </c:pt>
                <c:pt idx="223" formatCode="General">
                  <c:v>13.44</c:v>
                </c:pt>
                <c:pt idx="224" formatCode="General">
                  <c:v>13.5</c:v>
                </c:pt>
                <c:pt idx="225" formatCode="General">
                  <c:v>13.56</c:v>
                </c:pt>
                <c:pt idx="226" formatCode="General">
                  <c:v>13.62</c:v>
                </c:pt>
                <c:pt idx="227" formatCode="General">
                  <c:v>13.68</c:v>
                </c:pt>
                <c:pt idx="228" formatCode="General">
                  <c:v>13.74</c:v>
                </c:pt>
                <c:pt idx="229" formatCode="General">
                  <c:v>13.8</c:v>
                </c:pt>
                <c:pt idx="230" formatCode="General">
                  <c:v>13.86</c:v>
                </c:pt>
                <c:pt idx="231" formatCode="General">
                  <c:v>13.92</c:v>
                </c:pt>
                <c:pt idx="232" formatCode="General">
                  <c:v>13.98</c:v>
                </c:pt>
                <c:pt idx="233" formatCode="General">
                  <c:v>14.04</c:v>
                </c:pt>
                <c:pt idx="234" formatCode="General">
                  <c:v>14.1</c:v>
                </c:pt>
                <c:pt idx="235" formatCode="General">
                  <c:v>14.16</c:v>
                </c:pt>
                <c:pt idx="236" formatCode="General">
                  <c:v>14.22</c:v>
                </c:pt>
                <c:pt idx="237" formatCode="General">
                  <c:v>14.28</c:v>
                </c:pt>
                <c:pt idx="238" formatCode="General">
                  <c:v>14.34</c:v>
                </c:pt>
                <c:pt idx="239" formatCode="General">
                  <c:v>14.4</c:v>
                </c:pt>
                <c:pt idx="240" formatCode="General">
                  <c:v>14.46</c:v>
                </c:pt>
                <c:pt idx="241" formatCode="General">
                  <c:v>14.52</c:v>
                </c:pt>
                <c:pt idx="242" formatCode="General">
                  <c:v>14.58</c:v>
                </c:pt>
                <c:pt idx="243" formatCode="General">
                  <c:v>14.64</c:v>
                </c:pt>
                <c:pt idx="244" formatCode="General">
                  <c:v>14.7</c:v>
                </c:pt>
                <c:pt idx="245" formatCode="General">
                  <c:v>14.76</c:v>
                </c:pt>
                <c:pt idx="246" formatCode="General">
                  <c:v>14.82</c:v>
                </c:pt>
                <c:pt idx="247" formatCode="General">
                  <c:v>14.88</c:v>
                </c:pt>
                <c:pt idx="248" formatCode="General">
                  <c:v>14.94</c:v>
                </c:pt>
                <c:pt idx="249" formatCode="General">
                  <c:v>15</c:v>
                </c:pt>
                <c:pt idx="250" formatCode="General">
                  <c:v>15.06</c:v>
                </c:pt>
                <c:pt idx="251" formatCode="General">
                  <c:v>15.12</c:v>
                </c:pt>
                <c:pt idx="252" formatCode="General">
                  <c:v>15.18</c:v>
                </c:pt>
                <c:pt idx="253" formatCode="General">
                  <c:v>15.24</c:v>
                </c:pt>
                <c:pt idx="254" formatCode="General">
                  <c:v>15.3</c:v>
                </c:pt>
                <c:pt idx="255" formatCode="General">
                  <c:v>15.36</c:v>
                </c:pt>
                <c:pt idx="256" formatCode="General">
                  <c:v>15.42</c:v>
                </c:pt>
                <c:pt idx="257" formatCode="General">
                  <c:v>15.48</c:v>
                </c:pt>
                <c:pt idx="258" formatCode="General">
                  <c:v>15.54</c:v>
                </c:pt>
                <c:pt idx="259" formatCode="General">
                  <c:v>15.6</c:v>
                </c:pt>
                <c:pt idx="260" formatCode="General">
                  <c:v>15.66</c:v>
                </c:pt>
                <c:pt idx="261" formatCode="General">
                  <c:v>15.72</c:v>
                </c:pt>
                <c:pt idx="262" formatCode="General">
                  <c:v>15.78</c:v>
                </c:pt>
                <c:pt idx="263" formatCode="General">
                  <c:v>15.84</c:v>
                </c:pt>
                <c:pt idx="264" formatCode="General">
                  <c:v>15.9</c:v>
                </c:pt>
                <c:pt idx="265" formatCode="General">
                  <c:v>15.96</c:v>
                </c:pt>
                <c:pt idx="266" formatCode="General">
                  <c:v>16.02</c:v>
                </c:pt>
                <c:pt idx="267" formatCode="General">
                  <c:v>16.079999999999998</c:v>
                </c:pt>
                <c:pt idx="268" formatCode="General">
                  <c:v>16.14</c:v>
                </c:pt>
                <c:pt idx="269" formatCode="General">
                  <c:v>16.2</c:v>
                </c:pt>
                <c:pt idx="270" formatCode="General">
                  <c:v>16.260000000000002</c:v>
                </c:pt>
                <c:pt idx="271" formatCode="General">
                  <c:v>16.32</c:v>
                </c:pt>
                <c:pt idx="272" formatCode="General">
                  <c:v>16.38</c:v>
                </c:pt>
                <c:pt idx="273" formatCode="General">
                  <c:v>16.440000000000001</c:v>
                </c:pt>
                <c:pt idx="274" formatCode="General">
                  <c:v>16.5</c:v>
                </c:pt>
                <c:pt idx="275" formatCode="General">
                  <c:v>16.559999999999999</c:v>
                </c:pt>
                <c:pt idx="276" formatCode="General">
                  <c:v>16.62</c:v>
                </c:pt>
                <c:pt idx="277" formatCode="General">
                  <c:v>16.68</c:v>
                </c:pt>
                <c:pt idx="278" formatCode="General">
                  <c:v>16.739999999999998</c:v>
                </c:pt>
                <c:pt idx="279" formatCode="General">
                  <c:v>16.8</c:v>
                </c:pt>
                <c:pt idx="280" formatCode="General">
                  <c:v>16.86</c:v>
                </c:pt>
                <c:pt idx="281" formatCode="General">
                  <c:v>16.920000000000002</c:v>
                </c:pt>
                <c:pt idx="282" formatCode="General">
                  <c:v>16.98</c:v>
                </c:pt>
                <c:pt idx="283" formatCode="General">
                  <c:v>17.04</c:v>
                </c:pt>
                <c:pt idx="284" formatCode="General">
                  <c:v>17.100000000000001</c:v>
                </c:pt>
                <c:pt idx="285" formatCode="General">
                  <c:v>17.16</c:v>
                </c:pt>
                <c:pt idx="286" formatCode="General">
                  <c:v>17.22</c:v>
                </c:pt>
                <c:pt idx="287" formatCode="General">
                  <c:v>17.28</c:v>
                </c:pt>
                <c:pt idx="288" formatCode="General">
                  <c:v>17.34</c:v>
                </c:pt>
                <c:pt idx="289" formatCode="General">
                  <c:v>17.399999999999999</c:v>
                </c:pt>
                <c:pt idx="290" formatCode="General">
                  <c:v>17.46</c:v>
                </c:pt>
                <c:pt idx="291" formatCode="General">
                  <c:v>17.52</c:v>
                </c:pt>
                <c:pt idx="292" formatCode="General">
                  <c:v>17.579999999999998</c:v>
                </c:pt>
                <c:pt idx="293" formatCode="General">
                  <c:v>17.64</c:v>
                </c:pt>
                <c:pt idx="294" formatCode="General">
                  <c:v>17.7</c:v>
                </c:pt>
                <c:pt idx="295" formatCode="General">
                  <c:v>17.760000000000002</c:v>
                </c:pt>
                <c:pt idx="296" formatCode="General">
                  <c:v>17.82</c:v>
                </c:pt>
                <c:pt idx="297" formatCode="General">
                  <c:v>17.88</c:v>
                </c:pt>
                <c:pt idx="298" formatCode="General">
                  <c:v>17.940000000000001</c:v>
                </c:pt>
                <c:pt idx="299" formatCode="General">
                  <c:v>18</c:v>
                </c:pt>
                <c:pt idx="300" formatCode="General">
                  <c:v>18.059999999999999</c:v>
                </c:pt>
                <c:pt idx="301" formatCode="General">
                  <c:v>18.12</c:v>
                </c:pt>
                <c:pt idx="302" formatCode="General">
                  <c:v>18.18</c:v>
                </c:pt>
                <c:pt idx="303" formatCode="General">
                  <c:v>18.239999999999998</c:v>
                </c:pt>
                <c:pt idx="304" formatCode="General">
                  <c:v>18.3</c:v>
                </c:pt>
                <c:pt idx="305" formatCode="General">
                  <c:v>18.36</c:v>
                </c:pt>
                <c:pt idx="306" formatCode="General">
                  <c:v>18.420000000000002</c:v>
                </c:pt>
                <c:pt idx="307" formatCode="General">
                  <c:v>18.48</c:v>
                </c:pt>
                <c:pt idx="308" formatCode="General">
                  <c:v>18.54</c:v>
                </c:pt>
                <c:pt idx="309" formatCode="General">
                  <c:v>18.600000000000001</c:v>
                </c:pt>
                <c:pt idx="310" formatCode="General">
                  <c:v>18.66</c:v>
                </c:pt>
                <c:pt idx="311" formatCode="General">
                  <c:v>18.72</c:v>
                </c:pt>
                <c:pt idx="312" formatCode="General">
                  <c:v>18.78</c:v>
                </c:pt>
                <c:pt idx="313" formatCode="General">
                  <c:v>18.84</c:v>
                </c:pt>
                <c:pt idx="314" formatCode="General">
                  <c:v>18.899999999999999</c:v>
                </c:pt>
                <c:pt idx="315" formatCode="General">
                  <c:v>18.96</c:v>
                </c:pt>
                <c:pt idx="316" formatCode="General">
                  <c:v>19.02</c:v>
                </c:pt>
                <c:pt idx="317" formatCode="General">
                  <c:v>19.079999999999998</c:v>
                </c:pt>
                <c:pt idx="318" formatCode="General">
                  <c:v>19.14</c:v>
                </c:pt>
                <c:pt idx="319" formatCode="General">
                  <c:v>19.2</c:v>
                </c:pt>
                <c:pt idx="320" formatCode="General">
                  <c:v>19.260000000000002</c:v>
                </c:pt>
                <c:pt idx="321" formatCode="General">
                  <c:v>19.32</c:v>
                </c:pt>
                <c:pt idx="322" formatCode="General">
                  <c:v>19.38</c:v>
                </c:pt>
                <c:pt idx="323" formatCode="General">
                  <c:v>19.440000000000001</c:v>
                </c:pt>
                <c:pt idx="324" formatCode="General">
                  <c:v>19.5</c:v>
                </c:pt>
                <c:pt idx="325" formatCode="General">
                  <c:v>19.559999999999999</c:v>
                </c:pt>
                <c:pt idx="326" formatCode="General">
                  <c:v>19.62</c:v>
                </c:pt>
                <c:pt idx="327" formatCode="General">
                  <c:v>19.68</c:v>
                </c:pt>
                <c:pt idx="328" formatCode="General">
                  <c:v>19.739999999999998</c:v>
                </c:pt>
                <c:pt idx="329" formatCode="General">
                  <c:v>19.8</c:v>
                </c:pt>
                <c:pt idx="330" formatCode="General">
                  <c:v>19.86</c:v>
                </c:pt>
                <c:pt idx="331" formatCode="General">
                  <c:v>19.920000000000002</c:v>
                </c:pt>
                <c:pt idx="332" formatCode="General">
                  <c:v>19.98</c:v>
                </c:pt>
                <c:pt idx="333" formatCode="General">
                  <c:v>20.04</c:v>
                </c:pt>
                <c:pt idx="334" formatCode="General">
                  <c:v>20.100000000000001</c:v>
                </c:pt>
                <c:pt idx="335" formatCode="General">
                  <c:v>20.16</c:v>
                </c:pt>
                <c:pt idx="336" formatCode="General">
                  <c:v>20.22</c:v>
                </c:pt>
                <c:pt idx="337" formatCode="General">
                  <c:v>20.28</c:v>
                </c:pt>
                <c:pt idx="338" formatCode="General">
                  <c:v>20.34</c:v>
                </c:pt>
                <c:pt idx="339" formatCode="General">
                  <c:v>20.399999999999999</c:v>
                </c:pt>
                <c:pt idx="340" formatCode="General">
                  <c:v>20.46</c:v>
                </c:pt>
                <c:pt idx="341" formatCode="General">
                  <c:v>20.52</c:v>
                </c:pt>
                <c:pt idx="342" formatCode="General">
                  <c:v>20.58</c:v>
                </c:pt>
                <c:pt idx="343" formatCode="General">
                  <c:v>20.64</c:v>
                </c:pt>
                <c:pt idx="344" formatCode="General">
                  <c:v>20.7</c:v>
                </c:pt>
                <c:pt idx="345" formatCode="General">
                  <c:v>20.76</c:v>
                </c:pt>
                <c:pt idx="346" formatCode="General">
                  <c:v>20.82</c:v>
                </c:pt>
                <c:pt idx="347" formatCode="General">
                  <c:v>20.88</c:v>
                </c:pt>
                <c:pt idx="348" formatCode="General">
                  <c:v>20.94</c:v>
                </c:pt>
                <c:pt idx="349" formatCode="General">
                  <c:v>21</c:v>
                </c:pt>
                <c:pt idx="350" formatCode="General">
                  <c:v>21.06</c:v>
                </c:pt>
                <c:pt idx="351" formatCode="General">
                  <c:v>21.12</c:v>
                </c:pt>
                <c:pt idx="352" formatCode="General">
                  <c:v>21.18</c:v>
                </c:pt>
                <c:pt idx="353" formatCode="General">
                  <c:v>21.24</c:v>
                </c:pt>
                <c:pt idx="354" formatCode="General">
                  <c:v>21.3</c:v>
                </c:pt>
                <c:pt idx="355" formatCode="General">
                  <c:v>21.36</c:v>
                </c:pt>
                <c:pt idx="356" formatCode="General">
                  <c:v>21.42</c:v>
                </c:pt>
                <c:pt idx="357" formatCode="General">
                  <c:v>21.48</c:v>
                </c:pt>
                <c:pt idx="358" formatCode="General">
                  <c:v>21.54</c:v>
                </c:pt>
                <c:pt idx="359" formatCode="General">
                  <c:v>21.6</c:v>
                </c:pt>
                <c:pt idx="360" formatCode="General">
                  <c:v>21.66</c:v>
                </c:pt>
                <c:pt idx="361" formatCode="General">
                  <c:v>21.72</c:v>
                </c:pt>
                <c:pt idx="362" formatCode="General">
                  <c:v>21.78</c:v>
                </c:pt>
                <c:pt idx="363" formatCode="General">
                  <c:v>21.84</c:v>
                </c:pt>
                <c:pt idx="364" formatCode="General">
                  <c:v>21.9</c:v>
                </c:pt>
                <c:pt idx="365" formatCode="General">
                  <c:v>21.96</c:v>
                </c:pt>
                <c:pt idx="366" formatCode="General">
                  <c:v>22.02</c:v>
                </c:pt>
                <c:pt idx="367" formatCode="General">
                  <c:v>22.08</c:v>
                </c:pt>
                <c:pt idx="368" formatCode="General">
                  <c:v>22.14</c:v>
                </c:pt>
                <c:pt idx="369" formatCode="General">
                  <c:v>22.2</c:v>
                </c:pt>
                <c:pt idx="370" formatCode="General">
                  <c:v>22.26</c:v>
                </c:pt>
                <c:pt idx="371" formatCode="General">
                  <c:v>22.32</c:v>
                </c:pt>
                <c:pt idx="372" formatCode="General">
                  <c:v>22.38</c:v>
                </c:pt>
                <c:pt idx="373" formatCode="General">
                  <c:v>22.44</c:v>
                </c:pt>
                <c:pt idx="374" formatCode="General">
                  <c:v>22.5</c:v>
                </c:pt>
                <c:pt idx="375" formatCode="General">
                  <c:v>22.56</c:v>
                </c:pt>
                <c:pt idx="376" formatCode="General">
                  <c:v>22.62</c:v>
                </c:pt>
                <c:pt idx="377" formatCode="General">
                  <c:v>22.68</c:v>
                </c:pt>
                <c:pt idx="378" formatCode="General">
                  <c:v>22.74</c:v>
                </c:pt>
                <c:pt idx="379" formatCode="General">
                  <c:v>22.8</c:v>
                </c:pt>
                <c:pt idx="380" formatCode="General">
                  <c:v>22.86</c:v>
                </c:pt>
                <c:pt idx="381" formatCode="General">
                  <c:v>22.92</c:v>
                </c:pt>
                <c:pt idx="382" formatCode="General">
                  <c:v>22.98</c:v>
                </c:pt>
                <c:pt idx="383" formatCode="General">
                  <c:v>23.04</c:v>
                </c:pt>
                <c:pt idx="384" formatCode="General">
                  <c:v>23.1</c:v>
                </c:pt>
                <c:pt idx="385" formatCode="General">
                  <c:v>23.16</c:v>
                </c:pt>
                <c:pt idx="386" formatCode="General">
                  <c:v>23.22</c:v>
                </c:pt>
                <c:pt idx="387" formatCode="General">
                  <c:v>23.28</c:v>
                </c:pt>
                <c:pt idx="388" formatCode="General">
                  <c:v>23.34</c:v>
                </c:pt>
                <c:pt idx="389" formatCode="General">
                  <c:v>23.4</c:v>
                </c:pt>
                <c:pt idx="390" formatCode="General">
                  <c:v>23.46</c:v>
                </c:pt>
                <c:pt idx="391" formatCode="General">
                  <c:v>23.52</c:v>
                </c:pt>
                <c:pt idx="392" formatCode="General">
                  <c:v>23.58</c:v>
                </c:pt>
                <c:pt idx="393" formatCode="General">
                  <c:v>23.64</c:v>
                </c:pt>
                <c:pt idx="394" formatCode="General">
                  <c:v>23.7</c:v>
                </c:pt>
                <c:pt idx="395" formatCode="General">
                  <c:v>23.76</c:v>
                </c:pt>
                <c:pt idx="396" formatCode="General">
                  <c:v>23.82</c:v>
                </c:pt>
                <c:pt idx="397" formatCode="General">
                  <c:v>23.88</c:v>
                </c:pt>
                <c:pt idx="398" formatCode="General">
                  <c:v>23.94</c:v>
                </c:pt>
                <c:pt idx="399" formatCode="General">
                  <c:v>24</c:v>
                </c:pt>
                <c:pt idx="400" formatCode="General">
                  <c:v>24.06</c:v>
                </c:pt>
                <c:pt idx="401" formatCode="General">
                  <c:v>24.12</c:v>
                </c:pt>
                <c:pt idx="402" formatCode="General">
                  <c:v>24.18</c:v>
                </c:pt>
                <c:pt idx="403" formatCode="General">
                  <c:v>24.24</c:v>
                </c:pt>
                <c:pt idx="404" formatCode="General">
                  <c:v>24.3</c:v>
                </c:pt>
                <c:pt idx="405" formatCode="General">
                  <c:v>24.36</c:v>
                </c:pt>
                <c:pt idx="406" formatCode="General">
                  <c:v>24.42</c:v>
                </c:pt>
                <c:pt idx="407" formatCode="General">
                  <c:v>24.48</c:v>
                </c:pt>
                <c:pt idx="408" formatCode="General">
                  <c:v>24.54</c:v>
                </c:pt>
                <c:pt idx="409" formatCode="General">
                  <c:v>24.6</c:v>
                </c:pt>
                <c:pt idx="410" formatCode="General">
                  <c:v>24.66</c:v>
                </c:pt>
                <c:pt idx="411" formatCode="General">
                  <c:v>24.72</c:v>
                </c:pt>
                <c:pt idx="412" formatCode="General">
                  <c:v>24.78</c:v>
                </c:pt>
                <c:pt idx="413" formatCode="General">
                  <c:v>24.84</c:v>
                </c:pt>
                <c:pt idx="414" formatCode="General">
                  <c:v>24.9</c:v>
                </c:pt>
                <c:pt idx="415" formatCode="General">
                  <c:v>24.96</c:v>
                </c:pt>
                <c:pt idx="416" formatCode="General">
                  <c:v>25.02</c:v>
                </c:pt>
                <c:pt idx="417" formatCode="General">
                  <c:v>25.08</c:v>
                </c:pt>
                <c:pt idx="418" formatCode="General">
                  <c:v>25.14</c:v>
                </c:pt>
                <c:pt idx="419" formatCode="General">
                  <c:v>25.2</c:v>
                </c:pt>
                <c:pt idx="420" formatCode="General">
                  <c:v>25.26</c:v>
                </c:pt>
                <c:pt idx="421" formatCode="General">
                  <c:v>25.32</c:v>
                </c:pt>
                <c:pt idx="422" formatCode="General">
                  <c:v>25.38</c:v>
                </c:pt>
                <c:pt idx="423" formatCode="General">
                  <c:v>25.44</c:v>
                </c:pt>
                <c:pt idx="424" formatCode="General">
                  <c:v>25.5</c:v>
                </c:pt>
                <c:pt idx="425" formatCode="General">
                  <c:v>25.56</c:v>
                </c:pt>
                <c:pt idx="426" formatCode="General">
                  <c:v>25.62</c:v>
                </c:pt>
                <c:pt idx="427" formatCode="General">
                  <c:v>25.68</c:v>
                </c:pt>
                <c:pt idx="428" formatCode="General">
                  <c:v>25.74</c:v>
                </c:pt>
                <c:pt idx="429" formatCode="General">
                  <c:v>25.8</c:v>
                </c:pt>
                <c:pt idx="430" formatCode="General">
                  <c:v>25.86</c:v>
                </c:pt>
                <c:pt idx="431" formatCode="General">
                  <c:v>25.92</c:v>
                </c:pt>
                <c:pt idx="432" formatCode="General">
                  <c:v>25.98</c:v>
                </c:pt>
                <c:pt idx="433" formatCode="General">
                  <c:v>26.04</c:v>
                </c:pt>
                <c:pt idx="434" formatCode="General">
                  <c:v>26.1</c:v>
                </c:pt>
                <c:pt idx="435" formatCode="General">
                  <c:v>26.16</c:v>
                </c:pt>
                <c:pt idx="436" formatCode="General">
                  <c:v>26.22</c:v>
                </c:pt>
                <c:pt idx="437" formatCode="General">
                  <c:v>26.28</c:v>
                </c:pt>
                <c:pt idx="438" formatCode="General">
                  <c:v>26.34</c:v>
                </c:pt>
                <c:pt idx="439" formatCode="General">
                  <c:v>26.4</c:v>
                </c:pt>
                <c:pt idx="440" formatCode="General">
                  <c:v>26.46</c:v>
                </c:pt>
                <c:pt idx="441" formatCode="General">
                  <c:v>26.52</c:v>
                </c:pt>
                <c:pt idx="442" formatCode="General">
                  <c:v>26.58</c:v>
                </c:pt>
                <c:pt idx="443" formatCode="General">
                  <c:v>26.64</c:v>
                </c:pt>
                <c:pt idx="444" formatCode="General">
                  <c:v>26.7</c:v>
                </c:pt>
                <c:pt idx="445" formatCode="General">
                  <c:v>26.76</c:v>
                </c:pt>
                <c:pt idx="446" formatCode="General">
                  <c:v>26.82</c:v>
                </c:pt>
                <c:pt idx="447" formatCode="General">
                  <c:v>26.88</c:v>
                </c:pt>
                <c:pt idx="448" formatCode="General">
                  <c:v>26.94</c:v>
                </c:pt>
                <c:pt idx="449" formatCode="General">
                  <c:v>27</c:v>
                </c:pt>
                <c:pt idx="450" formatCode="General">
                  <c:v>27.06</c:v>
                </c:pt>
                <c:pt idx="451" formatCode="General">
                  <c:v>27.12</c:v>
                </c:pt>
                <c:pt idx="452" formatCode="General">
                  <c:v>27.18</c:v>
                </c:pt>
                <c:pt idx="453" formatCode="General">
                  <c:v>27.24</c:v>
                </c:pt>
                <c:pt idx="454" formatCode="General">
                  <c:v>27.3</c:v>
                </c:pt>
                <c:pt idx="455" formatCode="General">
                  <c:v>27.36</c:v>
                </c:pt>
                <c:pt idx="456" formatCode="General">
                  <c:v>27.42</c:v>
                </c:pt>
                <c:pt idx="457" formatCode="General">
                  <c:v>27.48</c:v>
                </c:pt>
                <c:pt idx="458" formatCode="General">
                  <c:v>27.54</c:v>
                </c:pt>
                <c:pt idx="459" formatCode="General">
                  <c:v>27.6</c:v>
                </c:pt>
                <c:pt idx="460" formatCode="General">
                  <c:v>27.66</c:v>
                </c:pt>
                <c:pt idx="461" formatCode="General">
                  <c:v>27.72</c:v>
                </c:pt>
                <c:pt idx="462" formatCode="General">
                  <c:v>27.78</c:v>
                </c:pt>
                <c:pt idx="463" formatCode="General">
                  <c:v>27.84</c:v>
                </c:pt>
                <c:pt idx="464" formatCode="General">
                  <c:v>27.9</c:v>
                </c:pt>
                <c:pt idx="465" formatCode="General">
                  <c:v>27.96</c:v>
                </c:pt>
                <c:pt idx="466" formatCode="General">
                  <c:v>28.02</c:v>
                </c:pt>
                <c:pt idx="467" formatCode="General">
                  <c:v>28.08</c:v>
                </c:pt>
                <c:pt idx="468" formatCode="General">
                  <c:v>28.14</c:v>
                </c:pt>
                <c:pt idx="469" formatCode="General">
                  <c:v>28.2</c:v>
                </c:pt>
                <c:pt idx="470" formatCode="General">
                  <c:v>28.26</c:v>
                </c:pt>
                <c:pt idx="471" formatCode="General">
                  <c:v>28.32</c:v>
                </c:pt>
                <c:pt idx="472" formatCode="General">
                  <c:v>28.38</c:v>
                </c:pt>
                <c:pt idx="473" formatCode="General">
                  <c:v>28.44</c:v>
                </c:pt>
                <c:pt idx="474" formatCode="General">
                  <c:v>28.5</c:v>
                </c:pt>
                <c:pt idx="475" formatCode="General">
                  <c:v>28.56</c:v>
                </c:pt>
                <c:pt idx="476" formatCode="General">
                  <c:v>28.62</c:v>
                </c:pt>
                <c:pt idx="477" formatCode="General">
                  <c:v>28.68</c:v>
                </c:pt>
                <c:pt idx="478" formatCode="General">
                  <c:v>28.74</c:v>
                </c:pt>
                <c:pt idx="479" formatCode="General">
                  <c:v>28.8</c:v>
                </c:pt>
                <c:pt idx="480" formatCode="General">
                  <c:v>28.86</c:v>
                </c:pt>
                <c:pt idx="481" formatCode="General">
                  <c:v>28.92</c:v>
                </c:pt>
                <c:pt idx="482" formatCode="General">
                  <c:v>28.98</c:v>
                </c:pt>
                <c:pt idx="483" formatCode="General">
                  <c:v>29.04</c:v>
                </c:pt>
                <c:pt idx="484" formatCode="General">
                  <c:v>29.1</c:v>
                </c:pt>
                <c:pt idx="485" formatCode="General">
                  <c:v>29.16</c:v>
                </c:pt>
                <c:pt idx="486" formatCode="General">
                  <c:v>29.22</c:v>
                </c:pt>
                <c:pt idx="487" formatCode="General">
                  <c:v>29.28</c:v>
                </c:pt>
                <c:pt idx="488" formatCode="General">
                  <c:v>29.34</c:v>
                </c:pt>
                <c:pt idx="489" formatCode="General">
                  <c:v>29.4</c:v>
                </c:pt>
                <c:pt idx="490" formatCode="General">
                  <c:v>29.46</c:v>
                </c:pt>
                <c:pt idx="491" formatCode="General">
                  <c:v>29.52</c:v>
                </c:pt>
                <c:pt idx="492" formatCode="General">
                  <c:v>29.58</c:v>
                </c:pt>
                <c:pt idx="493" formatCode="General">
                  <c:v>29.64</c:v>
                </c:pt>
                <c:pt idx="494" formatCode="General">
                  <c:v>29.7</c:v>
                </c:pt>
                <c:pt idx="495" formatCode="General">
                  <c:v>29.76</c:v>
                </c:pt>
                <c:pt idx="496" formatCode="General">
                  <c:v>29.82</c:v>
                </c:pt>
                <c:pt idx="497" formatCode="General">
                  <c:v>29.88</c:v>
                </c:pt>
                <c:pt idx="498" formatCode="General">
                  <c:v>29.94</c:v>
                </c:pt>
                <c:pt idx="499" formatCode="General">
                  <c:v>30</c:v>
                </c:pt>
                <c:pt idx="500" formatCode="General">
                  <c:v>30.06</c:v>
                </c:pt>
                <c:pt idx="501" formatCode="General">
                  <c:v>30.12</c:v>
                </c:pt>
                <c:pt idx="502" formatCode="General">
                  <c:v>30.18</c:v>
                </c:pt>
                <c:pt idx="503" formatCode="General">
                  <c:v>30.24</c:v>
                </c:pt>
                <c:pt idx="504" formatCode="General">
                  <c:v>30.3</c:v>
                </c:pt>
                <c:pt idx="505" formatCode="General">
                  <c:v>30.36</c:v>
                </c:pt>
                <c:pt idx="506" formatCode="General">
                  <c:v>30.42</c:v>
                </c:pt>
                <c:pt idx="507" formatCode="General">
                  <c:v>30.48</c:v>
                </c:pt>
                <c:pt idx="508" formatCode="General">
                  <c:v>30.54</c:v>
                </c:pt>
                <c:pt idx="509" formatCode="General">
                  <c:v>30.6</c:v>
                </c:pt>
                <c:pt idx="510" formatCode="General">
                  <c:v>30.66</c:v>
                </c:pt>
                <c:pt idx="511" formatCode="General">
                  <c:v>30.72</c:v>
                </c:pt>
                <c:pt idx="512" formatCode="General">
                  <c:v>30.78</c:v>
                </c:pt>
                <c:pt idx="513" formatCode="General">
                  <c:v>30.84</c:v>
                </c:pt>
                <c:pt idx="514" formatCode="General">
                  <c:v>30.9</c:v>
                </c:pt>
                <c:pt idx="515" formatCode="General">
                  <c:v>30.96</c:v>
                </c:pt>
                <c:pt idx="516" formatCode="General">
                  <c:v>31.02</c:v>
                </c:pt>
              </c:numCache>
            </c:numRef>
          </c:xVal>
          <c:yVal>
            <c:numRef>
              <c:f>Sheet1!$J$2:$J$1550</c:f>
              <c:numCache>
                <c:formatCode>0.00E+00</c:formatCode>
                <c:ptCount val="517"/>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7.0781159999999996E-2</c:v>
                </c:pt>
                <c:pt idx="34">
                  <c:v>0.1001919</c:v>
                </c:pt>
                <c:pt idx="35">
                  <c:v>0.1157485</c:v>
                </c:pt>
                <c:pt idx="36">
                  <c:v>0.86665239999999999</c:v>
                </c:pt>
                <c:pt idx="37">
                  <c:v>4.4481999999999999</c:v>
                </c:pt>
                <c:pt idx="38">
                  <c:v>7.3342530000000004</c:v>
                </c:pt>
                <c:pt idx="39">
                  <c:v>6.409599</c:v>
                </c:pt>
                <c:pt idx="40">
                  <c:v>3.959006</c:v>
                </c:pt>
                <c:pt idx="41">
                  <c:v>2.6826620000000001</c:v>
                </c:pt>
                <c:pt idx="42">
                  <c:v>1.6963950000000001</c:v>
                </c:pt>
                <c:pt idx="43">
                  <c:v>1.105939</c:v>
                </c:pt>
                <c:pt idx="44">
                  <c:v>0.72733829999999999</c:v>
                </c:pt>
                <c:pt idx="45">
                  <c:v>0.61227489999999996</c:v>
                </c:pt>
                <c:pt idx="46">
                  <c:v>0.46302539999999998</c:v>
                </c:pt>
                <c:pt idx="47">
                  <c:v>0.4439343</c:v>
                </c:pt>
                <c:pt idx="48">
                  <c:v>0.35215999999999997</c:v>
                </c:pt>
                <c:pt idx="49">
                  <c:v>0.32730480000000001</c:v>
                </c:pt>
                <c:pt idx="50">
                  <c:v>0.35654160000000001</c:v>
                </c:pt>
                <c:pt idx="51">
                  <c:v>0.36817850000000002</c:v>
                </c:pt>
                <c:pt idx="52">
                  <c:v>0.35927140000000002</c:v>
                </c:pt>
                <c:pt idx="53">
                  <c:v>0.39753430000000001</c:v>
                </c:pt>
                <c:pt idx="54">
                  <c:v>0.37870199999999998</c:v>
                </c:pt>
                <c:pt idx="55">
                  <c:v>0.4174834</c:v>
                </c:pt>
                <c:pt idx="56">
                  <c:v>0.428149</c:v>
                </c:pt>
                <c:pt idx="57">
                  <c:v>0.41756690000000002</c:v>
                </c:pt>
                <c:pt idx="58">
                  <c:v>0.50147710000000001</c:v>
                </c:pt>
                <c:pt idx="59">
                  <c:v>0.45838289999999998</c:v>
                </c:pt>
                <c:pt idx="60">
                  <c:v>0.56809100000000001</c:v>
                </c:pt>
                <c:pt idx="61">
                  <c:v>0.64925299999999997</c:v>
                </c:pt>
                <c:pt idx="62">
                  <c:v>0.72501640000000001</c:v>
                </c:pt>
                <c:pt idx="63">
                  <c:v>0.73583270000000001</c:v>
                </c:pt>
                <c:pt idx="64">
                  <c:v>0.90381250000000002</c:v>
                </c:pt>
                <c:pt idx="65">
                  <c:v>0.9893421</c:v>
                </c:pt>
                <c:pt idx="66">
                  <c:v>1.0420579999999999</c:v>
                </c:pt>
                <c:pt idx="67">
                  <c:v>1.2682310000000001</c:v>
                </c:pt>
                <c:pt idx="68">
                  <c:v>1.3434539999999999</c:v>
                </c:pt>
                <c:pt idx="69">
                  <c:v>1.3331759999999999</c:v>
                </c:pt>
                <c:pt idx="70">
                  <c:v>1.358112</c:v>
                </c:pt>
                <c:pt idx="71">
                  <c:v>1.320649</c:v>
                </c:pt>
                <c:pt idx="72">
                  <c:v>1.2847150000000001</c:v>
                </c:pt>
                <c:pt idx="73">
                  <c:v>1.1730229999999999</c:v>
                </c:pt>
                <c:pt idx="74">
                  <c:v>1.163772</c:v>
                </c:pt>
                <c:pt idx="75">
                  <c:v>1.234877</c:v>
                </c:pt>
                <c:pt idx="76">
                  <c:v>1.18231</c:v>
                </c:pt>
                <c:pt idx="77">
                  <c:v>1.1185639999999999</c:v>
                </c:pt>
                <c:pt idx="78">
                  <c:v>1.127575</c:v>
                </c:pt>
                <c:pt idx="79">
                  <c:v>0.96531299999999998</c:v>
                </c:pt>
                <c:pt idx="80">
                  <c:v>0.94162559999999995</c:v>
                </c:pt>
                <c:pt idx="81">
                  <c:v>1.0952580000000001</c:v>
                </c:pt>
                <c:pt idx="82">
                  <c:v>1.0947610000000001</c:v>
                </c:pt>
                <c:pt idx="83">
                  <c:v>1.10944</c:v>
                </c:pt>
                <c:pt idx="84">
                  <c:v>1.2061839999999999</c:v>
                </c:pt>
                <c:pt idx="85">
                  <c:v>1.174609</c:v>
                </c:pt>
                <c:pt idx="86">
                  <c:v>1.2684839999999999</c:v>
                </c:pt>
                <c:pt idx="87">
                  <c:v>1.151764</c:v>
                </c:pt>
                <c:pt idx="88">
                  <c:v>1.0175559999999999</c:v>
                </c:pt>
                <c:pt idx="89">
                  <c:v>1.08599</c:v>
                </c:pt>
                <c:pt idx="90">
                  <c:v>0.94861700000000004</c:v>
                </c:pt>
                <c:pt idx="91">
                  <c:v>0.775034</c:v>
                </c:pt>
                <c:pt idx="92">
                  <c:v>0.73480389999999995</c:v>
                </c:pt>
                <c:pt idx="93">
                  <c:v>0.71462270000000006</c:v>
                </c:pt>
                <c:pt idx="94">
                  <c:v>0.69814620000000005</c:v>
                </c:pt>
                <c:pt idx="95">
                  <c:v>0.75026930000000003</c:v>
                </c:pt>
                <c:pt idx="96">
                  <c:v>0.78851000000000004</c:v>
                </c:pt>
                <c:pt idx="97">
                  <c:v>0.71427859999999999</c:v>
                </c:pt>
                <c:pt idx="98">
                  <c:v>0.75558159999999996</c:v>
                </c:pt>
                <c:pt idx="99">
                  <c:v>0.81555489999999997</c:v>
                </c:pt>
                <c:pt idx="100">
                  <c:v>0.8182024</c:v>
                </c:pt>
                <c:pt idx="101">
                  <c:v>0.87957790000000002</c:v>
                </c:pt>
                <c:pt idx="102">
                  <c:v>0.94999690000000003</c:v>
                </c:pt>
                <c:pt idx="103">
                  <c:v>0.91920659999999998</c:v>
                </c:pt>
                <c:pt idx="104">
                  <c:v>0.9797131</c:v>
                </c:pt>
                <c:pt idx="105">
                  <c:v>0.99165979999999998</c:v>
                </c:pt>
                <c:pt idx="106">
                  <c:v>1.0411090000000001</c:v>
                </c:pt>
                <c:pt idx="107">
                  <c:v>1.1248119999999999</c:v>
                </c:pt>
                <c:pt idx="108">
                  <c:v>1.0457259999999999</c:v>
                </c:pt>
                <c:pt idx="109">
                  <c:v>1.091045</c:v>
                </c:pt>
                <c:pt idx="110">
                  <c:v>1.04491</c:v>
                </c:pt>
                <c:pt idx="111">
                  <c:v>1.127445</c:v>
                </c:pt>
                <c:pt idx="112">
                  <c:v>1.171662</c:v>
                </c:pt>
                <c:pt idx="113">
                  <c:v>1.135456</c:v>
                </c:pt>
                <c:pt idx="114">
                  <c:v>1.2168559999999999</c:v>
                </c:pt>
                <c:pt idx="115">
                  <c:v>1.1392089999999999</c:v>
                </c:pt>
                <c:pt idx="116">
                  <c:v>1.1048739999999999</c:v>
                </c:pt>
                <c:pt idx="117">
                  <c:v>1.102878</c:v>
                </c:pt>
                <c:pt idx="118">
                  <c:v>1.092125</c:v>
                </c:pt>
                <c:pt idx="119">
                  <c:v>1.074946</c:v>
                </c:pt>
                <c:pt idx="120">
                  <c:v>1.045142</c:v>
                </c:pt>
                <c:pt idx="121">
                  <c:v>1.0665629999999999</c:v>
                </c:pt>
                <c:pt idx="122">
                  <c:v>1.0222469999999999</c:v>
                </c:pt>
                <c:pt idx="123">
                  <c:v>1.0084869999999999</c:v>
                </c:pt>
                <c:pt idx="124">
                  <c:v>0.9845604</c:v>
                </c:pt>
                <c:pt idx="125">
                  <c:v>0.9062848</c:v>
                </c:pt>
                <c:pt idx="126">
                  <c:v>0.98254410000000003</c:v>
                </c:pt>
                <c:pt idx="127">
                  <c:v>0.92812899999999998</c:v>
                </c:pt>
                <c:pt idx="128">
                  <c:v>0.93756209999999995</c:v>
                </c:pt>
                <c:pt idx="129">
                  <c:v>0.90543989999999996</c:v>
                </c:pt>
                <c:pt idx="130">
                  <c:v>0.90358989999999995</c:v>
                </c:pt>
                <c:pt idx="131">
                  <c:v>0.90951910000000002</c:v>
                </c:pt>
                <c:pt idx="132">
                  <c:v>0.94061110000000003</c:v>
                </c:pt>
                <c:pt idx="133">
                  <c:v>0.95700569999999996</c:v>
                </c:pt>
                <c:pt idx="134">
                  <c:v>0.92342420000000003</c:v>
                </c:pt>
                <c:pt idx="135">
                  <c:v>0.96593329999999999</c:v>
                </c:pt>
                <c:pt idx="136">
                  <c:v>0.91700539999999997</c:v>
                </c:pt>
                <c:pt idx="137">
                  <c:v>0.94458339999999996</c:v>
                </c:pt>
                <c:pt idx="138">
                  <c:v>0.96280540000000003</c:v>
                </c:pt>
                <c:pt idx="139">
                  <c:v>0.9957203</c:v>
                </c:pt>
                <c:pt idx="140">
                  <c:v>0.9843906</c:v>
                </c:pt>
                <c:pt idx="141">
                  <c:v>0.9868074</c:v>
                </c:pt>
                <c:pt idx="142">
                  <c:v>0.97972360000000003</c:v>
                </c:pt>
                <c:pt idx="143">
                  <c:v>0.94774789999999998</c:v>
                </c:pt>
                <c:pt idx="144">
                  <c:v>0.98791090000000004</c:v>
                </c:pt>
                <c:pt idx="145">
                  <c:v>0.96674660000000001</c:v>
                </c:pt>
                <c:pt idx="146">
                  <c:v>0.9921373</c:v>
                </c:pt>
                <c:pt idx="147">
                  <c:v>1.0223599999999999</c:v>
                </c:pt>
                <c:pt idx="148">
                  <c:v>1.060284</c:v>
                </c:pt>
                <c:pt idx="149">
                  <c:v>1.026192</c:v>
                </c:pt>
                <c:pt idx="150">
                  <c:v>1.0204200000000001</c:v>
                </c:pt>
                <c:pt idx="151">
                  <c:v>1.048359</c:v>
                </c:pt>
                <c:pt idx="152">
                  <c:v>1.058003</c:v>
                </c:pt>
                <c:pt idx="153">
                  <c:v>1.0190049999999999</c:v>
                </c:pt>
                <c:pt idx="154">
                  <c:v>1.050745</c:v>
                </c:pt>
                <c:pt idx="155">
                  <c:v>1.036756</c:v>
                </c:pt>
                <c:pt idx="156">
                  <c:v>1.071728</c:v>
                </c:pt>
                <c:pt idx="157">
                  <c:v>1.0663990000000001</c:v>
                </c:pt>
                <c:pt idx="158">
                  <c:v>1.058962</c:v>
                </c:pt>
                <c:pt idx="159">
                  <c:v>0.99781960000000003</c:v>
                </c:pt>
                <c:pt idx="160">
                  <c:v>1.0222929999999999</c:v>
                </c:pt>
                <c:pt idx="161">
                  <c:v>0.99983710000000003</c:v>
                </c:pt>
                <c:pt idx="162">
                  <c:v>0.98658020000000002</c:v>
                </c:pt>
                <c:pt idx="163">
                  <c:v>1.023771</c:v>
                </c:pt>
                <c:pt idx="164">
                  <c:v>1.0078929999999999</c:v>
                </c:pt>
                <c:pt idx="165">
                  <c:v>0.95916179999999995</c:v>
                </c:pt>
                <c:pt idx="166">
                  <c:v>0.98976450000000005</c:v>
                </c:pt>
                <c:pt idx="167">
                  <c:v>0.9698021</c:v>
                </c:pt>
                <c:pt idx="168">
                  <c:v>0.9965598</c:v>
                </c:pt>
                <c:pt idx="169">
                  <c:v>0.98958919999999995</c:v>
                </c:pt>
                <c:pt idx="170">
                  <c:v>0.96918729999999997</c:v>
                </c:pt>
                <c:pt idx="171">
                  <c:v>0.94412050000000003</c:v>
                </c:pt>
                <c:pt idx="172">
                  <c:v>0.98518530000000004</c:v>
                </c:pt>
                <c:pt idx="173">
                  <c:v>0.95497449999999995</c:v>
                </c:pt>
                <c:pt idx="174">
                  <c:v>0.96769400000000005</c:v>
                </c:pt>
                <c:pt idx="175">
                  <c:v>0.93735650000000004</c:v>
                </c:pt>
                <c:pt idx="176">
                  <c:v>1.0047170000000001</c:v>
                </c:pt>
                <c:pt idx="177">
                  <c:v>0.95945480000000005</c:v>
                </c:pt>
                <c:pt idx="178">
                  <c:v>0.9823906</c:v>
                </c:pt>
                <c:pt idx="179">
                  <c:v>0.98960550000000003</c:v>
                </c:pt>
                <c:pt idx="180">
                  <c:v>0.98702679999999998</c:v>
                </c:pt>
                <c:pt idx="181">
                  <c:v>0.99926700000000002</c:v>
                </c:pt>
                <c:pt idx="182">
                  <c:v>0.99692789999999998</c:v>
                </c:pt>
                <c:pt idx="183">
                  <c:v>0.9696053</c:v>
                </c:pt>
                <c:pt idx="184">
                  <c:v>1.0041800000000001</c:v>
                </c:pt>
                <c:pt idx="185">
                  <c:v>0.99419999999999997</c:v>
                </c:pt>
                <c:pt idx="186">
                  <c:v>1.031566</c:v>
                </c:pt>
                <c:pt idx="187">
                  <c:v>1.000556</c:v>
                </c:pt>
                <c:pt idx="188">
                  <c:v>1.035812</c:v>
                </c:pt>
                <c:pt idx="189">
                  <c:v>1.0544039999999999</c:v>
                </c:pt>
                <c:pt idx="190">
                  <c:v>1.058346</c:v>
                </c:pt>
                <c:pt idx="191">
                  <c:v>1.018494</c:v>
                </c:pt>
                <c:pt idx="192">
                  <c:v>1.00101</c:v>
                </c:pt>
                <c:pt idx="193">
                  <c:v>1.0360130000000001</c:v>
                </c:pt>
                <c:pt idx="194">
                  <c:v>1.02685</c:v>
                </c:pt>
                <c:pt idx="195">
                  <c:v>1.043024</c:v>
                </c:pt>
                <c:pt idx="196">
                  <c:v>1.0015369999999999</c:v>
                </c:pt>
                <c:pt idx="197">
                  <c:v>1.0488459999999999</c:v>
                </c:pt>
                <c:pt idx="198">
                  <c:v>0.99838199999999999</c:v>
                </c:pt>
                <c:pt idx="199">
                  <c:v>1.0146770000000001</c:v>
                </c:pt>
                <c:pt idx="200">
                  <c:v>0.97996289999999997</c:v>
                </c:pt>
                <c:pt idx="201">
                  <c:v>1.021757</c:v>
                </c:pt>
                <c:pt idx="202">
                  <c:v>0.97895069999999995</c:v>
                </c:pt>
                <c:pt idx="203">
                  <c:v>1.006081</c:v>
                </c:pt>
                <c:pt idx="204">
                  <c:v>1.000183</c:v>
                </c:pt>
                <c:pt idx="205">
                  <c:v>0.98246199999999995</c:v>
                </c:pt>
                <c:pt idx="206">
                  <c:v>1.017552</c:v>
                </c:pt>
                <c:pt idx="207">
                  <c:v>0.96082230000000002</c:v>
                </c:pt>
                <c:pt idx="208">
                  <c:v>0.99442419999999998</c:v>
                </c:pt>
                <c:pt idx="209">
                  <c:v>0.96672990000000003</c:v>
                </c:pt>
                <c:pt idx="210">
                  <c:v>0.95850729999999995</c:v>
                </c:pt>
                <c:pt idx="211">
                  <c:v>0.97042399999999995</c:v>
                </c:pt>
                <c:pt idx="212">
                  <c:v>0.98838789999999999</c:v>
                </c:pt>
                <c:pt idx="213">
                  <c:v>0.98810629999999999</c:v>
                </c:pt>
                <c:pt idx="214">
                  <c:v>0.98808209999999996</c:v>
                </c:pt>
                <c:pt idx="215">
                  <c:v>0.96872349999999996</c:v>
                </c:pt>
                <c:pt idx="216">
                  <c:v>1.0148440000000001</c:v>
                </c:pt>
                <c:pt idx="217">
                  <c:v>0.98776299999999995</c:v>
                </c:pt>
                <c:pt idx="218">
                  <c:v>0.98757799999999996</c:v>
                </c:pt>
                <c:pt idx="219">
                  <c:v>1.0222960000000001</c:v>
                </c:pt>
                <c:pt idx="220">
                  <c:v>1.012786</c:v>
                </c:pt>
                <c:pt idx="221">
                  <c:v>1.0404869999999999</c:v>
                </c:pt>
                <c:pt idx="222">
                  <c:v>1.021304</c:v>
                </c:pt>
                <c:pt idx="223">
                  <c:v>1.0266109999999999</c:v>
                </c:pt>
                <c:pt idx="224">
                  <c:v>0.99891739999999996</c:v>
                </c:pt>
                <c:pt idx="225">
                  <c:v>1.0058510000000001</c:v>
                </c:pt>
                <c:pt idx="226">
                  <c:v>1.0007140000000001</c:v>
                </c:pt>
                <c:pt idx="227">
                  <c:v>1.020551</c:v>
                </c:pt>
                <c:pt idx="228">
                  <c:v>1.030122</c:v>
                </c:pt>
                <c:pt idx="229">
                  <c:v>1.017317</c:v>
                </c:pt>
                <c:pt idx="230">
                  <c:v>1.0151730000000001</c:v>
                </c:pt>
                <c:pt idx="231">
                  <c:v>1.021644</c:v>
                </c:pt>
                <c:pt idx="232">
                  <c:v>1.0020910000000001</c:v>
                </c:pt>
                <c:pt idx="233">
                  <c:v>1.0338940000000001</c:v>
                </c:pt>
                <c:pt idx="234">
                  <c:v>1.0102960000000001</c:v>
                </c:pt>
                <c:pt idx="235">
                  <c:v>1.0130159999999999</c:v>
                </c:pt>
                <c:pt idx="236">
                  <c:v>0.99890129999999999</c:v>
                </c:pt>
                <c:pt idx="237">
                  <c:v>1.0129159999999999</c:v>
                </c:pt>
                <c:pt idx="238">
                  <c:v>1.014008</c:v>
                </c:pt>
                <c:pt idx="239">
                  <c:v>0.97242740000000005</c:v>
                </c:pt>
                <c:pt idx="240">
                  <c:v>0.99842200000000003</c:v>
                </c:pt>
                <c:pt idx="241">
                  <c:v>0.9762151</c:v>
                </c:pt>
                <c:pt idx="242">
                  <c:v>1.018316</c:v>
                </c:pt>
                <c:pt idx="243">
                  <c:v>1.0145679999999999</c:v>
                </c:pt>
                <c:pt idx="244">
                  <c:v>0.98721689999999995</c:v>
                </c:pt>
                <c:pt idx="245">
                  <c:v>0.98619349999999995</c:v>
                </c:pt>
                <c:pt idx="246">
                  <c:v>0.97420050000000002</c:v>
                </c:pt>
                <c:pt idx="247">
                  <c:v>1.0067170000000001</c:v>
                </c:pt>
                <c:pt idx="248">
                  <c:v>0.97247139999999999</c:v>
                </c:pt>
                <c:pt idx="249">
                  <c:v>0.99743870000000001</c:v>
                </c:pt>
                <c:pt idx="250">
                  <c:v>0.94448010000000004</c:v>
                </c:pt>
                <c:pt idx="251">
                  <c:v>0.99004490000000001</c:v>
                </c:pt>
                <c:pt idx="252">
                  <c:v>0.99373940000000005</c:v>
                </c:pt>
                <c:pt idx="253">
                  <c:v>0.98762130000000004</c:v>
                </c:pt>
                <c:pt idx="254">
                  <c:v>0.98618249999999996</c:v>
                </c:pt>
                <c:pt idx="255">
                  <c:v>0.99285199999999996</c:v>
                </c:pt>
                <c:pt idx="256">
                  <c:v>1.0388269999999999</c:v>
                </c:pt>
                <c:pt idx="257">
                  <c:v>0.98940209999999995</c:v>
                </c:pt>
                <c:pt idx="258">
                  <c:v>0.97852380000000005</c:v>
                </c:pt>
                <c:pt idx="259">
                  <c:v>0.99421219999999999</c:v>
                </c:pt>
                <c:pt idx="260">
                  <c:v>0.99701899999999999</c:v>
                </c:pt>
                <c:pt idx="261">
                  <c:v>0.99438959999999998</c:v>
                </c:pt>
                <c:pt idx="262">
                  <c:v>1.02115</c:v>
                </c:pt>
                <c:pt idx="263">
                  <c:v>0.99953530000000002</c:v>
                </c:pt>
                <c:pt idx="264">
                  <c:v>1.013563</c:v>
                </c:pt>
                <c:pt idx="265">
                  <c:v>1.0036430000000001</c:v>
                </c:pt>
                <c:pt idx="266">
                  <c:v>0.99613949999999996</c:v>
                </c:pt>
                <c:pt idx="267">
                  <c:v>0.99061829999999995</c:v>
                </c:pt>
                <c:pt idx="268">
                  <c:v>0.99438680000000002</c:v>
                </c:pt>
                <c:pt idx="269">
                  <c:v>0.990402</c:v>
                </c:pt>
                <c:pt idx="270">
                  <c:v>1.001676</c:v>
                </c:pt>
                <c:pt idx="271">
                  <c:v>1.0136799999999999</c:v>
                </c:pt>
                <c:pt idx="272">
                  <c:v>0.99675210000000003</c:v>
                </c:pt>
                <c:pt idx="273">
                  <c:v>1.0052939999999999</c:v>
                </c:pt>
                <c:pt idx="274">
                  <c:v>1.019096</c:v>
                </c:pt>
                <c:pt idx="275">
                  <c:v>0.99310489999999996</c:v>
                </c:pt>
                <c:pt idx="276">
                  <c:v>0.97155009999999997</c:v>
                </c:pt>
                <c:pt idx="277">
                  <c:v>0.99333740000000004</c:v>
                </c:pt>
                <c:pt idx="278">
                  <c:v>1.021271</c:v>
                </c:pt>
                <c:pt idx="279">
                  <c:v>0.98615580000000003</c:v>
                </c:pt>
                <c:pt idx="280">
                  <c:v>1.0109300000000001</c:v>
                </c:pt>
                <c:pt idx="281">
                  <c:v>1.016807</c:v>
                </c:pt>
                <c:pt idx="282">
                  <c:v>1.003844</c:v>
                </c:pt>
                <c:pt idx="283">
                  <c:v>1.0094689999999999</c:v>
                </c:pt>
                <c:pt idx="284">
                  <c:v>0.98409530000000001</c:v>
                </c:pt>
                <c:pt idx="285">
                  <c:v>0.98939710000000003</c:v>
                </c:pt>
                <c:pt idx="286">
                  <c:v>0.99427010000000005</c:v>
                </c:pt>
                <c:pt idx="287">
                  <c:v>1.0122059999999999</c:v>
                </c:pt>
                <c:pt idx="288">
                  <c:v>0.98855749999999998</c:v>
                </c:pt>
                <c:pt idx="289">
                  <c:v>0.99715730000000002</c:v>
                </c:pt>
                <c:pt idx="290">
                  <c:v>0.9735663</c:v>
                </c:pt>
                <c:pt idx="291">
                  <c:v>0.99426119999999996</c:v>
                </c:pt>
                <c:pt idx="292">
                  <c:v>1.006073</c:v>
                </c:pt>
                <c:pt idx="293">
                  <c:v>1.0087079999999999</c:v>
                </c:pt>
                <c:pt idx="294">
                  <c:v>0.99749239999999995</c:v>
                </c:pt>
                <c:pt idx="295">
                  <c:v>1.014424</c:v>
                </c:pt>
                <c:pt idx="296">
                  <c:v>1.0026569999999999</c:v>
                </c:pt>
                <c:pt idx="297">
                  <c:v>1.0019279999999999</c:v>
                </c:pt>
                <c:pt idx="298">
                  <c:v>0.99066109999999996</c:v>
                </c:pt>
                <c:pt idx="299">
                  <c:v>0.98679530000000004</c:v>
                </c:pt>
                <c:pt idx="300">
                  <c:v>1.0150220000000001</c:v>
                </c:pt>
                <c:pt idx="301">
                  <c:v>1.0132460000000001</c:v>
                </c:pt>
                <c:pt idx="302">
                  <c:v>0.99795259999999997</c:v>
                </c:pt>
                <c:pt idx="303">
                  <c:v>1.0074829999999999</c:v>
                </c:pt>
                <c:pt idx="304">
                  <c:v>0.99443720000000002</c:v>
                </c:pt>
                <c:pt idx="305">
                  <c:v>1.0016389999999999</c:v>
                </c:pt>
                <c:pt idx="306">
                  <c:v>0.99049410000000004</c:v>
                </c:pt>
                <c:pt idx="307">
                  <c:v>1.009951</c:v>
                </c:pt>
                <c:pt idx="308">
                  <c:v>0.98685529999999999</c:v>
                </c:pt>
                <c:pt idx="309">
                  <c:v>0.98716879999999996</c:v>
                </c:pt>
                <c:pt idx="310">
                  <c:v>0.98759889999999995</c:v>
                </c:pt>
                <c:pt idx="311">
                  <c:v>0.99739009999999995</c:v>
                </c:pt>
                <c:pt idx="312">
                  <c:v>1.0098199999999999</c:v>
                </c:pt>
                <c:pt idx="313">
                  <c:v>1.001047</c:v>
                </c:pt>
                <c:pt idx="314">
                  <c:v>0.98178140000000003</c:v>
                </c:pt>
                <c:pt idx="315">
                  <c:v>0.9819966</c:v>
                </c:pt>
                <c:pt idx="316">
                  <c:v>0.99738990000000005</c:v>
                </c:pt>
                <c:pt idx="317">
                  <c:v>0.98842949999999996</c:v>
                </c:pt>
                <c:pt idx="318">
                  <c:v>0.99363409999999996</c:v>
                </c:pt>
                <c:pt idx="319">
                  <c:v>1.0140709999999999</c:v>
                </c:pt>
                <c:pt idx="320">
                  <c:v>1.0093510000000001</c:v>
                </c:pt>
                <c:pt idx="321">
                  <c:v>1.0012490000000001</c:v>
                </c:pt>
                <c:pt idx="322">
                  <c:v>1.0047330000000001</c:v>
                </c:pt>
                <c:pt idx="323">
                  <c:v>0.99256420000000001</c:v>
                </c:pt>
                <c:pt idx="324">
                  <c:v>0.99382530000000002</c:v>
                </c:pt>
                <c:pt idx="325">
                  <c:v>0.9737498</c:v>
                </c:pt>
                <c:pt idx="326">
                  <c:v>1.010148</c:v>
                </c:pt>
                <c:pt idx="327">
                  <c:v>0.99220839999999999</c:v>
                </c:pt>
                <c:pt idx="328">
                  <c:v>0.99097389999999996</c:v>
                </c:pt>
                <c:pt idx="329">
                  <c:v>1.002761</c:v>
                </c:pt>
                <c:pt idx="330">
                  <c:v>1.005798</c:v>
                </c:pt>
                <c:pt idx="331">
                  <c:v>1.006429</c:v>
                </c:pt>
                <c:pt idx="332">
                  <c:v>0.98993969999999998</c:v>
                </c:pt>
                <c:pt idx="333">
                  <c:v>1.007004</c:v>
                </c:pt>
                <c:pt idx="334">
                  <c:v>1.0028239999999999</c:v>
                </c:pt>
                <c:pt idx="335">
                  <c:v>1.005803</c:v>
                </c:pt>
                <c:pt idx="336">
                  <c:v>1.010651</c:v>
                </c:pt>
                <c:pt idx="337">
                  <c:v>1.002173</c:v>
                </c:pt>
                <c:pt idx="338">
                  <c:v>1.002203</c:v>
                </c:pt>
                <c:pt idx="339">
                  <c:v>0.99690590000000001</c:v>
                </c:pt>
                <c:pt idx="340">
                  <c:v>1.002092</c:v>
                </c:pt>
                <c:pt idx="341">
                  <c:v>1.0185120000000001</c:v>
                </c:pt>
                <c:pt idx="342">
                  <c:v>1.000294</c:v>
                </c:pt>
                <c:pt idx="343">
                  <c:v>1.0004789999999999</c:v>
                </c:pt>
                <c:pt idx="344">
                  <c:v>0.99434420000000001</c:v>
                </c:pt>
                <c:pt idx="345">
                  <c:v>0.99646539999999995</c:v>
                </c:pt>
                <c:pt idx="346">
                  <c:v>0.99560079999999995</c:v>
                </c:pt>
                <c:pt idx="347">
                  <c:v>1.009144</c:v>
                </c:pt>
                <c:pt idx="348">
                  <c:v>1.0066170000000001</c:v>
                </c:pt>
                <c:pt idx="349">
                  <c:v>1.004769</c:v>
                </c:pt>
                <c:pt idx="350">
                  <c:v>0.99307469999999998</c:v>
                </c:pt>
                <c:pt idx="351">
                  <c:v>0.99657609999999996</c:v>
                </c:pt>
                <c:pt idx="352">
                  <c:v>0.99465899999999996</c:v>
                </c:pt>
                <c:pt idx="353">
                  <c:v>1.0023249999999999</c:v>
                </c:pt>
                <c:pt idx="354">
                  <c:v>0.98954339999999996</c:v>
                </c:pt>
                <c:pt idx="355">
                  <c:v>1.017244</c:v>
                </c:pt>
                <c:pt idx="356">
                  <c:v>1.007058</c:v>
                </c:pt>
                <c:pt idx="357">
                  <c:v>0.99920560000000003</c:v>
                </c:pt>
                <c:pt idx="358">
                  <c:v>1.0026409999999999</c:v>
                </c:pt>
                <c:pt idx="359">
                  <c:v>1.0175989999999999</c:v>
                </c:pt>
                <c:pt idx="360">
                  <c:v>0.98779519999999998</c:v>
                </c:pt>
                <c:pt idx="361">
                  <c:v>1.008051</c:v>
                </c:pt>
                <c:pt idx="362">
                  <c:v>1.01213</c:v>
                </c:pt>
                <c:pt idx="363">
                  <c:v>1.0011220000000001</c:v>
                </c:pt>
                <c:pt idx="364">
                  <c:v>0.98786339999999995</c:v>
                </c:pt>
                <c:pt idx="365">
                  <c:v>0.99367179999999999</c:v>
                </c:pt>
                <c:pt idx="366">
                  <c:v>1.0018320000000001</c:v>
                </c:pt>
                <c:pt idx="367">
                  <c:v>1.000021</c:v>
                </c:pt>
                <c:pt idx="368">
                  <c:v>0.99781299999999995</c:v>
                </c:pt>
                <c:pt idx="369">
                  <c:v>1.002688</c:v>
                </c:pt>
                <c:pt idx="370">
                  <c:v>0.9924345</c:v>
                </c:pt>
                <c:pt idx="371">
                  <c:v>1.0070140000000001</c:v>
                </c:pt>
                <c:pt idx="372">
                  <c:v>0.99613200000000002</c:v>
                </c:pt>
                <c:pt idx="373">
                  <c:v>1.00807</c:v>
                </c:pt>
                <c:pt idx="374">
                  <c:v>0.99552410000000002</c:v>
                </c:pt>
                <c:pt idx="375">
                  <c:v>0.996892</c:v>
                </c:pt>
                <c:pt idx="376">
                  <c:v>0.99803949999999997</c:v>
                </c:pt>
                <c:pt idx="377">
                  <c:v>0.99706110000000003</c:v>
                </c:pt>
                <c:pt idx="378">
                  <c:v>0.99190149999999999</c:v>
                </c:pt>
                <c:pt idx="379">
                  <c:v>1.009072</c:v>
                </c:pt>
                <c:pt idx="380">
                  <c:v>0.99495029999999995</c:v>
                </c:pt>
                <c:pt idx="381">
                  <c:v>0.99815929999999997</c:v>
                </c:pt>
                <c:pt idx="382">
                  <c:v>1.0144310000000001</c:v>
                </c:pt>
                <c:pt idx="383">
                  <c:v>0.99074859999999998</c:v>
                </c:pt>
                <c:pt idx="384">
                  <c:v>1.007047</c:v>
                </c:pt>
                <c:pt idx="385">
                  <c:v>1.0054970000000001</c:v>
                </c:pt>
                <c:pt idx="386">
                  <c:v>1.0080480000000001</c:v>
                </c:pt>
                <c:pt idx="387">
                  <c:v>1.0098339999999999</c:v>
                </c:pt>
                <c:pt idx="388">
                  <c:v>1.0058199999999999</c:v>
                </c:pt>
                <c:pt idx="389">
                  <c:v>0.98318399999999995</c:v>
                </c:pt>
                <c:pt idx="390">
                  <c:v>0.99564600000000003</c:v>
                </c:pt>
                <c:pt idx="391">
                  <c:v>0.98285120000000004</c:v>
                </c:pt>
                <c:pt idx="392">
                  <c:v>1.0024919999999999</c:v>
                </c:pt>
                <c:pt idx="393">
                  <c:v>0.98458299999999999</c:v>
                </c:pt>
                <c:pt idx="394">
                  <c:v>0.99542520000000001</c:v>
                </c:pt>
                <c:pt idx="395">
                  <c:v>1.000319</c:v>
                </c:pt>
                <c:pt idx="396">
                  <c:v>0.98819009999999996</c:v>
                </c:pt>
                <c:pt idx="397">
                  <c:v>0.99735050000000003</c:v>
                </c:pt>
                <c:pt idx="398">
                  <c:v>0.99081549999999996</c:v>
                </c:pt>
                <c:pt idx="399">
                  <c:v>1.001722</c:v>
                </c:pt>
                <c:pt idx="400">
                  <c:v>0.99698640000000005</c:v>
                </c:pt>
                <c:pt idx="401">
                  <c:v>0.98907880000000004</c:v>
                </c:pt>
                <c:pt idx="402">
                  <c:v>0.9986199</c:v>
                </c:pt>
                <c:pt idx="403">
                  <c:v>0.97613499999999997</c:v>
                </c:pt>
                <c:pt idx="404">
                  <c:v>1.012229</c:v>
                </c:pt>
                <c:pt idx="405">
                  <c:v>1.002367</c:v>
                </c:pt>
                <c:pt idx="406">
                  <c:v>1.005681</c:v>
                </c:pt>
                <c:pt idx="407">
                  <c:v>1.017306</c:v>
                </c:pt>
                <c:pt idx="408">
                  <c:v>0.99798880000000001</c:v>
                </c:pt>
                <c:pt idx="409">
                  <c:v>1.005134</c:v>
                </c:pt>
                <c:pt idx="410">
                  <c:v>0.99088319999999996</c:v>
                </c:pt>
                <c:pt idx="411">
                  <c:v>0.99411349999999998</c:v>
                </c:pt>
                <c:pt idx="412">
                  <c:v>1.0133719999999999</c:v>
                </c:pt>
                <c:pt idx="413">
                  <c:v>1.0071300000000001</c:v>
                </c:pt>
                <c:pt idx="414">
                  <c:v>1.013606</c:v>
                </c:pt>
                <c:pt idx="415">
                  <c:v>1.0033799999999999</c:v>
                </c:pt>
                <c:pt idx="416">
                  <c:v>1.0003770000000001</c:v>
                </c:pt>
                <c:pt idx="417">
                  <c:v>1.0005139999999999</c:v>
                </c:pt>
                <c:pt idx="418">
                  <c:v>0.99900650000000002</c:v>
                </c:pt>
                <c:pt idx="419">
                  <c:v>0.98366310000000001</c:v>
                </c:pt>
                <c:pt idx="420">
                  <c:v>1.001541</c:v>
                </c:pt>
                <c:pt idx="421">
                  <c:v>1.0132650000000001</c:v>
                </c:pt>
                <c:pt idx="422">
                  <c:v>1.005355</c:v>
                </c:pt>
                <c:pt idx="423">
                  <c:v>1.002667</c:v>
                </c:pt>
                <c:pt idx="424">
                  <c:v>0.98723209999999995</c:v>
                </c:pt>
                <c:pt idx="425">
                  <c:v>1.00109</c:v>
                </c:pt>
                <c:pt idx="426">
                  <c:v>1.001268</c:v>
                </c:pt>
                <c:pt idx="427">
                  <c:v>0.99532929999999997</c:v>
                </c:pt>
                <c:pt idx="428">
                  <c:v>0.99854949999999998</c:v>
                </c:pt>
                <c:pt idx="429">
                  <c:v>1.005417</c:v>
                </c:pt>
                <c:pt idx="430">
                  <c:v>0.99202009999999996</c:v>
                </c:pt>
                <c:pt idx="431">
                  <c:v>0.99875990000000003</c:v>
                </c:pt>
                <c:pt idx="432">
                  <c:v>1.003099</c:v>
                </c:pt>
                <c:pt idx="433">
                  <c:v>1.0023919999999999</c:v>
                </c:pt>
                <c:pt idx="434">
                  <c:v>1.0035540000000001</c:v>
                </c:pt>
                <c:pt idx="435">
                  <c:v>0.98324440000000002</c:v>
                </c:pt>
                <c:pt idx="436">
                  <c:v>0.99967439999999996</c:v>
                </c:pt>
                <c:pt idx="437">
                  <c:v>1.0116080000000001</c:v>
                </c:pt>
                <c:pt idx="438">
                  <c:v>1.000777</c:v>
                </c:pt>
                <c:pt idx="439">
                  <c:v>0.98193260000000004</c:v>
                </c:pt>
                <c:pt idx="440">
                  <c:v>0.99669890000000005</c:v>
                </c:pt>
                <c:pt idx="441">
                  <c:v>1.00085</c:v>
                </c:pt>
                <c:pt idx="442">
                  <c:v>1.0014099999999999</c:v>
                </c:pt>
                <c:pt idx="443">
                  <c:v>1.015722</c:v>
                </c:pt>
                <c:pt idx="444">
                  <c:v>1.01247</c:v>
                </c:pt>
                <c:pt idx="445">
                  <c:v>0.99216590000000005</c:v>
                </c:pt>
                <c:pt idx="446">
                  <c:v>1.006365</c:v>
                </c:pt>
                <c:pt idx="447">
                  <c:v>0.99807239999999997</c:v>
                </c:pt>
                <c:pt idx="448">
                  <c:v>1.0105440000000001</c:v>
                </c:pt>
                <c:pt idx="449">
                  <c:v>1.00397</c:v>
                </c:pt>
                <c:pt idx="450">
                  <c:v>1.00254</c:v>
                </c:pt>
                <c:pt idx="451">
                  <c:v>0.99236789999999997</c:v>
                </c:pt>
                <c:pt idx="452">
                  <c:v>0.99676410000000004</c:v>
                </c:pt>
                <c:pt idx="453">
                  <c:v>1.006273</c:v>
                </c:pt>
                <c:pt idx="454">
                  <c:v>1.015557</c:v>
                </c:pt>
                <c:pt idx="455">
                  <c:v>1.0028440000000001</c:v>
                </c:pt>
                <c:pt idx="456">
                  <c:v>1.0079940000000001</c:v>
                </c:pt>
                <c:pt idx="457">
                  <c:v>0.99657490000000004</c:v>
                </c:pt>
                <c:pt idx="458">
                  <c:v>0.99301419999999996</c:v>
                </c:pt>
                <c:pt idx="459">
                  <c:v>1.004815</c:v>
                </c:pt>
                <c:pt idx="460">
                  <c:v>0.99314420000000003</c:v>
                </c:pt>
                <c:pt idx="461">
                  <c:v>1.0020119999999999</c:v>
                </c:pt>
                <c:pt idx="462">
                  <c:v>0.98127439999999999</c:v>
                </c:pt>
                <c:pt idx="463">
                  <c:v>0.99636990000000003</c:v>
                </c:pt>
                <c:pt idx="464">
                  <c:v>1.0094970000000001</c:v>
                </c:pt>
                <c:pt idx="465">
                  <c:v>0.98953139999999995</c:v>
                </c:pt>
                <c:pt idx="466">
                  <c:v>1.007498</c:v>
                </c:pt>
                <c:pt idx="467">
                  <c:v>1.0044420000000001</c:v>
                </c:pt>
                <c:pt idx="468">
                  <c:v>1.008286</c:v>
                </c:pt>
                <c:pt idx="469">
                  <c:v>0.99918430000000003</c:v>
                </c:pt>
                <c:pt idx="470">
                  <c:v>0.99642149999999996</c:v>
                </c:pt>
                <c:pt idx="471">
                  <c:v>1.0004679999999999</c:v>
                </c:pt>
                <c:pt idx="472">
                  <c:v>0.99727849999999996</c:v>
                </c:pt>
                <c:pt idx="473">
                  <c:v>0.98888670000000001</c:v>
                </c:pt>
                <c:pt idx="474">
                  <c:v>0.98853530000000001</c:v>
                </c:pt>
                <c:pt idx="475">
                  <c:v>1.003708</c:v>
                </c:pt>
                <c:pt idx="476">
                  <c:v>1.0200039999999999</c:v>
                </c:pt>
                <c:pt idx="477">
                  <c:v>0.99723640000000002</c:v>
                </c:pt>
                <c:pt idx="478">
                  <c:v>1.001042</c:v>
                </c:pt>
                <c:pt idx="479">
                  <c:v>0.9916663</c:v>
                </c:pt>
                <c:pt idx="480">
                  <c:v>1.0102420000000001</c:v>
                </c:pt>
                <c:pt idx="481">
                  <c:v>0.99848179999999997</c:v>
                </c:pt>
                <c:pt idx="482">
                  <c:v>1.014111</c:v>
                </c:pt>
                <c:pt idx="483">
                  <c:v>1.0124280000000001</c:v>
                </c:pt>
                <c:pt idx="484">
                  <c:v>1.0003150000000001</c:v>
                </c:pt>
                <c:pt idx="485">
                  <c:v>1.0011099999999999</c:v>
                </c:pt>
                <c:pt idx="486">
                  <c:v>1.0067790000000001</c:v>
                </c:pt>
                <c:pt idx="487">
                  <c:v>0.99630019999999997</c:v>
                </c:pt>
                <c:pt idx="488">
                  <c:v>1.0077430000000001</c:v>
                </c:pt>
                <c:pt idx="489">
                  <c:v>1.010507</c:v>
                </c:pt>
                <c:pt idx="490">
                  <c:v>1.009506</c:v>
                </c:pt>
                <c:pt idx="491">
                  <c:v>1.0051810000000001</c:v>
                </c:pt>
                <c:pt idx="492">
                  <c:v>1.0080659999999999</c:v>
                </c:pt>
                <c:pt idx="493">
                  <c:v>0.98800529999999998</c:v>
                </c:pt>
                <c:pt idx="494">
                  <c:v>0.99158710000000005</c:v>
                </c:pt>
                <c:pt idx="495">
                  <c:v>0.99956699999999998</c:v>
                </c:pt>
                <c:pt idx="496">
                  <c:v>0.99311930000000004</c:v>
                </c:pt>
                <c:pt idx="497">
                  <c:v>1.0038180000000001</c:v>
                </c:pt>
                <c:pt idx="498">
                  <c:v>0.9914731</c:v>
                </c:pt>
                <c:pt idx="499">
                  <c:v>0.99089340000000004</c:v>
                </c:pt>
                <c:pt idx="500">
                  <c:v>0.98504000000000003</c:v>
                </c:pt>
                <c:pt idx="501">
                  <c:v>1.0016849999999999</c:v>
                </c:pt>
                <c:pt idx="502">
                  <c:v>0.99420189999999997</c:v>
                </c:pt>
                <c:pt idx="503">
                  <c:v>0.99976379999999998</c:v>
                </c:pt>
                <c:pt idx="504">
                  <c:v>0.98767959999999999</c:v>
                </c:pt>
                <c:pt idx="505">
                  <c:v>0.98377970000000003</c:v>
                </c:pt>
                <c:pt idx="506">
                  <c:v>0.99778279999999997</c:v>
                </c:pt>
                <c:pt idx="507">
                  <c:v>1.0105580000000001</c:v>
                </c:pt>
                <c:pt idx="508">
                  <c:v>1.006381</c:v>
                </c:pt>
                <c:pt idx="509">
                  <c:v>1.0094639999999999</c:v>
                </c:pt>
                <c:pt idx="510">
                  <c:v>1.0009209999999999</c:v>
                </c:pt>
                <c:pt idx="511">
                  <c:v>0.99696300000000004</c:v>
                </c:pt>
                <c:pt idx="512">
                  <c:v>0.99458279999999999</c:v>
                </c:pt>
                <c:pt idx="513">
                  <c:v>1.0050669999999999</c:v>
                </c:pt>
                <c:pt idx="514">
                  <c:v>0.99756849999999997</c:v>
                </c:pt>
                <c:pt idx="515">
                  <c:v>1.0013890000000001</c:v>
                </c:pt>
                <c:pt idx="516">
                  <c:v>0.99935589999999996</c:v>
                </c:pt>
              </c:numCache>
            </c:numRef>
          </c:yVal>
          <c:smooth val="1"/>
          <c:extLst>
            <c:ext xmlns:c16="http://schemas.microsoft.com/office/drawing/2014/chart" uri="{C3380CC4-5D6E-409C-BE32-E72D297353CC}">
              <c16:uniqueId val="{00000007-2F69-4D7F-BDCE-E9FA2D77B338}"/>
            </c:ext>
          </c:extLst>
        </c:ser>
        <c:ser>
          <c:idx val="8"/>
          <c:order val="8"/>
          <c:tx>
            <c:strRef>
              <c:f>Sheet1!$K$1</c:f>
              <c:strCache>
                <c:ptCount val="1"/>
                <c:pt idx="0">
                  <c:v>Cu-Be</c:v>
                </c:pt>
              </c:strCache>
            </c:strRef>
          </c:tx>
          <c:spPr>
            <a:ln w="19050" cap="rnd">
              <a:solidFill>
                <a:schemeClr val="accent3">
                  <a:lumMod val="60000"/>
                </a:schemeClr>
              </a:solidFill>
              <a:round/>
            </a:ln>
            <a:effectLst/>
          </c:spPr>
          <c:marker>
            <c:symbol val="none"/>
          </c:marker>
          <c:xVal>
            <c:numRef>
              <c:f>Sheet1!$B$2:$B$1550</c:f>
              <c:numCache>
                <c:formatCode>0.00E+00</c:formatCode>
                <c:ptCount val="517"/>
                <c:pt idx="0">
                  <c:v>0.06</c:v>
                </c:pt>
                <c:pt idx="1">
                  <c:v>0.12</c:v>
                </c:pt>
                <c:pt idx="2">
                  <c:v>0.18</c:v>
                </c:pt>
                <c:pt idx="3">
                  <c:v>0.24</c:v>
                </c:pt>
                <c:pt idx="4">
                  <c:v>0.3</c:v>
                </c:pt>
                <c:pt idx="5">
                  <c:v>0.36</c:v>
                </c:pt>
                <c:pt idx="6">
                  <c:v>0.42</c:v>
                </c:pt>
                <c:pt idx="7">
                  <c:v>0.48</c:v>
                </c:pt>
                <c:pt idx="8">
                  <c:v>0.54</c:v>
                </c:pt>
                <c:pt idx="9">
                  <c:v>0.6</c:v>
                </c:pt>
                <c:pt idx="10">
                  <c:v>0.66</c:v>
                </c:pt>
                <c:pt idx="11">
                  <c:v>0.72</c:v>
                </c:pt>
                <c:pt idx="12">
                  <c:v>0.78</c:v>
                </c:pt>
                <c:pt idx="13">
                  <c:v>0.84</c:v>
                </c:pt>
                <c:pt idx="14">
                  <c:v>0.9</c:v>
                </c:pt>
                <c:pt idx="15">
                  <c:v>0.96</c:v>
                </c:pt>
                <c:pt idx="16" formatCode="General">
                  <c:v>1.02</c:v>
                </c:pt>
                <c:pt idx="17" formatCode="General">
                  <c:v>1.08</c:v>
                </c:pt>
                <c:pt idx="18" formatCode="General">
                  <c:v>1.1399999999999999</c:v>
                </c:pt>
                <c:pt idx="19" formatCode="General">
                  <c:v>1.2</c:v>
                </c:pt>
                <c:pt idx="20" formatCode="General">
                  <c:v>1.26</c:v>
                </c:pt>
                <c:pt idx="21" formatCode="General">
                  <c:v>1.32</c:v>
                </c:pt>
                <c:pt idx="22" formatCode="General">
                  <c:v>1.38</c:v>
                </c:pt>
                <c:pt idx="23" formatCode="General">
                  <c:v>1.44</c:v>
                </c:pt>
                <c:pt idx="24" formatCode="General">
                  <c:v>1.5</c:v>
                </c:pt>
                <c:pt idx="25" formatCode="General">
                  <c:v>1.56</c:v>
                </c:pt>
                <c:pt idx="26" formatCode="General">
                  <c:v>1.62</c:v>
                </c:pt>
                <c:pt idx="27" formatCode="General">
                  <c:v>1.68</c:v>
                </c:pt>
                <c:pt idx="28" formatCode="General">
                  <c:v>1.74</c:v>
                </c:pt>
                <c:pt idx="29" formatCode="General">
                  <c:v>1.8</c:v>
                </c:pt>
                <c:pt idx="30" formatCode="General">
                  <c:v>1.86</c:v>
                </c:pt>
                <c:pt idx="31" formatCode="General">
                  <c:v>1.92</c:v>
                </c:pt>
                <c:pt idx="32" formatCode="General">
                  <c:v>1.98</c:v>
                </c:pt>
                <c:pt idx="33" formatCode="General">
                  <c:v>2.04</c:v>
                </c:pt>
                <c:pt idx="34" formatCode="General">
                  <c:v>2.1</c:v>
                </c:pt>
                <c:pt idx="35" formatCode="General">
                  <c:v>2.16</c:v>
                </c:pt>
                <c:pt idx="36" formatCode="General">
                  <c:v>2.2200000000000002</c:v>
                </c:pt>
                <c:pt idx="37" formatCode="General">
                  <c:v>2.2799999999999998</c:v>
                </c:pt>
                <c:pt idx="38" formatCode="General">
                  <c:v>2.34</c:v>
                </c:pt>
                <c:pt idx="39" formatCode="General">
                  <c:v>2.4</c:v>
                </c:pt>
                <c:pt idx="40" formatCode="General">
                  <c:v>2.46</c:v>
                </c:pt>
                <c:pt idx="41" formatCode="General">
                  <c:v>2.52</c:v>
                </c:pt>
                <c:pt idx="42" formatCode="General">
                  <c:v>2.58</c:v>
                </c:pt>
                <c:pt idx="43" formatCode="General">
                  <c:v>2.64</c:v>
                </c:pt>
                <c:pt idx="44" formatCode="General">
                  <c:v>2.7</c:v>
                </c:pt>
                <c:pt idx="45" formatCode="General">
                  <c:v>2.76</c:v>
                </c:pt>
                <c:pt idx="46" formatCode="General">
                  <c:v>2.82</c:v>
                </c:pt>
                <c:pt idx="47" formatCode="General">
                  <c:v>2.88</c:v>
                </c:pt>
                <c:pt idx="48" formatCode="General">
                  <c:v>2.94</c:v>
                </c:pt>
                <c:pt idx="49" formatCode="General">
                  <c:v>3</c:v>
                </c:pt>
                <c:pt idx="50" formatCode="General">
                  <c:v>3.06</c:v>
                </c:pt>
                <c:pt idx="51" formatCode="General">
                  <c:v>3.12</c:v>
                </c:pt>
                <c:pt idx="52" formatCode="General">
                  <c:v>3.18</c:v>
                </c:pt>
                <c:pt idx="53" formatCode="General">
                  <c:v>3.24</c:v>
                </c:pt>
                <c:pt idx="54" formatCode="General">
                  <c:v>3.3</c:v>
                </c:pt>
                <c:pt idx="55" formatCode="General">
                  <c:v>3.36</c:v>
                </c:pt>
                <c:pt idx="56" formatCode="General">
                  <c:v>3.42</c:v>
                </c:pt>
                <c:pt idx="57" formatCode="General">
                  <c:v>3.48</c:v>
                </c:pt>
                <c:pt idx="58" formatCode="General">
                  <c:v>3.54</c:v>
                </c:pt>
                <c:pt idx="59" formatCode="General">
                  <c:v>3.6</c:v>
                </c:pt>
                <c:pt idx="60" formatCode="General">
                  <c:v>3.66</c:v>
                </c:pt>
                <c:pt idx="61" formatCode="General">
                  <c:v>3.72</c:v>
                </c:pt>
                <c:pt idx="62" formatCode="General">
                  <c:v>3.78</c:v>
                </c:pt>
                <c:pt idx="63" formatCode="General">
                  <c:v>3.84</c:v>
                </c:pt>
                <c:pt idx="64" formatCode="General">
                  <c:v>3.9</c:v>
                </c:pt>
                <c:pt idx="65" formatCode="General">
                  <c:v>3.96</c:v>
                </c:pt>
                <c:pt idx="66" formatCode="General">
                  <c:v>4.0199999999999996</c:v>
                </c:pt>
                <c:pt idx="67" formatCode="General">
                  <c:v>4.08</c:v>
                </c:pt>
                <c:pt idx="68" formatCode="General">
                  <c:v>4.1399999999999997</c:v>
                </c:pt>
                <c:pt idx="69" formatCode="General">
                  <c:v>4.2</c:v>
                </c:pt>
                <c:pt idx="70" formatCode="General">
                  <c:v>4.26</c:v>
                </c:pt>
                <c:pt idx="71" formatCode="General">
                  <c:v>4.32</c:v>
                </c:pt>
                <c:pt idx="72" formatCode="General">
                  <c:v>4.38</c:v>
                </c:pt>
                <c:pt idx="73" formatCode="General">
                  <c:v>4.4400000000000004</c:v>
                </c:pt>
                <c:pt idx="74" formatCode="General">
                  <c:v>4.5</c:v>
                </c:pt>
                <c:pt idx="75" formatCode="General">
                  <c:v>4.5599999999999996</c:v>
                </c:pt>
                <c:pt idx="76" formatCode="General">
                  <c:v>4.62</c:v>
                </c:pt>
                <c:pt idx="77" formatCode="General">
                  <c:v>4.68</c:v>
                </c:pt>
                <c:pt idx="78" formatCode="General">
                  <c:v>4.74</c:v>
                </c:pt>
                <c:pt idx="79" formatCode="General">
                  <c:v>4.8</c:v>
                </c:pt>
                <c:pt idx="80" formatCode="General">
                  <c:v>4.8600000000000003</c:v>
                </c:pt>
                <c:pt idx="81" formatCode="General">
                  <c:v>4.92</c:v>
                </c:pt>
                <c:pt idx="82" formatCode="General">
                  <c:v>4.9800000000000004</c:v>
                </c:pt>
                <c:pt idx="83" formatCode="General">
                  <c:v>5.04</c:v>
                </c:pt>
                <c:pt idx="84" formatCode="General">
                  <c:v>5.0999999999999996</c:v>
                </c:pt>
                <c:pt idx="85" formatCode="General">
                  <c:v>5.16</c:v>
                </c:pt>
                <c:pt idx="86" formatCode="General">
                  <c:v>5.22</c:v>
                </c:pt>
                <c:pt idx="87" formatCode="General">
                  <c:v>5.28</c:v>
                </c:pt>
                <c:pt idx="88" formatCode="General">
                  <c:v>5.34</c:v>
                </c:pt>
                <c:pt idx="89" formatCode="General">
                  <c:v>5.4</c:v>
                </c:pt>
                <c:pt idx="90" formatCode="General">
                  <c:v>5.46</c:v>
                </c:pt>
                <c:pt idx="91" formatCode="General">
                  <c:v>5.52</c:v>
                </c:pt>
                <c:pt idx="92" formatCode="General">
                  <c:v>5.58</c:v>
                </c:pt>
                <c:pt idx="93" formatCode="General">
                  <c:v>5.64</c:v>
                </c:pt>
                <c:pt idx="94" formatCode="General">
                  <c:v>5.7</c:v>
                </c:pt>
                <c:pt idx="95" formatCode="General">
                  <c:v>5.76</c:v>
                </c:pt>
                <c:pt idx="96" formatCode="General">
                  <c:v>5.82</c:v>
                </c:pt>
                <c:pt idx="97" formatCode="General">
                  <c:v>5.88</c:v>
                </c:pt>
                <c:pt idx="98" formatCode="General">
                  <c:v>5.94</c:v>
                </c:pt>
                <c:pt idx="99" formatCode="General">
                  <c:v>6</c:v>
                </c:pt>
                <c:pt idx="100" formatCode="General">
                  <c:v>6.06</c:v>
                </c:pt>
                <c:pt idx="101" formatCode="General">
                  <c:v>6.12</c:v>
                </c:pt>
                <c:pt idx="102" formatCode="General">
                  <c:v>6.18</c:v>
                </c:pt>
                <c:pt idx="103" formatCode="General">
                  <c:v>6.24</c:v>
                </c:pt>
                <c:pt idx="104" formatCode="General">
                  <c:v>6.3</c:v>
                </c:pt>
                <c:pt idx="105" formatCode="General">
                  <c:v>6.36</c:v>
                </c:pt>
                <c:pt idx="106" formatCode="General">
                  <c:v>6.42</c:v>
                </c:pt>
                <c:pt idx="107" formatCode="General">
                  <c:v>6.48</c:v>
                </c:pt>
                <c:pt idx="108" formatCode="General">
                  <c:v>6.54</c:v>
                </c:pt>
                <c:pt idx="109" formatCode="General">
                  <c:v>6.6</c:v>
                </c:pt>
                <c:pt idx="110" formatCode="General">
                  <c:v>6.66</c:v>
                </c:pt>
                <c:pt idx="111" formatCode="General">
                  <c:v>6.72</c:v>
                </c:pt>
                <c:pt idx="112" formatCode="General">
                  <c:v>6.78</c:v>
                </c:pt>
                <c:pt idx="113" formatCode="General">
                  <c:v>6.84</c:v>
                </c:pt>
                <c:pt idx="114" formatCode="General">
                  <c:v>6.9</c:v>
                </c:pt>
                <c:pt idx="115" formatCode="General">
                  <c:v>6.96</c:v>
                </c:pt>
                <c:pt idx="116" formatCode="General">
                  <c:v>7.02</c:v>
                </c:pt>
                <c:pt idx="117" formatCode="General">
                  <c:v>7.08</c:v>
                </c:pt>
                <c:pt idx="118" formatCode="General">
                  <c:v>7.14</c:v>
                </c:pt>
                <c:pt idx="119" formatCode="General">
                  <c:v>7.2</c:v>
                </c:pt>
                <c:pt idx="120" formatCode="General">
                  <c:v>7.26</c:v>
                </c:pt>
                <c:pt idx="121" formatCode="General">
                  <c:v>7.32</c:v>
                </c:pt>
                <c:pt idx="122" formatCode="General">
                  <c:v>7.38</c:v>
                </c:pt>
                <c:pt idx="123" formatCode="General">
                  <c:v>7.44</c:v>
                </c:pt>
                <c:pt idx="124" formatCode="General">
                  <c:v>7.5</c:v>
                </c:pt>
                <c:pt idx="125" formatCode="General">
                  <c:v>7.56</c:v>
                </c:pt>
                <c:pt idx="126" formatCode="General">
                  <c:v>7.62</c:v>
                </c:pt>
                <c:pt idx="127" formatCode="General">
                  <c:v>7.68</c:v>
                </c:pt>
                <c:pt idx="128" formatCode="General">
                  <c:v>7.74</c:v>
                </c:pt>
                <c:pt idx="129" formatCode="General">
                  <c:v>7.8</c:v>
                </c:pt>
                <c:pt idx="130" formatCode="General">
                  <c:v>7.86</c:v>
                </c:pt>
                <c:pt idx="131" formatCode="General">
                  <c:v>7.92</c:v>
                </c:pt>
                <c:pt idx="132" formatCode="General">
                  <c:v>7.98</c:v>
                </c:pt>
                <c:pt idx="133" formatCode="General">
                  <c:v>8.0399999999999991</c:v>
                </c:pt>
                <c:pt idx="134" formatCode="General">
                  <c:v>8.0999990000000004</c:v>
                </c:pt>
                <c:pt idx="135" formatCode="General">
                  <c:v>8.16</c:v>
                </c:pt>
                <c:pt idx="136" formatCode="General">
                  <c:v>8.2200000000000006</c:v>
                </c:pt>
                <c:pt idx="137" formatCode="General">
                  <c:v>8.2799999999999994</c:v>
                </c:pt>
                <c:pt idx="138" formatCode="General">
                  <c:v>8.34</c:v>
                </c:pt>
                <c:pt idx="139" formatCode="General">
                  <c:v>8.4</c:v>
                </c:pt>
                <c:pt idx="140" formatCode="General">
                  <c:v>8.4600000000000009</c:v>
                </c:pt>
                <c:pt idx="141" formatCode="General">
                  <c:v>8.52</c:v>
                </c:pt>
                <c:pt idx="142" formatCode="General">
                  <c:v>8.58</c:v>
                </c:pt>
                <c:pt idx="143" formatCode="General">
                  <c:v>8.6399989999999995</c:v>
                </c:pt>
                <c:pt idx="144" formatCode="General">
                  <c:v>8.6999999999999993</c:v>
                </c:pt>
                <c:pt idx="145" formatCode="General">
                  <c:v>8.76</c:v>
                </c:pt>
                <c:pt idx="146" formatCode="General">
                  <c:v>8.82</c:v>
                </c:pt>
                <c:pt idx="147" formatCode="General">
                  <c:v>8.8800000000000008</c:v>
                </c:pt>
                <c:pt idx="148" formatCode="General">
                  <c:v>8.94</c:v>
                </c:pt>
                <c:pt idx="149" formatCode="General">
                  <c:v>9</c:v>
                </c:pt>
                <c:pt idx="150" formatCode="General">
                  <c:v>9.0599989999999995</c:v>
                </c:pt>
                <c:pt idx="151" formatCode="General">
                  <c:v>9.1199999999999992</c:v>
                </c:pt>
                <c:pt idx="152" formatCode="General">
                  <c:v>9.1799990000000005</c:v>
                </c:pt>
                <c:pt idx="153" formatCode="General">
                  <c:v>9.24</c:v>
                </c:pt>
                <c:pt idx="154" formatCode="General">
                  <c:v>9.3000000000000007</c:v>
                </c:pt>
                <c:pt idx="155" formatCode="General">
                  <c:v>9.36</c:v>
                </c:pt>
                <c:pt idx="156" formatCode="General">
                  <c:v>9.42</c:v>
                </c:pt>
                <c:pt idx="157" formatCode="General">
                  <c:v>9.48</c:v>
                </c:pt>
                <c:pt idx="158" formatCode="General">
                  <c:v>9.5399999999999991</c:v>
                </c:pt>
                <c:pt idx="159" formatCode="General">
                  <c:v>9.5999990000000004</c:v>
                </c:pt>
                <c:pt idx="160" formatCode="General">
                  <c:v>9.66</c:v>
                </c:pt>
                <c:pt idx="161" formatCode="General">
                  <c:v>9.7199989999999996</c:v>
                </c:pt>
                <c:pt idx="162" formatCode="General">
                  <c:v>9.7799999999999994</c:v>
                </c:pt>
                <c:pt idx="163" formatCode="General">
                  <c:v>9.84</c:v>
                </c:pt>
                <c:pt idx="164" formatCode="General">
                  <c:v>9.9</c:v>
                </c:pt>
                <c:pt idx="165" formatCode="General">
                  <c:v>9.9600000000000009</c:v>
                </c:pt>
                <c:pt idx="166" formatCode="General">
                  <c:v>10.02</c:v>
                </c:pt>
                <c:pt idx="167" formatCode="General">
                  <c:v>10.08</c:v>
                </c:pt>
                <c:pt idx="168" formatCode="General">
                  <c:v>10.14</c:v>
                </c:pt>
                <c:pt idx="169" formatCode="General">
                  <c:v>10.199999999999999</c:v>
                </c:pt>
                <c:pt idx="170" formatCode="General">
                  <c:v>10.26</c:v>
                </c:pt>
                <c:pt idx="171" formatCode="General">
                  <c:v>10.32</c:v>
                </c:pt>
                <c:pt idx="172" formatCode="General">
                  <c:v>10.38</c:v>
                </c:pt>
                <c:pt idx="173" formatCode="General">
                  <c:v>10.44</c:v>
                </c:pt>
                <c:pt idx="174" formatCode="General">
                  <c:v>10.5</c:v>
                </c:pt>
                <c:pt idx="175" formatCode="General">
                  <c:v>10.56</c:v>
                </c:pt>
                <c:pt idx="176" formatCode="General">
                  <c:v>10.62</c:v>
                </c:pt>
                <c:pt idx="177" formatCode="General">
                  <c:v>10.68</c:v>
                </c:pt>
                <c:pt idx="178" formatCode="General">
                  <c:v>10.74</c:v>
                </c:pt>
                <c:pt idx="179" formatCode="General">
                  <c:v>10.8</c:v>
                </c:pt>
                <c:pt idx="180" formatCode="General">
                  <c:v>10.86</c:v>
                </c:pt>
                <c:pt idx="181" formatCode="General">
                  <c:v>10.92</c:v>
                </c:pt>
                <c:pt idx="182" formatCode="General">
                  <c:v>10.98</c:v>
                </c:pt>
                <c:pt idx="183" formatCode="General">
                  <c:v>11.04</c:v>
                </c:pt>
                <c:pt idx="184" formatCode="General">
                  <c:v>11.1</c:v>
                </c:pt>
                <c:pt idx="185" formatCode="General">
                  <c:v>11.16</c:v>
                </c:pt>
                <c:pt idx="186" formatCode="General">
                  <c:v>11.22</c:v>
                </c:pt>
                <c:pt idx="187" formatCode="General">
                  <c:v>11.28</c:v>
                </c:pt>
                <c:pt idx="188" formatCode="General">
                  <c:v>11.34</c:v>
                </c:pt>
                <c:pt idx="189" formatCode="General">
                  <c:v>11.4</c:v>
                </c:pt>
                <c:pt idx="190" formatCode="General">
                  <c:v>11.46</c:v>
                </c:pt>
                <c:pt idx="191" formatCode="General">
                  <c:v>11.52</c:v>
                </c:pt>
                <c:pt idx="192" formatCode="General">
                  <c:v>11.58</c:v>
                </c:pt>
                <c:pt idx="193" formatCode="General">
                  <c:v>11.64</c:v>
                </c:pt>
                <c:pt idx="194" formatCode="General">
                  <c:v>11.7</c:v>
                </c:pt>
                <c:pt idx="195" formatCode="General">
                  <c:v>11.76</c:v>
                </c:pt>
                <c:pt idx="196" formatCode="General">
                  <c:v>11.82</c:v>
                </c:pt>
                <c:pt idx="197" formatCode="General">
                  <c:v>11.88</c:v>
                </c:pt>
                <c:pt idx="198" formatCode="General">
                  <c:v>11.94</c:v>
                </c:pt>
                <c:pt idx="199" formatCode="General">
                  <c:v>12</c:v>
                </c:pt>
                <c:pt idx="200" formatCode="General">
                  <c:v>12.06</c:v>
                </c:pt>
                <c:pt idx="201" formatCode="General">
                  <c:v>12.12</c:v>
                </c:pt>
                <c:pt idx="202" formatCode="General">
                  <c:v>12.18</c:v>
                </c:pt>
                <c:pt idx="203" formatCode="General">
                  <c:v>12.24</c:v>
                </c:pt>
                <c:pt idx="204" formatCode="General">
                  <c:v>12.3</c:v>
                </c:pt>
                <c:pt idx="205" formatCode="General">
                  <c:v>12.36</c:v>
                </c:pt>
                <c:pt idx="206" formatCode="General">
                  <c:v>12.42</c:v>
                </c:pt>
                <c:pt idx="207" formatCode="General">
                  <c:v>12.48</c:v>
                </c:pt>
                <c:pt idx="208" formatCode="General">
                  <c:v>12.54</c:v>
                </c:pt>
                <c:pt idx="209" formatCode="General">
                  <c:v>12.6</c:v>
                </c:pt>
                <c:pt idx="210" formatCode="General">
                  <c:v>12.66</c:v>
                </c:pt>
                <c:pt idx="211" formatCode="General">
                  <c:v>12.72</c:v>
                </c:pt>
                <c:pt idx="212" formatCode="General">
                  <c:v>12.78</c:v>
                </c:pt>
                <c:pt idx="213" formatCode="General">
                  <c:v>12.84</c:v>
                </c:pt>
                <c:pt idx="214" formatCode="General">
                  <c:v>12.9</c:v>
                </c:pt>
                <c:pt idx="215" formatCode="General">
                  <c:v>12.96</c:v>
                </c:pt>
                <c:pt idx="216" formatCode="General">
                  <c:v>13.02</c:v>
                </c:pt>
                <c:pt idx="217" formatCode="General">
                  <c:v>13.08</c:v>
                </c:pt>
                <c:pt idx="218" formatCode="General">
                  <c:v>13.14</c:v>
                </c:pt>
                <c:pt idx="219" formatCode="General">
                  <c:v>13.2</c:v>
                </c:pt>
                <c:pt idx="220" formatCode="General">
                  <c:v>13.26</c:v>
                </c:pt>
                <c:pt idx="221" formatCode="General">
                  <c:v>13.32</c:v>
                </c:pt>
                <c:pt idx="222" formatCode="General">
                  <c:v>13.38</c:v>
                </c:pt>
                <c:pt idx="223" formatCode="General">
                  <c:v>13.44</c:v>
                </c:pt>
                <c:pt idx="224" formatCode="General">
                  <c:v>13.5</c:v>
                </c:pt>
                <c:pt idx="225" formatCode="General">
                  <c:v>13.56</c:v>
                </c:pt>
                <c:pt idx="226" formatCode="General">
                  <c:v>13.62</c:v>
                </c:pt>
                <c:pt idx="227" formatCode="General">
                  <c:v>13.68</c:v>
                </c:pt>
                <c:pt idx="228" formatCode="General">
                  <c:v>13.74</c:v>
                </c:pt>
                <c:pt idx="229" formatCode="General">
                  <c:v>13.8</c:v>
                </c:pt>
                <c:pt idx="230" formatCode="General">
                  <c:v>13.86</c:v>
                </c:pt>
                <c:pt idx="231" formatCode="General">
                  <c:v>13.92</c:v>
                </c:pt>
                <c:pt idx="232" formatCode="General">
                  <c:v>13.98</c:v>
                </c:pt>
                <c:pt idx="233" formatCode="General">
                  <c:v>14.04</c:v>
                </c:pt>
                <c:pt idx="234" formatCode="General">
                  <c:v>14.1</c:v>
                </c:pt>
                <c:pt idx="235" formatCode="General">
                  <c:v>14.16</c:v>
                </c:pt>
                <c:pt idx="236" formatCode="General">
                  <c:v>14.22</c:v>
                </c:pt>
                <c:pt idx="237" formatCode="General">
                  <c:v>14.28</c:v>
                </c:pt>
                <c:pt idx="238" formatCode="General">
                  <c:v>14.34</c:v>
                </c:pt>
                <c:pt idx="239" formatCode="General">
                  <c:v>14.4</c:v>
                </c:pt>
                <c:pt idx="240" formatCode="General">
                  <c:v>14.46</c:v>
                </c:pt>
                <c:pt idx="241" formatCode="General">
                  <c:v>14.52</c:v>
                </c:pt>
                <c:pt idx="242" formatCode="General">
                  <c:v>14.58</c:v>
                </c:pt>
                <c:pt idx="243" formatCode="General">
                  <c:v>14.64</c:v>
                </c:pt>
                <c:pt idx="244" formatCode="General">
                  <c:v>14.7</c:v>
                </c:pt>
                <c:pt idx="245" formatCode="General">
                  <c:v>14.76</c:v>
                </c:pt>
                <c:pt idx="246" formatCode="General">
                  <c:v>14.82</c:v>
                </c:pt>
                <c:pt idx="247" formatCode="General">
                  <c:v>14.88</c:v>
                </c:pt>
                <c:pt idx="248" formatCode="General">
                  <c:v>14.94</c:v>
                </c:pt>
                <c:pt idx="249" formatCode="General">
                  <c:v>15</c:v>
                </c:pt>
                <c:pt idx="250" formatCode="General">
                  <c:v>15.06</c:v>
                </c:pt>
                <c:pt idx="251" formatCode="General">
                  <c:v>15.12</c:v>
                </c:pt>
                <c:pt idx="252" formatCode="General">
                  <c:v>15.18</c:v>
                </c:pt>
                <c:pt idx="253" formatCode="General">
                  <c:v>15.24</c:v>
                </c:pt>
                <c:pt idx="254" formatCode="General">
                  <c:v>15.3</c:v>
                </c:pt>
                <c:pt idx="255" formatCode="General">
                  <c:v>15.36</c:v>
                </c:pt>
                <c:pt idx="256" formatCode="General">
                  <c:v>15.42</c:v>
                </c:pt>
                <c:pt idx="257" formatCode="General">
                  <c:v>15.48</c:v>
                </c:pt>
                <c:pt idx="258" formatCode="General">
                  <c:v>15.54</c:v>
                </c:pt>
                <c:pt idx="259" formatCode="General">
                  <c:v>15.6</c:v>
                </c:pt>
                <c:pt idx="260" formatCode="General">
                  <c:v>15.66</c:v>
                </c:pt>
                <c:pt idx="261" formatCode="General">
                  <c:v>15.72</c:v>
                </c:pt>
                <c:pt idx="262" formatCode="General">
                  <c:v>15.78</c:v>
                </c:pt>
                <c:pt idx="263" formatCode="General">
                  <c:v>15.84</c:v>
                </c:pt>
                <c:pt idx="264" formatCode="General">
                  <c:v>15.9</c:v>
                </c:pt>
                <c:pt idx="265" formatCode="General">
                  <c:v>15.96</c:v>
                </c:pt>
                <c:pt idx="266" formatCode="General">
                  <c:v>16.02</c:v>
                </c:pt>
                <c:pt idx="267" formatCode="General">
                  <c:v>16.079999999999998</c:v>
                </c:pt>
                <c:pt idx="268" formatCode="General">
                  <c:v>16.14</c:v>
                </c:pt>
                <c:pt idx="269" formatCode="General">
                  <c:v>16.2</c:v>
                </c:pt>
                <c:pt idx="270" formatCode="General">
                  <c:v>16.260000000000002</c:v>
                </c:pt>
                <c:pt idx="271" formatCode="General">
                  <c:v>16.32</c:v>
                </c:pt>
                <c:pt idx="272" formatCode="General">
                  <c:v>16.38</c:v>
                </c:pt>
                <c:pt idx="273" formatCode="General">
                  <c:v>16.440000000000001</c:v>
                </c:pt>
                <c:pt idx="274" formatCode="General">
                  <c:v>16.5</c:v>
                </c:pt>
                <c:pt idx="275" formatCode="General">
                  <c:v>16.559999999999999</c:v>
                </c:pt>
                <c:pt idx="276" formatCode="General">
                  <c:v>16.62</c:v>
                </c:pt>
                <c:pt idx="277" formatCode="General">
                  <c:v>16.68</c:v>
                </c:pt>
                <c:pt idx="278" formatCode="General">
                  <c:v>16.739999999999998</c:v>
                </c:pt>
                <c:pt idx="279" formatCode="General">
                  <c:v>16.8</c:v>
                </c:pt>
                <c:pt idx="280" formatCode="General">
                  <c:v>16.86</c:v>
                </c:pt>
                <c:pt idx="281" formatCode="General">
                  <c:v>16.920000000000002</c:v>
                </c:pt>
                <c:pt idx="282" formatCode="General">
                  <c:v>16.98</c:v>
                </c:pt>
                <c:pt idx="283" formatCode="General">
                  <c:v>17.04</c:v>
                </c:pt>
                <c:pt idx="284" formatCode="General">
                  <c:v>17.100000000000001</c:v>
                </c:pt>
                <c:pt idx="285" formatCode="General">
                  <c:v>17.16</c:v>
                </c:pt>
                <c:pt idx="286" formatCode="General">
                  <c:v>17.22</c:v>
                </c:pt>
                <c:pt idx="287" formatCode="General">
                  <c:v>17.28</c:v>
                </c:pt>
                <c:pt idx="288" formatCode="General">
                  <c:v>17.34</c:v>
                </c:pt>
                <c:pt idx="289" formatCode="General">
                  <c:v>17.399999999999999</c:v>
                </c:pt>
                <c:pt idx="290" formatCode="General">
                  <c:v>17.46</c:v>
                </c:pt>
                <c:pt idx="291" formatCode="General">
                  <c:v>17.52</c:v>
                </c:pt>
                <c:pt idx="292" formatCode="General">
                  <c:v>17.579999999999998</c:v>
                </c:pt>
                <c:pt idx="293" formatCode="General">
                  <c:v>17.64</c:v>
                </c:pt>
                <c:pt idx="294" formatCode="General">
                  <c:v>17.7</c:v>
                </c:pt>
                <c:pt idx="295" formatCode="General">
                  <c:v>17.760000000000002</c:v>
                </c:pt>
                <c:pt idx="296" formatCode="General">
                  <c:v>17.82</c:v>
                </c:pt>
                <c:pt idx="297" formatCode="General">
                  <c:v>17.88</c:v>
                </c:pt>
                <c:pt idx="298" formatCode="General">
                  <c:v>17.940000000000001</c:v>
                </c:pt>
                <c:pt idx="299" formatCode="General">
                  <c:v>18</c:v>
                </c:pt>
                <c:pt idx="300" formatCode="General">
                  <c:v>18.059999999999999</c:v>
                </c:pt>
                <c:pt idx="301" formatCode="General">
                  <c:v>18.12</c:v>
                </c:pt>
                <c:pt idx="302" formatCode="General">
                  <c:v>18.18</c:v>
                </c:pt>
                <c:pt idx="303" formatCode="General">
                  <c:v>18.239999999999998</c:v>
                </c:pt>
                <c:pt idx="304" formatCode="General">
                  <c:v>18.3</c:v>
                </c:pt>
                <c:pt idx="305" formatCode="General">
                  <c:v>18.36</c:v>
                </c:pt>
                <c:pt idx="306" formatCode="General">
                  <c:v>18.420000000000002</c:v>
                </c:pt>
                <c:pt idx="307" formatCode="General">
                  <c:v>18.48</c:v>
                </c:pt>
                <c:pt idx="308" formatCode="General">
                  <c:v>18.54</c:v>
                </c:pt>
                <c:pt idx="309" formatCode="General">
                  <c:v>18.600000000000001</c:v>
                </c:pt>
                <c:pt idx="310" formatCode="General">
                  <c:v>18.66</c:v>
                </c:pt>
                <c:pt idx="311" formatCode="General">
                  <c:v>18.72</c:v>
                </c:pt>
                <c:pt idx="312" formatCode="General">
                  <c:v>18.78</c:v>
                </c:pt>
                <c:pt idx="313" formatCode="General">
                  <c:v>18.84</c:v>
                </c:pt>
                <c:pt idx="314" formatCode="General">
                  <c:v>18.899999999999999</c:v>
                </c:pt>
                <c:pt idx="315" formatCode="General">
                  <c:v>18.96</c:v>
                </c:pt>
                <c:pt idx="316" formatCode="General">
                  <c:v>19.02</c:v>
                </c:pt>
                <c:pt idx="317" formatCode="General">
                  <c:v>19.079999999999998</c:v>
                </c:pt>
                <c:pt idx="318" formatCode="General">
                  <c:v>19.14</c:v>
                </c:pt>
                <c:pt idx="319" formatCode="General">
                  <c:v>19.2</c:v>
                </c:pt>
                <c:pt idx="320" formatCode="General">
                  <c:v>19.260000000000002</c:v>
                </c:pt>
                <c:pt idx="321" formatCode="General">
                  <c:v>19.32</c:v>
                </c:pt>
                <c:pt idx="322" formatCode="General">
                  <c:v>19.38</c:v>
                </c:pt>
                <c:pt idx="323" formatCode="General">
                  <c:v>19.440000000000001</c:v>
                </c:pt>
                <c:pt idx="324" formatCode="General">
                  <c:v>19.5</c:v>
                </c:pt>
                <c:pt idx="325" formatCode="General">
                  <c:v>19.559999999999999</c:v>
                </c:pt>
                <c:pt idx="326" formatCode="General">
                  <c:v>19.62</c:v>
                </c:pt>
                <c:pt idx="327" formatCode="General">
                  <c:v>19.68</c:v>
                </c:pt>
                <c:pt idx="328" formatCode="General">
                  <c:v>19.739999999999998</c:v>
                </c:pt>
                <c:pt idx="329" formatCode="General">
                  <c:v>19.8</c:v>
                </c:pt>
                <c:pt idx="330" formatCode="General">
                  <c:v>19.86</c:v>
                </c:pt>
                <c:pt idx="331" formatCode="General">
                  <c:v>19.920000000000002</c:v>
                </c:pt>
                <c:pt idx="332" formatCode="General">
                  <c:v>19.98</c:v>
                </c:pt>
                <c:pt idx="333" formatCode="General">
                  <c:v>20.04</c:v>
                </c:pt>
                <c:pt idx="334" formatCode="General">
                  <c:v>20.100000000000001</c:v>
                </c:pt>
                <c:pt idx="335" formatCode="General">
                  <c:v>20.16</c:v>
                </c:pt>
                <c:pt idx="336" formatCode="General">
                  <c:v>20.22</c:v>
                </c:pt>
                <c:pt idx="337" formatCode="General">
                  <c:v>20.28</c:v>
                </c:pt>
                <c:pt idx="338" formatCode="General">
                  <c:v>20.34</c:v>
                </c:pt>
                <c:pt idx="339" formatCode="General">
                  <c:v>20.399999999999999</c:v>
                </c:pt>
                <c:pt idx="340" formatCode="General">
                  <c:v>20.46</c:v>
                </c:pt>
                <c:pt idx="341" formatCode="General">
                  <c:v>20.52</c:v>
                </c:pt>
                <c:pt idx="342" formatCode="General">
                  <c:v>20.58</c:v>
                </c:pt>
                <c:pt idx="343" formatCode="General">
                  <c:v>20.64</c:v>
                </c:pt>
                <c:pt idx="344" formatCode="General">
                  <c:v>20.7</c:v>
                </c:pt>
                <c:pt idx="345" formatCode="General">
                  <c:v>20.76</c:v>
                </c:pt>
                <c:pt idx="346" formatCode="General">
                  <c:v>20.82</c:v>
                </c:pt>
                <c:pt idx="347" formatCode="General">
                  <c:v>20.88</c:v>
                </c:pt>
                <c:pt idx="348" formatCode="General">
                  <c:v>20.94</c:v>
                </c:pt>
                <c:pt idx="349" formatCode="General">
                  <c:v>21</c:v>
                </c:pt>
                <c:pt idx="350" formatCode="General">
                  <c:v>21.06</c:v>
                </c:pt>
                <c:pt idx="351" formatCode="General">
                  <c:v>21.12</c:v>
                </c:pt>
                <c:pt idx="352" formatCode="General">
                  <c:v>21.18</c:v>
                </c:pt>
                <c:pt idx="353" formatCode="General">
                  <c:v>21.24</c:v>
                </c:pt>
                <c:pt idx="354" formatCode="General">
                  <c:v>21.3</c:v>
                </c:pt>
                <c:pt idx="355" formatCode="General">
                  <c:v>21.36</c:v>
                </c:pt>
                <c:pt idx="356" formatCode="General">
                  <c:v>21.42</c:v>
                </c:pt>
                <c:pt idx="357" formatCode="General">
                  <c:v>21.48</c:v>
                </c:pt>
                <c:pt idx="358" formatCode="General">
                  <c:v>21.54</c:v>
                </c:pt>
                <c:pt idx="359" formatCode="General">
                  <c:v>21.6</c:v>
                </c:pt>
                <c:pt idx="360" formatCode="General">
                  <c:v>21.66</c:v>
                </c:pt>
                <c:pt idx="361" formatCode="General">
                  <c:v>21.72</c:v>
                </c:pt>
                <c:pt idx="362" formatCode="General">
                  <c:v>21.78</c:v>
                </c:pt>
                <c:pt idx="363" formatCode="General">
                  <c:v>21.84</c:v>
                </c:pt>
                <c:pt idx="364" formatCode="General">
                  <c:v>21.9</c:v>
                </c:pt>
                <c:pt idx="365" formatCode="General">
                  <c:v>21.96</c:v>
                </c:pt>
                <c:pt idx="366" formatCode="General">
                  <c:v>22.02</c:v>
                </c:pt>
                <c:pt idx="367" formatCode="General">
                  <c:v>22.08</c:v>
                </c:pt>
                <c:pt idx="368" formatCode="General">
                  <c:v>22.14</c:v>
                </c:pt>
                <c:pt idx="369" formatCode="General">
                  <c:v>22.2</c:v>
                </c:pt>
                <c:pt idx="370" formatCode="General">
                  <c:v>22.26</c:v>
                </c:pt>
                <c:pt idx="371" formatCode="General">
                  <c:v>22.32</c:v>
                </c:pt>
                <c:pt idx="372" formatCode="General">
                  <c:v>22.38</c:v>
                </c:pt>
                <c:pt idx="373" formatCode="General">
                  <c:v>22.44</c:v>
                </c:pt>
                <c:pt idx="374" formatCode="General">
                  <c:v>22.5</c:v>
                </c:pt>
                <c:pt idx="375" formatCode="General">
                  <c:v>22.56</c:v>
                </c:pt>
                <c:pt idx="376" formatCode="General">
                  <c:v>22.62</c:v>
                </c:pt>
                <c:pt idx="377" formatCode="General">
                  <c:v>22.68</c:v>
                </c:pt>
                <c:pt idx="378" formatCode="General">
                  <c:v>22.74</c:v>
                </c:pt>
                <c:pt idx="379" formatCode="General">
                  <c:v>22.8</c:v>
                </c:pt>
                <c:pt idx="380" formatCode="General">
                  <c:v>22.86</c:v>
                </c:pt>
                <c:pt idx="381" formatCode="General">
                  <c:v>22.92</c:v>
                </c:pt>
                <c:pt idx="382" formatCode="General">
                  <c:v>22.98</c:v>
                </c:pt>
                <c:pt idx="383" formatCode="General">
                  <c:v>23.04</c:v>
                </c:pt>
                <c:pt idx="384" formatCode="General">
                  <c:v>23.1</c:v>
                </c:pt>
                <c:pt idx="385" formatCode="General">
                  <c:v>23.16</c:v>
                </c:pt>
                <c:pt idx="386" formatCode="General">
                  <c:v>23.22</c:v>
                </c:pt>
                <c:pt idx="387" formatCode="General">
                  <c:v>23.28</c:v>
                </c:pt>
                <c:pt idx="388" formatCode="General">
                  <c:v>23.34</c:v>
                </c:pt>
                <c:pt idx="389" formatCode="General">
                  <c:v>23.4</c:v>
                </c:pt>
                <c:pt idx="390" formatCode="General">
                  <c:v>23.46</c:v>
                </c:pt>
                <c:pt idx="391" formatCode="General">
                  <c:v>23.52</c:v>
                </c:pt>
                <c:pt idx="392" formatCode="General">
                  <c:v>23.58</c:v>
                </c:pt>
                <c:pt idx="393" formatCode="General">
                  <c:v>23.64</c:v>
                </c:pt>
                <c:pt idx="394" formatCode="General">
                  <c:v>23.7</c:v>
                </c:pt>
                <c:pt idx="395" formatCode="General">
                  <c:v>23.76</c:v>
                </c:pt>
                <c:pt idx="396" formatCode="General">
                  <c:v>23.82</c:v>
                </c:pt>
                <c:pt idx="397" formatCode="General">
                  <c:v>23.88</c:v>
                </c:pt>
                <c:pt idx="398" formatCode="General">
                  <c:v>23.94</c:v>
                </c:pt>
                <c:pt idx="399" formatCode="General">
                  <c:v>24</c:v>
                </c:pt>
                <c:pt idx="400" formatCode="General">
                  <c:v>24.06</c:v>
                </c:pt>
                <c:pt idx="401" formatCode="General">
                  <c:v>24.12</c:v>
                </c:pt>
                <c:pt idx="402" formatCode="General">
                  <c:v>24.18</c:v>
                </c:pt>
                <c:pt idx="403" formatCode="General">
                  <c:v>24.24</c:v>
                </c:pt>
                <c:pt idx="404" formatCode="General">
                  <c:v>24.3</c:v>
                </c:pt>
                <c:pt idx="405" formatCode="General">
                  <c:v>24.36</c:v>
                </c:pt>
                <c:pt idx="406" formatCode="General">
                  <c:v>24.42</c:v>
                </c:pt>
                <c:pt idx="407" formatCode="General">
                  <c:v>24.48</c:v>
                </c:pt>
                <c:pt idx="408" formatCode="General">
                  <c:v>24.54</c:v>
                </c:pt>
                <c:pt idx="409" formatCode="General">
                  <c:v>24.6</c:v>
                </c:pt>
                <c:pt idx="410" formatCode="General">
                  <c:v>24.66</c:v>
                </c:pt>
                <c:pt idx="411" formatCode="General">
                  <c:v>24.72</c:v>
                </c:pt>
                <c:pt idx="412" formatCode="General">
                  <c:v>24.78</c:v>
                </c:pt>
                <c:pt idx="413" formatCode="General">
                  <c:v>24.84</c:v>
                </c:pt>
                <c:pt idx="414" formatCode="General">
                  <c:v>24.9</c:v>
                </c:pt>
                <c:pt idx="415" formatCode="General">
                  <c:v>24.96</c:v>
                </c:pt>
                <c:pt idx="416" formatCode="General">
                  <c:v>25.02</c:v>
                </c:pt>
                <c:pt idx="417" formatCode="General">
                  <c:v>25.08</c:v>
                </c:pt>
                <c:pt idx="418" formatCode="General">
                  <c:v>25.14</c:v>
                </c:pt>
                <c:pt idx="419" formatCode="General">
                  <c:v>25.2</c:v>
                </c:pt>
                <c:pt idx="420" formatCode="General">
                  <c:v>25.26</c:v>
                </c:pt>
                <c:pt idx="421" formatCode="General">
                  <c:v>25.32</c:v>
                </c:pt>
                <c:pt idx="422" formatCode="General">
                  <c:v>25.38</c:v>
                </c:pt>
                <c:pt idx="423" formatCode="General">
                  <c:v>25.44</c:v>
                </c:pt>
                <c:pt idx="424" formatCode="General">
                  <c:v>25.5</c:v>
                </c:pt>
                <c:pt idx="425" formatCode="General">
                  <c:v>25.56</c:v>
                </c:pt>
                <c:pt idx="426" formatCode="General">
                  <c:v>25.62</c:v>
                </c:pt>
                <c:pt idx="427" formatCode="General">
                  <c:v>25.68</c:v>
                </c:pt>
                <c:pt idx="428" formatCode="General">
                  <c:v>25.74</c:v>
                </c:pt>
                <c:pt idx="429" formatCode="General">
                  <c:v>25.8</c:v>
                </c:pt>
                <c:pt idx="430" formatCode="General">
                  <c:v>25.86</c:v>
                </c:pt>
                <c:pt idx="431" formatCode="General">
                  <c:v>25.92</c:v>
                </c:pt>
                <c:pt idx="432" formatCode="General">
                  <c:v>25.98</c:v>
                </c:pt>
                <c:pt idx="433" formatCode="General">
                  <c:v>26.04</c:v>
                </c:pt>
                <c:pt idx="434" formatCode="General">
                  <c:v>26.1</c:v>
                </c:pt>
                <c:pt idx="435" formatCode="General">
                  <c:v>26.16</c:v>
                </c:pt>
                <c:pt idx="436" formatCode="General">
                  <c:v>26.22</c:v>
                </c:pt>
                <c:pt idx="437" formatCode="General">
                  <c:v>26.28</c:v>
                </c:pt>
                <c:pt idx="438" formatCode="General">
                  <c:v>26.34</c:v>
                </c:pt>
                <c:pt idx="439" formatCode="General">
                  <c:v>26.4</c:v>
                </c:pt>
                <c:pt idx="440" formatCode="General">
                  <c:v>26.46</c:v>
                </c:pt>
                <c:pt idx="441" formatCode="General">
                  <c:v>26.52</c:v>
                </c:pt>
                <c:pt idx="442" formatCode="General">
                  <c:v>26.58</c:v>
                </c:pt>
                <c:pt idx="443" formatCode="General">
                  <c:v>26.64</c:v>
                </c:pt>
                <c:pt idx="444" formatCode="General">
                  <c:v>26.7</c:v>
                </c:pt>
                <c:pt idx="445" formatCode="General">
                  <c:v>26.76</c:v>
                </c:pt>
                <c:pt idx="446" formatCode="General">
                  <c:v>26.82</c:v>
                </c:pt>
                <c:pt idx="447" formatCode="General">
                  <c:v>26.88</c:v>
                </c:pt>
                <c:pt idx="448" formatCode="General">
                  <c:v>26.94</c:v>
                </c:pt>
                <c:pt idx="449" formatCode="General">
                  <c:v>27</c:v>
                </c:pt>
                <c:pt idx="450" formatCode="General">
                  <c:v>27.06</c:v>
                </c:pt>
                <c:pt idx="451" formatCode="General">
                  <c:v>27.12</c:v>
                </c:pt>
                <c:pt idx="452" formatCode="General">
                  <c:v>27.18</c:v>
                </c:pt>
                <c:pt idx="453" formatCode="General">
                  <c:v>27.24</c:v>
                </c:pt>
                <c:pt idx="454" formatCode="General">
                  <c:v>27.3</c:v>
                </c:pt>
                <c:pt idx="455" formatCode="General">
                  <c:v>27.36</c:v>
                </c:pt>
                <c:pt idx="456" formatCode="General">
                  <c:v>27.42</c:v>
                </c:pt>
                <c:pt idx="457" formatCode="General">
                  <c:v>27.48</c:v>
                </c:pt>
                <c:pt idx="458" formatCode="General">
                  <c:v>27.54</c:v>
                </c:pt>
                <c:pt idx="459" formatCode="General">
                  <c:v>27.6</c:v>
                </c:pt>
                <c:pt idx="460" formatCode="General">
                  <c:v>27.66</c:v>
                </c:pt>
                <c:pt idx="461" formatCode="General">
                  <c:v>27.72</c:v>
                </c:pt>
                <c:pt idx="462" formatCode="General">
                  <c:v>27.78</c:v>
                </c:pt>
                <c:pt idx="463" formatCode="General">
                  <c:v>27.84</c:v>
                </c:pt>
                <c:pt idx="464" formatCode="General">
                  <c:v>27.9</c:v>
                </c:pt>
                <c:pt idx="465" formatCode="General">
                  <c:v>27.96</c:v>
                </c:pt>
                <c:pt idx="466" formatCode="General">
                  <c:v>28.02</c:v>
                </c:pt>
                <c:pt idx="467" formatCode="General">
                  <c:v>28.08</c:v>
                </c:pt>
                <c:pt idx="468" formatCode="General">
                  <c:v>28.14</c:v>
                </c:pt>
                <c:pt idx="469" formatCode="General">
                  <c:v>28.2</c:v>
                </c:pt>
                <c:pt idx="470" formatCode="General">
                  <c:v>28.26</c:v>
                </c:pt>
                <c:pt idx="471" formatCode="General">
                  <c:v>28.32</c:v>
                </c:pt>
                <c:pt idx="472" formatCode="General">
                  <c:v>28.38</c:v>
                </c:pt>
                <c:pt idx="473" formatCode="General">
                  <c:v>28.44</c:v>
                </c:pt>
                <c:pt idx="474" formatCode="General">
                  <c:v>28.5</c:v>
                </c:pt>
                <c:pt idx="475" formatCode="General">
                  <c:v>28.56</c:v>
                </c:pt>
                <c:pt idx="476" formatCode="General">
                  <c:v>28.62</c:v>
                </c:pt>
                <c:pt idx="477" formatCode="General">
                  <c:v>28.68</c:v>
                </c:pt>
                <c:pt idx="478" formatCode="General">
                  <c:v>28.74</c:v>
                </c:pt>
                <c:pt idx="479" formatCode="General">
                  <c:v>28.8</c:v>
                </c:pt>
                <c:pt idx="480" formatCode="General">
                  <c:v>28.86</c:v>
                </c:pt>
                <c:pt idx="481" formatCode="General">
                  <c:v>28.92</c:v>
                </c:pt>
                <c:pt idx="482" formatCode="General">
                  <c:v>28.98</c:v>
                </c:pt>
                <c:pt idx="483" formatCode="General">
                  <c:v>29.04</c:v>
                </c:pt>
                <c:pt idx="484" formatCode="General">
                  <c:v>29.1</c:v>
                </c:pt>
                <c:pt idx="485" formatCode="General">
                  <c:v>29.16</c:v>
                </c:pt>
                <c:pt idx="486" formatCode="General">
                  <c:v>29.22</c:v>
                </c:pt>
                <c:pt idx="487" formatCode="General">
                  <c:v>29.28</c:v>
                </c:pt>
                <c:pt idx="488" formatCode="General">
                  <c:v>29.34</c:v>
                </c:pt>
                <c:pt idx="489" formatCode="General">
                  <c:v>29.4</c:v>
                </c:pt>
                <c:pt idx="490" formatCode="General">
                  <c:v>29.46</c:v>
                </c:pt>
                <c:pt idx="491" formatCode="General">
                  <c:v>29.52</c:v>
                </c:pt>
                <c:pt idx="492" formatCode="General">
                  <c:v>29.58</c:v>
                </c:pt>
                <c:pt idx="493" formatCode="General">
                  <c:v>29.64</c:v>
                </c:pt>
                <c:pt idx="494" formatCode="General">
                  <c:v>29.7</c:v>
                </c:pt>
                <c:pt idx="495" formatCode="General">
                  <c:v>29.76</c:v>
                </c:pt>
                <c:pt idx="496" formatCode="General">
                  <c:v>29.82</c:v>
                </c:pt>
                <c:pt idx="497" formatCode="General">
                  <c:v>29.88</c:v>
                </c:pt>
                <c:pt idx="498" formatCode="General">
                  <c:v>29.94</c:v>
                </c:pt>
                <c:pt idx="499" formatCode="General">
                  <c:v>30</c:v>
                </c:pt>
                <c:pt idx="500" formatCode="General">
                  <c:v>30.06</c:v>
                </c:pt>
                <c:pt idx="501" formatCode="General">
                  <c:v>30.12</c:v>
                </c:pt>
                <c:pt idx="502" formatCode="General">
                  <c:v>30.18</c:v>
                </c:pt>
                <c:pt idx="503" formatCode="General">
                  <c:v>30.24</c:v>
                </c:pt>
                <c:pt idx="504" formatCode="General">
                  <c:v>30.3</c:v>
                </c:pt>
                <c:pt idx="505" formatCode="General">
                  <c:v>30.36</c:v>
                </c:pt>
                <c:pt idx="506" formatCode="General">
                  <c:v>30.42</c:v>
                </c:pt>
                <c:pt idx="507" formatCode="General">
                  <c:v>30.48</c:v>
                </c:pt>
                <c:pt idx="508" formatCode="General">
                  <c:v>30.54</c:v>
                </c:pt>
                <c:pt idx="509" formatCode="General">
                  <c:v>30.6</c:v>
                </c:pt>
                <c:pt idx="510" formatCode="General">
                  <c:v>30.66</c:v>
                </c:pt>
                <c:pt idx="511" formatCode="General">
                  <c:v>30.72</c:v>
                </c:pt>
                <c:pt idx="512" formatCode="General">
                  <c:v>30.78</c:v>
                </c:pt>
                <c:pt idx="513" formatCode="General">
                  <c:v>30.84</c:v>
                </c:pt>
                <c:pt idx="514" formatCode="General">
                  <c:v>30.9</c:v>
                </c:pt>
                <c:pt idx="515" formatCode="General">
                  <c:v>30.96</c:v>
                </c:pt>
                <c:pt idx="516" formatCode="General">
                  <c:v>31.02</c:v>
                </c:pt>
              </c:numCache>
            </c:numRef>
          </c:xVal>
          <c:yVal>
            <c:numRef>
              <c:f>Sheet1!$K$2:$K$1550</c:f>
              <c:numCache>
                <c:formatCode>0.00E+00</c:formatCode>
                <c:ptCount val="517"/>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6.2613E-3</c:v>
                </c:pt>
                <c:pt idx="33">
                  <c:v>2.9492150000000002E-2</c:v>
                </c:pt>
                <c:pt idx="34">
                  <c:v>0.39520129999999998</c:v>
                </c:pt>
                <c:pt idx="35">
                  <c:v>4.1879910000000002</c:v>
                </c:pt>
                <c:pt idx="36">
                  <c:v>7.316738</c:v>
                </c:pt>
                <c:pt idx="37">
                  <c:v>6.511749</c:v>
                </c:pt>
                <c:pt idx="38">
                  <c:v>4.2319899999999997</c:v>
                </c:pt>
                <c:pt idx="39">
                  <c:v>2.3183660000000001</c:v>
                </c:pt>
                <c:pt idx="40">
                  <c:v>1.533304</c:v>
                </c:pt>
                <c:pt idx="41">
                  <c:v>0.9895699</c:v>
                </c:pt>
                <c:pt idx="42">
                  <c:v>0.77812890000000001</c:v>
                </c:pt>
                <c:pt idx="43">
                  <c:v>0.58819060000000001</c:v>
                </c:pt>
                <c:pt idx="44">
                  <c:v>0.4545864</c:v>
                </c:pt>
                <c:pt idx="45">
                  <c:v>0.34480739999999999</c:v>
                </c:pt>
                <c:pt idx="46">
                  <c:v>0.4043755</c:v>
                </c:pt>
                <c:pt idx="47">
                  <c:v>0.384743</c:v>
                </c:pt>
                <c:pt idx="48">
                  <c:v>0.38907999999999998</c:v>
                </c:pt>
                <c:pt idx="49">
                  <c:v>0.32457730000000001</c:v>
                </c:pt>
                <c:pt idx="50">
                  <c:v>0.3381902</c:v>
                </c:pt>
                <c:pt idx="51">
                  <c:v>0.34800429999999999</c:v>
                </c:pt>
                <c:pt idx="52">
                  <c:v>0.3471339</c:v>
                </c:pt>
                <c:pt idx="53">
                  <c:v>0.40454960000000001</c:v>
                </c:pt>
                <c:pt idx="54">
                  <c:v>0.45083570000000001</c:v>
                </c:pt>
                <c:pt idx="55">
                  <c:v>0.35007719999999998</c:v>
                </c:pt>
                <c:pt idx="56">
                  <c:v>0.51839610000000003</c:v>
                </c:pt>
                <c:pt idx="57">
                  <c:v>0.47837760000000001</c:v>
                </c:pt>
                <c:pt idx="58">
                  <c:v>0.53869619999999996</c:v>
                </c:pt>
                <c:pt idx="59">
                  <c:v>0.68757440000000003</c:v>
                </c:pt>
                <c:pt idx="60">
                  <c:v>0.68354179999999998</c:v>
                </c:pt>
                <c:pt idx="61">
                  <c:v>0.81067920000000004</c:v>
                </c:pt>
                <c:pt idx="62">
                  <c:v>0.99303200000000003</c:v>
                </c:pt>
                <c:pt idx="63">
                  <c:v>1.1187320000000001</c:v>
                </c:pt>
                <c:pt idx="64">
                  <c:v>1.145905</c:v>
                </c:pt>
                <c:pt idx="65">
                  <c:v>1.174061</c:v>
                </c:pt>
                <c:pt idx="66">
                  <c:v>1.2790280000000001</c:v>
                </c:pt>
                <c:pt idx="67">
                  <c:v>1.2815030000000001</c:v>
                </c:pt>
                <c:pt idx="68">
                  <c:v>1.2546539999999999</c:v>
                </c:pt>
                <c:pt idx="69">
                  <c:v>1.420849</c:v>
                </c:pt>
                <c:pt idx="70">
                  <c:v>1.2187829999999999</c:v>
                </c:pt>
                <c:pt idx="71">
                  <c:v>1.256195</c:v>
                </c:pt>
                <c:pt idx="72">
                  <c:v>1.2002619999999999</c:v>
                </c:pt>
                <c:pt idx="73">
                  <c:v>1.1530990000000001</c:v>
                </c:pt>
                <c:pt idx="74">
                  <c:v>1.1371020000000001</c:v>
                </c:pt>
                <c:pt idx="75">
                  <c:v>1.1014729999999999</c:v>
                </c:pt>
                <c:pt idx="76">
                  <c:v>1.028195</c:v>
                </c:pt>
                <c:pt idx="77">
                  <c:v>0.99863820000000003</c:v>
                </c:pt>
                <c:pt idx="78">
                  <c:v>1.0838699999999999</c:v>
                </c:pt>
                <c:pt idx="79">
                  <c:v>1.019652</c:v>
                </c:pt>
                <c:pt idx="80">
                  <c:v>1.0808949999999999</c:v>
                </c:pt>
                <c:pt idx="81">
                  <c:v>1.1287240000000001</c:v>
                </c:pt>
                <c:pt idx="82">
                  <c:v>1.111588</c:v>
                </c:pt>
                <c:pt idx="83">
                  <c:v>1.2051149999999999</c:v>
                </c:pt>
                <c:pt idx="84">
                  <c:v>1.2052400000000001</c:v>
                </c:pt>
                <c:pt idx="85">
                  <c:v>1.233616</c:v>
                </c:pt>
                <c:pt idx="86">
                  <c:v>1.136951</c:v>
                </c:pt>
                <c:pt idx="87">
                  <c:v>1.0381720000000001</c:v>
                </c:pt>
                <c:pt idx="88">
                  <c:v>0.95385149999999996</c:v>
                </c:pt>
                <c:pt idx="89">
                  <c:v>0.84690390000000004</c:v>
                </c:pt>
                <c:pt idx="90">
                  <c:v>0.77486860000000002</c:v>
                </c:pt>
                <c:pt idx="91">
                  <c:v>0.7371685</c:v>
                </c:pt>
                <c:pt idx="92">
                  <c:v>0.71272820000000003</c:v>
                </c:pt>
                <c:pt idx="93">
                  <c:v>0.70844879999999999</c:v>
                </c:pt>
                <c:pt idx="94">
                  <c:v>0.75330280000000005</c:v>
                </c:pt>
                <c:pt idx="95">
                  <c:v>0.75248899999999996</c:v>
                </c:pt>
                <c:pt idx="96">
                  <c:v>0.82039819999999997</c:v>
                </c:pt>
                <c:pt idx="97">
                  <c:v>0.7987708</c:v>
                </c:pt>
                <c:pt idx="98">
                  <c:v>0.90377580000000002</c:v>
                </c:pt>
                <c:pt idx="99">
                  <c:v>0.89874690000000002</c:v>
                </c:pt>
                <c:pt idx="100">
                  <c:v>0.90844530000000001</c:v>
                </c:pt>
                <c:pt idx="101">
                  <c:v>0.97395880000000001</c:v>
                </c:pt>
                <c:pt idx="102">
                  <c:v>0.99113340000000005</c:v>
                </c:pt>
                <c:pt idx="103">
                  <c:v>1.0188189999999999</c:v>
                </c:pt>
                <c:pt idx="104">
                  <c:v>1.027957</c:v>
                </c:pt>
                <c:pt idx="105">
                  <c:v>1.0899760000000001</c:v>
                </c:pt>
                <c:pt idx="106">
                  <c:v>1.0899490000000001</c:v>
                </c:pt>
                <c:pt idx="107">
                  <c:v>1.0926579999999999</c:v>
                </c:pt>
                <c:pt idx="108">
                  <c:v>1.113451</c:v>
                </c:pt>
                <c:pt idx="109">
                  <c:v>1.084282</c:v>
                </c:pt>
                <c:pt idx="110">
                  <c:v>1.125713</c:v>
                </c:pt>
                <c:pt idx="111">
                  <c:v>1.1350560000000001</c:v>
                </c:pt>
                <c:pt idx="112">
                  <c:v>1.1572439999999999</c:v>
                </c:pt>
                <c:pt idx="113">
                  <c:v>1.1239129999999999</c:v>
                </c:pt>
                <c:pt idx="114">
                  <c:v>1.1756070000000001</c:v>
                </c:pt>
                <c:pt idx="115">
                  <c:v>1.0935999999999999</c:v>
                </c:pt>
                <c:pt idx="116">
                  <c:v>1.066019</c:v>
                </c:pt>
                <c:pt idx="117">
                  <c:v>1.042151</c:v>
                </c:pt>
                <c:pt idx="118">
                  <c:v>1.0839380000000001</c:v>
                </c:pt>
                <c:pt idx="119">
                  <c:v>1.0455859999999999</c:v>
                </c:pt>
                <c:pt idx="120">
                  <c:v>1.027909</c:v>
                </c:pt>
                <c:pt idx="121">
                  <c:v>0.99509230000000004</c:v>
                </c:pt>
                <c:pt idx="122">
                  <c:v>1.0078240000000001</c:v>
                </c:pt>
                <c:pt idx="123">
                  <c:v>0.98365190000000002</c:v>
                </c:pt>
                <c:pt idx="124">
                  <c:v>0.97015859999999998</c:v>
                </c:pt>
                <c:pt idx="125">
                  <c:v>0.96942410000000001</c:v>
                </c:pt>
                <c:pt idx="126">
                  <c:v>0.96647839999999996</c:v>
                </c:pt>
                <c:pt idx="127">
                  <c:v>0.94436089999999995</c:v>
                </c:pt>
                <c:pt idx="128">
                  <c:v>0.95149439999999996</c:v>
                </c:pt>
                <c:pt idx="129">
                  <c:v>0.95749059999999997</c:v>
                </c:pt>
                <c:pt idx="130">
                  <c:v>0.95325950000000004</c:v>
                </c:pt>
                <c:pt idx="131">
                  <c:v>0.97370199999999996</c:v>
                </c:pt>
                <c:pt idx="132">
                  <c:v>0.97376379999999996</c:v>
                </c:pt>
                <c:pt idx="133">
                  <c:v>0.92890320000000004</c:v>
                </c:pt>
                <c:pt idx="134">
                  <c:v>0.95747260000000001</c:v>
                </c:pt>
                <c:pt idx="135">
                  <c:v>0.93275240000000004</c:v>
                </c:pt>
                <c:pt idx="136">
                  <c:v>0.95842329999999998</c:v>
                </c:pt>
                <c:pt idx="137">
                  <c:v>0.91951859999999996</c:v>
                </c:pt>
                <c:pt idx="138">
                  <c:v>0.98009919999999995</c:v>
                </c:pt>
                <c:pt idx="139">
                  <c:v>0.9303131</c:v>
                </c:pt>
                <c:pt idx="140">
                  <c:v>0.97787369999999996</c:v>
                </c:pt>
                <c:pt idx="141">
                  <c:v>0.9810584</c:v>
                </c:pt>
                <c:pt idx="142">
                  <c:v>1.0144040000000001</c:v>
                </c:pt>
                <c:pt idx="143">
                  <c:v>0.99839100000000003</c:v>
                </c:pt>
                <c:pt idx="144">
                  <c:v>1.0281279999999999</c:v>
                </c:pt>
                <c:pt idx="145">
                  <c:v>1.0160119999999999</c:v>
                </c:pt>
                <c:pt idx="146">
                  <c:v>1.0385249999999999</c:v>
                </c:pt>
                <c:pt idx="147">
                  <c:v>1.039793</c:v>
                </c:pt>
                <c:pt idx="148">
                  <c:v>1.02189</c:v>
                </c:pt>
                <c:pt idx="149">
                  <c:v>1.064681</c:v>
                </c:pt>
                <c:pt idx="150">
                  <c:v>1.073056</c:v>
                </c:pt>
                <c:pt idx="151">
                  <c:v>1.052786</c:v>
                </c:pt>
                <c:pt idx="152">
                  <c:v>1.038778</c:v>
                </c:pt>
                <c:pt idx="153">
                  <c:v>1.0621350000000001</c:v>
                </c:pt>
                <c:pt idx="154">
                  <c:v>1.0166850000000001</c:v>
                </c:pt>
                <c:pt idx="155">
                  <c:v>1.021625</c:v>
                </c:pt>
                <c:pt idx="156">
                  <c:v>1.017782</c:v>
                </c:pt>
                <c:pt idx="157">
                  <c:v>1.028157</c:v>
                </c:pt>
                <c:pt idx="158">
                  <c:v>1.0271330000000001</c:v>
                </c:pt>
                <c:pt idx="159">
                  <c:v>1.0335129999999999</c:v>
                </c:pt>
                <c:pt idx="160">
                  <c:v>0.98704119999999995</c:v>
                </c:pt>
                <c:pt idx="161">
                  <c:v>1.003735</c:v>
                </c:pt>
                <c:pt idx="162">
                  <c:v>0.99658970000000002</c:v>
                </c:pt>
                <c:pt idx="163">
                  <c:v>0.98421979999999998</c:v>
                </c:pt>
                <c:pt idx="164">
                  <c:v>0.99486839999999999</c:v>
                </c:pt>
                <c:pt idx="165">
                  <c:v>0.95841940000000003</c:v>
                </c:pt>
                <c:pt idx="166">
                  <c:v>1.010303</c:v>
                </c:pt>
                <c:pt idx="167">
                  <c:v>0.99033859999999996</c:v>
                </c:pt>
                <c:pt idx="168">
                  <c:v>0.99441100000000004</c:v>
                </c:pt>
                <c:pt idx="169">
                  <c:v>0.97684760000000004</c:v>
                </c:pt>
                <c:pt idx="170">
                  <c:v>0.96498969999999995</c:v>
                </c:pt>
                <c:pt idx="171">
                  <c:v>0.97085829999999995</c:v>
                </c:pt>
                <c:pt idx="172">
                  <c:v>0.97014769999999995</c:v>
                </c:pt>
                <c:pt idx="173">
                  <c:v>0.96961439999999999</c:v>
                </c:pt>
                <c:pt idx="174">
                  <c:v>0.9761552</c:v>
                </c:pt>
                <c:pt idx="175">
                  <c:v>0.96091150000000003</c:v>
                </c:pt>
                <c:pt idx="176">
                  <c:v>0.97729180000000004</c:v>
                </c:pt>
                <c:pt idx="177">
                  <c:v>0.94503499999999996</c:v>
                </c:pt>
                <c:pt idx="178">
                  <c:v>1.004311</c:v>
                </c:pt>
                <c:pt idx="179">
                  <c:v>0.99528810000000001</c:v>
                </c:pt>
                <c:pt idx="180">
                  <c:v>1.000348</c:v>
                </c:pt>
                <c:pt idx="181">
                  <c:v>0.97291629999999996</c:v>
                </c:pt>
                <c:pt idx="182">
                  <c:v>1.0142359999999999</c:v>
                </c:pt>
                <c:pt idx="183">
                  <c:v>1.0183469999999999</c:v>
                </c:pt>
                <c:pt idx="184">
                  <c:v>1.0087630000000001</c:v>
                </c:pt>
                <c:pt idx="185">
                  <c:v>1.02416</c:v>
                </c:pt>
                <c:pt idx="186">
                  <c:v>1.0233760000000001</c:v>
                </c:pt>
                <c:pt idx="187">
                  <c:v>1.012132</c:v>
                </c:pt>
                <c:pt idx="188">
                  <c:v>1.027412</c:v>
                </c:pt>
                <c:pt idx="189">
                  <c:v>1.0213479999999999</c:v>
                </c:pt>
                <c:pt idx="190">
                  <c:v>1.0271300000000001</c:v>
                </c:pt>
                <c:pt idx="191">
                  <c:v>0.99167179999999999</c:v>
                </c:pt>
                <c:pt idx="192">
                  <c:v>0.98929400000000001</c:v>
                </c:pt>
                <c:pt idx="193">
                  <c:v>1.00956</c:v>
                </c:pt>
                <c:pt idx="194">
                  <c:v>1.018421</c:v>
                </c:pt>
                <c:pt idx="195">
                  <c:v>1.019771</c:v>
                </c:pt>
                <c:pt idx="196">
                  <c:v>1.0231490000000001</c:v>
                </c:pt>
                <c:pt idx="197">
                  <c:v>1.0053609999999999</c:v>
                </c:pt>
                <c:pt idx="198">
                  <c:v>1.01939</c:v>
                </c:pt>
                <c:pt idx="199">
                  <c:v>1.0232000000000001</c:v>
                </c:pt>
                <c:pt idx="200">
                  <c:v>1.0324549999999999</c:v>
                </c:pt>
                <c:pt idx="201">
                  <c:v>1.000867</c:v>
                </c:pt>
                <c:pt idx="202">
                  <c:v>0.99235419999999996</c:v>
                </c:pt>
                <c:pt idx="203">
                  <c:v>0.98215750000000002</c:v>
                </c:pt>
                <c:pt idx="204">
                  <c:v>1.0175449999999999</c:v>
                </c:pt>
                <c:pt idx="205">
                  <c:v>1.0007809999999999</c:v>
                </c:pt>
                <c:pt idx="206">
                  <c:v>0.98922500000000002</c:v>
                </c:pt>
                <c:pt idx="207">
                  <c:v>0.99675849999999999</c:v>
                </c:pt>
                <c:pt idx="208">
                  <c:v>0.97178810000000004</c:v>
                </c:pt>
                <c:pt idx="209">
                  <c:v>0.97198720000000005</c:v>
                </c:pt>
                <c:pt idx="210">
                  <c:v>0.97305799999999998</c:v>
                </c:pt>
                <c:pt idx="211">
                  <c:v>0.98756869999999997</c:v>
                </c:pt>
                <c:pt idx="212">
                  <c:v>1.0167949999999999</c:v>
                </c:pt>
                <c:pt idx="213">
                  <c:v>0.99257329999999999</c:v>
                </c:pt>
                <c:pt idx="214">
                  <c:v>0.99560559999999998</c:v>
                </c:pt>
                <c:pt idx="215">
                  <c:v>0.99020839999999999</c:v>
                </c:pt>
                <c:pt idx="216">
                  <c:v>0.98313050000000002</c:v>
                </c:pt>
                <c:pt idx="217">
                  <c:v>1.000964</c:v>
                </c:pt>
                <c:pt idx="218">
                  <c:v>1.0097579999999999</c:v>
                </c:pt>
                <c:pt idx="219">
                  <c:v>1.009757</c:v>
                </c:pt>
                <c:pt idx="220">
                  <c:v>1.030797</c:v>
                </c:pt>
                <c:pt idx="221">
                  <c:v>1.0107390000000001</c:v>
                </c:pt>
                <c:pt idx="222">
                  <c:v>1.0132129999999999</c:v>
                </c:pt>
                <c:pt idx="223">
                  <c:v>1.0116620000000001</c:v>
                </c:pt>
                <c:pt idx="224">
                  <c:v>1.0184489999999999</c:v>
                </c:pt>
                <c:pt idx="225">
                  <c:v>0.99743999999999999</c:v>
                </c:pt>
                <c:pt idx="226">
                  <c:v>1.0015080000000001</c:v>
                </c:pt>
                <c:pt idx="227">
                  <c:v>1.0062530000000001</c:v>
                </c:pt>
                <c:pt idx="228">
                  <c:v>1.0141279999999999</c:v>
                </c:pt>
                <c:pt idx="229">
                  <c:v>1.0160279999999999</c:v>
                </c:pt>
                <c:pt idx="230">
                  <c:v>0.9880816</c:v>
                </c:pt>
                <c:pt idx="231">
                  <c:v>1.027598</c:v>
                </c:pt>
                <c:pt idx="232">
                  <c:v>1.0002070000000001</c:v>
                </c:pt>
                <c:pt idx="233">
                  <c:v>0.99952209999999997</c:v>
                </c:pt>
                <c:pt idx="234">
                  <c:v>1.01326</c:v>
                </c:pt>
                <c:pt idx="235">
                  <c:v>1.0164439999999999</c:v>
                </c:pt>
                <c:pt idx="236">
                  <c:v>1.0087349999999999</c:v>
                </c:pt>
                <c:pt idx="237">
                  <c:v>0.98414440000000003</c:v>
                </c:pt>
                <c:pt idx="238">
                  <c:v>1.00589</c:v>
                </c:pt>
                <c:pt idx="239">
                  <c:v>1.0161119999999999</c:v>
                </c:pt>
                <c:pt idx="240">
                  <c:v>0.99419539999999995</c:v>
                </c:pt>
                <c:pt idx="241">
                  <c:v>0.98250280000000001</c:v>
                </c:pt>
                <c:pt idx="242">
                  <c:v>0.99394939999999998</c:v>
                </c:pt>
                <c:pt idx="243">
                  <c:v>0.98524630000000002</c:v>
                </c:pt>
                <c:pt idx="244">
                  <c:v>0.97597009999999995</c:v>
                </c:pt>
                <c:pt idx="245">
                  <c:v>1.0001660000000001</c:v>
                </c:pt>
                <c:pt idx="246">
                  <c:v>1.0044900000000001</c:v>
                </c:pt>
                <c:pt idx="247">
                  <c:v>0.98531899999999994</c:v>
                </c:pt>
                <c:pt idx="248">
                  <c:v>0.98127010000000003</c:v>
                </c:pt>
                <c:pt idx="249">
                  <c:v>0.99449290000000001</c:v>
                </c:pt>
                <c:pt idx="250">
                  <c:v>0.97619359999999999</c:v>
                </c:pt>
                <c:pt idx="251">
                  <c:v>1.0134540000000001</c:v>
                </c:pt>
                <c:pt idx="252">
                  <c:v>0.97712030000000005</c:v>
                </c:pt>
                <c:pt idx="253">
                  <c:v>1.005061</c:v>
                </c:pt>
                <c:pt idx="254">
                  <c:v>1.0115609999999999</c:v>
                </c:pt>
                <c:pt idx="255">
                  <c:v>0.98941829999999997</c:v>
                </c:pt>
                <c:pt idx="256">
                  <c:v>1.011881</c:v>
                </c:pt>
                <c:pt idx="257">
                  <c:v>0.99401209999999995</c:v>
                </c:pt>
                <c:pt idx="258">
                  <c:v>1.0184740000000001</c:v>
                </c:pt>
                <c:pt idx="259">
                  <c:v>0.99693569999999998</c:v>
                </c:pt>
                <c:pt idx="260">
                  <c:v>1.002224</c:v>
                </c:pt>
                <c:pt idx="261">
                  <c:v>1.011377</c:v>
                </c:pt>
                <c:pt idx="262">
                  <c:v>0.99877099999999996</c:v>
                </c:pt>
                <c:pt idx="263">
                  <c:v>1.004721</c:v>
                </c:pt>
                <c:pt idx="264">
                  <c:v>1.0076400000000001</c:v>
                </c:pt>
                <c:pt idx="265">
                  <c:v>0.99689709999999998</c:v>
                </c:pt>
                <c:pt idx="266">
                  <c:v>0.98695670000000002</c:v>
                </c:pt>
                <c:pt idx="267">
                  <c:v>1.0125500000000001</c:v>
                </c:pt>
                <c:pt idx="268">
                  <c:v>0.99975820000000004</c:v>
                </c:pt>
                <c:pt idx="269">
                  <c:v>1.019493</c:v>
                </c:pt>
                <c:pt idx="270">
                  <c:v>0.99675539999999996</c:v>
                </c:pt>
                <c:pt idx="271">
                  <c:v>1.0117449999999999</c:v>
                </c:pt>
                <c:pt idx="272">
                  <c:v>1.004712</c:v>
                </c:pt>
                <c:pt idx="273">
                  <c:v>0.99312310000000004</c:v>
                </c:pt>
                <c:pt idx="274">
                  <c:v>1.00539</c:v>
                </c:pt>
                <c:pt idx="275">
                  <c:v>1.0121720000000001</c:v>
                </c:pt>
                <c:pt idx="276">
                  <c:v>0.99945600000000001</c:v>
                </c:pt>
                <c:pt idx="277">
                  <c:v>0.99404329999999996</c:v>
                </c:pt>
                <c:pt idx="278">
                  <c:v>0.99174850000000003</c:v>
                </c:pt>
                <c:pt idx="279">
                  <c:v>0.99668009999999996</c:v>
                </c:pt>
                <c:pt idx="280">
                  <c:v>1.0093749999999999</c:v>
                </c:pt>
                <c:pt idx="281">
                  <c:v>0.99819919999999995</c:v>
                </c:pt>
                <c:pt idx="282">
                  <c:v>1.0098039999999999</c:v>
                </c:pt>
                <c:pt idx="283">
                  <c:v>0.97818689999999997</c:v>
                </c:pt>
                <c:pt idx="284">
                  <c:v>1.0093650000000001</c:v>
                </c:pt>
                <c:pt idx="285">
                  <c:v>0.99614979999999997</c:v>
                </c:pt>
                <c:pt idx="286">
                  <c:v>0.98839220000000005</c:v>
                </c:pt>
                <c:pt idx="287">
                  <c:v>0.98778860000000002</c:v>
                </c:pt>
                <c:pt idx="288">
                  <c:v>0.98488339999999996</c:v>
                </c:pt>
                <c:pt idx="289">
                  <c:v>1.0008870000000001</c:v>
                </c:pt>
                <c:pt idx="290">
                  <c:v>1.0136689999999999</c:v>
                </c:pt>
                <c:pt idx="291">
                  <c:v>0.98986249999999998</c:v>
                </c:pt>
                <c:pt idx="292">
                  <c:v>0.98589740000000003</c:v>
                </c:pt>
                <c:pt idx="293">
                  <c:v>1.003501</c:v>
                </c:pt>
                <c:pt idx="294">
                  <c:v>1.010343</c:v>
                </c:pt>
                <c:pt idx="295">
                  <c:v>1.011077</c:v>
                </c:pt>
                <c:pt idx="296">
                  <c:v>1.0083770000000001</c:v>
                </c:pt>
                <c:pt idx="297">
                  <c:v>0.99371200000000004</c:v>
                </c:pt>
                <c:pt idx="298">
                  <c:v>1.002102</c:v>
                </c:pt>
                <c:pt idx="299">
                  <c:v>0.99202319999999999</c:v>
                </c:pt>
                <c:pt idx="300">
                  <c:v>0.9990656</c:v>
                </c:pt>
                <c:pt idx="301">
                  <c:v>0.99769399999999997</c:v>
                </c:pt>
                <c:pt idx="302">
                  <c:v>1.0009980000000001</c:v>
                </c:pt>
                <c:pt idx="303">
                  <c:v>0.99855539999999998</c:v>
                </c:pt>
                <c:pt idx="304">
                  <c:v>1.0041869999999999</c:v>
                </c:pt>
                <c:pt idx="305">
                  <c:v>1.0093589999999999</c:v>
                </c:pt>
                <c:pt idx="306">
                  <c:v>1.0044580000000001</c:v>
                </c:pt>
                <c:pt idx="307">
                  <c:v>1.0224580000000001</c:v>
                </c:pt>
                <c:pt idx="308">
                  <c:v>1.003924</c:v>
                </c:pt>
                <c:pt idx="309">
                  <c:v>1.012146</c:v>
                </c:pt>
                <c:pt idx="310">
                  <c:v>0.99479019999999996</c:v>
                </c:pt>
                <c:pt idx="311">
                  <c:v>1.0034149999999999</c:v>
                </c:pt>
                <c:pt idx="312">
                  <c:v>1.009055</c:v>
                </c:pt>
                <c:pt idx="313">
                  <c:v>1.0081709999999999</c:v>
                </c:pt>
                <c:pt idx="314">
                  <c:v>0.9993746</c:v>
                </c:pt>
                <c:pt idx="315">
                  <c:v>1.004942</c:v>
                </c:pt>
                <c:pt idx="316">
                  <c:v>1.0025470000000001</c:v>
                </c:pt>
                <c:pt idx="317">
                  <c:v>1.0109520000000001</c:v>
                </c:pt>
                <c:pt idx="318">
                  <c:v>0.99490730000000005</c:v>
                </c:pt>
                <c:pt idx="319">
                  <c:v>0.99822160000000004</c:v>
                </c:pt>
                <c:pt idx="320">
                  <c:v>0.98546020000000001</c:v>
                </c:pt>
                <c:pt idx="321">
                  <c:v>0.98724089999999998</c:v>
                </c:pt>
                <c:pt idx="322">
                  <c:v>0.99237949999999997</c:v>
                </c:pt>
                <c:pt idx="323">
                  <c:v>0.99944980000000005</c:v>
                </c:pt>
                <c:pt idx="324">
                  <c:v>0.99008079999999998</c:v>
                </c:pt>
                <c:pt idx="325">
                  <c:v>1.001789</c:v>
                </c:pt>
                <c:pt idx="326">
                  <c:v>1.0094460000000001</c:v>
                </c:pt>
                <c:pt idx="327">
                  <c:v>1.0086250000000001</c:v>
                </c:pt>
                <c:pt idx="328">
                  <c:v>0.9967068</c:v>
                </c:pt>
                <c:pt idx="329">
                  <c:v>1.0046390000000001</c:v>
                </c:pt>
                <c:pt idx="330">
                  <c:v>0.99092239999999998</c:v>
                </c:pt>
                <c:pt idx="331">
                  <c:v>1.0007379999999999</c:v>
                </c:pt>
                <c:pt idx="332">
                  <c:v>1.0101709999999999</c:v>
                </c:pt>
                <c:pt idx="333">
                  <c:v>1.0088379999999999</c:v>
                </c:pt>
                <c:pt idx="334">
                  <c:v>1.0090220000000001</c:v>
                </c:pt>
                <c:pt idx="335">
                  <c:v>0.9911259</c:v>
                </c:pt>
                <c:pt idx="336">
                  <c:v>0.99485959999999996</c:v>
                </c:pt>
                <c:pt idx="337">
                  <c:v>1.013693</c:v>
                </c:pt>
                <c:pt idx="338">
                  <c:v>1.002737</c:v>
                </c:pt>
                <c:pt idx="339">
                  <c:v>0.99454640000000005</c:v>
                </c:pt>
                <c:pt idx="340">
                  <c:v>0.99681450000000005</c:v>
                </c:pt>
                <c:pt idx="341">
                  <c:v>1.005627</c:v>
                </c:pt>
                <c:pt idx="342">
                  <c:v>1.0123500000000001</c:v>
                </c:pt>
                <c:pt idx="343">
                  <c:v>0.99759819999999999</c:v>
                </c:pt>
                <c:pt idx="344">
                  <c:v>0.99921400000000005</c:v>
                </c:pt>
                <c:pt idx="345">
                  <c:v>0.99321870000000001</c:v>
                </c:pt>
                <c:pt idx="346">
                  <c:v>0.99956509999999998</c:v>
                </c:pt>
                <c:pt idx="347">
                  <c:v>1.013255</c:v>
                </c:pt>
                <c:pt idx="348">
                  <c:v>0.99939460000000002</c:v>
                </c:pt>
                <c:pt idx="349">
                  <c:v>0.99191059999999998</c:v>
                </c:pt>
                <c:pt idx="350">
                  <c:v>1.0089600000000001</c:v>
                </c:pt>
                <c:pt idx="351">
                  <c:v>0.99740169999999995</c:v>
                </c:pt>
                <c:pt idx="352">
                  <c:v>1.0011159999999999</c:v>
                </c:pt>
                <c:pt idx="353">
                  <c:v>0.98730620000000002</c:v>
                </c:pt>
                <c:pt idx="354">
                  <c:v>0.99582000000000004</c:v>
                </c:pt>
                <c:pt idx="355">
                  <c:v>0.99620569999999997</c:v>
                </c:pt>
                <c:pt idx="356">
                  <c:v>1.0004770000000001</c:v>
                </c:pt>
                <c:pt idx="357">
                  <c:v>1.003196</c:v>
                </c:pt>
                <c:pt idx="358">
                  <c:v>0.99454620000000005</c:v>
                </c:pt>
                <c:pt idx="359">
                  <c:v>0.99407979999999996</c:v>
                </c:pt>
                <c:pt idx="360">
                  <c:v>0.99009749999999996</c:v>
                </c:pt>
                <c:pt idx="361">
                  <c:v>0.99165979999999998</c:v>
                </c:pt>
                <c:pt idx="362">
                  <c:v>0.99691589999999997</c:v>
                </c:pt>
                <c:pt idx="363">
                  <c:v>0.99432810000000005</c:v>
                </c:pt>
                <c:pt idx="364">
                  <c:v>0.9911392</c:v>
                </c:pt>
                <c:pt idx="365">
                  <c:v>0.99463900000000005</c:v>
                </c:pt>
                <c:pt idx="366">
                  <c:v>1.014338</c:v>
                </c:pt>
                <c:pt idx="367">
                  <c:v>1.0040990000000001</c:v>
                </c:pt>
                <c:pt idx="368">
                  <c:v>1.0100830000000001</c:v>
                </c:pt>
                <c:pt idx="369">
                  <c:v>0.98933839999999995</c:v>
                </c:pt>
                <c:pt idx="370">
                  <c:v>0.99709150000000002</c:v>
                </c:pt>
                <c:pt idx="371">
                  <c:v>0.99400469999999996</c:v>
                </c:pt>
                <c:pt idx="372">
                  <c:v>1.002308</c:v>
                </c:pt>
                <c:pt idx="373">
                  <c:v>1.006656</c:v>
                </c:pt>
                <c:pt idx="374">
                  <c:v>1.0071619999999999</c:v>
                </c:pt>
                <c:pt idx="375">
                  <c:v>1.0076480000000001</c:v>
                </c:pt>
                <c:pt idx="376">
                  <c:v>1.0004379999999999</c:v>
                </c:pt>
                <c:pt idx="377">
                  <c:v>1.0020720000000001</c:v>
                </c:pt>
                <c:pt idx="378">
                  <c:v>0.99289830000000001</c:v>
                </c:pt>
                <c:pt idx="379">
                  <c:v>1.010677</c:v>
                </c:pt>
                <c:pt idx="380">
                  <c:v>1.009795</c:v>
                </c:pt>
                <c:pt idx="381">
                  <c:v>1.00573</c:v>
                </c:pt>
                <c:pt idx="382">
                  <c:v>1.0022979999999999</c:v>
                </c:pt>
                <c:pt idx="383">
                  <c:v>0.99301459999999997</c:v>
                </c:pt>
                <c:pt idx="384">
                  <c:v>1.002032</c:v>
                </c:pt>
                <c:pt idx="385">
                  <c:v>1.011172</c:v>
                </c:pt>
                <c:pt idx="386">
                  <c:v>0.99092809999999998</c:v>
                </c:pt>
                <c:pt idx="387">
                  <c:v>0.99665269999999995</c:v>
                </c:pt>
                <c:pt idx="388">
                  <c:v>1.0032970000000001</c:v>
                </c:pt>
                <c:pt idx="389">
                  <c:v>1.0024169999999999</c:v>
                </c:pt>
                <c:pt idx="390">
                  <c:v>0.99511079999999996</c:v>
                </c:pt>
                <c:pt idx="391">
                  <c:v>1.000513</c:v>
                </c:pt>
                <c:pt idx="392">
                  <c:v>0.99873920000000005</c:v>
                </c:pt>
                <c:pt idx="393">
                  <c:v>0.98822889999999997</c:v>
                </c:pt>
                <c:pt idx="394">
                  <c:v>1.00421</c:v>
                </c:pt>
                <c:pt idx="395">
                  <c:v>1.0001880000000001</c:v>
                </c:pt>
                <c:pt idx="396">
                  <c:v>0.99433380000000005</c:v>
                </c:pt>
                <c:pt idx="397">
                  <c:v>1.0065200000000001</c:v>
                </c:pt>
                <c:pt idx="398">
                  <c:v>1.008634</c:v>
                </c:pt>
                <c:pt idx="399">
                  <c:v>1.0003150000000001</c:v>
                </c:pt>
                <c:pt idx="400">
                  <c:v>1.0046619999999999</c:v>
                </c:pt>
                <c:pt idx="401">
                  <c:v>1.002075</c:v>
                </c:pt>
                <c:pt idx="402">
                  <c:v>0.98656949999999999</c:v>
                </c:pt>
                <c:pt idx="403">
                  <c:v>0.99890469999999998</c:v>
                </c:pt>
                <c:pt idx="404">
                  <c:v>1.0092350000000001</c:v>
                </c:pt>
                <c:pt idx="405">
                  <c:v>1.005263</c:v>
                </c:pt>
                <c:pt idx="406">
                  <c:v>0.99440110000000004</c:v>
                </c:pt>
                <c:pt idx="407">
                  <c:v>0.99489890000000003</c:v>
                </c:pt>
                <c:pt idx="408">
                  <c:v>0.99819270000000004</c:v>
                </c:pt>
                <c:pt idx="409">
                  <c:v>1.0056210000000001</c:v>
                </c:pt>
                <c:pt idx="410">
                  <c:v>0.9924172</c:v>
                </c:pt>
                <c:pt idx="411">
                  <c:v>1.006888</c:v>
                </c:pt>
                <c:pt idx="412">
                  <c:v>0.99758080000000005</c:v>
                </c:pt>
                <c:pt idx="413">
                  <c:v>0.9990137</c:v>
                </c:pt>
                <c:pt idx="414">
                  <c:v>1.002203</c:v>
                </c:pt>
                <c:pt idx="415">
                  <c:v>1.0066109999999999</c:v>
                </c:pt>
                <c:pt idx="416">
                  <c:v>0.99120070000000005</c:v>
                </c:pt>
                <c:pt idx="417">
                  <c:v>0.99840640000000003</c:v>
                </c:pt>
                <c:pt idx="418">
                  <c:v>1.002891</c:v>
                </c:pt>
                <c:pt idx="419">
                  <c:v>1.0082100000000001</c:v>
                </c:pt>
                <c:pt idx="420">
                  <c:v>0.99703969999999997</c:v>
                </c:pt>
                <c:pt idx="421">
                  <c:v>0.99101799999999995</c:v>
                </c:pt>
                <c:pt idx="422">
                  <c:v>1.002497</c:v>
                </c:pt>
                <c:pt idx="423">
                  <c:v>1.0017560000000001</c:v>
                </c:pt>
                <c:pt idx="424">
                  <c:v>0.99263069999999998</c:v>
                </c:pt>
                <c:pt idx="425">
                  <c:v>0.98339169999999998</c:v>
                </c:pt>
                <c:pt idx="426">
                  <c:v>0.99969759999999996</c:v>
                </c:pt>
                <c:pt idx="427">
                  <c:v>0.99823280000000003</c:v>
                </c:pt>
                <c:pt idx="428">
                  <c:v>0.99736389999999997</c:v>
                </c:pt>
                <c:pt idx="429">
                  <c:v>1.0149319999999999</c:v>
                </c:pt>
                <c:pt idx="430">
                  <c:v>1.00373</c:v>
                </c:pt>
                <c:pt idx="431">
                  <c:v>1.003072</c:v>
                </c:pt>
                <c:pt idx="432">
                  <c:v>0.9920426</c:v>
                </c:pt>
                <c:pt idx="433">
                  <c:v>0.99623729999999999</c:v>
                </c:pt>
                <c:pt idx="434">
                  <c:v>0.99605880000000002</c:v>
                </c:pt>
                <c:pt idx="435">
                  <c:v>1.0010730000000001</c:v>
                </c:pt>
                <c:pt idx="436">
                  <c:v>1.0046379999999999</c:v>
                </c:pt>
                <c:pt idx="437">
                  <c:v>0.9999133</c:v>
                </c:pt>
                <c:pt idx="438">
                  <c:v>0.98818039999999996</c:v>
                </c:pt>
                <c:pt idx="439">
                  <c:v>1.007539</c:v>
                </c:pt>
                <c:pt idx="440">
                  <c:v>0.99694439999999995</c:v>
                </c:pt>
                <c:pt idx="441">
                  <c:v>1.0018629999999999</c:v>
                </c:pt>
                <c:pt idx="442">
                  <c:v>1.005093</c:v>
                </c:pt>
                <c:pt idx="443">
                  <c:v>1.0100830000000001</c:v>
                </c:pt>
                <c:pt idx="444">
                  <c:v>0.99687110000000001</c:v>
                </c:pt>
                <c:pt idx="445">
                  <c:v>1.0048159999999999</c:v>
                </c:pt>
                <c:pt idx="446">
                  <c:v>1.005512</c:v>
                </c:pt>
                <c:pt idx="447">
                  <c:v>1.004834</c:v>
                </c:pt>
                <c:pt idx="448">
                  <c:v>0.98622410000000005</c:v>
                </c:pt>
                <c:pt idx="449">
                  <c:v>1.001242</c:v>
                </c:pt>
                <c:pt idx="450">
                  <c:v>1.0024390000000001</c:v>
                </c:pt>
                <c:pt idx="451">
                  <c:v>0.99540510000000004</c:v>
                </c:pt>
                <c:pt idx="452">
                  <c:v>1.008993</c:v>
                </c:pt>
                <c:pt idx="453">
                  <c:v>0.99886229999999998</c:v>
                </c:pt>
                <c:pt idx="454">
                  <c:v>0.99892320000000001</c:v>
                </c:pt>
                <c:pt idx="455">
                  <c:v>1.0053030000000001</c:v>
                </c:pt>
                <c:pt idx="456">
                  <c:v>1.0022470000000001</c:v>
                </c:pt>
                <c:pt idx="457">
                  <c:v>0.99881799999999998</c:v>
                </c:pt>
                <c:pt idx="458">
                  <c:v>1.011334</c:v>
                </c:pt>
                <c:pt idx="459">
                  <c:v>1.000013</c:v>
                </c:pt>
                <c:pt idx="460">
                  <c:v>0.99734750000000005</c:v>
                </c:pt>
                <c:pt idx="461">
                  <c:v>1.0007980000000001</c:v>
                </c:pt>
                <c:pt idx="462">
                  <c:v>0.99278960000000005</c:v>
                </c:pt>
                <c:pt idx="463">
                  <c:v>1.0014689999999999</c:v>
                </c:pt>
                <c:pt idx="464">
                  <c:v>0.99533740000000004</c:v>
                </c:pt>
                <c:pt idx="465">
                  <c:v>0.99857510000000005</c:v>
                </c:pt>
                <c:pt idx="466">
                  <c:v>0.99514729999999996</c:v>
                </c:pt>
                <c:pt idx="467">
                  <c:v>1.0021070000000001</c:v>
                </c:pt>
                <c:pt idx="468">
                  <c:v>0.99762150000000005</c:v>
                </c:pt>
                <c:pt idx="469">
                  <c:v>0.99640609999999996</c:v>
                </c:pt>
                <c:pt idx="470">
                  <c:v>0.98885979999999996</c:v>
                </c:pt>
                <c:pt idx="471">
                  <c:v>1.0043550000000001</c:v>
                </c:pt>
                <c:pt idx="472">
                  <c:v>0.99956440000000002</c:v>
                </c:pt>
                <c:pt idx="473">
                  <c:v>1.001239</c:v>
                </c:pt>
                <c:pt idx="474">
                  <c:v>0.99708850000000004</c:v>
                </c:pt>
                <c:pt idx="475">
                  <c:v>1.008794</c:v>
                </c:pt>
                <c:pt idx="476">
                  <c:v>0.99398949999999997</c:v>
                </c:pt>
                <c:pt idx="477">
                  <c:v>1.0066379999999999</c:v>
                </c:pt>
                <c:pt idx="478">
                  <c:v>0.99364169999999996</c:v>
                </c:pt>
                <c:pt idx="479">
                  <c:v>0.99755609999999995</c:v>
                </c:pt>
                <c:pt idx="480">
                  <c:v>1.0043470000000001</c:v>
                </c:pt>
                <c:pt idx="481">
                  <c:v>0.9989808</c:v>
                </c:pt>
                <c:pt idx="482">
                  <c:v>1.0009870000000001</c:v>
                </c:pt>
                <c:pt idx="483">
                  <c:v>0.99635989999999997</c:v>
                </c:pt>
                <c:pt idx="484">
                  <c:v>0.99866220000000006</c:v>
                </c:pt>
                <c:pt idx="485">
                  <c:v>1.0015430000000001</c:v>
                </c:pt>
                <c:pt idx="486">
                  <c:v>1.0022359999999999</c:v>
                </c:pt>
                <c:pt idx="487">
                  <c:v>1.0068090000000001</c:v>
                </c:pt>
                <c:pt idx="488">
                  <c:v>0.99528070000000002</c:v>
                </c:pt>
                <c:pt idx="489">
                  <c:v>1.0066729999999999</c:v>
                </c:pt>
                <c:pt idx="490">
                  <c:v>0.99510900000000002</c:v>
                </c:pt>
                <c:pt idx="491">
                  <c:v>0.99165959999999997</c:v>
                </c:pt>
                <c:pt idx="492">
                  <c:v>0.99760070000000001</c:v>
                </c:pt>
                <c:pt idx="493">
                  <c:v>0.9919732</c:v>
                </c:pt>
                <c:pt idx="494">
                  <c:v>0.98913810000000002</c:v>
                </c:pt>
                <c:pt idx="495">
                  <c:v>1.001147</c:v>
                </c:pt>
                <c:pt idx="496">
                  <c:v>0.99806090000000003</c:v>
                </c:pt>
                <c:pt idx="497">
                  <c:v>0.99532140000000002</c:v>
                </c:pt>
                <c:pt idx="498">
                  <c:v>0.99421170000000003</c:v>
                </c:pt>
                <c:pt idx="499">
                  <c:v>0.99692150000000002</c:v>
                </c:pt>
                <c:pt idx="500">
                  <c:v>1.0016389999999999</c:v>
                </c:pt>
                <c:pt idx="501">
                  <c:v>0.99356679999999997</c:v>
                </c:pt>
                <c:pt idx="502">
                  <c:v>1.0112890000000001</c:v>
                </c:pt>
                <c:pt idx="503">
                  <c:v>1.0047299999999999</c:v>
                </c:pt>
                <c:pt idx="504">
                  <c:v>1.0016640000000001</c:v>
                </c:pt>
                <c:pt idx="505">
                  <c:v>0.9932877</c:v>
                </c:pt>
                <c:pt idx="506">
                  <c:v>1.0034069999999999</c:v>
                </c:pt>
                <c:pt idx="507">
                  <c:v>0.99613079999999998</c:v>
                </c:pt>
                <c:pt idx="508">
                  <c:v>1.0010380000000001</c:v>
                </c:pt>
                <c:pt idx="509">
                  <c:v>1.005139</c:v>
                </c:pt>
                <c:pt idx="510">
                  <c:v>1.004629</c:v>
                </c:pt>
                <c:pt idx="511">
                  <c:v>1.0037</c:v>
                </c:pt>
                <c:pt idx="512">
                  <c:v>1.0069680000000001</c:v>
                </c:pt>
                <c:pt idx="513">
                  <c:v>0.99946650000000004</c:v>
                </c:pt>
                <c:pt idx="514">
                  <c:v>0.99378909999999998</c:v>
                </c:pt>
                <c:pt idx="515">
                  <c:v>0.99708640000000004</c:v>
                </c:pt>
                <c:pt idx="516">
                  <c:v>1.0048919999999999</c:v>
                </c:pt>
              </c:numCache>
            </c:numRef>
          </c:yVal>
          <c:smooth val="1"/>
          <c:extLst>
            <c:ext xmlns:c16="http://schemas.microsoft.com/office/drawing/2014/chart" uri="{C3380CC4-5D6E-409C-BE32-E72D297353CC}">
              <c16:uniqueId val="{00000008-2F69-4D7F-BDCE-E9FA2D77B338}"/>
            </c:ext>
          </c:extLst>
        </c:ser>
        <c:ser>
          <c:idx val="9"/>
          <c:order val="9"/>
          <c:tx>
            <c:strRef>
              <c:f>Sheet1!$L$1</c:f>
              <c:strCache>
                <c:ptCount val="1"/>
                <c:pt idx="0">
                  <c:v>Be-Be</c:v>
                </c:pt>
              </c:strCache>
            </c:strRef>
          </c:tx>
          <c:spPr>
            <a:ln w="19050" cap="rnd">
              <a:solidFill>
                <a:schemeClr val="accent4">
                  <a:lumMod val="60000"/>
                </a:schemeClr>
              </a:solidFill>
              <a:round/>
            </a:ln>
            <a:effectLst/>
          </c:spPr>
          <c:marker>
            <c:symbol val="none"/>
          </c:marker>
          <c:xVal>
            <c:numRef>
              <c:f>Sheet1!$B$2:$B$1550</c:f>
              <c:numCache>
                <c:formatCode>0.00E+00</c:formatCode>
                <c:ptCount val="517"/>
                <c:pt idx="0">
                  <c:v>0.06</c:v>
                </c:pt>
                <c:pt idx="1">
                  <c:v>0.12</c:v>
                </c:pt>
                <c:pt idx="2">
                  <c:v>0.18</c:v>
                </c:pt>
                <c:pt idx="3">
                  <c:v>0.24</c:v>
                </c:pt>
                <c:pt idx="4">
                  <c:v>0.3</c:v>
                </c:pt>
                <c:pt idx="5">
                  <c:v>0.36</c:v>
                </c:pt>
                <c:pt idx="6">
                  <c:v>0.42</c:v>
                </c:pt>
                <c:pt idx="7">
                  <c:v>0.48</c:v>
                </c:pt>
                <c:pt idx="8">
                  <c:v>0.54</c:v>
                </c:pt>
                <c:pt idx="9">
                  <c:v>0.6</c:v>
                </c:pt>
                <c:pt idx="10">
                  <c:v>0.66</c:v>
                </c:pt>
                <c:pt idx="11">
                  <c:v>0.72</c:v>
                </c:pt>
                <c:pt idx="12">
                  <c:v>0.78</c:v>
                </c:pt>
                <c:pt idx="13">
                  <c:v>0.84</c:v>
                </c:pt>
                <c:pt idx="14">
                  <c:v>0.9</c:v>
                </c:pt>
                <c:pt idx="15">
                  <c:v>0.96</c:v>
                </c:pt>
                <c:pt idx="16" formatCode="General">
                  <c:v>1.02</c:v>
                </c:pt>
                <c:pt idx="17" formatCode="General">
                  <c:v>1.08</c:v>
                </c:pt>
                <c:pt idx="18" formatCode="General">
                  <c:v>1.1399999999999999</c:v>
                </c:pt>
                <c:pt idx="19" formatCode="General">
                  <c:v>1.2</c:v>
                </c:pt>
                <c:pt idx="20" formatCode="General">
                  <c:v>1.26</c:v>
                </c:pt>
                <c:pt idx="21" formatCode="General">
                  <c:v>1.32</c:v>
                </c:pt>
                <c:pt idx="22" formatCode="General">
                  <c:v>1.38</c:v>
                </c:pt>
                <c:pt idx="23" formatCode="General">
                  <c:v>1.44</c:v>
                </c:pt>
                <c:pt idx="24" formatCode="General">
                  <c:v>1.5</c:v>
                </c:pt>
                <c:pt idx="25" formatCode="General">
                  <c:v>1.56</c:v>
                </c:pt>
                <c:pt idx="26" formatCode="General">
                  <c:v>1.62</c:v>
                </c:pt>
                <c:pt idx="27" formatCode="General">
                  <c:v>1.68</c:v>
                </c:pt>
                <c:pt idx="28" formatCode="General">
                  <c:v>1.74</c:v>
                </c:pt>
                <c:pt idx="29" formatCode="General">
                  <c:v>1.8</c:v>
                </c:pt>
                <c:pt idx="30" formatCode="General">
                  <c:v>1.86</c:v>
                </c:pt>
                <c:pt idx="31" formatCode="General">
                  <c:v>1.92</c:v>
                </c:pt>
                <c:pt idx="32" formatCode="General">
                  <c:v>1.98</c:v>
                </c:pt>
                <c:pt idx="33" formatCode="General">
                  <c:v>2.04</c:v>
                </c:pt>
                <c:pt idx="34" formatCode="General">
                  <c:v>2.1</c:v>
                </c:pt>
                <c:pt idx="35" formatCode="General">
                  <c:v>2.16</c:v>
                </c:pt>
                <c:pt idx="36" formatCode="General">
                  <c:v>2.2200000000000002</c:v>
                </c:pt>
                <c:pt idx="37" formatCode="General">
                  <c:v>2.2799999999999998</c:v>
                </c:pt>
                <c:pt idx="38" formatCode="General">
                  <c:v>2.34</c:v>
                </c:pt>
                <c:pt idx="39" formatCode="General">
                  <c:v>2.4</c:v>
                </c:pt>
                <c:pt idx="40" formatCode="General">
                  <c:v>2.46</c:v>
                </c:pt>
                <c:pt idx="41" formatCode="General">
                  <c:v>2.52</c:v>
                </c:pt>
                <c:pt idx="42" formatCode="General">
                  <c:v>2.58</c:v>
                </c:pt>
                <c:pt idx="43" formatCode="General">
                  <c:v>2.64</c:v>
                </c:pt>
                <c:pt idx="44" formatCode="General">
                  <c:v>2.7</c:v>
                </c:pt>
                <c:pt idx="45" formatCode="General">
                  <c:v>2.76</c:v>
                </c:pt>
                <c:pt idx="46" formatCode="General">
                  <c:v>2.82</c:v>
                </c:pt>
                <c:pt idx="47" formatCode="General">
                  <c:v>2.88</c:v>
                </c:pt>
                <c:pt idx="48" formatCode="General">
                  <c:v>2.94</c:v>
                </c:pt>
                <c:pt idx="49" formatCode="General">
                  <c:v>3</c:v>
                </c:pt>
                <c:pt idx="50" formatCode="General">
                  <c:v>3.06</c:v>
                </c:pt>
                <c:pt idx="51" formatCode="General">
                  <c:v>3.12</c:v>
                </c:pt>
                <c:pt idx="52" formatCode="General">
                  <c:v>3.18</c:v>
                </c:pt>
                <c:pt idx="53" formatCode="General">
                  <c:v>3.24</c:v>
                </c:pt>
                <c:pt idx="54" formatCode="General">
                  <c:v>3.3</c:v>
                </c:pt>
                <c:pt idx="55" formatCode="General">
                  <c:v>3.36</c:v>
                </c:pt>
                <c:pt idx="56" formatCode="General">
                  <c:v>3.42</c:v>
                </c:pt>
                <c:pt idx="57" formatCode="General">
                  <c:v>3.48</c:v>
                </c:pt>
                <c:pt idx="58" formatCode="General">
                  <c:v>3.54</c:v>
                </c:pt>
                <c:pt idx="59" formatCode="General">
                  <c:v>3.6</c:v>
                </c:pt>
                <c:pt idx="60" formatCode="General">
                  <c:v>3.66</c:v>
                </c:pt>
                <c:pt idx="61" formatCode="General">
                  <c:v>3.72</c:v>
                </c:pt>
                <c:pt idx="62" formatCode="General">
                  <c:v>3.78</c:v>
                </c:pt>
                <c:pt idx="63" formatCode="General">
                  <c:v>3.84</c:v>
                </c:pt>
                <c:pt idx="64" formatCode="General">
                  <c:v>3.9</c:v>
                </c:pt>
                <c:pt idx="65" formatCode="General">
                  <c:v>3.96</c:v>
                </c:pt>
                <c:pt idx="66" formatCode="General">
                  <c:v>4.0199999999999996</c:v>
                </c:pt>
                <c:pt idx="67" formatCode="General">
                  <c:v>4.08</c:v>
                </c:pt>
                <c:pt idx="68" formatCode="General">
                  <c:v>4.1399999999999997</c:v>
                </c:pt>
                <c:pt idx="69" formatCode="General">
                  <c:v>4.2</c:v>
                </c:pt>
                <c:pt idx="70" formatCode="General">
                  <c:v>4.26</c:v>
                </c:pt>
                <c:pt idx="71" formatCode="General">
                  <c:v>4.32</c:v>
                </c:pt>
                <c:pt idx="72" formatCode="General">
                  <c:v>4.38</c:v>
                </c:pt>
                <c:pt idx="73" formatCode="General">
                  <c:v>4.4400000000000004</c:v>
                </c:pt>
                <c:pt idx="74" formatCode="General">
                  <c:v>4.5</c:v>
                </c:pt>
                <c:pt idx="75" formatCode="General">
                  <c:v>4.5599999999999996</c:v>
                </c:pt>
                <c:pt idx="76" formatCode="General">
                  <c:v>4.62</c:v>
                </c:pt>
                <c:pt idx="77" formatCode="General">
                  <c:v>4.68</c:v>
                </c:pt>
                <c:pt idx="78" formatCode="General">
                  <c:v>4.74</c:v>
                </c:pt>
                <c:pt idx="79" formatCode="General">
                  <c:v>4.8</c:v>
                </c:pt>
                <c:pt idx="80" formatCode="General">
                  <c:v>4.8600000000000003</c:v>
                </c:pt>
                <c:pt idx="81" formatCode="General">
                  <c:v>4.92</c:v>
                </c:pt>
                <c:pt idx="82" formatCode="General">
                  <c:v>4.9800000000000004</c:v>
                </c:pt>
                <c:pt idx="83" formatCode="General">
                  <c:v>5.04</c:v>
                </c:pt>
                <c:pt idx="84" formatCode="General">
                  <c:v>5.0999999999999996</c:v>
                </c:pt>
                <c:pt idx="85" formatCode="General">
                  <c:v>5.16</c:v>
                </c:pt>
                <c:pt idx="86" formatCode="General">
                  <c:v>5.22</c:v>
                </c:pt>
                <c:pt idx="87" formatCode="General">
                  <c:v>5.28</c:v>
                </c:pt>
                <c:pt idx="88" formatCode="General">
                  <c:v>5.34</c:v>
                </c:pt>
                <c:pt idx="89" formatCode="General">
                  <c:v>5.4</c:v>
                </c:pt>
                <c:pt idx="90" formatCode="General">
                  <c:v>5.46</c:v>
                </c:pt>
                <c:pt idx="91" formatCode="General">
                  <c:v>5.52</c:v>
                </c:pt>
                <c:pt idx="92" formatCode="General">
                  <c:v>5.58</c:v>
                </c:pt>
                <c:pt idx="93" formatCode="General">
                  <c:v>5.64</c:v>
                </c:pt>
                <c:pt idx="94" formatCode="General">
                  <c:v>5.7</c:v>
                </c:pt>
                <c:pt idx="95" formatCode="General">
                  <c:v>5.76</c:v>
                </c:pt>
                <c:pt idx="96" formatCode="General">
                  <c:v>5.82</c:v>
                </c:pt>
                <c:pt idx="97" formatCode="General">
                  <c:v>5.88</c:v>
                </c:pt>
                <c:pt idx="98" formatCode="General">
                  <c:v>5.94</c:v>
                </c:pt>
                <c:pt idx="99" formatCode="General">
                  <c:v>6</c:v>
                </c:pt>
                <c:pt idx="100" formatCode="General">
                  <c:v>6.06</c:v>
                </c:pt>
                <c:pt idx="101" formatCode="General">
                  <c:v>6.12</c:v>
                </c:pt>
                <c:pt idx="102" formatCode="General">
                  <c:v>6.18</c:v>
                </c:pt>
                <c:pt idx="103" formatCode="General">
                  <c:v>6.24</c:v>
                </c:pt>
                <c:pt idx="104" formatCode="General">
                  <c:v>6.3</c:v>
                </c:pt>
                <c:pt idx="105" formatCode="General">
                  <c:v>6.36</c:v>
                </c:pt>
                <c:pt idx="106" formatCode="General">
                  <c:v>6.42</c:v>
                </c:pt>
                <c:pt idx="107" formatCode="General">
                  <c:v>6.48</c:v>
                </c:pt>
                <c:pt idx="108" formatCode="General">
                  <c:v>6.54</c:v>
                </c:pt>
                <c:pt idx="109" formatCode="General">
                  <c:v>6.6</c:v>
                </c:pt>
                <c:pt idx="110" formatCode="General">
                  <c:v>6.66</c:v>
                </c:pt>
                <c:pt idx="111" formatCode="General">
                  <c:v>6.72</c:v>
                </c:pt>
                <c:pt idx="112" formatCode="General">
                  <c:v>6.78</c:v>
                </c:pt>
                <c:pt idx="113" formatCode="General">
                  <c:v>6.84</c:v>
                </c:pt>
                <c:pt idx="114" formatCode="General">
                  <c:v>6.9</c:v>
                </c:pt>
                <c:pt idx="115" formatCode="General">
                  <c:v>6.96</c:v>
                </c:pt>
                <c:pt idx="116" formatCode="General">
                  <c:v>7.02</c:v>
                </c:pt>
                <c:pt idx="117" formatCode="General">
                  <c:v>7.08</c:v>
                </c:pt>
                <c:pt idx="118" formatCode="General">
                  <c:v>7.14</c:v>
                </c:pt>
                <c:pt idx="119" formatCode="General">
                  <c:v>7.2</c:v>
                </c:pt>
                <c:pt idx="120" formatCode="General">
                  <c:v>7.26</c:v>
                </c:pt>
                <c:pt idx="121" formatCode="General">
                  <c:v>7.32</c:v>
                </c:pt>
                <c:pt idx="122" formatCode="General">
                  <c:v>7.38</c:v>
                </c:pt>
                <c:pt idx="123" formatCode="General">
                  <c:v>7.44</c:v>
                </c:pt>
                <c:pt idx="124" formatCode="General">
                  <c:v>7.5</c:v>
                </c:pt>
                <c:pt idx="125" formatCode="General">
                  <c:v>7.56</c:v>
                </c:pt>
                <c:pt idx="126" formatCode="General">
                  <c:v>7.62</c:v>
                </c:pt>
                <c:pt idx="127" formatCode="General">
                  <c:v>7.68</c:v>
                </c:pt>
                <c:pt idx="128" formatCode="General">
                  <c:v>7.74</c:v>
                </c:pt>
                <c:pt idx="129" formatCode="General">
                  <c:v>7.8</c:v>
                </c:pt>
                <c:pt idx="130" formatCode="General">
                  <c:v>7.86</c:v>
                </c:pt>
                <c:pt idx="131" formatCode="General">
                  <c:v>7.92</c:v>
                </c:pt>
                <c:pt idx="132" formatCode="General">
                  <c:v>7.98</c:v>
                </c:pt>
                <c:pt idx="133" formatCode="General">
                  <c:v>8.0399999999999991</c:v>
                </c:pt>
                <c:pt idx="134" formatCode="General">
                  <c:v>8.0999990000000004</c:v>
                </c:pt>
                <c:pt idx="135" formatCode="General">
                  <c:v>8.16</c:v>
                </c:pt>
                <c:pt idx="136" formatCode="General">
                  <c:v>8.2200000000000006</c:v>
                </c:pt>
                <c:pt idx="137" formatCode="General">
                  <c:v>8.2799999999999994</c:v>
                </c:pt>
                <c:pt idx="138" formatCode="General">
                  <c:v>8.34</c:v>
                </c:pt>
                <c:pt idx="139" formatCode="General">
                  <c:v>8.4</c:v>
                </c:pt>
                <c:pt idx="140" formatCode="General">
                  <c:v>8.4600000000000009</c:v>
                </c:pt>
                <c:pt idx="141" formatCode="General">
                  <c:v>8.52</c:v>
                </c:pt>
                <c:pt idx="142" formatCode="General">
                  <c:v>8.58</c:v>
                </c:pt>
                <c:pt idx="143" formatCode="General">
                  <c:v>8.6399989999999995</c:v>
                </c:pt>
                <c:pt idx="144" formatCode="General">
                  <c:v>8.6999999999999993</c:v>
                </c:pt>
                <c:pt idx="145" formatCode="General">
                  <c:v>8.76</c:v>
                </c:pt>
                <c:pt idx="146" formatCode="General">
                  <c:v>8.82</c:v>
                </c:pt>
                <c:pt idx="147" formatCode="General">
                  <c:v>8.8800000000000008</c:v>
                </c:pt>
                <c:pt idx="148" formatCode="General">
                  <c:v>8.94</c:v>
                </c:pt>
                <c:pt idx="149" formatCode="General">
                  <c:v>9</c:v>
                </c:pt>
                <c:pt idx="150" formatCode="General">
                  <c:v>9.0599989999999995</c:v>
                </c:pt>
                <c:pt idx="151" formatCode="General">
                  <c:v>9.1199999999999992</c:v>
                </c:pt>
                <c:pt idx="152" formatCode="General">
                  <c:v>9.1799990000000005</c:v>
                </c:pt>
                <c:pt idx="153" formatCode="General">
                  <c:v>9.24</c:v>
                </c:pt>
                <c:pt idx="154" formatCode="General">
                  <c:v>9.3000000000000007</c:v>
                </c:pt>
                <c:pt idx="155" formatCode="General">
                  <c:v>9.36</c:v>
                </c:pt>
                <c:pt idx="156" formatCode="General">
                  <c:v>9.42</c:v>
                </c:pt>
                <c:pt idx="157" formatCode="General">
                  <c:v>9.48</c:v>
                </c:pt>
                <c:pt idx="158" formatCode="General">
                  <c:v>9.5399999999999991</c:v>
                </c:pt>
                <c:pt idx="159" formatCode="General">
                  <c:v>9.5999990000000004</c:v>
                </c:pt>
                <c:pt idx="160" formatCode="General">
                  <c:v>9.66</c:v>
                </c:pt>
                <c:pt idx="161" formatCode="General">
                  <c:v>9.7199989999999996</c:v>
                </c:pt>
                <c:pt idx="162" formatCode="General">
                  <c:v>9.7799999999999994</c:v>
                </c:pt>
                <c:pt idx="163" formatCode="General">
                  <c:v>9.84</c:v>
                </c:pt>
                <c:pt idx="164" formatCode="General">
                  <c:v>9.9</c:v>
                </c:pt>
                <c:pt idx="165" formatCode="General">
                  <c:v>9.9600000000000009</c:v>
                </c:pt>
                <c:pt idx="166" formatCode="General">
                  <c:v>10.02</c:v>
                </c:pt>
                <c:pt idx="167" formatCode="General">
                  <c:v>10.08</c:v>
                </c:pt>
                <c:pt idx="168" formatCode="General">
                  <c:v>10.14</c:v>
                </c:pt>
                <c:pt idx="169" formatCode="General">
                  <c:v>10.199999999999999</c:v>
                </c:pt>
                <c:pt idx="170" formatCode="General">
                  <c:v>10.26</c:v>
                </c:pt>
                <c:pt idx="171" formatCode="General">
                  <c:v>10.32</c:v>
                </c:pt>
                <c:pt idx="172" formatCode="General">
                  <c:v>10.38</c:v>
                </c:pt>
                <c:pt idx="173" formatCode="General">
                  <c:v>10.44</c:v>
                </c:pt>
                <c:pt idx="174" formatCode="General">
                  <c:v>10.5</c:v>
                </c:pt>
                <c:pt idx="175" formatCode="General">
                  <c:v>10.56</c:v>
                </c:pt>
                <c:pt idx="176" formatCode="General">
                  <c:v>10.62</c:v>
                </c:pt>
                <c:pt idx="177" formatCode="General">
                  <c:v>10.68</c:v>
                </c:pt>
                <c:pt idx="178" formatCode="General">
                  <c:v>10.74</c:v>
                </c:pt>
                <c:pt idx="179" formatCode="General">
                  <c:v>10.8</c:v>
                </c:pt>
                <c:pt idx="180" formatCode="General">
                  <c:v>10.86</c:v>
                </c:pt>
                <c:pt idx="181" formatCode="General">
                  <c:v>10.92</c:v>
                </c:pt>
                <c:pt idx="182" formatCode="General">
                  <c:v>10.98</c:v>
                </c:pt>
                <c:pt idx="183" formatCode="General">
                  <c:v>11.04</c:v>
                </c:pt>
                <c:pt idx="184" formatCode="General">
                  <c:v>11.1</c:v>
                </c:pt>
                <c:pt idx="185" formatCode="General">
                  <c:v>11.16</c:v>
                </c:pt>
                <c:pt idx="186" formatCode="General">
                  <c:v>11.22</c:v>
                </c:pt>
                <c:pt idx="187" formatCode="General">
                  <c:v>11.28</c:v>
                </c:pt>
                <c:pt idx="188" formatCode="General">
                  <c:v>11.34</c:v>
                </c:pt>
                <c:pt idx="189" formatCode="General">
                  <c:v>11.4</c:v>
                </c:pt>
                <c:pt idx="190" formatCode="General">
                  <c:v>11.46</c:v>
                </c:pt>
                <c:pt idx="191" formatCode="General">
                  <c:v>11.52</c:v>
                </c:pt>
                <c:pt idx="192" formatCode="General">
                  <c:v>11.58</c:v>
                </c:pt>
                <c:pt idx="193" formatCode="General">
                  <c:v>11.64</c:v>
                </c:pt>
                <c:pt idx="194" formatCode="General">
                  <c:v>11.7</c:v>
                </c:pt>
                <c:pt idx="195" formatCode="General">
                  <c:v>11.76</c:v>
                </c:pt>
                <c:pt idx="196" formatCode="General">
                  <c:v>11.82</c:v>
                </c:pt>
                <c:pt idx="197" formatCode="General">
                  <c:v>11.88</c:v>
                </c:pt>
                <c:pt idx="198" formatCode="General">
                  <c:v>11.94</c:v>
                </c:pt>
                <c:pt idx="199" formatCode="General">
                  <c:v>12</c:v>
                </c:pt>
                <c:pt idx="200" formatCode="General">
                  <c:v>12.06</c:v>
                </c:pt>
                <c:pt idx="201" formatCode="General">
                  <c:v>12.12</c:v>
                </c:pt>
                <c:pt idx="202" formatCode="General">
                  <c:v>12.18</c:v>
                </c:pt>
                <c:pt idx="203" formatCode="General">
                  <c:v>12.24</c:v>
                </c:pt>
                <c:pt idx="204" formatCode="General">
                  <c:v>12.3</c:v>
                </c:pt>
                <c:pt idx="205" formatCode="General">
                  <c:v>12.36</c:v>
                </c:pt>
                <c:pt idx="206" formatCode="General">
                  <c:v>12.42</c:v>
                </c:pt>
                <c:pt idx="207" formatCode="General">
                  <c:v>12.48</c:v>
                </c:pt>
                <c:pt idx="208" formatCode="General">
                  <c:v>12.54</c:v>
                </c:pt>
                <c:pt idx="209" formatCode="General">
                  <c:v>12.6</c:v>
                </c:pt>
                <c:pt idx="210" formatCode="General">
                  <c:v>12.66</c:v>
                </c:pt>
                <c:pt idx="211" formatCode="General">
                  <c:v>12.72</c:v>
                </c:pt>
                <c:pt idx="212" formatCode="General">
                  <c:v>12.78</c:v>
                </c:pt>
                <c:pt idx="213" formatCode="General">
                  <c:v>12.84</c:v>
                </c:pt>
                <c:pt idx="214" formatCode="General">
                  <c:v>12.9</c:v>
                </c:pt>
                <c:pt idx="215" formatCode="General">
                  <c:v>12.96</c:v>
                </c:pt>
                <c:pt idx="216" formatCode="General">
                  <c:v>13.02</c:v>
                </c:pt>
                <c:pt idx="217" formatCode="General">
                  <c:v>13.08</c:v>
                </c:pt>
                <c:pt idx="218" formatCode="General">
                  <c:v>13.14</c:v>
                </c:pt>
                <c:pt idx="219" formatCode="General">
                  <c:v>13.2</c:v>
                </c:pt>
                <c:pt idx="220" formatCode="General">
                  <c:v>13.26</c:v>
                </c:pt>
                <c:pt idx="221" formatCode="General">
                  <c:v>13.32</c:v>
                </c:pt>
                <c:pt idx="222" formatCode="General">
                  <c:v>13.38</c:v>
                </c:pt>
                <c:pt idx="223" formatCode="General">
                  <c:v>13.44</c:v>
                </c:pt>
                <c:pt idx="224" formatCode="General">
                  <c:v>13.5</c:v>
                </c:pt>
                <c:pt idx="225" formatCode="General">
                  <c:v>13.56</c:v>
                </c:pt>
                <c:pt idx="226" formatCode="General">
                  <c:v>13.62</c:v>
                </c:pt>
                <c:pt idx="227" formatCode="General">
                  <c:v>13.68</c:v>
                </c:pt>
                <c:pt idx="228" formatCode="General">
                  <c:v>13.74</c:v>
                </c:pt>
                <c:pt idx="229" formatCode="General">
                  <c:v>13.8</c:v>
                </c:pt>
                <c:pt idx="230" formatCode="General">
                  <c:v>13.86</c:v>
                </c:pt>
                <c:pt idx="231" formatCode="General">
                  <c:v>13.92</c:v>
                </c:pt>
                <c:pt idx="232" formatCode="General">
                  <c:v>13.98</c:v>
                </c:pt>
                <c:pt idx="233" formatCode="General">
                  <c:v>14.04</c:v>
                </c:pt>
                <c:pt idx="234" formatCode="General">
                  <c:v>14.1</c:v>
                </c:pt>
                <c:pt idx="235" formatCode="General">
                  <c:v>14.16</c:v>
                </c:pt>
                <c:pt idx="236" formatCode="General">
                  <c:v>14.22</c:v>
                </c:pt>
                <c:pt idx="237" formatCode="General">
                  <c:v>14.28</c:v>
                </c:pt>
                <c:pt idx="238" formatCode="General">
                  <c:v>14.34</c:v>
                </c:pt>
                <c:pt idx="239" formatCode="General">
                  <c:v>14.4</c:v>
                </c:pt>
                <c:pt idx="240" formatCode="General">
                  <c:v>14.46</c:v>
                </c:pt>
                <c:pt idx="241" formatCode="General">
                  <c:v>14.52</c:v>
                </c:pt>
                <c:pt idx="242" formatCode="General">
                  <c:v>14.58</c:v>
                </c:pt>
                <c:pt idx="243" formatCode="General">
                  <c:v>14.64</c:v>
                </c:pt>
                <c:pt idx="244" formatCode="General">
                  <c:v>14.7</c:v>
                </c:pt>
                <c:pt idx="245" formatCode="General">
                  <c:v>14.76</c:v>
                </c:pt>
                <c:pt idx="246" formatCode="General">
                  <c:v>14.82</c:v>
                </c:pt>
                <c:pt idx="247" formatCode="General">
                  <c:v>14.88</c:v>
                </c:pt>
                <c:pt idx="248" formatCode="General">
                  <c:v>14.94</c:v>
                </c:pt>
                <c:pt idx="249" formatCode="General">
                  <c:v>15</c:v>
                </c:pt>
                <c:pt idx="250" formatCode="General">
                  <c:v>15.06</c:v>
                </c:pt>
                <c:pt idx="251" formatCode="General">
                  <c:v>15.12</c:v>
                </c:pt>
                <c:pt idx="252" formatCode="General">
                  <c:v>15.18</c:v>
                </c:pt>
                <c:pt idx="253" formatCode="General">
                  <c:v>15.24</c:v>
                </c:pt>
                <c:pt idx="254" formatCode="General">
                  <c:v>15.3</c:v>
                </c:pt>
                <c:pt idx="255" formatCode="General">
                  <c:v>15.36</c:v>
                </c:pt>
                <c:pt idx="256" formatCode="General">
                  <c:v>15.42</c:v>
                </c:pt>
                <c:pt idx="257" formatCode="General">
                  <c:v>15.48</c:v>
                </c:pt>
                <c:pt idx="258" formatCode="General">
                  <c:v>15.54</c:v>
                </c:pt>
                <c:pt idx="259" formatCode="General">
                  <c:v>15.6</c:v>
                </c:pt>
                <c:pt idx="260" formatCode="General">
                  <c:v>15.66</c:v>
                </c:pt>
                <c:pt idx="261" formatCode="General">
                  <c:v>15.72</c:v>
                </c:pt>
                <c:pt idx="262" formatCode="General">
                  <c:v>15.78</c:v>
                </c:pt>
                <c:pt idx="263" formatCode="General">
                  <c:v>15.84</c:v>
                </c:pt>
                <c:pt idx="264" formatCode="General">
                  <c:v>15.9</c:v>
                </c:pt>
                <c:pt idx="265" formatCode="General">
                  <c:v>15.96</c:v>
                </c:pt>
                <c:pt idx="266" formatCode="General">
                  <c:v>16.02</c:v>
                </c:pt>
                <c:pt idx="267" formatCode="General">
                  <c:v>16.079999999999998</c:v>
                </c:pt>
                <c:pt idx="268" formatCode="General">
                  <c:v>16.14</c:v>
                </c:pt>
                <c:pt idx="269" formatCode="General">
                  <c:v>16.2</c:v>
                </c:pt>
                <c:pt idx="270" formatCode="General">
                  <c:v>16.260000000000002</c:v>
                </c:pt>
                <c:pt idx="271" formatCode="General">
                  <c:v>16.32</c:v>
                </c:pt>
                <c:pt idx="272" formatCode="General">
                  <c:v>16.38</c:v>
                </c:pt>
                <c:pt idx="273" formatCode="General">
                  <c:v>16.440000000000001</c:v>
                </c:pt>
                <c:pt idx="274" formatCode="General">
                  <c:v>16.5</c:v>
                </c:pt>
                <c:pt idx="275" formatCode="General">
                  <c:v>16.559999999999999</c:v>
                </c:pt>
                <c:pt idx="276" formatCode="General">
                  <c:v>16.62</c:v>
                </c:pt>
                <c:pt idx="277" formatCode="General">
                  <c:v>16.68</c:v>
                </c:pt>
                <c:pt idx="278" formatCode="General">
                  <c:v>16.739999999999998</c:v>
                </c:pt>
                <c:pt idx="279" formatCode="General">
                  <c:v>16.8</c:v>
                </c:pt>
                <c:pt idx="280" formatCode="General">
                  <c:v>16.86</c:v>
                </c:pt>
                <c:pt idx="281" formatCode="General">
                  <c:v>16.920000000000002</c:v>
                </c:pt>
                <c:pt idx="282" formatCode="General">
                  <c:v>16.98</c:v>
                </c:pt>
                <c:pt idx="283" formatCode="General">
                  <c:v>17.04</c:v>
                </c:pt>
                <c:pt idx="284" formatCode="General">
                  <c:v>17.100000000000001</c:v>
                </c:pt>
                <c:pt idx="285" formatCode="General">
                  <c:v>17.16</c:v>
                </c:pt>
                <c:pt idx="286" formatCode="General">
                  <c:v>17.22</c:v>
                </c:pt>
                <c:pt idx="287" formatCode="General">
                  <c:v>17.28</c:v>
                </c:pt>
                <c:pt idx="288" formatCode="General">
                  <c:v>17.34</c:v>
                </c:pt>
                <c:pt idx="289" formatCode="General">
                  <c:v>17.399999999999999</c:v>
                </c:pt>
                <c:pt idx="290" formatCode="General">
                  <c:v>17.46</c:v>
                </c:pt>
                <c:pt idx="291" formatCode="General">
                  <c:v>17.52</c:v>
                </c:pt>
                <c:pt idx="292" formatCode="General">
                  <c:v>17.579999999999998</c:v>
                </c:pt>
                <c:pt idx="293" formatCode="General">
                  <c:v>17.64</c:v>
                </c:pt>
                <c:pt idx="294" formatCode="General">
                  <c:v>17.7</c:v>
                </c:pt>
                <c:pt idx="295" formatCode="General">
                  <c:v>17.760000000000002</c:v>
                </c:pt>
                <c:pt idx="296" formatCode="General">
                  <c:v>17.82</c:v>
                </c:pt>
                <c:pt idx="297" formatCode="General">
                  <c:v>17.88</c:v>
                </c:pt>
                <c:pt idx="298" formatCode="General">
                  <c:v>17.940000000000001</c:v>
                </c:pt>
                <c:pt idx="299" formatCode="General">
                  <c:v>18</c:v>
                </c:pt>
                <c:pt idx="300" formatCode="General">
                  <c:v>18.059999999999999</c:v>
                </c:pt>
                <c:pt idx="301" formatCode="General">
                  <c:v>18.12</c:v>
                </c:pt>
                <c:pt idx="302" formatCode="General">
                  <c:v>18.18</c:v>
                </c:pt>
                <c:pt idx="303" formatCode="General">
                  <c:v>18.239999999999998</c:v>
                </c:pt>
                <c:pt idx="304" formatCode="General">
                  <c:v>18.3</c:v>
                </c:pt>
                <c:pt idx="305" formatCode="General">
                  <c:v>18.36</c:v>
                </c:pt>
                <c:pt idx="306" formatCode="General">
                  <c:v>18.420000000000002</c:v>
                </c:pt>
                <c:pt idx="307" formatCode="General">
                  <c:v>18.48</c:v>
                </c:pt>
                <c:pt idx="308" formatCode="General">
                  <c:v>18.54</c:v>
                </c:pt>
                <c:pt idx="309" formatCode="General">
                  <c:v>18.600000000000001</c:v>
                </c:pt>
                <c:pt idx="310" formatCode="General">
                  <c:v>18.66</c:v>
                </c:pt>
                <c:pt idx="311" formatCode="General">
                  <c:v>18.72</c:v>
                </c:pt>
                <c:pt idx="312" formatCode="General">
                  <c:v>18.78</c:v>
                </c:pt>
                <c:pt idx="313" formatCode="General">
                  <c:v>18.84</c:v>
                </c:pt>
                <c:pt idx="314" formatCode="General">
                  <c:v>18.899999999999999</c:v>
                </c:pt>
                <c:pt idx="315" formatCode="General">
                  <c:v>18.96</c:v>
                </c:pt>
                <c:pt idx="316" formatCode="General">
                  <c:v>19.02</c:v>
                </c:pt>
                <c:pt idx="317" formatCode="General">
                  <c:v>19.079999999999998</c:v>
                </c:pt>
                <c:pt idx="318" formatCode="General">
                  <c:v>19.14</c:v>
                </c:pt>
                <c:pt idx="319" formatCode="General">
                  <c:v>19.2</c:v>
                </c:pt>
                <c:pt idx="320" formatCode="General">
                  <c:v>19.260000000000002</c:v>
                </c:pt>
                <c:pt idx="321" formatCode="General">
                  <c:v>19.32</c:v>
                </c:pt>
                <c:pt idx="322" formatCode="General">
                  <c:v>19.38</c:v>
                </c:pt>
                <c:pt idx="323" formatCode="General">
                  <c:v>19.440000000000001</c:v>
                </c:pt>
                <c:pt idx="324" formatCode="General">
                  <c:v>19.5</c:v>
                </c:pt>
                <c:pt idx="325" formatCode="General">
                  <c:v>19.559999999999999</c:v>
                </c:pt>
                <c:pt idx="326" formatCode="General">
                  <c:v>19.62</c:v>
                </c:pt>
                <c:pt idx="327" formatCode="General">
                  <c:v>19.68</c:v>
                </c:pt>
                <c:pt idx="328" formatCode="General">
                  <c:v>19.739999999999998</c:v>
                </c:pt>
                <c:pt idx="329" formatCode="General">
                  <c:v>19.8</c:v>
                </c:pt>
                <c:pt idx="330" formatCode="General">
                  <c:v>19.86</c:v>
                </c:pt>
                <c:pt idx="331" formatCode="General">
                  <c:v>19.920000000000002</c:v>
                </c:pt>
                <c:pt idx="332" formatCode="General">
                  <c:v>19.98</c:v>
                </c:pt>
                <c:pt idx="333" formatCode="General">
                  <c:v>20.04</c:v>
                </c:pt>
                <c:pt idx="334" formatCode="General">
                  <c:v>20.100000000000001</c:v>
                </c:pt>
                <c:pt idx="335" formatCode="General">
                  <c:v>20.16</c:v>
                </c:pt>
                <c:pt idx="336" formatCode="General">
                  <c:v>20.22</c:v>
                </c:pt>
                <c:pt idx="337" formatCode="General">
                  <c:v>20.28</c:v>
                </c:pt>
                <c:pt idx="338" formatCode="General">
                  <c:v>20.34</c:v>
                </c:pt>
                <c:pt idx="339" formatCode="General">
                  <c:v>20.399999999999999</c:v>
                </c:pt>
                <c:pt idx="340" formatCode="General">
                  <c:v>20.46</c:v>
                </c:pt>
                <c:pt idx="341" formatCode="General">
                  <c:v>20.52</c:v>
                </c:pt>
                <c:pt idx="342" formatCode="General">
                  <c:v>20.58</c:v>
                </c:pt>
                <c:pt idx="343" formatCode="General">
                  <c:v>20.64</c:v>
                </c:pt>
                <c:pt idx="344" formatCode="General">
                  <c:v>20.7</c:v>
                </c:pt>
                <c:pt idx="345" formatCode="General">
                  <c:v>20.76</c:v>
                </c:pt>
                <c:pt idx="346" formatCode="General">
                  <c:v>20.82</c:v>
                </c:pt>
                <c:pt idx="347" formatCode="General">
                  <c:v>20.88</c:v>
                </c:pt>
                <c:pt idx="348" formatCode="General">
                  <c:v>20.94</c:v>
                </c:pt>
                <c:pt idx="349" formatCode="General">
                  <c:v>21</c:v>
                </c:pt>
                <c:pt idx="350" formatCode="General">
                  <c:v>21.06</c:v>
                </c:pt>
                <c:pt idx="351" formatCode="General">
                  <c:v>21.12</c:v>
                </c:pt>
                <c:pt idx="352" formatCode="General">
                  <c:v>21.18</c:v>
                </c:pt>
                <c:pt idx="353" formatCode="General">
                  <c:v>21.24</c:v>
                </c:pt>
                <c:pt idx="354" formatCode="General">
                  <c:v>21.3</c:v>
                </c:pt>
                <c:pt idx="355" formatCode="General">
                  <c:v>21.36</c:v>
                </c:pt>
                <c:pt idx="356" formatCode="General">
                  <c:v>21.42</c:v>
                </c:pt>
                <c:pt idx="357" formatCode="General">
                  <c:v>21.48</c:v>
                </c:pt>
                <c:pt idx="358" formatCode="General">
                  <c:v>21.54</c:v>
                </c:pt>
                <c:pt idx="359" formatCode="General">
                  <c:v>21.6</c:v>
                </c:pt>
                <c:pt idx="360" formatCode="General">
                  <c:v>21.66</c:v>
                </c:pt>
                <c:pt idx="361" formatCode="General">
                  <c:v>21.72</c:v>
                </c:pt>
                <c:pt idx="362" formatCode="General">
                  <c:v>21.78</c:v>
                </c:pt>
                <c:pt idx="363" formatCode="General">
                  <c:v>21.84</c:v>
                </c:pt>
                <c:pt idx="364" formatCode="General">
                  <c:v>21.9</c:v>
                </c:pt>
                <c:pt idx="365" formatCode="General">
                  <c:v>21.96</c:v>
                </c:pt>
                <c:pt idx="366" formatCode="General">
                  <c:v>22.02</c:v>
                </c:pt>
                <c:pt idx="367" formatCode="General">
                  <c:v>22.08</c:v>
                </c:pt>
                <c:pt idx="368" formatCode="General">
                  <c:v>22.14</c:v>
                </c:pt>
                <c:pt idx="369" formatCode="General">
                  <c:v>22.2</c:v>
                </c:pt>
                <c:pt idx="370" formatCode="General">
                  <c:v>22.26</c:v>
                </c:pt>
                <c:pt idx="371" formatCode="General">
                  <c:v>22.32</c:v>
                </c:pt>
                <c:pt idx="372" formatCode="General">
                  <c:v>22.38</c:v>
                </c:pt>
                <c:pt idx="373" formatCode="General">
                  <c:v>22.44</c:v>
                </c:pt>
                <c:pt idx="374" formatCode="General">
                  <c:v>22.5</c:v>
                </c:pt>
                <c:pt idx="375" formatCode="General">
                  <c:v>22.56</c:v>
                </c:pt>
                <c:pt idx="376" formatCode="General">
                  <c:v>22.62</c:v>
                </c:pt>
                <c:pt idx="377" formatCode="General">
                  <c:v>22.68</c:v>
                </c:pt>
                <c:pt idx="378" formatCode="General">
                  <c:v>22.74</c:v>
                </c:pt>
                <c:pt idx="379" formatCode="General">
                  <c:v>22.8</c:v>
                </c:pt>
                <c:pt idx="380" formatCode="General">
                  <c:v>22.86</c:v>
                </c:pt>
                <c:pt idx="381" formatCode="General">
                  <c:v>22.92</c:v>
                </c:pt>
                <c:pt idx="382" formatCode="General">
                  <c:v>22.98</c:v>
                </c:pt>
                <c:pt idx="383" formatCode="General">
                  <c:v>23.04</c:v>
                </c:pt>
                <c:pt idx="384" formatCode="General">
                  <c:v>23.1</c:v>
                </c:pt>
                <c:pt idx="385" formatCode="General">
                  <c:v>23.16</c:v>
                </c:pt>
                <c:pt idx="386" formatCode="General">
                  <c:v>23.22</c:v>
                </c:pt>
                <c:pt idx="387" formatCode="General">
                  <c:v>23.28</c:v>
                </c:pt>
                <c:pt idx="388" formatCode="General">
                  <c:v>23.34</c:v>
                </c:pt>
                <c:pt idx="389" formatCode="General">
                  <c:v>23.4</c:v>
                </c:pt>
                <c:pt idx="390" formatCode="General">
                  <c:v>23.46</c:v>
                </c:pt>
                <c:pt idx="391" formatCode="General">
                  <c:v>23.52</c:v>
                </c:pt>
                <c:pt idx="392" formatCode="General">
                  <c:v>23.58</c:v>
                </c:pt>
                <c:pt idx="393" formatCode="General">
                  <c:v>23.64</c:v>
                </c:pt>
                <c:pt idx="394" formatCode="General">
                  <c:v>23.7</c:v>
                </c:pt>
                <c:pt idx="395" formatCode="General">
                  <c:v>23.76</c:v>
                </c:pt>
                <c:pt idx="396" formatCode="General">
                  <c:v>23.82</c:v>
                </c:pt>
                <c:pt idx="397" formatCode="General">
                  <c:v>23.88</c:v>
                </c:pt>
                <c:pt idx="398" formatCode="General">
                  <c:v>23.94</c:v>
                </c:pt>
                <c:pt idx="399" formatCode="General">
                  <c:v>24</c:v>
                </c:pt>
                <c:pt idx="400" formatCode="General">
                  <c:v>24.06</c:v>
                </c:pt>
                <c:pt idx="401" formatCode="General">
                  <c:v>24.12</c:v>
                </c:pt>
                <c:pt idx="402" formatCode="General">
                  <c:v>24.18</c:v>
                </c:pt>
                <c:pt idx="403" formatCode="General">
                  <c:v>24.24</c:v>
                </c:pt>
                <c:pt idx="404" formatCode="General">
                  <c:v>24.3</c:v>
                </c:pt>
                <c:pt idx="405" formatCode="General">
                  <c:v>24.36</c:v>
                </c:pt>
                <c:pt idx="406" formatCode="General">
                  <c:v>24.42</c:v>
                </c:pt>
                <c:pt idx="407" formatCode="General">
                  <c:v>24.48</c:v>
                </c:pt>
                <c:pt idx="408" formatCode="General">
                  <c:v>24.54</c:v>
                </c:pt>
                <c:pt idx="409" formatCode="General">
                  <c:v>24.6</c:v>
                </c:pt>
                <c:pt idx="410" formatCode="General">
                  <c:v>24.66</c:v>
                </c:pt>
                <c:pt idx="411" formatCode="General">
                  <c:v>24.72</c:v>
                </c:pt>
                <c:pt idx="412" formatCode="General">
                  <c:v>24.78</c:v>
                </c:pt>
                <c:pt idx="413" formatCode="General">
                  <c:v>24.84</c:v>
                </c:pt>
                <c:pt idx="414" formatCode="General">
                  <c:v>24.9</c:v>
                </c:pt>
                <c:pt idx="415" formatCode="General">
                  <c:v>24.96</c:v>
                </c:pt>
                <c:pt idx="416" formatCode="General">
                  <c:v>25.02</c:v>
                </c:pt>
                <c:pt idx="417" formatCode="General">
                  <c:v>25.08</c:v>
                </c:pt>
                <c:pt idx="418" formatCode="General">
                  <c:v>25.14</c:v>
                </c:pt>
                <c:pt idx="419" formatCode="General">
                  <c:v>25.2</c:v>
                </c:pt>
                <c:pt idx="420" formatCode="General">
                  <c:v>25.26</c:v>
                </c:pt>
                <c:pt idx="421" formatCode="General">
                  <c:v>25.32</c:v>
                </c:pt>
                <c:pt idx="422" formatCode="General">
                  <c:v>25.38</c:v>
                </c:pt>
                <c:pt idx="423" formatCode="General">
                  <c:v>25.44</c:v>
                </c:pt>
                <c:pt idx="424" formatCode="General">
                  <c:v>25.5</c:v>
                </c:pt>
                <c:pt idx="425" formatCode="General">
                  <c:v>25.56</c:v>
                </c:pt>
                <c:pt idx="426" formatCode="General">
                  <c:v>25.62</c:v>
                </c:pt>
                <c:pt idx="427" formatCode="General">
                  <c:v>25.68</c:v>
                </c:pt>
                <c:pt idx="428" formatCode="General">
                  <c:v>25.74</c:v>
                </c:pt>
                <c:pt idx="429" formatCode="General">
                  <c:v>25.8</c:v>
                </c:pt>
                <c:pt idx="430" formatCode="General">
                  <c:v>25.86</c:v>
                </c:pt>
                <c:pt idx="431" formatCode="General">
                  <c:v>25.92</c:v>
                </c:pt>
                <c:pt idx="432" formatCode="General">
                  <c:v>25.98</c:v>
                </c:pt>
                <c:pt idx="433" formatCode="General">
                  <c:v>26.04</c:v>
                </c:pt>
                <c:pt idx="434" formatCode="General">
                  <c:v>26.1</c:v>
                </c:pt>
                <c:pt idx="435" formatCode="General">
                  <c:v>26.16</c:v>
                </c:pt>
                <c:pt idx="436" formatCode="General">
                  <c:v>26.22</c:v>
                </c:pt>
                <c:pt idx="437" formatCode="General">
                  <c:v>26.28</c:v>
                </c:pt>
                <c:pt idx="438" formatCode="General">
                  <c:v>26.34</c:v>
                </c:pt>
                <c:pt idx="439" formatCode="General">
                  <c:v>26.4</c:v>
                </c:pt>
                <c:pt idx="440" formatCode="General">
                  <c:v>26.46</c:v>
                </c:pt>
                <c:pt idx="441" formatCode="General">
                  <c:v>26.52</c:v>
                </c:pt>
                <c:pt idx="442" formatCode="General">
                  <c:v>26.58</c:v>
                </c:pt>
                <c:pt idx="443" formatCode="General">
                  <c:v>26.64</c:v>
                </c:pt>
                <c:pt idx="444" formatCode="General">
                  <c:v>26.7</c:v>
                </c:pt>
                <c:pt idx="445" formatCode="General">
                  <c:v>26.76</c:v>
                </c:pt>
                <c:pt idx="446" formatCode="General">
                  <c:v>26.82</c:v>
                </c:pt>
                <c:pt idx="447" formatCode="General">
                  <c:v>26.88</c:v>
                </c:pt>
                <c:pt idx="448" formatCode="General">
                  <c:v>26.94</c:v>
                </c:pt>
                <c:pt idx="449" formatCode="General">
                  <c:v>27</c:v>
                </c:pt>
                <c:pt idx="450" formatCode="General">
                  <c:v>27.06</c:v>
                </c:pt>
                <c:pt idx="451" formatCode="General">
                  <c:v>27.12</c:v>
                </c:pt>
                <c:pt idx="452" formatCode="General">
                  <c:v>27.18</c:v>
                </c:pt>
                <c:pt idx="453" formatCode="General">
                  <c:v>27.24</c:v>
                </c:pt>
                <c:pt idx="454" formatCode="General">
                  <c:v>27.3</c:v>
                </c:pt>
                <c:pt idx="455" formatCode="General">
                  <c:v>27.36</c:v>
                </c:pt>
                <c:pt idx="456" formatCode="General">
                  <c:v>27.42</c:v>
                </c:pt>
                <c:pt idx="457" formatCode="General">
                  <c:v>27.48</c:v>
                </c:pt>
                <c:pt idx="458" formatCode="General">
                  <c:v>27.54</c:v>
                </c:pt>
                <c:pt idx="459" formatCode="General">
                  <c:v>27.6</c:v>
                </c:pt>
                <c:pt idx="460" formatCode="General">
                  <c:v>27.66</c:v>
                </c:pt>
                <c:pt idx="461" formatCode="General">
                  <c:v>27.72</c:v>
                </c:pt>
                <c:pt idx="462" formatCode="General">
                  <c:v>27.78</c:v>
                </c:pt>
                <c:pt idx="463" formatCode="General">
                  <c:v>27.84</c:v>
                </c:pt>
                <c:pt idx="464" formatCode="General">
                  <c:v>27.9</c:v>
                </c:pt>
                <c:pt idx="465" formatCode="General">
                  <c:v>27.96</c:v>
                </c:pt>
                <c:pt idx="466" formatCode="General">
                  <c:v>28.02</c:v>
                </c:pt>
                <c:pt idx="467" formatCode="General">
                  <c:v>28.08</c:v>
                </c:pt>
                <c:pt idx="468" formatCode="General">
                  <c:v>28.14</c:v>
                </c:pt>
                <c:pt idx="469" formatCode="General">
                  <c:v>28.2</c:v>
                </c:pt>
                <c:pt idx="470" formatCode="General">
                  <c:v>28.26</c:v>
                </c:pt>
                <c:pt idx="471" formatCode="General">
                  <c:v>28.32</c:v>
                </c:pt>
                <c:pt idx="472" formatCode="General">
                  <c:v>28.38</c:v>
                </c:pt>
                <c:pt idx="473" formatCode="General">
                  <c:v>28.44</c:v>
                </c:pt>
                <c:pt idx="474" formatCode="General">
                  <c:v>28.5</c:v>
                </c:pt>
                <c:pt idx="475" formatCode="General">
                  <c:v>28.56</c:v>
                </c:pt>
                <c:pt idx="476" formatCode="General">
                  <c:v>28.62</c:v>
                </c:pt>
                <c:pt idx="477" formatCode="General">
                  <c:v>28.68</c:v>
                </c:pt>
                <c:pt idx="478" formatCode="General">
                  <c:v>28.74</c:v>
                </c:pt>
                <c:pt idx="479" formatCode="General">
                  <c:v>28.8</c:v>
                </c:pt>
                <c:pt idx="480" formatCode="General">
                  <c:v>28.86</c:v>
                </c:pt>
                <c:pt idx="481" formatCode="General">
                  <c:v>28.92</c:v>
                </c:pt>
                <c:pt idx="482" formatCode="General">
                  <c:v>28.98</c:v>
                </c:pt>
                <c:pt idx="483" formatCode="General">
                  <c:v>29.04</c:v>
                </c:pt>
                <c:pt idx="484" formatCode="General">
                  <c:v>29.1</c:v>
                </c:pt>
                <c:pt idx="485" formatCode="General">
                  <c:v>29.16</c:v>
                </c:pt>
                <c:pt idx="486" formatCode="General">
                  <c:v>29.22</c:v>
                </c:pt>
                <c:pt idx="487" formatCode="General">
                  <c:v>29.28</c:v>
                </c:pt>
                <c:pt idx="488" formatCode="General">
                  <c:v>29.34</c:v>
                </c:pt>
                <c:pt idx="489" formatCode="General">
                  <c:v>29.4</c:v>
                </c:pt>
                <c:pt idx="490" formatCode="General">
                  <c:v>29.46</c:v>
                </c:pt>
                <c:pt idx="491" formatCode="General">
                  <c:v>29.52</c:v>
                </c:pt>
                <c:pt idx="492" formatCode="General">
                  <c:v>29.58</c:v>
                </c:pt>
                <c:pt idx="493" formatCode="General">
                  <c:v>29.64</c:v>
                </c:pt>
                <c:pt idx="494" formatCode="General">
                  <c:v>29.7</c:v>
                </c:pt>
                <c:pt idx="495" formatCode="General">
                  <c:v>29.76</c:v>
                </c:pt>
                <c:pt idx="496" formatCode="General">
                  <c:v>29.82</c:v>
                </c:pt>
                <c:pt idx="497" formatCode="General">
                  <c:v>29.88</c:v>
                </c:pt>
                <c:pt idx="498" formatCode="General">
                  <c:v>29.94</c:v>
                </c:pt>
                <c:pt idx="499" formatCode="General">
                  <c:v>30</c:v>
                </c:pt>
                <c:pt idx="500" formatCode="General">
                  <c:v>30.06</c:v>
                </c:pt>
                <c:pt idx="501" formatCode="General">
                  <c:v>30.12</c:v>
                </c:pt>
                <c:pt idx="502" formatCode="General">
                  <c:v>30.18</c:v>
                </c:pt>
                <c:pt idx="503" formatCode="General">
                  <c:v>30.24</c:v>
                </c:pt>
                <c:pt idx="504" formatCode="General">
                  <c:v>30.3</c:v>
                </c:pt>
                <c:pt idx="505" formatCode="General">
                  <c:v>30.36</c:v>
                </c:pt>
                <c:pt idx="506" formatCode="General">
                  <c:v>30.42</c:v>
                </c:pt>
                <c:pt idx="507" formatCode="General">
                  <c:v>30.48</c:v>
                </c:pt>
                <c:pt idx="508" formatCode="General">
                  <c:v>30.54</c:v>
                </c:pt>
                <c:pt idx="509" formatCode="General">
                  <c:v>30.6</c:v>
                </c:pt>
                <c:pt idx="510" formatCode="General">
                  <c:v>30.66</c:v>
                </c:pt>
                <c:pt idx="511" formatCode="General">
                  <c:v>30.72</c:v>
                </c:pt>
                <c:pt idx="512" formatCode="General">
                  <c:v>30.78</c:v>
                </c:pt>
                <c:pt idx="513" formatCode="General">
                  <c:v>30.84</c:v>
                </c:pt>
                <c:pt idx="514" formatCode="General">
                  <c:v>30.9</c:v>
                </c:pt>
                <c:pt idx="515" formatCode="General">
                  <c:v>30.96</c:v>
                </c:pt>
                <c:pt idx="516" formatCode="General">
                  <c:v>31.02</c:v>
                </c:pt>
              </c:numCache>
            </c:numRef>
          </c:xVal>
          <c:yVal>
            <c:numRef>
              <c:f>Sheet1!$L$2:$L$1550</c:f>
              <c:numCache>
                <c:formatCode>0.00E+00</c:formatCode>
                <c:ptCount val="517"/>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0.2128842</c:v>
                </c:pt>
                <c:pt idx="33">
                  <c:v>3.9047610000000001</c:v>
                </c:pt>
                <c:pt idx="34">
                  <c:v>7.7704360000000001</c:v>
                </c:pt>
                <c:pt idx="35">
                  <c:v>6.776548</c:v>
                </c:pt>
                <c:pt idx="36">
                  <c:v>4.38307</c:v>
                </c:pt>
                <c:pt idx="37">
                  <c:v>2.4554819999999999</c:v>
                </c:pt>
                <c:pt idx="38">
                  <c:v>1.667691</c:v>
                </c:pt>
                <c:pt idx="39">
                  <c:v>0.92052750000000005</c:v>
                </c:pt>
                <c:pt idx="40">
                  <c:v>0.73825730000000001</c:v>
                </c:pt>
                <c:pt idx="41">
                  <c:v>0.6262122</c:v>
                </c:pt>
                <c:pt idx="42">
                  <c:v>0.53104530000000005</c:v>
                </c:pt>
                <c:pt idx="43">
                  <c:v>0.36629830000000002</c:v>
                </c:pt>
                <c:pt idx="44">
                  <c:v>0.4848922</c:v>
                </c:pt>
                <c:pt idx="45">
                  <c:v>0.315805</c:v>
                </c:pt>
                <c:pt idx="46">
                  <c:v>0.38894129999999999</c:v>
                </c:pt>
                <c:pt idx="47">
                  <c:v>0.384743</c:v>
                </c:pt>
                <c:pt idx="48">
                  <c:v>0.31240000000000001</c:v>
                </c:pt>
                <c:pt idx="49">
                  <c:v>0.31639460000000003</c:v>
                </c:pt>
                <c:pt idx="50">
                  <c:v>0.38800119999999999</c:v>
                </c:pt>
                <c:pt idx="51">
                  <c:v>0.34296080000000001</c:v>
                </c:pt>
                <c:pt idx="52">
                  <c:v>0.4272417</c:v>
                </c:pt>
                <c:pt idx="53">
                  <c:v>0.55654800000000004</c:v>
                </c:pt>
                <c:pt idx="54">
                  <c:v>0.52296940000000003</c:v>
                </c:pt>
                <c:pt idx="55">
                  <c:v>0.54794699999999996</c:v>
                </c:pt>
                <c:pt idx="56">
                  <c:v>0.56666780000000005</c:v>
                </c:pt>
                <c:pt idx="57">
                  <c:v>0.6608098</c:v>
                </c:pt>
                <c:pt idx="58">
                  <c:v>0.69736670000000001</c:v>
                </c:pt>
                <c:pt idx="59">
                  <c:v>0.76144599999999996</c:v>
                </c:pt>
                <c:pt idx="60">
                  <c:v>1.0005729999999999</c:v>
                </c:pt>
                <c:pt idx="61">
                  <c:v>1.0608010000000001</c:v>
                </c:pt>
                <c:pt idx="62">
                  <c:v>1.298845</c:v>
                </c:pt>
                <c:pt idx="63">
                  <c:v>1.2019709999999999</c:v>
                </c:pt>
                <c:pt idx="64">
                  <c:v>1.3944540000000001</c:v>
                </c:pt>
                <c:pt idx="65">
                  <c:v>1.296163</c:v>
                </c:pt>
                <c:pt idx="66">
                  <c:v>1.2304189999999999</c:v>
                </c:pt>
                <c:pt idx="67">
                  <c:v>1.362611</c:v>
                </c:pt>
                <c:pt idx="68">
                  <c:v>1.3062149999999999</c:v>
                </c:pt>
                <c:pt idx="69">
                  <c:v>1.2385459999999999</c:v>
                </c:pt>
                <c:pt idx="70">
                  <c:v>1.3527009999999999</c:v>
                </c:pt>
                <c:pt idx="71">
                  <c:v>1.233833</c:v>
                </c:pt>
                <c:pt idx="72">
                  <c:v>1.108131</c:v>
                </c:pt>
                <c:pt idx="73">
                  <c:v>1.080875</c:v>
                </c:pt>
                <c:pt idx="74">
                  <c:v>1.0304230000000001</c:v>
                </c:pt>
                <c:pt idx="75">
                  <c:v>0.9704294</c:v>
                </c:pt>
                <c:pt idx="76">
                  <c:v>1.035096</c:v>
                </c:pt>
                <c:pt idx="77">
                  <c:v>0.98855099999999996</c:v>
                </c:pt>
                <c:pt idx="78">
                  <c:v>1.013943</c:v>
                </c:pt>
                <c:pt idx="79">
                  <c:v>1.0697289999999999</c:v>
                </c:pt>
                <c:pt idx="80">
                  <c:v>1.1328609999999999</c:v>
                </c:pt>
                <c:pt idx="81">
                  <c:v>1.216953</c:v>
                </c:pt>
                <c:pt idx="82">
                  <c:v>1.229379</c:v>
                </c:pt>
                <c:pt idx="83">
                  <c:v>1.1906190000000001</c:v>
                </c:pt>
                <c:pt idx="84">
                  <c:v>1.055175</c:v>
                </c:pt>
                <c:pt idx="85">
                  <c:v>1.1026940000000001</c:v>
                </c:pt>
                <c:pt idx="86">
                  <c:v>0.9261374</c:v>
                </c:pt>
                <c:pt idx="87">
                  <c:v>0.85589769999999998</c:v>
                </c:pt>
                <c:pt idx="88">
                  <c:v>0.77134559999999996</c:v>
                </c:pt>
                <c:pt idx="89">
                  <c:v>0.77955560000000002</c:v>
                </c:pt>
                <c:pt idx="90">
                  <c:v>0.74934160000000005</c:v>
                </c:pt>
                <c:pt idx="91">
                  <c:v>0.6702996</c:v>
                </c:pt>
                <c:pt idx="92">
                  <c:v>0.75845629999999997</c:v>
                </c:pt>
                <c:pt idx="93">
                  <c:v>0.78099149999999995</c:v>
                </c:pt>
                <c:pt idx="94">
                  <c:v>0.85228230000000005</c:v>
                </c:pt>
                <c:pt idx="95">
                  <c:v>0.77542630000000001</c:v>
                </c:pt>
                <c:pt idx="96">
                  <c:v>0.88417480000000004</c:v>
                </c:pt>
                <c:pt idx="97">
                  <c:v>0.920184</c:v>
                </c:pt>
                <c:pt idx="98">
                  <c:v>0.96152280000000001</c:v>
                </c:pt>
                <c:pt idx="99">
                  <c:v>0.97511990000000004</c:v>
                </c:pt>
                <c:pt idx="100">
                  <c:v>1.0053730000000001</c:v>
                </c:pt>
                <c:pt idx="101">
                  <c:v>1.0106630000000001</c:v>
                </c:pt>
                <c:pt idx="102">
                  <c:v>1.010416</c:v>
                </c:pt>
                <c:pt idx="103">
                  <c:v>1.0528630000000001</c:v>
                </c:pt>
                <c:pt idx="104">
                  <c:v>1.0341419999999999</c:v>
                </c:pt>
                <c:pt idx="105">
                  <c:v>1.114252</c:v>
                </c:pt>
                <c:pt idx="106">
                  <c:v>1.0744629999999999</c:v>
                </c:pt>
                <c:pt idx="107">
                  <c:v>1.127151</c:v>
                </c:pt>
                <c:pt idx="108">
                  <c:v>1.1490359999999999</c:v>
                </c:pt>
                <c:pt idx="109">
                  <c:v>1.1226039999999999</c:v>
                </c:pt>
                <c:pt idx="110">
                  <c:v>1.1168579999999999</c:v>
                </c:pt>
                <c:pt idx="111">
                  <c:v>1.120922</c:v>
                </c:pt>
                <c:pt idx="112">
                  <c:v>1.105443</c:v>
                </c:pt>
                <c:pt idx="113">
                  <c:v>1.071442</c:v>
                </c:pt>
                <c:pt idx="114">
                  <c:v>1.1353880000000001</c:v>
                </c:pt>
                <c:pt idx="115">
                  <c:v>1.05914</c:v>
                </c:pt>
                <c:pt idx="116">
                  <c:v>1.0879369999999999</c:v>
                </c:pt>
                <c:pt idx="117">
                  <c:v>1.0617399999999999</c:v>
                </c:pt>
                <c:pt idx="118">
                  <c:v>1.0430079999999999</c:v>
                </c:pt>
                <c:pt idx="119">
                  <c:v>1.0607390000000001</c:v>
                </c:pt>
                <c:pt idx="120">
                  <c:v>0.94360849999999996</c:v>
                </c:pt>
                <c:pt idx="121">
                  <c:v>0.96210580000000001</c:v>
                </c:pt>
                <c:pt idx="122">
                  <c:v>0.98618939999999999</c:v>
                </c:pt>
                <c:pt idx="123">
                  <c:v>0.94196420000000003</c:v>
                </c:pt>
                <c:pt idx="124">
                  <c:v>0.92608029999999997</c:v>
                </c:pt>
                <c:pt idx="125">
                  <c:v>0.96555840000000004</c:v>
                </c:pt>
                <c:pt idx="126">
                  <c:v>0.94195709999999999</c:v>
                </c:pt>
                <c:pt idx="127">
                  <c:v>0.92479940000000005</c:v>
                </c:pt>
                <c:pt idx="128">
                  <c:v>1.0113209999999999</c:v>
                </c:pt>
                <c:pt idx="129">
                  <c:v>0.98775259999999998</c:v>
                </c:pt>
                <c:pt idx="130">
                  <c:v>0.97114060000000002</c:v>
                </c:pt>
                <c:pt idx="131">
                  <c:v>0.97526740000000001</c:v>
                </c:pt>
                <c:pt idx="132">
                  <c:v>0.92904620000000004</c:v>
                </c:pt>
                <c:pt idx="133">
                  <c:v>0.98738680000000001</c:v>
                </c:pt>
                <c:pt idx="134">
                  <c:v>0.93315230000000005</c:v>
                </c:pt>
                <c:pt idx="135">
                  <c:v>0.96740800000000005</c:v>
                </c:pt>
                <c:pt idx="136">
                  <c:v>0.95333690000000004</c:v>
                </c:pt>
                <c:pt idx="137">
                  <c:v>0.92238319999999996</c:v>
                </c:pt>
                <c:pt idx="138">
                  <c:v>0.95715839999999996</c:v>
                </c:pt>
                <c:pt idx="139">
                  <c:v>1.031207</c:v>
                </c:pt>
                <c:pt idx="140">
                  <c:v>0.97410079999999999</c:v>
                </c:pt>
                <c:pt idx="141">
                  <c:v>1.0192730000000001</c:v>
                </c:pt>
                <c:pt idx="142">
                  <c:v>1.059755</c:v>
                </c:pt>
                <c:pt idx="143">
                  <c:v>0.99773319999999999</c:v>
                </c:pt>
                <c:pt idx="144">
                  <c:v>1.0281279999999999</c:v>
                </c:pt>
                <c:pt idx="145">
                  <c:v>1.051841</c:v>
                </c:pt>
                <c:pt idx="146">
                  <c:v>1.0678730000000001</c:v>
                </c:pt>
                <c:pt idx="147">
                  <c:v>1.0447740000000001</c:v>
                </c:pt>
                <c:pt idx="148">
                  <c:v>1.035712</c:v>
                </c:pt>
                <c:pt idx="149">
                  <c:v>1.024373</c:v>
                </c:pt>
                <c:pt idx="150">
                  <c:v>1.052122</c:v>
                </c:pt>
                <c:pt idx="151">
                  <c:v>1.042456</c:v>
                </c:pt>
                <c:pt idx="152">
                  <c:v>1.0125599999999999</c:v>
                </c:pt>
                <c:pt idx="153">
                  <c:v>1.036257</c:v>
                </c:pt>
                <c:pt idx="154">
                  <c:v>1.0166850000000001</c:v>
                </c:pt>
                <c:pt idx="155">
                  <c:v>0.96054070000000003</c:v>
                </c:pt>
                <c:pt idx="156">
                  <c:v>1.0064390000000001</c:v>
                </c:pt>
                <c:pt idx="157">
                  <c:v>1.0002960000000001</c:v>
                </c:pt>
                <c:pt idx="158">
                  <c:v>1.0416989999999999</c:v>
                </c:pt>
                <c:pt idx="159">
                  <c:v>1.0260549999999999</c:v>
                </c:pt>
                <c:pt idx="160">
                  <c:v>0.98861969999999999</c:v>
                </c:pt>
                <c:pt idx="161">
                  <c:v>0.98476680000000005</c:v>
                </c:pt>
                <c:pt idx="162">
                  <c:v>0.96810110000000005</c:v>
                </c:pt>
                <c:pt idx="163">
                  <c:v>0.98168449999999996</c:v>
                </c:pt>
                <c:pt idx="164">
                  <c:v>0.96831860000000003</c:v>
                </c:pt>
                <c:pt idx="165">
                  <c:v>0.98044350000000002</c:v>
                </c:pt>
                <c:pt idx="166">
                  <c:v>0.95993470000000003</c:v>
                </c:pt>
                <c:pt idx="167">
                  <c:v>0.92583009999999999</c:v>
                </c:pt>
                <c:pt idx="168">
                  <c:v>0.98080210000000001</c:v>
                </c:pt>
                <c:pt idx="169">
                  <c:v>0.91691549999999999</c:v>
                </c:pt>
                <c:pt idx="170">
                  <c:v>0.95612799999999998</c:v>
                </c:pt>
                <c:pt idx="171">
                  <c:v>0.98699309999999996</c:v>
                </c:pt>
                <c:pt idx="172">
                  <c:v>0.97060340000000001</c:v>
                </c:pt>
                <c:pt idx="173">
                  <c:v>0.9797498</c:v>
                </c:pt>
                <c:pt idx="174">
                  <c:v>0.94141980000000003</c:v>
                </c:pt>
                <c:pt idx="175">
                  <c:v>1.0232110000000001</c:v>
                </c:pt>
                <c:pt idx="176">
                  <c:v>0.99426930000000002</c:v>
                </c:pt>
                <c:pt idx="177">
                  <c:v>0.96203749999999999</c:v>
                </c:pt>
                <c:pt idx="178">
                  <c:v>0.98707279999999997</c:v>
                </c:pt>
                <c:pt idx="179">
                  <c:v>0.9942358</c:v>
                </c:pt>
                <c:pt idx="180">
                  <c:v>0.9982666</c:v>
                </c:pt>
                <c:pt idx="181">
                  <c:v>1.0350870000000001</c:v>
                </c:pt>
                <c:pt idx="182">
                  <c:v>1.0042580000000001</c:v>
                </c:pt>
                <c:pt idx="183">
                  <c:v>1.0328489999999999</c:v>
                </c:pt>
                <c:pt idx="184">
                  <c:v>0.97509080000000004</c:v>
                </c:pt>
                <c:pt idx="185">
                  <c:v>0.96345150000000002</c:v>
                </c:pt>
                <c:pt idx="186">
                  <c:v>1.0097259999999999</c:v>
                </c:pt>
                <c:pt idx="187">
                  <c:v>1.031811</c:v>
                </c:pt>
                <c:pt idx="188">
                  <c:v>1.0178670000000001</c:v>
                </c:pt>
                <c:pt idx="189">
                  <c:v>1.0366489999999999</c:v>
                </c:pt>
                <c:pt idx="190">
                  <c:v>1.0336730000000001</c:v>
                </c:pt>
                <c:pt idx="191">
                  <c:v>0.99814610000000004</c:v>
                </c:pt>
                <c:pt idx="192">
                  <c:v>1.041285</c:v>
                </c:pt>
                <c:pt idx="193">
                  <c:v>0.99325379999999996</c:v>
                </c:pt>
                <c:pt idx="194">
                  <c:v>0.98596200000000001</c:v>
                </c:pt>
                <c:pt idx="195">
                  <c:v>0.96598649999999997</c:v>
                </c:pt>
                <c:pt idx="196">
                  <c:v>1.0419499999999999</c:v>
                </c:pt>
                <c:pt idx="197">
                  <c:v>0.99770800000000004</c:v>
                </c:pt>
                <c:pt idx="198">
                  <c:v>1.019045</c:v>
                </c:pt>
                <c:pt idx="199">
                  <c:v>0.96285169999999998</c:v>
                </c:pt>
                <c:pt idx="200">
                  <c:v>0.98941489999999999</c:v>
                </c:pt>
                <c:pt idx="201">
                  <c:v>0.944214</c:v>
                </c:pt>
                <c:pt idx="202">
                  <c:v>0.9531366</c:v>
                </c:pt>
                <c:pt idx="203">
                  <c:v>0.99297199999999997</c:v>
                </c:pt>
                <c:pt idx="204">
                  <c:v>1.018357</c:v>
                </c:pt>
                <c:pt idx="205">
                  <c:v>0.98599720000000002</c:v>
                </c:pt>
                <c:pt idx="206">
                  <c:v>1.0353760000000001</c:v>
                </c:pt>
                <c:pt idx="207">
                  <c:v>0.99234529999999999</c:v>
                </c:pt>
                <c:pt idx="208">
                  <c:v>0.97943749999999996</c:v>
                </c:pt>
                <c:pt idx="209">
                  <c:v>0.98714069999999998</c:v>
                </c:pt>
                <c:pt idx="210">
                  <c:v>1.0096639999999999</c:v>
                </c:pt>
                <c:pt idx="211">
                  <c:v>0.99803759999999997</c:v>
                </c:pt>
                <c:pt idx="212">
                  <c:v>0.95622320000000005</c:v>
                </c:pt>
                <c:pt idx="213">
                  <c:v>0.97946999999999995</c:v>
                </c:pt>
                <c:pt idx="214">
                  <c:v>0.98277150000000002</c:v>
                </c:pt>
                <c:pt idx="215">
                  <c:v>0.99152390000000001</c:v>
                </c:pt>
                <c:pt idx="216">
                  <c:v>1.0003629999999999</c:v>
                </c:pt>
                <c:pt idx="217">
                  <c:v>1.027652</c:v>
                </c:pt>
                <c:pt idx="218">
                  <c:v>1.019711</c:v>
                </c:pt>
                <c:pt idx="219">
                  <c:v>0.98510140000000002</c:v>
                </c:pt>
                <c:pt idx="220">
                  <c:v>1.0239560000000001</c:v>
                </c:pt>
                <c:pt idx="221">
                  <c:v>1.0258210000000001</c:v>
                </c:pt>
                <c:pt idx="222">
                  <c:v>1.019658</c:v>
                </c:pt>
                <c:pt idx="223">
                  <c:v>1.010302</c:v>
                </c:pt>
                <c:pt idx="224">
                  <c:v>0.99352949999999995</c:v>
                </c:pt>
                <c:pt idx="225">
                  <c:v>1.0103899999999999</c:v>
                </c:pt>
                <c:pt idx="226">
                  <c:v>0.99780239999999998</c:v>
                </c:pt>
                <c:pt idx="227">
                  <c:v>1.0000880000000001</c:v>
                </c:pt>
                <c:pt idx="228">
                  <c:v>1.0113970000000001</c:v>
                </c:pt>
                <c:pt idx="229">
                  <c:v>1.019379</c:v>
                </c:pt>
                <c:pt idx="230">
                  <c:v>1.0159400000000001</c:v>
                </c:pt>
                <c:pt idx="231">
                  <c:v>1.000866</c:v>
                </c:pt>
                <c:pt idx="232">
                  <c:v>1.006864</c:v>
                </c:pt>
                <c:pt idx="233">
                  <c:v>1.004254</c:v>
                </c:pt>
                <c:pt idx="234">
                  <c:v>1.031534</c:v>
                </c:pt>
                <c:pt idx="235">
                  <c:v>0.98510149999999996</c:v>
                </c:pt>
                <c:pt idx="236">
                  <c:v>1.0071570000000001</c:v>
                </c:pt>
                <c:pt idx="237">
                  <c:v>0.99269169999999995</c:v>
                </c:pt>
                <c:pt idx="238">
                  <c:v>0.98631210000000002</c:v>
                </c:pt>
                <c:pt idx="239">
                  <c:v>1.0313840000000001</c:v>
                </c:pt>
                <c:pt idx="240">
                  <c:v>1.0075799999999999</c:v>
                </c:pt>
                <c:pt idx="241">
                  <c:v>0.99694099999999997</c:v>
                </c:pt>
                <c:pt idx="242">
                  <c:v>1.0097700000000001</c:v>
                </c:pt>
                <c:pt idx="243">
                  <c:v>0.99486739999999996</c:v>
                </c:pt>
                <c:pt idx="244">
                  <c:v>0.96881309999999998</c:v>
                </c:pt>
                <c:pt idx="245">
                  <c:v>0.96816429999999998</c:v>
                </c:pt>
                <c:pt idx="246">
                  <c:v>0.98560119999999996</c:v>
                </c:pt>
                <c:pt idx="247">
                  <c:v>0.99141699999999999</c:v>
                </c:pt>
                <c:pt idx="248">
                  <c:v>0.99798750000000003</c:v>
                </c:pt>
                <c:pt idx="249">
                  <c:v>0.97103530000000005</c:v>
                </c:pt>
                <c:pt idx="250">
                  <c:v>1.0122370000000001</c:v>
                </c:pt>
                <c:pt idx="251">
                  <c:v>0.99004490000000001</c:v>
                </c:pt>
                <c:pt idx="252">
                  <c:v>0.98606910000000003</c:v>
                </c:pt>
                <c:pt idx="253">
                  <c:v>1.006435</c:v>
                </c:pt>
                <c:pt idx="254">
                  <c:v>1.0048490000000001</c:v>
                </c:pt>
                <c:pt idx="255">
                  <c:v>0.98099020000000003</c:v>
                </c:pt>
                <c:pt idx="256">
                  <c:v>1.0072350000000001</c:v>
                </c:pt>
                <c:pt idx="257">
                  <c:v>1.002105</c:v>
                </c:pt>
                <c:pt idx="258">
                  <c:v>1.015323</c:v>
                </c:pt>
                <c:pt idx="259">
                  <c:v>1.0166059999999999</c:v>
                </c:pt>
                <c:pt idx="260">
                  <c:v>1.015638</c:v>
                </c:pt>
                <c:pt idx="261">
                  <c:v>1.009887</c:v>
                </c:pt>
                <c:pt idx="262">
                  <c:v>0.98861659999999996</c:v>
                </c:pt>
                <c:pt idx="263">
                  <c:v>1.0073620000000001</c:v>
                </c:pt>
                <c:pt idx="264">
                  <c:v>0.99414219999999998</c:v>
                </c:pt>
                <c:pt idx="265">
                  <c:v>1.009619</c:v>
                </c:pt>
                <c:pt idx="266">
                  <c:v>0.99939169999999999</c:v>
                </c:pt>
                <c:pt idx="267">
                  <c:v>0.99175760000000002</c:v>
                </c:pt>
                <c:pt idx="268">
                  <c:v>1.0209619999999999</c:v>
                </c:pt>
                <c:pt idx="269">
                  <c:v>1.0061169999999999</c:v>
                </c:pt>
                <c:pt idx="270">
                  <c:v>0.98607750000000005</c:v>
                </c:pt>
                <c:pt idx="271">
                  <c:v>0.98897889999999999</c:v>
                </c:pt>
                <c:pt idx="272">
                  <c:v>1.0097449999999999</c:v>
                </c:pt>
                <c:pt idx="273">
                  <c:v>0.98894490000000002</c:v>
                </c:pt>
                <c:pt idx="274">
                  <c:v>1.0097179999999999</c:v>
                </c:pt>
                <c:pt idx="275">
                  <c:v>1.0111870000000001</c:v>
                </c:pt>
                <c:pt idx="276">
                  <c:v>0.98310350000000002</c:v>
                </c:pt>
                <c:pt idx="277">
                  <c:v>0.98980809999999997</c:v>
                </c:pt>
                <c:pt idx="278">
                  <c:v>0.97869569999999995</c:v>
                </c:pt>
                <c:pt idx="279">
                  <c:v>0.97989340000000003</c:v>
                </c:pt>
                <c:pt idx="280">
                  <c:v>1.0062660000000001</c:v>
                </c:pt>
                <c:pt idx="281">
                  <c:v>0.99605549999999998</c:v>
                </c:pt>
                <c:pt idx="282">
                  <c:v>1.0159339999999999</c:v>
                </c:pt>
                <c:pt idx="283">
                  <c:v>1.00169</c:v>
                </c:pt>
                <c:pt idx="284">
                  <c:v>1.017844</c:v>
                </c:pt>
                <c:pt idx="285">
                  <c:v>0.98939710000000003</c:v>
                </c:pt>
                <c:pt idx="286">
                  <c:v>0.99327670000000001</c:v>
                </c:pt>
                <c:pt idx="287">
                  <c:v>0.9918169</c:v>
                </c:pt>
                <c:pt idx="288">
                  <c:v>0.99345609999999995</c:v>
                </c:pt>
                <c:pt idx="289">
                  <c:v>0.99294099999999996</c:v>
                </c:pt>
                <c:pt idx="290">
                  <c:v>1.005455</c:v>
                </c:pt>
                <c:pt idx="291">
                  <c:v>0.99730030000000003</c:v>
                </c:pt>
                <c:pt idx="292">
                  <c:v>1.013539</c:v>
                </c:pt>
                <c:pt idx="293">
                  <c:v>1.0063409999999999</c:v>
                </c:pt>
                <c:pt idx="294">
                  <c:v>1.000313</c:v>
                </c:pt>
                <c:pt idx="295">
                  <c:v>1.0094430000000001</c:v>
                </c:pt>
                <c:pt idx="296">
                  <c:v>0.99894609999999995</c:v>
                </c:pt>
                <c:pt idx="297">
                  <c:v>0.98856719999999998</c:v>
                </c:pt>
                <c:pt idx="298">
                  <c:v>1.003933</c:v>
                </c:pt>
                <c:pt idx="299">
                  <c:v>1.0027060000000001</c:v>
                </c:pt>
                <c:pt idx="300">
                  <c:v>1.0086999999999999</c:v>
                </c:pt>
                <c:pt idx="301">
                  <c:v>1.0117499999999999</c:v>
                </c:pt>
                <c:pt idx="302">
                  <c:v>0.98488030000000004</c:v>
                </c:pt>
                <c:pt idx="303">
                  <c:v>0.99597279999999999</c:v>
                </c:pt>
                <c:pt idx="304">
                  <c:v>1.0042599999999999</c:v>
                </c:pt>
                <c:pt idx="305">
                  <c:v>1.0049889999999999</c:v>
                </c:pt>
                <c:pt idx="306">
                  <c:v>1.009306</c:v>
                </c:pt>
                <c:pt idx="307">
                  <c:v>1.001325</c:v>
                </c:pt>
                <c:pt idx="308">
                  <c:v>0.99442560000000002</c:v>
                </c:pt>
                <c:pt idx="309">
                  <c:v>1.0059020000000001</c:v>
                </c:pt>
                <c:pt idx="310">
                  <c:v>0.99535419999999997</c:v>
                </c:pt>
                <c:pt idx="311">
                  <c:v>0.97329239999999995</c:v>
                </c:pt>
                <c:pt idx="312">
                  <c:v>1.0185900000000001</c:v>
                </c:pt>
                <c:pt idx="313">
                  <c:v>1.013496</c:v>
                </c:pt>
                <c:pt idx="314">
                  <c:v>1.007347</c:v>
                </c:pt>
                <c:pt idx="315">
                  <c:v>0.99142050000000004</c:v>
                </c:pt>
                <c:pt idx="316">
                  <c:v>1.0047189999999999</c:v>
                </c:pt>
                <c:pt idx="317">
                  <c:v>0.99247560000000001</c:v>
                </c:pt>
                <c:pt idx="318">
                  <c:v>0.98572680000000001</c:v>
                </c:pt>
                <c:pt idx="319">
                  <c:v>0.99755559999999999</c:v>
                </c:pt>
                <c:pt idx="320">
                  <c:v>1.0007470000000001</c:v>
                </c:pt>
                <c:pt idx="321">
                  <c:v>0.99177890000000002</c:v>
                </c:pt>
                <c:pt idx="322">
                  <c:v>1.006432</c:v>
                </c:pt>
                <c:pt idx="323">
                  <c:v>0.99841049999999998</c:v>
                </c:pt>
                <c:pt idx="324">
                  <c:v>0.98427050000000005</c:v>
                </c:pt>
                <c:pt idx="325">
                  <c:v>1.002624</c:v>
                </c:pt>
                <c:pt idx="326">
                  <c:v>1.0120610000000001</c:v>
                </c:pt>
                <c:pt idx="327">
                  <c:v>1.022886</c:v>
                </c:pt>
                <c:pt idx="328">
                  <c:v>1.000424</c:v>
                </c:pt>
                <c:pt idx="329">
                  <c:v>1.01566</c:v>
                </c:pt>
                <c:pt idx="330">
                  <c:v>1.0122709999999999</c:v>
                </c:pt>
                <c:pt idx="331">
                  <c:v>0.97227949999999996</c:v>
                </c:pt>
                <c:pt idx="332">
                  <c:v>1.001255</c:v>
                </c:pt>
                <c:pt idx="333">
                  <c:v>1.007004</c:v>
                </c:pt>
                <c:pt idx="334">
                  <c:v>0.99662660000000003</c:v>
                </c:pt>
                <c:pt idx="335">
                  <c:v>0.99432719999999997</c:v>
                </c:pt>
                <c:pt idx="336">
                  <c:v>1.0131730000000001</c:v>
                </c:pt>
                <c:pt idx="337">
                  <c:v>1.009455</c:v>
                </c:pt>
                <c:pt idx="338">
                  <c:v>0.99342070000000005</c:v>
                </c:pt>
                <c:pt idx="339">
                  <c:v>1.0005630000000001</c:v>
                </c:pt>
                <c:pt idx="340">
                  <c:v>0.9866106</c:v>
                </c:pt>
                <c:pt idx="341">
                  <c:v>0.99064399999999997</c:v>
                </c:pt>
                <c:pt idx="342">
                  <c:v>1.009104</c:v>
                </c:pt>
                <c:pt idx="343">
                  <c:v>1.0154620000000001</c:v>
                </c:pt>
                <c:pt idx="344">
                  <c:v>0.99938579999999999</c:v>
                </c:pt>
                <c:pt idx="345">
                  <c:v>1.00125</c:v>
                </c:pt>
                <c:pt idx="346">
                  <c:v>0.98925790000000002</c:v>
                </c:pt>
                <c:pt idx="347">
                  <c:v>1.0031760000000001</c:v>
                </c:pt>
                <c:pt idx="348">
                  <c:v>1.0011300000000001</c:v>
                </c:pt>
                <c:pt idx="349">
                  <c:v>0.99508359999999996</c:v>
                </c:pt>
                <c:pt idx="350">
                  <c:v>0.98942169999999996</c:v>
                </c:pt>
                <c:pt idx="351">
                  <c:v>1.003511</c:v>
                </c:pt>
                <c:pt idx="352">
                  <c:v>0.99389289999999997</c:v>
                </c:pt>
                <c:pt idx="353">
                  <c:v>0.97392000000000001</c:v>
                </c:pt>
                <c:pt idx="354">
                  <c:v>0.98813649999999997</c:v>
                </c:pt>
                <c:pt idx="355">
                  <c:v>0.98980299999999999</c:v>
                </c:pt>
                <c:pt idx="356">
                  <c:v>1.0005310000000001</c:v>
                </c:pt>
                <c:pt idx="357">
                  <c:v>1.0026109999999999</c:v>
                </c:pt>
                <c:pt idx="358">
                  <c:v>0.98930810000000002</c:v>
                </c:pt>
                <c:pt idx="359">
                  <c:v>0.98139929999999997</c:v>
                </c:pt>
                <c:pt idx="360">
                  <c:v>0.99344639999999995</c:v>
                </c:pt>
                <c:pt idx="361">
                  <c:v>0.99254450000000005</c:v>
                </c:pt>
                <c:pt idx="362">
                  <c:v>0.99267240000000001</c:v>
                </c:pt>
                <c:pt idx="363">
                  <c:v>0.98290250000000001</c:v>
                </c:pt>
                <c:pt idx="364">
                  <c:v>1.0131490000000001</c:v>
                </c:pt>
                <c:pt idx="365">
                  <c:v>1.0205500000000001</c:v>
                </c:pt>
                <c:pt idx="366">
                  <c:v>0.9948458</c:v>
                </c:pt>
                <c:pt idx="367">
                  <c:v>1.029226</c:v>
                </c:pt>
                <c:pt idx="368">
                  <c:v>1.0111349999999999</c:v>
                </c:pt>
                <c:pt idx="369">
                  <c:v>0.99920089999999995</c:v>
                </c:pt>
                <c:pt idx="370">
                  <c:v>1.0028379999999999</c:v>
                </c:pt>
                <c:pt idx="371">
                  <c:v>0.9856277</c:v>
                </c:pt>
                <c:pt idx="372">
                  <c:v>0.99789640000000002</c:v>
                </c:pt>
                <c:pt idx="373">
                  <c:v>0.99978239999999996</c:v>
                </c:pt>
                <c:pt idx="374">
                  <c:v>0.99804559999999998</c:v>
                </c:pt>
                <c:pt idx="375">
                  <c:v>0.99004289999999995</c:v>
                </c:pt>
                <c:pt idx="376">
                  <c:v>1.0058119999999999</c:v>
                </c:pt>
                <c:pt idx="377">
                  <c:v>1.0207329999999999</c:v>
                </c:pt>
                <c:pt idx="378">
                  <c:v>0.99199630000000005</c:v>
                </c:pt>
                <c:pt idx="379">
                  <c:v>0.99471580000000004</c:v>
                </c:pt>
                <c:pt idx="380">
                  <c:v>0.98968889999999998</c:v>
                </c:pt>
                <c:pt idx="381">
                  <c:v>1.0018039999999999</c:v>
                </c:pt>
                <c:pt idx="382">
                  <c:v>0.98086739999999994</c:v>
                </c:pt>
                <c:pt idx="383">
                  <c:v>1.004807</c:v>
                </c:pt>
                <c:pt idx="384">
                  <c:v>0.99260130000000002</c:v>
                </c:pt>
                <c:pt idx="385">
                  <c:v>0.98764799999999997</c:v>
                </c:pt>
                <c:pt idx="386">
                  <c:v>0.99885040000000003</c:v>
                </c:pt>
                <c:pt idx="387">
                  <c:v>0.99932520000000002</c:v>
                </c:pt>
                <c:pt idx="388">
                  <c:v>0.98193649999999999</c:v>
                </c:pt>
                <c:pt idx="389">
                  <c:v>1.0033589999999999</c:v>
                </c:pt>
                <c:pt idx="390">
                  <c:v>0.99957110000000005</c:v>
                </c:pt>
                <c:pt idx="391">
                  <c:v>1.0145360000000001</c:v>
                </c:pt>
                <c:pt idx="392">
                  <c:v>0.99622259999999996</c:v>
                </c:pt>
                <c:pt idx="393">
                  <c:v>1.0155959999999999</c:v>
                </c:pt>
                <c:pt idx="394">
                  <c:v>0.98677159999999997</c:v>
                </c:pt>
                <c:pt idx="395">
                  <c:v>0.99049120000000002</c:v>
                </c:pt>
                <c:pt idx="396">
                  <c:v>0.99303580000000002</c:v>
                </c:pt>
                <c:pt idx="397">
                  <c:v>0.99416479999999996</c:v>
                </c:pt>
                <c:pt idx="398">
                  <c:v>0.99398509999999995</c:v>
                </c:pt>
                <c:pt idx="399">
                  <c:v>0.98970329999999995</c:v>
                </c:pt>
                <c:pt idx="400">
                  <c:v>0.98858990000000002</c:v>
                </c:pt>
                <c:pt idx="401">
                  <c:v>0.99768679999999998</c:v>
                </c:pt>
                <c:pt idx="402">
                  <c:v>0.99845189999999995</c:v>
                </c:pt>
                <c:pt idx="403">
                  <c:v>0.99435079999999998</c:v>
                </c:pt>
                <c:pt idx="404">
                  <c:v>0.9940196</c:v>
                </c:pt>
                <c:pt idx="405">
                  <c:v>0.99401039999999996</c:v>
                </c:pt>
                <c:pt idx="406">
                  <c:v>0.9769468</c:v>
                </c:pt>
                <c:pt idx="407">
                  <c:v>0.99502179999999996</c:v>
                </c:pt>
                <c:pt idx="408">
                  <c:v>1.0117670000000001</c:v>
                </c:pt>
                <c:pt idx="409">
                  <c:v>0.99929250000000003</c:v>
                </c:pt>
                <c:pt idx="410">
                  <c:v>0.9974229</c:v>
                </c:pt>
                <c:pt idx="411">
                  <c:v>0.98969450000000003</c:v>
                </c:pt>
                <c:pt idx="412">
                  <c:v>1.0067360000000001</c:v>
                </c:pt>
                <c:pt idx="413">
                  <c:v>1.0172349999999999</c:v>
                </c:pt>
                <c:pt idx="414">
                  <c:v>0.98850349999999998</c:v>
                </c:pt>
                <c:pt idx="415">
                  <c:v>0.99770559999999997</c:v>
                </c:pt>
                <c:pt idx="416">
                  <c:v>1.004534</c:v>
                </c:pt>
                <c:pt idx="417">
                  <c:v>0.99028859999999996</c:v>
                </c:pt>
                <c:pt idx="418">
                  <c:v>0.98844160000000003</c:v>
                </c:pt>
                <c:pt idx="419">
                  <c:v>0.99672910000000003</c:v>
                </c:pt>
                <c:pt idx="420">
                  <c:v>0.99161489999999997</c:v>
                </c:pt>
                <c:pt idx="421">
                  <c:v>0.99427279999999996</c:v>
                </c:pt>
                <c:pt idx="422">
                  <c:v>0.98919619999999997</c:v>
                </c:pt>
                <c:pt idx="423">
                  <c:v>1.0000869999999999</c:v>
                </c:pt>
                <c:pt idx="424">
                  <c:v>1.0133570000000001</c:v>
                </c:pt>
                <c:pt idx="425">
                  <c:v>1.010634</c:v>
                </c:pt>
                <c:pt idx="426">
                  <c:v>0.99124520000000005</c:v>
                </c:pt>
                <c:pt idx="427">
                  <c:v>1.00136</c:v>
                </c:pt>
                <c:pt idx="428">
                  <c:v>1.005738</c:v>
                </c:pt>
                <c:pt idx="429">
                  <c:v>1.004016</c:v>
                </c:pt>
                <c:pt idx="430">
                  <c:v>1.0082450000000001</c:v>
                </c:pt>
                <c:pt idx="431">
                  <c:v>1.0043869999999999</c:v>
                </c:pt>
                <c:pt idx="432">
                  <c:v>1.0008440000000001</c:v>
                </c:pt>
                <c:pt idx="433">
                  <c:v>1.00536</c:v>
                </c:pt>
                <c:pt idx="434">
                  <c:v>0.98777029999999999</c:v>
                </c:pt>
                <c:pt idx="435">
                  <c:v>1.002113</c:v>
                </c:pt>
                <c:pt idx="436">
                  <c:v>1.0088870000000001</c:v>
                </c:pt>
                <c:pt idx="437">
                  <c:v>1.006205</c:v>
                </c:pt>
                <c:pt idx="438">
                  <c:v>0.99936150000000001</c:v>
                </c:pt>
                <c:pt idx="439">
                  <c:v>0.99630339999999995</c:v>
                </c:pt>
                <c:pt idx="440">
                  <c:v>0.99655870000000002</c:v>
                </c:pt>
                <c:pt idx="441">
                  <c:v>1.001898</c:v>
                </c:pt>
                <c:pt idx="442">
                  <c:v>1.005927</c:v>
                </c:pt>
                <c:pt idx="443">
                  <c:v>0.99496720000000005</c:v>
                </c:pt>
                <c:pt idx="444">
                  <c:v>1.010955</c:v>
                </c:pt>
                <c:pt idx="445">
                  <c:v>1.0043010000000001</c:v>
                </c:pt>
                <c:pt idx="446">
                  <c:v>1.0134639999999999</c:v>
                </c:pt>
                <c:pt idx="447">
                  <c:v>0.99250039999999995</c:v>
                </c:pt>
                <c:pt idx="448">
                  <c:v>1.003306</c:v>
                </c:pt>
                <c:pt idx="449">
                  <c:v>0.99366540000000003</c:v>
                </c:pt>
                <c:pt idx="450">
                  <c:v>0.99456080000000002</c:v>
                </c:pt>
                <c:pt idx="451">
                  <c:v>0.99330240000000003</c:v>
                </c:pt>
                <c:pt idx="452">
                  <c:v>1.0038750000000001</c:v>
                </c:pt>
                <c:pt idx="453">
                  <c:v>0.99919309999999995</c:v>
                </c:pt>
                <c:pt idx="454">
                  <c:v>0.98881110000000005</c:v>
                </c:pt>
                <c:pt idx="455">
                  <c:v>0.99477629999999995</c:v>
                </c:pt>
                <c:pt idx="456">
                  <c:v>0.99806790000000001</c:v>
                </c:pt>
                <c:pt idx="457">
                  <c:v>1.0073030000000001</c:v>
                </c:pt>
                <c:pt idx="458">
                  <c:v>0.99087789999999998</c:v>
                </c:pt>
                <c:pt idx="459">
                  <c:v>0.99237509999999995</c:v>
                </c:pt>
                <c:pt idx="460">
                  <c:v>1.003155</c:v>
                </c:pt>
                <c:pt idx="461">
                  <c:v>0.99306660000000002</c:v>
                </c:pt>
                <c:pt idx="462">
                  <c:v>1.002842</c:v>
                </c:pt>
                <c:pt idx="463">
                  <c:v>0.99497630000000004</c:v>
                </c:pt>
                <c:pt idx="464">
                  <c:v>0.98546630000000002</c:v>
                </c:pt>
                <c:pt idx="465">
                  <c:v>1.0010239999999999</c:v>
                </c:pt>
                <c:pt idx="466">
                  <c:v>1.00237</c:v>
                </c:pt>
                <c:pt idx="467">
                  <c:v>0.998776</c:v>
                </c:pt>
                <c:pt idx="468">
                  <c:v>0.99266129999999997</c:v>
                </c:pt>
                <c:pt idx="469">
                  <c:v>0.99128170000000004</c:v>
                </c:pt>
                <c:pt idx="470">
                  <c:v>0.99845019999999995</c:v>
                </c:pt>
                <c:pt idx="471">
                  <c:v>0.9929384</c:v>
                </c:pt>
                <c:pt idx="472">
                  <c:v>1.007763</c:v>
                </c:pt>
                <c:pt idx="473">
                  <c:v>1.005822</c:v>
                </c:pt>
                <c:pt idx="474">
                  <c:v>1.002378</c:v>
                </c:pt>
                <c:pt idx="475">
                  <c:v>1.003347</c:v>
                </c:pt>
                <c:pt idx="476">
                  <c:v>0.99926420000000005</c:v>
                </c:pt>
                <c:pt idx="477">
                  <c:v>1.0067870000000001</c:v>
                </c:pt>
                <c:pt idx="478">
                  <c:v>1.0027060000000001</c:v>
                </c:pt>
                <c:pt idx="479">
                  <c:v>1.0069969999999999</c:v>
                </c:pt>
                <c:pt idx="480">
                  <c:v>1.0011049999999999</c:v>
                </c:pt>
                <c:pt idx="481">
                  <c:v>1.0075810000000001</c:v>
                </c:pt>
                <c:pt idx="482">
                  <c:v>0.99873610000000002</c:v>
                </c:pt>
                <c:pt idx="483">
                  <c:v>0.99659279999999995</c:v>
                </c:pt>
                <c:pt idx="484">
                  <c:v>1.0025759999999999</c:v>
                </c:pt>
                <c:pt idx="485">
                  <c:v>1.007404</c:v>
                </c:pt>
                <c:pt idx="486">
                  <c:v>1.009136</c:v>
                </c:pt>
                <c:pt idx="487">
                  <c:v>0.99830450000000004</c:v>
                </c:pt>
                <c:pt idx="488">
                  <c:v>1.006659</c:v>
                </c:pt>
                <c:pt idx="489">
                  <c:v>0.99181900000000001</c:v>
                </c:pt>
                <c:pt idx="490">
                  <c:v>0.98834880000000003</c:v>
                </c:pt>
                <c:pt idx="491">
                  <c:v>0.99842050000000004</c:v>
                </c:pt>
                <c:pt idx="492">
                  <c:v>0.99095140000000004</c:v>
                </c:pt>
                <c:pt idx="493">
                  <c:v>0.99873529999999999</c:v>
                </c:pt>
                <c:pt idx="494">
                  <c:v>1.004389</c:v>
                </c:pt>
                <c:pt idx="495">
                  <c:v>1.0028379999999999</c:v>
                </c:pt>
                <c:pt idx="496">
                  <c:v>1.0039960000000001</c:v>
                </c:pt>
                <c:pt idx="497">
                  <c:v>0.99677870000000002</c:v>
                </c:pt>
                <c:pt idx="498">
                  <c:v>1.010753</c:v>
                </c:pt>
                <c:pt idx="499">
                  <c:v>1.0051859999999999</c:v>
                </c:pt>
                <c:pt idx="500">
                  <c:v>1.009328</c:v>
                </c:pt>
                <c:pt idx="501">
                  <c:v>1.0010889999999999</c:v>
                </c:pt>
                <c:pt idx="502">
                  <c:v>1.00509</c:v>
                </c:pt>
                <c:pt idx="503">
                  <c:v>0.98725399999999996</c:v>
                </c:pt>
                <c:pt idx="504">
                  <c:v>1.0068779999999999</c:v>
                </c:pt>
                <c:pt idx="505">
                  <c:v>0.99384700000000004</c:v>
                </c:pt>
                <c:pt idx="506">
                  <c:v>0.98669390000000001</c:v>
                </c:pt>
                <c:pt idx="507">
                  <c:v>0.99459819999999999</c:v>
                </c:pt>
                <c:pt idx="508">
                  <c:v>1.0092760000000001</c:v>
                </c:pt>
                <c:pt idx="509">
                  <c:v>1.0128200000000001</c:v>
                </c:pt>
                <c:pt idx="510">
                  <c:v>1.002645</c:v>
                </c:pt>
                <c:pt idx="511">
                  <c:v>0.99930419999999998</c:v>
                </c:pt>
                <c:pt idx="512">
                  <c:v>0.99712219999999996</c:v>
                </c:pt>
                <c:pt idx="513">
                  <c:v>0.99856310000000004</c:v>
                </c:pt>
                <c:pt idx="514">
                  <c:v>1.0098579999999999</c:v>
                </c:pt>
                <c:pt idx="515">
                  <c:v>0.99980119999999995</c:v>
                </c:pt>
                <c:pt idx="516">
                  <c:v>0.98210969999999997</c:v>
                </c:pt>
              </c:numCache>
            </c:numRef>
          </c:yVal>
          <c:smooth val="1"/>
          <c:extLst>
            <c:ext xmlns:c16="http://schemas.microsoft.com/office/drawing/2014/chart" uri="{C3380CC4-5D6E-409C-BE32-E72D297353CC}">
              <c16:uniqueId val="{00000009-2F69-4D7F-BDCE-E9FA2D77B338}"/>
            </c:ext>
          </c:extLst>
        </c:ser>
        <c:dLbls>
          <c:showLegendKey val="0"/>
          <c:showVal val="0"/>
          <c:showCatName val="0"/>
          <c:showSerName val="0"/>
          <c:showPercent val="0"/>
          <c:showBubbleSize val="0"/>
        </c:dLbls>
        <c:axId val="739089391"/>
        <c:axId val="739093231"/>
      </c:scatterChart>
      <c:valAx>
        <c:axId val="739089391"/>
        <c:scaling>
          <c:orientation val="minMax"/>
          <c:max val="4"/>
          <c:min val="2"/>
        </c:scaling>
        <c:delete val="0"/>
        <c:axPos val="b"/>
        <c:majorGridlines>
          <c:spPr>
            <a:ln w="9525" cap="flat" cmpd="sng" algn="ctr">
              <a:noFill/>
              <a:round/>
            </a:ln>
            <a:effectLst/>
          </c:spPr>
        </c:majorGridlines>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ltLang="ja-JP" sz="1000" b="0" i="0" u="none" strike="noStrike" kern="1200" baseline="0" dirty="0">
                    <a:solidFill>
                      <a:srgbClr val="000000">
                        <a:lumMod val="65000"/>
                        <a:lumOff val="35000"/>
                      </a:srgbClr>
                    </a:solidFill>
                  </a:rPr>
                  <a:t>r[</a:t>
                </a:r>
                <a:r>
                  <a:rPr lang="en-US" altLang="ja-JP" sz="1000" b="0" i="0" u="none" strike="noStrike" kern="1200" baseline="0" dirty="0">
                    <a:solidFill>
                      <a:srgbClr val="000000">
                        <a:lumMod val="65000"/>
                        <a:lumOff val="35000"/>
                      </a:srgbClr>
                    </a:solidFill>
                    <a:latin typeface="Yu Gothic UI" panose="020B0500000000000000" pitchFamily="50" charset="-128"/>
                    <a:ea typeface="Yu Gothic UI" panose="020B0500000000000000" pitchFamily="50" charset="-128"/>
                  </a:rPr>
                  <a:t>Å</a:t>
                </a:r>
                <a:r>
                  <a:rPr lang="en-US" altLang="ja-JP" sz="1000" b="0" i="0" u="none" strike="noStrike" kern="1200" baseline="0" dirty="0">
                    <a:solidFill>
                      <a:srgbClr val="000000">
                        <a:lumMod val="65000"/>
                        <a:lumOff val="35000"/>
                      </a:srgbClr>
                    </a:solidFill>
                  </a:rPr>
                  <a:t>]</a:t>
                </a:r>
                <a:endParaRPr lang="ja-JP" altLang="en-US" sz="1000" b="0" i="0" u="none" strike="noStrike" kern="1200" baseline="0" dirty="0">
                  <a:solidFill>
                    <a:srgbClr val="000000">
                      <a:lumMod val="65000"/>
                      <a:lumOff val="35000"/>
                    </a:srgbClr>
                  </a:solidFill>
                </a:endParaRPr>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ja-JP" altLang="en-US"/>
            </a:p>
          </c:txPr>
        </c:title>
        <c:numFmt formatCode="General" sourceLinked="0"/>
        <c:majorTickMark val="none"/>
        <c:minorTickMark val="none"/>
        <c:tickLblPos val="low"/>
        <c:spPr>
          <a:noFill/>
          <a:ln w="9525" cap="flat" cmpd="sng" algn="ctr">
            <a:no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ja-JP"/>
          </a:p>
        </c:txPr>
        <c:crossAx val="739093231"/>
        <c:crosses val="autoZero"/>
        <c:crossBetween val="midCat"/>
      </c:valAx>
      <c:valAx>
        <c:axId val="739093231"/>
        <c:scaling>
          <c:orientation val="minMax"/>
          <c:max val="8"/>
          <c:min val="-0.5"/>
        </c:scaling>
        <c:delete val="0"/>
        <c:axPos val="l"/>
        <c:majorGridlines>
          <c:spPr>
            <a:ln w="9525" cap="flat" cmpd="sng" algn="ctr">
              <a:no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ltLang="ja-JP" sz="1000" b="0" i="0" u="none" strike="noStrike" kern="1200" baseline="0" dirty="0">
                    <a:solidFill>
                      <a:srgbClr val="000000">
                        <a:lumMod val="65000"/>
                        <a:lumOff val="35000"/>
                      </a:srgbClr>
                    </a:solidFill>
                  </a:rPr>
                  <a:t>g(r)</a:t>
                </a:r>
                <a:endParaRPr lang="ja-JP" altLang="en-US" sz="1000" b="0" i="0" u="none" strike="noStrike" kern="1200" baseline="0" dirty="0">
                  <a:solidFill>
                    <a:srgbClr val="000000">
                      <a:lumMod val="65000"/>
                      <a:lumOff val="35000"/>
                    </a:srgbClr>
                  </a:solidFill>
                </a:endParaRPr>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ja-JP" altLang="en-US"/>
            </a:p>
          </c:txPr>
        </c:title>
        <c:numFmt formatCode="General" sourceLinked="0"/>
        <c:majorTickMark val="none"/>
        <c:minorTickMark val="none"/>
        <c:tickLblPos val="nextTo"/>
        <c:spPr>
          <a:noFill/>
          <a:ln w="9525" cap="flat" cmpd="sng" algn="ctr">
            <a:no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ja-JP"/>
          </a:p>
        </c:txPr>
        <c:crossAx val="739089391"/>
        <c:crosses val="autoZero"/>
        <c:crossBetween val="midCat"/>
      </c:valAx>
      <c:spPr>
        <a:noFill/>
        <a:ln>
          <a:solidFill>
            <a:schemeClr val="tx1"/>
          </a:solidFill>
        </a:ln>
        <a:effectLst/>
      </c:spPr>
    </c:plotArea>
    <c:legend>
      <c:legendPos val="b"/>
      <c:layout>
        <c:manualLayout>
          <c:xMode val="edge"/>
          <c:yMode val="edge"/>
          <c:x val="0.64305879218638984"/>
          <c:y val="5.4604372271101063E-2"/>
          <c:w val="0.22520888013998247"/>
          <c:h val="0.55712863184377059"/>
        </c:manualLayout>
      </c:layout>
      <c:overlay val="1"/>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ja-JP"/>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ja-JP"/>
    </a:p>
  </c:txPr>
  <c:externalData r:id="rId4">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scatterChart>
        <c:scatterStyle val="smoothMarker"/>
        <c:varyColors val="0"/>
        <c:ser>
          <c:idx val="0"/>
          <c:order val="0"/>
          <c:tx>
            <c:strRef>
              <c:f>Sheet1!$C$1</c:f>
              <c:strCache>
                <c:ptCount val="1"/>
                <c:pt idx="0">
                  <c:v>Zr-Zr</c:v>
                </c:pt>
              </c:strCache>
            </c:strRef>
          </c:tx>
          <c:spPr>
            <a:ln w="19050" cap="rnd">
              <a:solidFill>
                <a:schemeClr val="accent1"/>
              </a:solidFill>
              <a:round/>
            </a:ln>
            <a:effectLst/>
          </c:spPr>
          <c:marker>
            <c:symbol val="none"/>
          </c:marker>
          <c:xVal>
            <c:numRef>
              <c:f>Sheet1!$B$2:$B$1550</c:f>
              <c:numCache>
                <c:formatCode>0.00E+00</c:formatCode>
                <c:ptCount val="517"/>
                <c:pt idx="0">
                  <c:v>0.06</c:v>
                </c:pt>
                <c:pt idx="1">
                  <c:v>0.12</c:v>
                </c:pt>
                <c:pt idx="2">
                  <c:v>0.18</c:v>
                </c:pt>
                <c:pt idx="3">
                  <c:v>0.24</c:v>
                </c:pt>
                <c:pt idx="4">
                  <c:v>0.3</c:v>
                </c:pt>
                <c:pt idx="5">
                  <c:v>0.36</c:v>
                </c:pt>
                <c:pt idx="6">
                  <c:v>0.42</c:v>
                </c:pt>
                <c:pt idx="7">
                  <c:v>0.48</c:v>
                </c:pt>
                <c:pt idx="8">
                  <c:v>0.54</c:v>
                </c:pt>
                <c:pt idx="9">
                  <c:v>0.6</c:v>
                </c:pt>
                <c:pt idx="10">
                  <c:v>0.66</c:v>
                </c:pt>
                <c:pt idx="11">
                  <c:v>0.72</c:v>
                </c:pt>
                <c:pt idx="12">
                  <c:v>0.78</c:v>
                </c:pt>
                <c:pt idx="13">
                  <c:v>0.84</c:v>
                </c:pt>
                <c:pt idx="14">
                  <c:v>0.9</c:v>
                </c:pt>
                <c:pt idx="15">
                  <c:v>0.96</c:v>
                </c:pt>
                <c:pt idx="16" formatCode="General">
                  <c:v>1.02</c:v>
                </c:pt>
                <c:pt idx="17" formatCode="General">
                  <c:v>1.08</c:v>
                </c:pt>
                <c:pt idx="18" formatCode="General">
                  <c:v>1.1399999999999999</c:v>
                </c:pt>
                <c:pt idx="19" formatCode="General">
                  <c:v>1.2</c:v>
                </c:pt>
                <c:pt idx="20" formatCode="General">
                  <c:v>1.26</c:v>
                </c:pt>
                <c:pt idx="21" formatCode="General">
                  <c:v>1.32</c:v>
                </c:pt>
                <c:pt idx="22" formatCode="General">
                  <c:v>1.38</c:v>
                </c:pt>
                <c:pt idx="23" formatCode="General">
                  <c:v>1.44</c:v>
                </c:pt>
                <c:pt idx="24" formatCode="General">
                  <c:v>1.5</c:v>
                </c:pt>
                <c:pt idx="25" formatCode="General">
                  <c:v>1.56</c:v>
                </c:pt>
                <c:pt idx="26" formatCode="General">
                  <c:v>1.62</c:v>
                </c:pt>
                <c:pt idx="27" formatCode="General">
                  <c:v>1.68</c:v>
                </c:pt>
                <c:pt idx="28" formatCode="General">
                  <c:v>1.74</c:v>
                </c:pt>
                <c:pt idx="29" formatCode="General">
                  <c:v>1.8</c:v>
                </c:pt>
                <c:pt idx="30" formatCode="General">
                  <c:v>1.86</c:v>
                </c:pt>
                <c:pt idx="31" formatCode="General">
                  <c:v>1.92</c:v>
                </c:pt>
                <c:pt idx="32" formatCode="General">
                  <c:v>1.98</c:v>
                </c:pt>
                <c:pt idx="33" formatCode="General">
                  <c:v>2.04</c:v>
                </c:pt>
                <c:pt idx="34" formatCode="General">
                  <c:v>2.1</c:v>
                </c:pt>
                <c:pt idx="35" formatCode="General">
                  <c:v>2.16</c:v>
                </c:pt>
                <c:pt idx="36" formatCode="General">
                  <c:v>2.2200000000000002</c:v>
                </c:pt>
                <c:pt idx="37" formatCode="General">
                  <c:v>2.2799999999999998</c:v>
                </c:pt>
                <c:pt idx="38" formatCode="General">
                  <c:v>2.34</c:v>
                </c:pt>
                <c:pt idx="39" formatCode="General">
                  <c:v>2.4</c:v>
                </c:pt>
                <c:pt idx="40" formatCode="General">
                  <c:v>2.46</c:v>
                </c:pt>
                <c:pt idx="41" formatCode="General">
                  <c:v>2.52</c:v>
                </c:pt>
                <c:pt idx="42" formatCode="General">
                  <c:v>2.58</c:v>
                </c:pt>
                <c:pt idx="43" formatCode="General">
                  <c:v>2.64</c:v>
                </c:pt>
                <c:pt idx="44" formatCode="General">
                  <c:v>2.7</c:v>
                </c:pt>
                <c:pt idx="45" formatCode="General">
                  <c:v>2.76</c:v>
                </c:pt>
                <c:pt idx="46" formatCode="General">
                  <c:v>2.82</c:v>
                </c:pt>
                <c:pt idx="47" formatCode="General">
                  <c:v>2.88</c:v>
                </c:pt>
                <c:pt idx="48" formatCode="General">
                  <c:v>2.94</c:v>
                </c:pt>
                <c:pt idx="49" formatCode="General">
                  <c:v>3</c:v>
                </c:pt>
                <c:pt idx="50" formatCode="General">
                  <c:v>3.06</c:v>
                </c:pt>
                <c:pt idx="51" formatCode="General">
                  <c:v>3.12</c:v>
                </c:pt>
                <c:pt idx="52" formatCode="General">
                  <c:v>3.18</c:v>
                </c:pt>
                <c:pt idx="53" formatCode="General">
                  <c:v>3.24</c:v>
                </c:pt>
                <c:pt idx="54" formatCode="General">
                  <c:v>3.3</c:v>
                </c:pt>
                <c:pt idx="55" formatCode="General">
                  <c:v>3.36</c:v>
                </c:pt>
                <c:pt idx="56" formatCode="General">
                  <c:v>3.42</c:v>
                </c:pt>
                <c:pt idx="57" formatCode="General">
                  <c:v>3.48</c:v>
                </c:pt>
                <c:pt idx="58" formatCode="General">
                  <c:v>3.54</c:v>
                </c:pt>
                <c:pt idx="59" formatCode="General">
                  <c:v>3.6</c:v>
                </c:pt>
                <c:pt idx="60" formatCode="General">
                  <c:v>3.66</c:v>
                </c:pt>
                <c:pt idx="61" formatCode="General">
                  <c:v>3.72</c:v>
                </c:pt>
                <c:pt idx="62" formatCode="General">
                  <c:v>3.78</c:v>
                </c:pt>
                <c:pt idx="63" formatCode="General">
                  <c:v>3.84</c:v>
                </c:pt>
                <c:pt idx="64" formatCode="General">
                  <c:v>3.9</c:v>
                </c:pt>
                <c:pt idx="65" formatCode="General">
                  <c:v>3.96</c:v>
                </c:pt>
                <c:pt idx="66" formatCode="General">
                  <c:v>4.0199999999999996</c:v>
                </c:pt>
                <c:pt idx="67" formatCode="General">
                  <c:v>4.08</c:v>
                </c:pt>
                <c:pt idx="68" formatCode="General">
                  <c:v>4.1399999999999997</c:v>
                </c:pt>
                <c:pt idx="69" formatCode="General">
                  <c:v>4.2</c:v>
                </c:pt>
                <c:pt idx="70" formatCode="General">
                  <c:v>4.26</c:v>
                </c:pt>
                <c:pt idx="71" formatCode="General">
                  <c:v>4.32</c:v>
                </c:pt>
                <c:pt idx="72" formatCode="General">
                  <c:v>4.38</c:v>
                </c:pt>
                <c:pt idx="73" formatCode="General">
                  <c:v>4.4400000000000004</c:v>
                </c:pt>
                <c:pt idx="74" formatCode="General">
                  <c:v>4.5</c:v>
                </c:pt>
                <c:pt idx="75" formatCode="General">
                  <c:v>4.5599999999999996</c:v>
                </c:pt>
                <c:pt idx="76" formatCode="General">
                  <c:v>4.62</c:v>
                </c:pt>
                <c:pt idx="77" formatCode="General">
                  <c:v>4.68</c:v>
                </c:pt>
                <c:pt idx="78" formatCode="General">
                  <c:v>4.74</c:v>
                </c:pt>
                <c:pt idx="79" formatCode="General">
                  <c:v>4.8</c:v>
                </c:pt>
                <c:pt idx="80" formatCode="General">
                  <c:v>4.8600000000000003</c:v>
                </c:pt>
                <c:pt idx="81" formatCode="General">
                  <c:v>4.92</c:v>
                </c:pt>
                <c:pt idx="82" formatCode="General">
                  <c:v>4.9800000000000004</c:v>
                </c:pt>
                <c:pt idx="83" formatCode="General">
                  <c:v>5.04</c:v>
                </c:pt>
                <c:pt idx="84" formatCode="General">
                  <c:v>5.0999999999999996</c:v>
                </c:pt>
                <c:pt idx="85" formatCode="General">
                  <c:v>5.16</c:v>
                </c:pt>
                <c:pt idx="86" formatCode="General">
                  <c:v>5.22</c:v>
                </c:pt>
                <c:pt idx="87" formatCode="General">
                  <c:v>5.28</c:v>
                </c:pt>
                <c:pt idx="88" formatCode="General">
                  <c:v>5.34</c:v>
                </c:pt>
                <c:pt idx="89" formatCode="General">
                  <c:v>5.4</c:v>
                </c:pt>
                <c:pt idx="90" formatCode="General">
                  <c:v>5.46</c:v>
                </c:pt>
                <c:pt idx="91" formatCode="General">
                  <c:v>5.52</c:v>
                </c:pt>
                <c:pt idx="92" formatCode="General">
                  <c:v>5.58</c:v>
                </c:pt>
                <c:pt idx="93" formatCode="General">
                  <c:v>5.64</c:v>
                </c:pt>
                <c:pt idx="94" formatCode="General">
                  <c:v>5.7</c:v>
                </c:pt>
                <c:pt idx="95" formatCode="General">
                  <c:v>5.76</c:v>
                </c:pt>
                <c:pt idx="96" formatCode="General">
                  <c:v>5.82</c:v>
                </c:pt>
                <c:pt idx="97" formatCode="General">
                  <c:v>5.88</c:v>
                </c:pt>
                <c:pt idx="98" formatCode="General">
                  <c:v>5.94</c:v>
                </c:pt>
                <c:pt idx="99" formatCode="General">
                  <c:v>6</c:v>
                </c:pt>
                <c:pt idx="100" formatCode="General">
                  <c:v>6.06</c:v>
                </c:pt>
                <c:pt idx="101" formatCode="General">
                  <c:v>6.12</c:v>
                </c:pt>
                <c:pt idx="102" formatCode="General">
                  <c:v>6.18</c:v>
                </c:pt>
                <c:pt idx="103" formatCode="General">
                  <c:v>6.24</c:v>
                </c:pt>
                <c:pt idx="104" formatCode="General">
                  <c:v>6.3</c:v>
                </c:pt>
                <c:pt idx="105" formatCode="General">
                  <c:v>6.36</c:v>
                </c:pt>
                <c:pt idx="106" formatCode="General">
                  <c:v>6.42</c:v>
                </c:pt>
                <c:pt idx="107" formatCode="General">
                  <c:v>6.48</c:v>
                </c:pt>
                <c:pt idx="108" formatCode="General">
                  <c:v>6.54</c:v>
                </c:pt>
                <c:pt idx="109" formatCode="General">
                  <c:v>6.6</c:v>
                </c:pt>
                <c:pt idx="110" formatCode="General">
                  <c:v>6.66</c:v>
                </c:pt>
                <c:pt idx="111" formatCode="General">
                  <c:v>6.72</c:v>
                </c:pt>
                <c:pt idx="112" formatCode="General">
                  <c:v>6.78</c:v>
                </c:pt>
                <c:pt idx="113" formatCode="General">
                  <c:v>6.84</c:v>
                </c:pt>
                <c:pt idx="114" formatCode="General">
                  <c:v>6.9</c:v>
                </c:pt>
                <c:pt idx="115" formatCode="General">
                  <c:v>6.96</c:v>
                </c:pt>
                <c:pt idx="116" formatCode="General">
                  <c:v>7.02</c:v>
                </c:pt>
                <c:pt idx="117" formatCode="General">
                  <c:v>7.08</c:v>
                </c:pt>
                <c:pt idx="118" formatCode="General">
                  <c:v>7.14</c:v>
                </c:pt>
                <c:pt idx="119" formatCode="General">
                  <c:v>7.2</c:v>
                </c:pt>
                <c:pt idx="120" formatCode="General">
                  <c:v>7.26</c:v>
                </c:pt>
                <c:pt idx="121" formatCode="General">
                  <c:v>7.32</c:v>
                </c:pt>
                <c:pt idx="122" formatCode="General">
                  <c:v>7.38</c:v>
                </c:pt>
                <c:pt idx="123" formatCode="General">
                  <c:v>7.44</c:v>
                </c:pt>
                <c:pt idx="124" formatCode="General">
                  <c:v>7.5</c:v>
                </c:pt>
                <c:pt idx="125" formatCode="General">
                  <c:v>7.56</c:v>
                </c:pt>
                <c:pt idx="126" formatCode="General">
                  <c:v>7.62</c:v>
                </c:pt>
                <c:pt idx="127" formatCode="General">
                  <c:v>7.68</c:v>
                </c:pt>
                <c:pt idx="128" formatCode="General">
                  <c:v>7.74</c:v>
                </c:pt>
                <c:pt idx="129" formatCode="General">
                  <c:v>7.8</c:v>
                </c:pt>
                <c:pt idx="130" formatCode="General">
                  <c:v>7.86</c:v>
                </c:pt>
                <c:pt idx="131" formatCode="General">
                  <c:v>7.92</c:v>
                </c:pt>
                <c:pt idx="132" formatCode="General">
                  <c:v>7.98</c:v>
                </c:pt>
                <c:pt idx="133" formatCode="General">
                  <c:v>8.0399999999999991</c:v>
                </c:pt>
                <c:pt idx="134" formatCode="General">
                  <c:v>8.0999990000000004</c:v>
                </c:pt>
                <c:pt idx="135" formatCode="General">
                  <c:v>8.16</c:v>
                </c:pt>
                <c:pt idx="136" formatCode="General">
                  <c:v>8.2200000000000006</c:v>
                </c:pt>
                <c:pt idx="137" formatCode="General">
                  <c:v>8.2799999999999994</c:v>
                </c:pt>
                <c:pt idx="138" formatCode="General">
                  <c:v>8.34</c:v>
                </c:pt>
                <c:pt idx="139" formatCode="General">
                  <c:v>8.4</c:v>
                </c:pt>
                <c:pt idx="140" formatCode="General">
                  <c:v>8.4600000000000009</c:v>
                </c:pt>
                <c:pt idx="141" formatCode="General">
                  <c:v>8.52</c:v>
                </c:pt>
                <c:pt idx="142" formatCode="General">
                  <c:v>8.58</c:v>
                </c:pt>
                <c:pt idx="143" formatCode="General">
                  <c:v>8.6399989999999995</c:v>
                </c:pt>
                <c:pt idx="144" formatCode="General">
                  <c:v>8.6999999999999993</c:v>
                </c:pt>
                <c:pt idx="145" formatCode="General">
                  <c:v>8.76</c:v>
                </c:pt>
                <c:pt idx="146" formatCode="General">
                  <c:v>8.82</c:v>
                </c:pt>
                <c:pt idx="147" formatCode="General">
                  <c:v>8.8800000000000008</c:v>
                </c:pt>
                <c:pt idx="148" formatCode="General">
                  <c:v>8.94</c:v>
                </c:pt>
                <c:pt idx="149" formatCode="General">
                  <c:v>9</c:v>
                </c:pt>
                <c:pt idx="150" formatCode="General">
                  <c:v>9.0599989999999995</c:v>
                </c:pt>
                <c:pt idx="151" formatCode="General">
                  <c:v>9.1199999999999992</c:v>
                </c:pt>
                <c:pt idx="152" formatCode="General">
                  <c:v>9.1799990000000005</c:v>
                </c:pt>
                <c:pt idx="153" formatCode="General">
                  <c:v>9.24</c:v>
                </c:pt>
                <c:pt idx="154" formatCode="General">
                  <c:v>9.3000000000000007</c:v>
                </c:pt>
                <c:pt idx="155" formatCode="General">
                  <c:v>9.36</c:v>
                </c:pt>
                <c:pt idx="156" formatCode="General">
                  <c:v>9.42</c:v>
                </c:pt>
                <c:pt idx="157" formatCode="General">
                  <c:v>9.48</c:v>
                </c:pt>
                <c:pt idx="158" formatCode="General">
                  <c:v>9.5399999999999991</c:v>
                </c:pt>
                <c:pt idx="159" formatCode="General">
                  <c:v>9.5999990000000004</c:v>
                </c:pt>
                <c:pt idx="160" formatCode="General">
                  <c:v>9.66</c:v>
                </c:pt>
                <c:pt idx="161" formatCode="General">
                  <c:v>9.7199989999999996</c:v>
                </c:pt>
                <c:pt idx="162" formatCode="General">
                  <c:v>9.7799999999999994</c:v>
                </c:pt>
                <c:pt idx="163" formatCode="General">
                  <c:v>9.84</c:v>
                </c:pt>
                <c:pt idx="164" formatCode="General">
                  <c:v>9.9</c:v>
                </c:pt>
                <c:pt idx="165" formatCode="General">
                  <c:v>9.9600000000000009</c:v>
                </c:pt>
                <c:pt idx="166" formatCode="General">
                  <c:v>10.02</c:v>
                </c:pt>
                <c:pt idx="167" formatCode="General">
                  <c:v>10.08</c:v>
                </c:pt>
                <c:pt idx="168" formatCode="General">
                  <c:v>10.14</c:v>
                </c:pt>
                <c:pt idx="169" formatCode="General">
                  <c:v>10.199999999999999</c:v>
                </c:pt>
                <c:pt idx="170" formatCode="General">
                  <c:v>10.26</c:v>
                </c:pt>
                <c:pt idx="171" formatCode="General">
                  <c:v>10.32</c:v>
                </c:pt>
                <c:pt idx="172" formatCode="General">
                  <c:v>10.38</c:v>
                </c:pt>
                <c:pt idx="173" formatCode="General">
                  <c:v>10.44</c:v>
                </c:pt>
                <c:pt idx="174" formatCode="General">
                  <c:v>10.5</c:v>
                </c:pt>
                <c:pt idx="175" formatCode="General">
                  <c:v>10.56</c:v>
                </c:pt>
                <c:pt idx="176" formatCode="General">
                  <c:v>10.62</c:v>
                </c:pt>
                <c:pt idx="177" formatCode="General">
                  <c:v>10.68</c:v>
                </c:pt>
                <c:pt idx="178" formatCode="General">
                  <c:v>10.74</c:v>
                </c:pt>
                <c:pt idx="179" formatCode="General">
                  <c:v>10.8</c:v>
                </c:pt>
                <c:pt idx="180" formatCode="General">
                  <c:v>10.86</c:v>
                </c:pt>
                <c:pt idx="181" formatCode="General">
                  <c:v>10.92</c:v>
                </c:pt>
                <c:pt idx="182" formatCode="General">
                  <c:v>10.98</c:v>
                </c:pt>
                <c:pt idx="183" formatCode="General">
                  <c:v>11.04</c:v>
                </c:pt>
                <c:pt idx="184" formatCode="General">
                  <c:v>11.1</c:v>
                </c:pt>
                <c:pt idx="185" formatCode="General">
                  <c:v>11.16</c:v>
                </c:pt>
                <c:pt idx="186" formatCode="General">
                  <c:v>11.22</c:v>
                </c:pt>
                <c:pt idx="187" formatCode="General">
                  <c:v>11.28</c:v>
                </c:pt>
                <c:pt idx="188" formatCode="General">
                  <c:v>11.34</c:v>
                </c:pt>
                <c:pt idx="189" formatCode="General">
                  <c:v>11.4</c:v>
                </c:pt>
                <c:pt idx="190" formatCode="General">
                  <c:v>11.46</c:v>
                </c:pt>
                <c:pt idx="191" formatCode="General">
                  <c:v>11.52</c:v>
                </c:pt>
                <c:pt idx="192" formatCode="General">
                  <c:v>11.58</c:v>
                </c:pt>
                <c:pt idx="193" formatCode="General">
                  <c:v>11.64</c:v>
                </c:pt>
                <c:pt idx="194" formatCode="General">
                  <c:v>11.7</c:v>
                </c:pt>
                <c:pt idx="195" formatCode="General">
                  <c:v>11.76</c:v>
                </c:pt>
                <c:pt idx="196" formatCode="General">
                  <c:v>11.82</c:v>
                </c:pt>
                <c:pt idx="197" formatCode="General">
                  <c:v>11.88</c:v>
                </c:pt>
                <c:pt idx="198" formatCode="General">
                  <c:v>11.94</c:v>
                </c:pt>
                <c:pt idx="199" formatCode="General">
                  <c:v>12</c:v>
                </c:pt>
                <c:pt idx="200" formatCode="General">
                  <c:v>12.06</c:v>
                </c:pt>
                <c:pt idx="201" formatCode="General">
                  <c:v>12.12</c:v>
                </c:pt>
                <c:pt idx="202" formatCode="General">
                  <c:v>12.18</c:v>
                </c:pt>
                <c:pt idx="203" formatCode="General">
                  <c:v>12.24</c:v>
                </c:pt>
                <c:pt idx="204" formatCode="General">
                  <c:v>12.3</c:v>
                </c:pt>
                <c:pt idx="205" formatCode="General">
                  <c:v>12.36</c:v>
                </c:pt>
                <c:pt idx="206" formatCode="General">
                  <c:v>12.42</c:v>
                </c:pt>
                <c:pt idx="207" formatCode="General">
                  <c:v>12.48</c:v>
                </c:pt>
                <c:pt idx="208" formatCode="General">
                  <c:v>12.54</c:v>
                </c:pt>
                <c:pt idx="209" formatCode="General">
                  <c:v>12.6</c:v>
                </c:pt>
                <c:pt idx="210" formatCode="General">
                  <c:v>12.66</c:v>
                </c:pt>
                <c:pt idx="211" formatCode="General">
                  <c:v>12.72</c:v>
                </c:pt>
                <c:pt idx="212" formatCode="General">
                  <c:v>12.78</c:v>
                </c:pt>
                <c:pt idx="213" formatCode="General">
                  <c:v>12.84</c:v>
                </c:pt>
                <c:pt idx="214" formatCode="General">
                  <c:v>12.9</c:v>
                </c:pt>
                <c:pt idx="215" formatCode="General">
                  <c:v>12.96</c:v>
                </c:pt>
                <c:pt idx="216" formatCode="General">
                  <c:v>13.02</c:v>
                </c:pt>
                <c:pt idx="217" formatCode="General">
                  <c:v>13.08</c:v>
                </c:pt>
                <c:pt idx="218" formatCode="General">
                  <c:v>13.14</c:v>
                </c:pt>
                <c:pt idx="219" formatCode="General">
                  <c:v>13.2</c:v>
                </c:pt>
                <c:pt idx="220" formatCode="General">
                  <c:v>13.26</c:v>
                </c:pt>
                <c:pt idx="221" formatCode="General">
                  <c:v>13.32</c:v>
                </c:pt>
                <c:pt idx="222" formatCode="General">
                  <c:v>13.38</c:v>
                </c:pt>
                <c:pt idx="223" formatCode="General">
                  <c:v>13.44</c:v>
                </c:pt>
                <c:pt idx="224" formatCode="General">
                  <c:v>13.5</c:v>
                </c:pt>
                <c:pt idx="225" formatCode="General">
                  <c:v>13.56</c:v>
                </c:pt>
                <c:pt idx="226" formatCode="General">
                  <c:v>13.62</c:v>
                </c:pt>
                <c:pt idx="227" formatCode="General">
                  <c:v>13.68</c:v>
                </c:pt>
                <c:pt idx="228" formatCode="General">
                  <c:v>13.74</c:v>
                </c:pt>
                <c:pt idx="229" formatCode="General">
                  <c:v>13.8</c:v>
                </c:pt>
                <c:pt idx="230" formatCode="General">
                  <c:v>13.86</c:v>
                </c:pt>
                <c:pt idx="231" formatCode="General">
                  <c:v>13.92</c:v>
                </c:pt>
                <c:pt idx="232" formatCode="General">
                  <c:v>13.98</c:v>
                </c:pt>
                <c:pt idx="233" formatCode="General">
                  <c:v>14.04</c:v>
                </c:pt>
                <c:pt idx="234" formatCode="General">
                  <c:v>14.1</c:v>
                </c:pt>
                <c:pt idx="235" formatCode="General">
                  <c:v>14.16</c:v>
                </c:pt>
                <c:pt idx="236" formatCode="General">
                  <c:v>14.22</c:v>
                </c:pt>
                <c:pt idx="237" formatCode="General">
                  <c:v>14.28</c:v>
                </c:pt>
                <c:pt idx="238" formatCode="General">
                  <c:v>14.34</c:v>
                </c:pt>
                <c:pt idx="239" formatCode="General">
                  <c:v>14.4</c:v>
                </c:pt>
                <c:pt idx="240" formatCode="General">
                  <c:v>14.46</c:v>
                </c:pt>
                <c:pt idx="241" formatCode="General">
                  <c:v>14.52</c:v>
                </c:pt>
                <c:pt idx="242" formatCode="General">
                  <c:v>14.58</c:v>
                </c:pt>
                <c:pt idx="243" formatCode="General">
                  <c:v>14.64</c:v>
                </c:pt>
                <c:pt idx="244" formatCode="General">
                  <c:v>14.7</c:v>
                </c:pt>
                <c:pt idx="245" formatCode="General">
                  <c:v>14.76</c:v>
                </c:pt>
                <c:pt idx="246" formatCode="General">
                  <c:v>14.82</c:v>
                </c:pt>
                <c:pt idx="247" formatCode="General">
                  <c:v>14.88</c:v>
                </c:pt>
                <c:pt idx="248" formatCode="General">
                  <c:v>14.94</c:v>
                </c:pt>
                <c:pt idx="249" formatCode="General">
                  <c:v>15</c:v>
                </c:pt>
                <c:pt idx="250" formatCode="General">
                  <c:v>15.06</c:v>
                </c:pt>
                <c:pt idx="251" formatCode="General">
                  <c:v>15.12</c:v>
                </c:pt>
                <c:pt idx="252" formatCode="General">
                  <c:v>15.18</c:v>
                </c:pt>
                <c:pt idx="253" formatCode="General">
                  <c:v>15.24</c:v>
                </c:pt>
                <c:pt idx="254" formatCode="General">
                  <c:v>15.3</c:v>
                </c:pt>
                <c:pt idx="255" formatCode="General">
                  <c:v>15.36</c:v>
                </c:pt>
                <c:pt idx="256" formatCode="General">
                  <c:v>15.42</c:v>
                </c:pt>
                <c:pt idx="257" formatCode="General">
                  <c:v>15.48</c:v>
                </c:pt>
                <c:pt idx="258" formatCode="General">
                  <c:v>15.54</c:v>
                </c:pt>
                <c:pt idx="259" formatCode="General">
                  <c:v>15.6</c:v>
                </c:pt>
                <c:pt idx="260" formatCode="General">
                  <c:v>15.66</c:v>
                </c:pt>
                <c:pt idx="261" formatCode="General">
                  <c:v>15.72</c:v>
                </c:pt>
                <c:pt idx="262" formatCode="General">
                  <c:v>15.78</c:v>
                </c:pt>
                <c:pt idx="263" formatCode="General">
                  <c:v>15.84</c:v>
                </c:pt>
                <c:pt idx="264" formatCode="General">
                  <c:v>15.9</c:v>
                </c:pt>
                <c:pt idx="265" formatCode="General">
                  <c:v>15.96</c:v>
                </c:pt>
                <c:pt idx="266" formatCode="General">
                  <c:v>16.02</c:v>
                </c:pt>
                <c:pt idx="267" formatCode="General">
                  <c:v>16.079999999999998</c:v>
                </c:pt>
                <c:pt idx="268" formatCode="General">
                  <c:v>16.14</c:v>
                </c:pt>
                <c:pt idx="269" formatCode="General">
                  <c:v>16.2</c:v>
                </c:pt>
                <c:pt idx="270" formatCode="General">
                  <c:v>16.260000000000002</c:v>
                </c:pt>
                <c:pt idx="271" formatCode="General">
                  <c:v>16.32</c:v>
                </c:pt>
                <c:pt idx="272" formatCode="General">
                  <c:v>16.38</c:v>
                </c:pt>
                <c:pt idx="273" formatCode="General">
                  <c:v>16.440000000000001</c:v>
                </c:pt>
                <c:pt idx="274" formatCode="General">
                  <c:v>16.5</c:v>
                </c:pt>
                <c:pt idx="275" formatCode="General">
                  <c:v>16.559999999999999</c:v>
                </c:pt>
                <c:pt idx="276" formatCode="General">
                  <c:v>16.62</c:v>
                </c:pt>
                <c:pt idx="277" formatCode="General">
                  <c:v>16.68</c:v>
                </c:pt>
                <c:pt idx="278" formatCode="General">
                  <c:v>16.739999999999998</c:v>
                </c:pt>
                <c:pt idx="279" formatCode="General">
                  <c:v>16.8</c:v>
                </c:pt>
                <c:pt idx="280" formatCode="General">
                  <c:v>16.86</c:v>
                </c:pt>
                <c:pt idx="281" formatCode="General">
                  <c:v>16.920000000000002</c:v>
                </c:pt>
                <c:pt idx="282" formatCode="General">
                  <c:v>16.98</c:v>
                </c:pt>
                <c:pt idx="283" formatCode="General">
                  <c:v>17.04</c:v>
                </c:pt>
                <c:pt idx="284" formatCode="General">
                  <c:v>17.100000000000001</c:v>
                </c:pt>
                <c:pt idx="285" formatCode="General">
                  <c:v>17.16</c:v>
                </c:pt>
                <c:pt idx="286" formatCode="General">
                  <c:v>17.22</c:v>
                </c:pt>
                <c:pt idx="287" formatCode="General">
                  <c:v>17.28</c:v>
                </c:pt>
                <c:pt idx="288" formatCode="General">
                  <c:v>17.34</c:v>
                </c:pt>
                <c:pt idx="289" formatCode="General">
                  <c:v>17.399999999999999</c:v>
                </c:pt>
                <c:pt idx="290" formatCode="General">
                  <c:v>17.46</c:v>
                </c:pt>
                <c:pt idx="291" formatCode="General">
                  <c:v>17.52</c:v>
                </c:pt>
                <c:pt idx="292" formatCode="General">
                  <c:v>17.579999999999998</c:v>
                </c:pt>
                <c:pt idx="293" formatCode="General">
                  <c:v>17.64</c:v>
                </c:pt>
                <c:pt idx="294" formatCode="General">
                  <c:v>17.7</c:v>
                </c:pt>
                <c:pt idx="295" formatCode="General">
                  <c:v>17.760000000000002</c:v>
                </c:pt>
                <c:pt idx="296" formatCode="General">
                  <c:v>17.82</c:v>
                </c:pt>
                <c:pt idx="297" formatCode="General">
                  <c:v>17.88</c:v>
                </c:pt>
                <c:pt idx="298" formatCode="General">
                  <c:v>17.940000000000001</c:v>
                </c:pt>
                <c:pt idx="299" formatCode="General">
                  <c:v>18</c:v>
                </c:pt>
                <c:pt idx="300" formatCode="General">
                  <c:v>18.059999999999999</c:v>
                </c:pt>
                <c:pt idx="301" formatCode="General">
                  <c:v>18.12</c:v>
                </c:pt>
                <c:pt idx="302" formatCode="General">
                  <c:v>18.18</c:v>
                </c:pt>
                <c:pt idx="303" formatCode="General">
                  <c:v>18.239999999999998</c:v>
                </c:pt>
                <c:pt idx="304" formatCode="General">
                  <c:v>18.3</c:v>
                </c:pt>
                <c:pt idx="305" formatCode="General">
                  <c:v>18.36</c:v>
                </c:pt>
                <c:pt idx="306" formatCode="General">
                  <c:v>18.420000000000002</c:v>
                </c:pt>
                <c:pt idx="307" formatCode="General">
                  <c:v>18.48</c:v>
                </c:pt>
                <c:pt idx="308" formatCode="General">
                  <c:v>18.54</c:v>
                </c:pt>
                <c:pt idx="309" formatCode="General">
                  <c:v>18.600000000000001</c:v>
                </c:pt>
                <c:pt idx="310" formatCode="General">
                  <c:v>18.66</c:v>
                </c:pt>
                <c:pt idx="311" formatCode="General">
                  <c:v>18.72</c:v>
                </c:pt>
                <c:pt idx="312" formatCode="General">
                  <c:v>18.78</c:v>
                </c:pt>
                <c:pt idx="313" formatCode="General">
                  <c:v>18.84</c:v>
                </c:pt>
                <c:pt idx="314" formatCode="General">
                  <c:v>18.899999999999999</c:v>
                </c:pt>
                <c:pt idx="315" formatCode="General">
                  <c:v>18.96</c:v>
                </c:pt>
                <c:pt idx="316" formatCode="General">
                  <c:v>19.02</c:v>
                </c:pt>
                <c:pt idx="317" formatCode="General">
                  <c:v>19.079999999999998</c:v>
                </c:pt>
                <c:pt idx="318" formatCode="General">
                  <c:v>19.14</c:v>
                </c:pt>
                <c:pt idx="319" formatCode="General">
                  <c:v>19.2</c:v>
                </c:pt>
                <c:pt idx="320" formatCode="General">
                  <c:v>19.260000000000002</c:v>
                </c:pt>
                <c:pt idx="321" formatCode="General">
                  <c:v>19.32</c:v>
                </c:pt>
                <c:pt idx="322" formatCode="General">
                  <c:v>19.38</c:v>
                </c:pt>
                <c:pt idx="323" formatCode="General">
                  <c:v>19.440000000000001</c:v>
                </c:pt>
                <c:pt idx="324" formatCode="General">
                  <c:v>19.5</c:v>
                </c:pt>
                <c:pt idx="325" formatCode="General">
                  <c:v>19.559999999999999</c:v>
                </c:pt>
                <c:pt idx="326" formatCode="General">
                  <c:v>19.62</c:v>
                </c:pt>
                <c:pt idx="327" formatCode="General">
                  <c:v>19.68</c:v>
                </c:pt>
                <c:pt idx="328" formatCode="General">
                  <c:v>19.739999999999998</c:v>
                </c:pt>
                <c:pt idx="329" formatCode="General">
                  <c:v>19.8</c:v>
                </c:pt>
                <c:pt idx="330" formatCode="General">
                  <c:v>19.86</c:v>
                </c:pt>
                <c:pt idx="331" formatCode="General">
                  <c:v>19.920000000000002</c:v>
                </c:pt>
                <c:pt idx="332" formatCode="General">
                  <c:v>19.98</c:v>
                </c:pt>
                <c:pt idx="333" formatCode="General">
                  <c:v>20.04</c:v>
                </c:pt>
                <c:pt idx="334" formatCode="General">
                  <c:v>20.100000000000001</c:v>
                </c:pt>
                <c:pt idx="335" formatCode="General">
                  <c:v>20.16</c:v>
                </c:pt>
                <c:pt idx="336" formatCode="General">
                  <c:v>20.22</c:v>
                </c:pt>
                <c:pt idx="337" formatCode="General">
                  <c:v>20.28</c:v>
                </c:pt>
                <c:pt idx="338" formatCode="General">
                  <c:v>20.34</c:v>
                </c:pt>
                <c:pt idx="339" formatCode="General">
                  <c:v>20.399999999999999</c:v>
                </c:pt>
                <c:pt idx="340" formatCode="General">
                  <c:v>20.46</c:v>
                </c:pt>
                <c:pt idx="341" formatCode="General">
                  <c:v>20.52</c:v>
                </c:pt>
                <c:pt idx="342" formatCode="General">
                  <c:v>20.58</c:v>
                </c:pt>
                <c:pt idx="343" formatCode="General">
                  <c:v>20.64</c:v>
                </c:pt>
                <c:pt idx="344" formatCode="General">
                  <c:v>20.7</c:v>
                </c:pt>
                <c:pt idx="345" formatCode="General">
                  <c:v>20.76</c:v>
                </c:pt>
                <c:pt idx="346" formatCode="General">
                  <c:v>20.82</c:v>
                </c:pt>
                <c:pt idx="347" formatCode="General">
                  <c:v>20.88</c:v>
                </c:pt>
                <c:pt idx="348" formatCode="General">
                  <c:v>20.94</c:v>
                </c:pt>
                <c:pt idx="349" formatCode="General">
                  <c:v>21</c:v>
                </c:pt>
                <c:pt idx="350" formatCode="General">
                  <c:v>21.06</c:v>
                </c:pt>
                <c:pt idx="351" formatCode="General">
                  <c:v>21.12</c:v>
                </c:pt>
                <c:pt idx="352" formatCode="General">
                  <c:v>21.18</c:v>
                </c:pt>
                <c:pt idx="353" formatCode="General">
                  <c:v>21.24</c:v>
                </c:pt>
                <c:pt idx="354" formatCode="General">
                  <c:v>21.3</c:v>
                </c:pt>
                <c:pt idx="355" formatCode="General">
                  <c:v>21.36</c:v>
                </c:pt>
                <c:pt idx="356" formatCode="General">
                  <c:v>21.42</c:v>
                </c:pt>
                <c:pt idx="357" formatCode="General">
                  <c:v>21.48</c:v>
                </c:pt>
                <c:pt idx="358" formatCode="General">
                  <c:v>21.54</c:v>
                </c:pt>
                <c:pt idx="359" formatCode="General">
                  <c:v>21.6</c:v>
                </c:pt>
                <c:pt idx="360" formatCode="General">
                  <c:v>21.66</c:v>
                </c:pt>
                <c:pt idx="361" formatCode="General">
                  <c:v>21.72</c:v>
                </c:pt>
                <c:pt idx="362" formatCode="General">
                  <c:v>21.78</c:v>
                </c:pt>
                <c:pt idx="363" formatCode="General">
                  <c:v>21.84</c:v>
                </c:pt>
                <c:pt idx="364" formatCode="General">
                  <c:v>21.9</c:v>
                </c:pt>
                <c:pt idx="365" formatCode="General">
                  <c:v>21.96</c:v>
                </c:pt>
                <c:pt idx="366" formatCode="General">
                  <c:v>22.02</c:v>
                </c:pt>
                <c:pt idx="367" formatCode="General">
                  <c:v>22.08</c:v>
                </c:pt>
                <c:pt idx="368" formatCode="General">
                  <c:v>22.14</c:v>
                </c:pt>
                <c:pt idx="369" formatCode="General">
                  <c:v>22.2</c:v>
                </c:pt>
                <c:pt idx="370" formatCode="General">
                  <c:v>22.26</c:v>
                </c:pt>
                <c:pt idx="371" formatCode="General">
                  <c:v>22.32</c:v>
                </c:pt>
                <c:pt idx="372" formatCode="General">
                  <c:v>22.38</c:v>
                </c:pt>
                <c:pt idx="373" formatCode="General">
                  <c:v>22.44</c:v>
                </c:pt>
                <c:pt idx="374" formatCode="General">
                  <c:v>22.5</c:v>
                </c:pt>
                <c:pt idx="375" formatCode="General">
                  <c:v>22.56</c:v>
                </c:pt>
                <c:pt idx="376" formatCode="General">
                  <c:v>22.62</c:v>
                </c:pt>
                <c:pt idx="377" formatCode="General">
                  <c:v>22.68</c:v>
                </c:pt>
                <c:pt idx="378" formatCode="General">
                  <c:v>22.74</c:v>
                </c:pt>
                <c:pt idx="379" formatCode="General">
                  <c:v>22.8</c:v>
                </c:pt>
                <c:pt idx="380" formatCode="General">
                  <c:v>22.86</c:v>
                </c:pt>
                <c:pt idx="381" formatCode="General">
                  <c:v>22.92</c:v>
                </c:pt>
                <c:pt idx="382" formatCode="General">
                  <c:v>22.98</c:v>
                </c:pt>
                <c:pt idx="383" formatCode="General">
                  <c:v>23.04</c:v>
                </c:pt>
                <c:pt idx="384" formatCode="General">
                  <c:v>23.1</c:v>
                </c:pt>
                <c:pt idx="385" formatCode="General">
                  <c:v>23.16</c:v>
                </c:pt>
                <c:pt idx="386" formatCode="General">
                  <c:v>23.22</c:v>
                </c:pt>
                <c:pt idx="387" formatCode="General">
                  <c:v>23.28</c:v>
                </c:pt>
                <c:pt idx="388" formatCode="General">
                  <c:v>23.34</c:v>
                </c:pt>
                <c:pt idx="389" formatCode="General">
                  <c:v>23.4</c:v>
                </c:pt>
                <c:pt idx="390" formatCode="General">
                  <c:v>23.46</c:v>
                </c:pt>
                <c:pt idx="391" formatCode="General">
                  <c:v>23.52</c:v>
                </c:pt>
                <c:pt idx="392" formatCode="General">
                  <c:v>23.58</c:v>
                </c:pt>
                <c:pt idx="393" formatCode="General">
                  <c:v>23.64</c:v>
                </c:pt>
                <c:pt idx="394" formatCode="General">
                  <c:v>23.7</c:v>
                </c:pt>
                <c:pt idx="395" formatCode="General">
                  <c:v>23.76</c:v>
                </c:pt>
                <c:pt idx="396" formatCode="General">
                  <c:v>23.82</c:v>
                </c:pt>
                <c:pt idx="397" formatCode="General">
                  <c:v>23.88</c:v>
                </c:pt>
                <c:pt idx="398" formatCode="General">
                  <c:v>23.94</c:v>
                </c:pt>
                <c:pt idx="399" formatCode="General">
                  <c:v>24</c:v>
                </c:pt>
                <c:pt idx="400" formatCode="General">
                  <c:v>24.06</c:v>
                </c:pt>
                <c:pt idx="401" formatCode="General">
                  <c:v>24.12</c:v>
                </c:pt>
                <c:pt idx="402" formatCode="General">
                  <c:v>24.18</c:v>
                </c:pt>
                <c:pt idx="403" formatCode="General">
                  <c:v>24.24</c:v>
                </c:pt>
                <c:pt idx="404" formatCode="General">
                  <c:v>24.3</c:v>
                </c:pt>
                <c:pt idx="405" formatCode="General">
                  <c:v>24.36</c:v>
                </c:pt>
                <c:pt idx="406" formatCode="General">
                  <c:v>24.42</c:v>
                </c:pt>
                <c:pt idx="407" formatCode="General">
                  <c:v>24.48</c:v>
                </c:pt>
                <c:pt idx="408" formatCode="General">
                  <c:v>24.54</c:v>
                </c:pt>
                <c:pt idx="409" formatCode="General">
                  <c:v>24.6</c:v>
                </c:pt>
                <c:pt idx="410" formatCode="General">
                  <c:v>24.66</c:v>
                </c:pt>
                <c:pt idx="411" formatCode="General">
                  <c:v>24.72</c:v>
                </c:pt>
                <c:pt idx="412" formatCode="General">
                  <c:v>24.78</c:v>
                </c:pt>
                <c:pt idx="413" formatCode="General">
                  <c:v>24.84</c:v>
                </c:pt>
                <c:pt idx="414" formatCode="General">
                  <c:v>24.9</c:v>
                </c:pt>
                <c:pt idx="415" formatCode="General">
                  <c:v>24.96</c:v>
                </c:pt>
                <c:pt idx="416" formatCode="General">
                  <c:v>25.02</c:v>
                </c:pt>
                <c:pt idx="417" formatCode="General">
                  <c:v>25.08</c:v>
                </c:pt>
                <c:pt idx="418" formatCode="General">
                  <c:v>25.14</c:v>
                </c:pt>
                <c:pt idx="419" formatCode="General">
                  <c:v>25.2</c:v>
                </c:pt>
                <c:pt idx="420" formatCode="General">
                  <c:v>25.26</c:v>
                </c:pt>
                <c:pt idx="421" formatCode="General">
                  <c:v>25.32</c:v>
                </c:pt>
                <c:pt idx="422" formatCode="General">
                  <c:v>25.38</c:v>
                </c:pt>
                <c:pt idx="423" formatCode="General">
                  <c:v>25.44</c:v>
                </c:pt>
                <c:pt idx="424" formatCode="General">
                  <c:v>25.5</c:v>
                </c:pt>
                <c:pt idx="425" formatCode="General">
                  <c:v>25.56</c:v>
                </c:pt>
                <c:pt idx="426" formatCode="General">
                  <c:v>25.62</c:v>
                </c:pt>
                <c:pt idx="427" formatCode="General">
                  <c:v>25.68</c:v>
                </c:pt>
                <c:pt idx="428" formatCode="General">
                  <c:v>25.74</c:v>
                </c:pt>
                <c:pt idx="429" formatCode="General">
                  <c:v>25.8</c:v>
                </c:pt>
                <c:pt idx="430" formatCode="General">
                  <c:v>25.86</c:v>
                </c:pt>
                <c:pt idx="431" formatCode="General">
                  <c:v>25.92</c:v>
                </c:pt>
                <c:pt idx="432" formatCode="General">
                  <c:v>25.98</c:v>
                </c:pt>
                <c:pt idx="433" formatCode="General">
                  <c:v>26.04</c:v>
                </c:pt>
                <c:pt idx="434" formatCode="General">
                  <c:v>26.1</c:v>
                </c:pt>
                <c:pt idx="435" formatCode="General">
                  <c:v>26.16</c:v>
                </c:pt>
                <c:pt idx="436" formatCode="General">
                  <c:v>26.22</c:v>
                </c:pt>
                <c:pt idx="437" formatCode="General">
                  <c:v>26.28</c:v>
                </c:pt>
                <c:pt idx="438" formatCode="General">
                  <c:v>26.34</c:v>
                </c:pt>
                <c:pt idx="439" formatCode="General">
                  <c:v>26.4</c:v>
                </c:pt>
                <c:pt idx="440" formatCode="General">
                  <c:v>26.46</c:v>
                </c:pt>
                <c:pt idx="441" formatCode="General">
                  <c:v>26.52</c:v>
                </c:pt>
                <c:pt idx="442" formatCode="General">
                  <c:v>26.58</c:v>
                </c:pt>
                <c:pt idx="443" formatCode="General">
                  <c:v>26.64</c:v>
                </c:pt>
                <c:pt idx="444" formatCode="General">
                  <c:v>26.7</c:v>
                </c:pt>
                <c:pt idx="445" formatCode="General">
                  <c:v>26.76</c:v>
                </c:pt>
                <c:pt idx="446" formatCode="General">
                  <c:v>26.82</c:v>
                </c:pt>
                <c:pt idx="447" formatCode="General">
                  <c:v>26.88</c:v>
                </c:pt>
                <c:pt idx="448" formatCode="General">
                  <c:v>26.94</c:v>
                </c:pt>
                <c:pt idx="449" formatCode="General">
                  <c:v>27</c:v>
                </c:pt>
                <c:pt idx="450" formatCode="General">
                  <c:v>27.06</c:v>
                </c:pt>
                <c:pt idx="451" formatCode="General">
                  <c:v>27.12</c:v>
                </c:pt>
                <c:pt idx="452" formatCode="General">
                  <c:v>27.18</c:v>
                </c:pt>
                <c:pt idx="453" formatCode="General">
                  <c:v>27.24</c:v>
                </c:pt>
                <c:pt idx="454" formatCode="General">
                  <c:v>27.3</c:v>
                </c:pt>
                <c:pt idx="455" formatCode="General">
                  <c:v>27.36</c:v>
                </c:pt>
                <c:pt idx="456" formatCode="General">
                  <c:v>27.42</c:v>
                </c:pt>
                <c:pt idx="457" formatCode="General">
                  <c:v>27.48</c:v>
                </c:pt>
                <c:pt idx="458" formatCode="General">
                  <c:v>27.54</c:v>
                </c:pt>
                <c:pt idx="459" formatCode="General">
                  <c:v>27.6</c:v>
                </c:pt>
                <c:pt idx="460" formatCode="General">
                  <c:v>27.66</c:v>
                </c:pt>
                <c:pt idx="461" formatCode="General">
                  <c:v>27.72</c:v>
                </c:pt>
                <c:pt idx="462" formatCode="General">
                  <c:v>27.78</c:v>
                </c:pt>
                <c:pt idx="463" formatCode="General">
                  <c:v>27.84</c:v>
                </c:pt>
                <c:pt idx="464" formatCode="General">
                  <c:v>27.9</c:v>
                </c:pt>
                <c:pt idx="465" formatCode="General">
                  <c:v>27.96</c:v>
                </c:pt>
                <c:pt idx="466" formatCode="General">
                  <c:v>28.02</c:v>
                </c:pt>
                <c:pt idx="467" formatCode="General">
                  <c:v>28.08</c:v>
                </c:pt>
                <c:pt idx="468" formatCode="General">
                  <c:v>28.14</c:v>
                </c:pt>
                <c:pt idx="469" formatCode="General">
                  <c:v>28.2</c:v>
                </c:pt>
                <c:pt idx="470" formatCode="General">
                  <c:v>28.26</c:v>
                </c:pt>
                <c:pt idx="471" formatCode="General">
                  <c:v>28.32</c:v>
                </c:pt>
                <c:pt idx="472" formatCode="General">
                  <c:v>28.38</c:v>
                </c:pt>
                <c:pt idx="473" formatCode="General">
                  <c:v>28.44</c:v>
                </c:pt>
                <c:pt idx="474" formatCode="General">
                  <c:v>28.5</c:v>
                </c:pt>
                <c:pt idx="475" formatCode="General">
                  <c:v>28.56</c:v>
                </c:pt>
                <c:pt idx="476" formatCode="General">
                  <c:v>28.62</c:v>
                </c:pt>
                <c:pt idx="477" formatCode="General">
                  <c:v>28.68</c:v>
                </c:pt>
                <c:pt idx="478" formatCode="General">
                  <c:v>28.74</c:v>
                </c:pt>
                <c:pt idx="479" formatCode="General">
                  <c:v>28.8</c:v>
                </c:pt>
                <c:pt idx="480" formatCode="General">
                  <c:v>28.86</c:v>
                </c:pt>
                <c:pt idx="481" formatCode="General">
                  <c:v>28.92</c:v>
                </c:pt>
                <c:pt idx="482" formatCode="General">
                  <c:v>28.98</c:v>
                </c:pt>
                <c:pt idx="483" formatCode="General">
                  <c:v>29.04</c:v>
                </c:pt>
                <c:pt idx="484" formatCode="General">
                  <c:v>29.1</c:v>
                </c:pt>
                <c:pt idx="485" formatCode="General">
                  <c:v>29.16</c:v>
                </c:pt>
                <c:pt idx="486" formatCode="General">
                  <c:v>29.22</c:v>
                </c:pt>
                <c:pt idx="487" formatCode="General">
                  <c:v>29.28</c:v>
                </c:pt>
                <c:pt idx="488" formatCode="General">
                  <c:v>29.34</c:v>
                </c:pt>
                <c:pt idx="489" formatCode="General">
                  <c:v>29.4</c:v>
                </c:pt>
                <c:pt idx="490" formatCode="General">
                  <c:v>29.46</c:v>
                </c:pt>
                <c:pt idx="491" formatCode="General">
                  <c:v>29.52</c:v>
                </c:pt>
                <c:pt idx="492" formatCode="General">
                  <c:v>29.58</c:v>
                </c:pt>
                <c:pt idx="493" formatCode="General">
                  <c:v>29.64</c:v>
                </c:pt>
                <c:pt idx="494" formatCode="General">
                  <c:v>29.7</c:v>
                </c:pt>
                <c:pt idx="495" formatCode="General">
                  <c:v>29.76</c:v>
                </c:pt>
                <c:pt idx="496" formatCode="General">
                  <c:v>29.82</c:v>
                </c:pt>
                <c:pt idx="497" formatCode="General">
                  <c:v>29.88</c:v>
                </c:pt>
                <c:pt idx="498" formatCode="General">
                  <c:v>29.94</c:v>
                </c:pt>
                <c:pt idx="499" formatCode="General">
                  <c:v>30</c:v>
                </c:pt>
                <c:pt idx="500" formatCode="General">
                  <c:v>30.06</c:v>
                </c:pt>
                <c:pt idx="501" formatCode="General">
                  <c:v>30.12</c:v>
                </c:pt>
                <c:pt idx="502" formatCode="General">
                  <c:v>30.18</c:v>
                </c:pt>
                <c:pt idx="503" formatCode="General">
                  <c:v>30.24</c:v>
                </c:pt>
                <c:pt idx="504" formatCode="General">
                  <c:v>30.3</c:v>
                </c:pt>
                <c:pt idx="505" formatCode="General">
                  <c:v>30.36</c:v>
                </c:pt>
                <c:pt idx="506" formatCode="General">
                  <c:v>30.42</c:v>
                </c:pt>
                <c:pt idx="507" formatCode="General">
                  <c:v>30.48</c:v>
                </c:pt>
                <c:pt idx="508" formatCode="General">
                  <c:v>30.54</c:v>
                </c:pt>
                <c:pt idx="509" formatCode="General">
                  <c:v>30.6</c:v>
                </c:pt>
                <c:pt idx="510" formatCode="General">
                  <c:v>30.66</c:v>
                </c:pt>
                <c:pt idx="511" formatCode="General">
                  <c:v>30.72</c:v>
                </c:pt>
                <c:pt idx="512" formatCode="General">
                  <c:v>30.78</c:v>
                </c:pt>
                <c:pt idx="513" formatCode="General">
                  <c:v>30.84</c:v>
                </c:pt>
                <c:pt idx="514" formatCode="General">
                  <c:v>30.9</c:v>
                </c:pt>
                <c:pt idx="515" formatCode="General">
                  <c:v>30.96</c:v>
                </c:pt>
                <c:pt idx="516" formatCode="General">
                  <c:v>31.02</c:v>
                </c:pt>
              </c:numCache>
            </c:numRef>
          </c:xVal>
          <c:yVal>
            <c:numRef>
              <c:f>Sheet1!$C$2:$C$1550</c:f>
              <c:numCache>
                <c:formatCode>0.00E+00</c:formatCode>
                <c:ptCount val="517"/>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7.2307910000000003E-2</c:v>
                </c:pt>
                <c:pt idx="45" formatCode="General">
                  <c:v>1.837602</c:v>
                </c:pt>
                <c:pt idx="46" formatCode="General">
                  <c:v>6.6506160000000003</c:v>
                </c:pt>
                <c:pt idx="47" formatCode="General">
                  <c:v>7.7939699999999998</c:v>
                </c:pt>
                <c:pt idx="48" formatCode="General">
                  <c:v>5.4716899999999997</c:v>
                </c:pt>
                <c:pt idx="49" formatCode="General">
                  <c:v>3.4328449999999999</c:v>
                </c:pt>
                <c:pt idx="50" formatCode="General">
                  <c:v>2.0516619999999999</c:v>
                </c:pt>
                <c:pt idx="51" formatCode="General">
                  <c:v>1.340244</c:v>
                </c:pt>
                <c:pt idx="52">
                  <c:v>0.84561839999999999</c:v>
                </c:pt>
                <c:pt idx="53">
                  <c:v>0.66534159999999998</c:v>
                </c:pt>
                <c:pt idx="54">
                  <c:v>0.52169969999999999</c:v>
                </c:pt>
                <c:pt idx="55">
                  <c:v>0.3826138</c:v>
                </c:pt>
                <c:pt idx="56">
                  <c:v>0.32298700000000002</c:v>
                </c:pt>
                <c:pt idx="57">
                  <c:v>0.29139130000000002</c:v>
                </c:pt>
                <c:pt idx="58">
                  <c:v>0.2687445</c:v>
                </c:pt>
                <c:pt idx="59">
                  <c:v>0.2463033</c:v>
                </c:pt>
                <c:pt idx="60">
                  <c:v>0.25359739999999997</c:v>
                </c:pt>
                <c:pt idx="61">
                  <c:v>0.2539479</c:v>
                </c:pt>
                <c:pt idx="62">
                  <c:v>0.2254544</c:v>
                </c:pt>
                <c:pt idx="63">
                  <c:v>0.29194750000000003</c:v>
                </c:pt>
                <c:pt idx="64">
                  <c:v>0.33116879999999999</c:v>
                </c:pt>
                <c:pt idx="65">
                  <c:v>0.30533579999999999</c:v>
                </c:pt>
                <c:pt idx="66">
                  <c:v>0.33343899999999999</c:v>
                </c:pt>
                <c:pt idx="67">
                  <c:v>0.5427324</c:v>
                </c:pt>
                <c:pt idx="68">
                  <c:v>0.6398855</c:v>
                </c:pt>
                <c:pt idx="69">
                  <c:v>0.73960599999999999</c:v>
                </c:pt>
                <c:pt idx="70">
                  <c:v>0.83914239999999996</c:v>
                </c:pt>
                <c:pt idx="71">
                  <c:v>0.89602539999999997</c:v>
                </c:pt>
                <c:pt idx="72">
                  <c:v>0.80676809999999999</c:v>
                </c:pt>
                <c:pt idx="73">
                  <c:v>0.90915429999999997</c:v>
                </c:pt>
                <c:pt idx="74">
                  <c:v>0.82360880000000003</c:v>
                </c:pt>
                <c:pt idx="75">
                  <c:v>0.90277759999999996</c:v>
                </c:pt>
                <c:pt idx="76">
                  <c:v>0.97140850000000001</c:v>
                </c:pt>
                <c:pt idx="77">
                  <c:v>0.99813870000000005</c:v>
                </c:pt>
                <c:pt idx="78" formatCode="General">
                  <c:v>1.138568</c:v>
                </c:pt>
                <c:pt idx="79" formatCode="General">
                  <c:v>1.2532779999999999</c:v>
                </c:pt>
                <c:pt idx="80" formatCode="General">
                  <c:v>1.3961079999999999</c:v>
                </c:pt>
                <c:pt idx="81" formatCode="General">
                  <c:v>1.539504</c:v>
                </c:pt>
                <c:pt idx="82" formatCode="General">
                  <c:v>1.689797</c:v>
                </c:pt>
                <c:pt idx="83" formatCode="General">
                  <c:v>1.7916099999999999</c:v>
                </c:pt>
                <c:pt idx="84" formatCode="General">
                  <c:v>1.7677179999999999</c:v>
                </c:pt>
                <c:pt idx="85" formatCode="General">
                  <c:v>1.736747</c:v>
                </c:pt>
                <c:pt idx="86" formatCode="General">
                  <c:v>1.677168</c:v>
                </c:pt>
                <c:pt idx="87" formatCode="General">
                  <c:v>1.5447249999999999</c:v>
                </c:pt>
                <c:pt idx="88" formatCode="General">
                  <c:v>1.4403710000000001</c:v>
                </c:pt>
                <c:pt idx="89" formatCode="General">
                  <c:v>1.289029</c:v>
                </c:pt>
                <c:pt idx="90" formatCode="General">
                  <c:v>1.2097720000000001</c:v>
                </c:pt>
                <c:pt idx="91" formatCode="General">
                  <c:v>1.122104</c:v>
                </c:pt>
                <c:pt idx="92" formatCode="General">
                  <c:v>1.0473129999999999</c:v>
                </c:pt>
                <c:pt idx="93">
                  <c:v>0.94827349999999999</c:v>
                </c:pt>
                <c:pt idx="94">
                  <c:v>0.79816659999999995</c:v>
                </c:pt>
                <c:pt idx="95">
                  <c:v>0.71100940000000001</c:v>
                </c:pt>
                <c:pt idx="96">
                  <c:v>0.58013809999999999</c:v>
                </c:pt>
                <c:pt idx="97">
                  <c:v>0.52770150000000005</c:v>
                </c:pt>
                <c:pt idx="98">
                  <c:v>0.45152419999999999</c:v>
                </c:pt>
                <c:pt idx="99">
                  <c:v>0.45270759999999999</c:v>
                </c:pt>
                <c:pt idx="100">
                  <c:v>0.44458500000000001</c:v>
                </c:pt>
                <c:pt idx="101">
                  <c:v>0.43004609999999999</c:v>
                </c:pt>
                <c:pt idx="102">
                  <c:v>0.43515520000000002</c:v>
                </c:pt>
                <c:pt idx="103">
                  <c:v>0.46556130000000001</c:v>
                </c:pt>
                <c:pt idx="104">
                  <c:v>0.51945390000000002</c:v>
                </c:pt>
                <c:pt idx="105">
                  <c:v>0.58897759999999999</c:v>
                </c:pt>
                <c:pt idx="106">
                  <c:v>0.69952179999999997</c:v>
                </c:pt>
                <c:pt idx="107">
                  <c:v>0.81216650000000001</c:v>
                </c:pt>
                <c:pt idx="108">
                  <c:v>0.9609761</c:v>
                </c:pt>
                <c:pt idx="109" formatCode="General">
                  <c:v>1.1126689999999999</c:v>
                </c:pt>
                <c:pt idx="110" formatCode="General">
                  <c:v>1.2009920000000001</c:v>
                </c:pt>
                <c:pt idx="111" formatCode="General">
                  <c:v>1.35863</c:v>
                </c:pt>
                <c:pt idx="112" formatCode="General">
                  <c:v>1.430253</c:v>
                </c:pt>
                <c:pt idx="113" formatCode="General">
                  <c:v>1.5329660000000001</c:v>
                </c:pt>
                <c:pt idx="114" formatCode="General">
                  <c:v>1.4673620000000001</c:v>
                </c:pt>
                <c:pt idx="115" formatCode="General">
                  <c:v>1.4473100000000001</c:v>
                </c:pt>
                <c:pt idx="116" formatCode="General">
                  <c:v>1.3891</c:v>
                </c:pt>
                <c:pt idx="117" formatCode="General">
                  <c:v>1.2926260000000001</c:v>
                </c:pt>
                <c:pt idx="118" formatCode="General">
                  <c:v>1.197749</c:v>
                </c:pt>
                <c:pt idx="119" formatCode="General">
                  <c:v>1.1425620000000001</c:v>
                </c:pt>
                <c:pt idx="120" formatCode="General">
                  <c:v>1.090695</c:v>
                </c:pt>
                <c:pt idx="121" formatCode="General">
                  <c:v>1.011401</c:v>
                </c:pt>
                <c:pt idx="122" formatCode="General">
                  <c:v>1.0245960000000001</c:v>
                </c:pt>
                <c:pt idx="123" formatCode="General">
                  <c:v>1.047288</c:v>
                </c:pt>
                <c:pt idx="124" formatCode="General">
                  <c:v>1.044916</c:v>
                </c:pt>
                <c:pt idx="125" formatCode="General">
                  <c:v>1.049404</c:v>
                </c:pt>
                <c:pt idx="126" formatCode="General">
                  <c:v>1.086911</c:v>
                </c:pt>
                <c:pt idx="127" formatCode="General">
                  <c:v>1.086131</c:v>
                </c:pt>
                <c:pt idx="128" formatCode="General">
                  <c:v>1.0881780000000001</c:v>
                </c:pt>
                <c:pt idx="129" formatCode="General">
                  <c:v>1.0866640000000001</c:v>
                </c:pt>
                <c:pt idx="130" formatCode="General">
                  <c:v>1.053545</c:v>
                </c:pt>
                <c:pt idx="131">
                  <c:v>0.98768690000000003</c:v>
                </c:pt>
                <c:pt idx="132">
                  <c:v>0.95173560000000001</c:v>
                </c:pt>
                <c:pt idx="133">
                  <c:v>0.91085380000000005</c:v>
                </c:pt>
                <c:pt idx="134">
                  <c:v>0.91057739999999998</c:v>
                </c:pt>
                <c:pt idx="135">
                  <c:v>0.85457309999999997</c:v>
                </c:pt>
                <c:pt idx="136">
                  <c:v>0.81310380000000004</c:v>
                </c:pt>
                <c:pt idx="137">
                  <c:v>0.76419899999999996</c:v>
                </c:pt>
                <c:pt idx="138">
                  <c:v>0.71092829999999996</c:v>
                </c:pt>
                <c:pt idx="139">
                  <c:v>0.66096390000000005</c:v>
                </c:pt>
                <c:pt idx="140">
                  <c:v>0.67289920000000003</c:v>
                </c:pt>
                <c:pt idx="141">
                  <c:v>0.65316750000000001</c:v>
                </c:pt>
                <c:pt idx="142">
                  <c:v>0.66932559999999997</c:v>
                </c:pt>
                <c:pt idx="143">
                  <c:v>0.66673099999999996</c:v>
                </c:pt>
                <c:pt idx="144">
                  <c:v>0.72160139999999995</c:v>
                </c:pt>
                <c:pt idx="145">
                  <c:v>0.7728119</c:v>
                </c:pt>
                <c:pt idx="146">
                  <c:v>0.89371809999999996</c:v>
                </c:pt>
                <c:pt idx="147">
                  <c:v>0.96840150000000003</c:v>
                </c:pt>
                <c:pt idx="148" formatCode="General">
                  <c:v>1.0642739999999999</c:v>
                </c:pt>
                <c:pt idx="149" formatCode="General">
                  <c:v>1.178302</c:v>
                </c:pt>
                <c:pt idx="150" formatCode="General">
                  <c:v>1.243557</c:v>
                </c:pt>
                <c:pt idx="151" formatCode="General">
                  <c:v>1.359111</c:v>
                </c:pt>
                <c:pt idx="152" formatCode="General">
                  <c:v>1.399959</c:v>
                </c:pt>
                <c:pt idx="153" formatCode="General">
                  <c:v>1.4451229999999999</c:v>
                </c:pt>
                <c:pt idx="154" formatCode="General">
                  <c:v>1.4251819999999999</c:v>
                </c:pt>
                <c:pt idx="155" formatCode="General">
                  <c:v>1.3715360000000001</c:v>
                </c:pt>
                <c:pt idx="156" formatCode="General">
                  <c:v>1.338443</c:v>
                </c:pt>
                <c:pt idx="157" formatCode="General">
                  <c:v>1.248397</c:v>
                </c:pt>
                <c:pt idx="158" formatCode="General">
                  <c:v>1.1968650000000001</c:v>
                </c:pt>
                <c:pt idx="159" formatCode="General">
                  <c:v>1.1230039999999999</c:v>
                </c:pt>
                <c:pt idx="160" formatCode="General">
                  <c:v>1.0482130000000001</c:v>
                </c:pt>
                <c:pt idx="161">
                  <c:v>0.99377550000000003</c:v>
                </c:pt>
                <c:pt idx="162">
                  <c:v>0.9419689</c:v>
                </c:pt>
                <c:pt idx="163">
                  <c:v>0.90707590000000005</c:v>
                </c:pt>
                <c:pt idx="164">
                  <c:v>0.90791719999999998</c:v>
                </c:pt>
                <c:pt idx="165">
                  <c:v>0.92313800000000001</c:v>
                </c:pt>
                <c:pt idx="166">
                  <c:v>0.93778430000000002</c:v>
                </c:pt>
                <c:pt idx="167">
                  <c:v>0.9695994</c:v>
                </c:pt>
                <c:pt idx="168">
                  <c:v>0.93779369999999995</c:v>
                </c:pt>
                <c:pt idx="169">
                  <c:v>0.92904520000000002</c:v>
                </c:pt>
                <c:pt idx="170">
                  <c:v>0.90137970000000001</c:v>
                </c:pt>
                <c:pt idx="171">
                  <c:v>0.87429279999999998</c:v>
                </c:pt>
                <c:pt idx="172">
                  <c:v>0.85239100000000001</c:v>
                </c:pt>
                <c:pt idx="173">
                  <c:v>0.8047358</c:v>
                </c:pt>
                <c:pt idx="174">
                  <c:v>0.7759085</c:v>
                </c:pt>
                <c:pt idx="175">
                  <c:v>0.75293489999999996</c:v>
                </c:pt>
                <c:pt idx="176">
                  <c:v>0.76379600000000003</c:v>
                </c:pt>
                <c:pt idx="177">
                  <c:v>0.77847429999999995</c:v>
                </c:pt>
                <c:pt idx="178">
                  <c:v>0.79150830000000005</c:v>
                </c:pt>
                <c:pt idx="179">
                  <c:v>0.84852090000000002</c:v>
                </c:pt>
                <c:pt idx="180">
                  <c:v>0.86983750000000004</c:v>
                </c:pt>
                <c:pt idx="181">
                  <c:v>0.92538670000000001</c:v>
                </c:pt>
                <c:pt idx="182">
                  <c:v>0.97955159999999997</c:v>
                </c:pt>
                <c:pt idx="183" formatCode="General">
                  <c:v>1.029965</c:v>
                </c:pt>
                <c:pt idx="184" formatCode="General">
                  <c:v>1.0521370000000001</c:v>
                </c:pt>
                <c:pt idx="185" formatCode="General">
                  <c:v>1.0888230000000001</c:v>
                </c:pt>
                <c:pt idx="186" formatCode="General">
                  <c:v>1.1103590000000001</c:v>
                </c:pt>
                <c:pt idx="187" formatCode="General">
                  <c:v>1.126428</c:v>
                </c:pt>
                <c:pt idx="188" formatCode="General">
                  <c:v>1.159176</c:v>
                </c:pt>
                <c:pt idx="189" formatCode="General">
                  <c:v>1.1679630000000001</c:v>
                </c:pt>
                <c:pt idx="190" formatCode="General">
                  <c:v>1.1959040000000001</c:v>
                </c:pt>
                <c:pt idx="191" formatCode="General">
                  <c:v>1.211174</c:v>
                </c:pt>
                <c:pt idx="192" formatCode="General">
                  <c:v>1.2385120000000001</c:v>
                </c:pt>
                <c:pt idx="193" formatCode="General">
                  <c:v>1.2285870000000001</c:v>
                </c:pt>
                <c:pt idx="194" formatCode="General">
                  <c:v>1.2535639999999999</c:v>
                </c:pt>
                <c:pt idx="195" formatCode="General">
                  <c:v>1.237735</c:v>
                </c:pt>
                <c:pt idx="196" formatCode="General">
                  <c:v>1.219017</c:v>
                </c:pt>
                <c:pt idx="197" formatCode="General">
                  <c:v>1.178307</c:v>
                </c:pt>
                <c:pt idx="198" formatCode="General">
                  <c:v>1.1242799999999999</c:v>
                </c:pt>
                <c:pt idx="199" formatCode="General">
                  <c:v>1.0573410000000001</c:v>
                </c:pt>
                <c:pt idx="200" formatCode="General">
                  <c:v>1.006575</c:v>
                </c:pt>
                <c:pt idx="201">
                  <c:v>0.94659300000000002</c:v>
                </c:pt>
                <c:pt idx="202">
                  <c:v>0.86622330000000003</c:v>
                </c:pt>
                <c:pt idx="203">
                  <c:v>0.81308530000000001</c:v>
                </c:pt>
                <c:pt idx="204">
                  <c:v>0.79307380000000005</c:v>
                </c:pt>
                <c:pt idx="205">
                  <c:v>0.76929000000000003</c:v>
                </c:pt>
                <c:pt idx="206">
                  <c:v>0.75855280000000003</c:v>
                </c:pt>
                <c:pt idx="207">
                  <c:v>0.78568610000000005</c:v>
                </c:pt>
                <c:pt idx="208">
                  <c:v>0.80044079999999995</c:v>
                </c:pt>
                <c:pt idx="209">
                  <c:v>0.82576289999999997</c:v>
                </c:pt>
                <c:pt idx="210">
                  <c:v>0.86564479999999999</c:v>
                </c:pt>
                <c:pt idx="211">
                  <c:v>0.89270249999999995</c:v>
                </c:pt>
                <c:pt idx="212">
                  <c:v>0.91114629999999996</c:v>
                </c:pt>
                <c:pt idx="213">
                  <c:v>0.94164159999999997</c:v>
                </c:pt>
                <c:pt idx="214">
                  <c:v>0.97408340000000004</c:v>
                </c:pt>
                <c:pt idx="215">
                  <c:v>0.97171070000000004</c:v>
                </c:pt>
                <c:pt idx="216">
                  <c:v>0.99534020000000001</c:v>
                </c:pt>
                <c:pt idx="217">
                  <c:v>0.98768460000000002</c:v>
                </c:pt>
                <c:pt idx="218" formatCode="General">
                  <c:v>1.002516</c:v>
                </c:pt>
                <c:pt idx="219" formatCode="General">
                  <c:v>1.02166</c:v>
                </c:pt>
                <c:pt idx="220" formatCode="General">
                  <c:v>1.018848</c:v>
                </c:pt>
                <c:pt idx="221" formatCode="General">
                  <c:v>1.079264</c:v>
                </c:pt>
                <c:pt idx="222" formatCode="General">
                  <c:v>1.0603640000000001</c:v>
                </c:pt>
                <c:pt idx="223" formatCode="General">
                  <c:v>1.0750740000000001</c:v>
                </c:pt>
                <c:pt idx="224" formatCode="General">
                  <c:v>1.0688329999999999</c:v>
                </c:pt>
                <c:pt idx="225" formatCode="General">
                  <c:v>1.0822510000000001</c:v>
                </c:pt>
                <c:pt idx="226" formatCode="General">
                  <c:v>1.0719479999999999</c:v>
                </c:pt>
                <c:pt idx="227" formatCode="General">
                  <c:v>1.069294</c:v>
                </c:pt>
                <c:pt idx="228" formatCode="General">
                  <c:v>1.075256</c:v>
                </c:pt>
                <c:pt idx="229" formatCode="General">
                  <c:v>1.0943750000000001</c:v>
                </c:pt>
                <c:pt idx="230" formatCode="General">
                  <c:v>1.095135</c:v>
                </c:pt>
                <c:pt idx="231" formatCode="General">
                  <c:v>1.1055140000000001</c:v>
                </c:pt>
                <c:pt idx="232" formatCode="General">
                  <c:v>1.1174729999999999</c:v>
                </c:pt>
                <c:pt idx="233" formatCode="General">
                  <c:v>1.1383239999999999</c:v>
                </c:pt>
                <c:pt idx="234" formatCode="General">
                  <c:v>1.134328</c:v>
                </c:pt>
                <c:pt idx="235" formatCode="General">
                  <c:v>1.1306510000000001</c:v>
                </c:pt>
                <c:pt idx="236" formatCode="General">
                  <c:v>1.1134539999999999</c:v>
                </c:pt>
                <c:pt idx="237" formatCode="General">
                  <c:v>1.100598</c:v>
                </c:pt>
                <c:pt idx="238" formatCode="General">
                  <c:v>1.0579400000000001</c:v>
                </c:pt>
                <c:pt idx="239" formatCode="General">
                  <c:v>1.0242150000000001</c:v>
                </c:pt>
                <c:pt idx="240">
                  <c:v>0.98792999999999997</c:v>
                </c:pt>
                <c:pt idx="241">
                  <c:v>0.95082</c:v>
                </c:pt>
                <c:pt idx="242">
                  <c:v>0.92330990000000002</c:v>
                </c:pt>
                <c:pt idx="243">
                  <c:v>0.86677210000000005</c:v>
                </c:pt>
                <c:pt idx="244">
                  <c:v>0.839314</c:v>
                </c:pt>
                <c:pt idx="245">
                  <c:v>0.80897960000000002</c:v>
                </c:pt>
                <c:pt idx="246">
                  <c:v>0.79357529999999998</c:v>
                </c:pt>
                <c:pt idx="247">
                  <c:v>0.77997989999999995</c:v>
                </c:pt>
                <c:pt idx="248">
                  <c:v>0.77182499999999998</c:v>
                </c:pt>
                <c:pt idx="249">
                  <c:v>0.79071849999999999</c:v>
                </c:pt>
                <c:pt idx="250">
                  <c:v>0.79979630000000002</c:v>
                </c:pt>
                <c:pt idx="251">
                  <c:v>0.8386171</c:v>
                </c:pt>
                <c:pt idx="252">
                  <c:v>0.88906470000000004</c:v>
                </c:pt>
                <c:pt idx="253">
                  <c:v>0.91385320000000003</c:v>
                </c:pt>
                <c:pt idx="254">
                  <c:v>0.95086190000000004</c:v>
                </c:pt>
                <c:pt idx="255" formatCode="General">
                  <c:v>1.0056989999999999</c:v>
                </c:pt>
                <c:pt idx="256" formatCode="General">
                  <c:v>1.057007</c:v>
                </c:pt>
                <c:pt idx="257" formatCode="General">
                  <c:v>1.098509</c:v>
                </c:pt>
                <c:pt idx="258" formatCode="General">
                  <c:v>1.1291519999999999</c:v>
                </c:pt>
                <c:pt idx="259" formatCode="General">
                  <c:v>1.1386540000000001</c:v>
                </c:pt>
                <c:pt idx="260" formatCode="General">
                  <c:v>1.1590240000000001</c:v>
                </c:pt>
                <c:pt idx="261" formatCode="General">
                  <c:v>1.168148</c:v>
                </c:pt>
                <c:pt idx="262" formatCode="General">
                  <c:v>1.171748</c:v>
                </c:pt>
                <c:pt idx="263" formatCode="General">
                  <c:v>1.1871659999999999</c:v>
                </c:pt>
                <c:pt idx="264" formatCode="General">
                  <c:v>1.163454</c:v>
                </c:pt>
                <c:pt idx="265" formatCode="General">
                  <c:v>1.1461570000000001</c:v>
                </c:pt>
                <c:pt idx="266" formatCode="General">
                  <c:v>1.1329659999999999</c:v>
                </c:pt>
                <c:pt idx="267" formatCode="General">
                  <c:v>1.0879430000000001</c:v>
                </c:pt>
                <c:pt idx="268" formatCode="General">
                  <c:v>1.071887</c:v>
                </c:pt>
                <c:pt idx="269" formatCode="General">
                  <c:v>1.0348930000000001</c:v>
                </c:pt>
                <c:pt idx="270" formatCode="General">
                  <c:v>1.0180750000000001</c:v>
                </c:pt>
                <c:pt idx="271">
                  <c:v>0.98547830000000003</c:v>
                </c:pt>
                <c:pt idx="272">
                  <c:v>0.96184460000000005</c:v>
                </c:pt>
                <c:pt idx="273">
                  <c:v>0.97959609999999997</c:v>
                </c:pt>
                <c:pt idx="274">
                  <c:v>0.95919989999999999</c:v>
                </c:pt>
                <c:pt idx="275">
                  <c:v>0.95557230000000004</c:v>
                </c:pt>
                <c:pt idx="276">
                  <c:v>0.97784130000000002</c:v>
                </c:pt>
                <c:pt idx="277">
                  <c:v>0.96955610000000003</c:v>
                </c:pt>
                <c:pt idx="278">
                  <c:v>0.97071759999999996</c:v>
                </c:pt>
                <c:pt idx="279">
                  <c:v>0.96229180000000003</c:v>
                </c:pt>
                <c:pt idx="280">
                  <c:v>0.95530040000000005</c:v>
                </c:pt>
                <c:pt idx="281">
                  <c:v>0.93718239999999997</c:v>
                </c:pt>
                <c:pt idx="282">
                  <c:v>0.90918960000000004</c:v>
                </c:pt>
                <c:pt idx="283">
                  <c:v>0.89346859999999995</c:v>
                </c:pt>
                <c:pt idx="284">
                  <c:v>0.86562649999999997</c:v>
                </c:pt>
                <c:pt idx="285">
                  <c:v>0.86112529999999998</c:v>
                </c:pt>
                <c:pt idx="286">
                  <c:v>0.85878909999999997</c:v>
                </c:pt>
                <c:pt idx="287">
                  <c:v>0.84660769999999996</c:v>
                </c:pt>
                <c:pt idx="288">
                  <c:v>0.85921630000000004</c:v>
                </c:pt>
                <c:pt idx="289">
                  <c:v>0.87820880000000001</c:v>
                </c:pt>
                <c:pt idx="290">
                  <c:v>0.91036969999999995</c:v>
                </c:pt>
                <c:pt idx="291">
                  <c:v>0.94345349999999994</c:v>
                </c:pt>
                <c:pt idx="292">
                  <c:v>0.99748079999999995</c:v>
                </c:pt>
                <c:pt idx="293" formatCode="General">
                  <c:v>1.016777</c:v>
                </c:pt>
                <c:pt idx="294" formatCode="General">
                  <c:v>1.064533</c:v>
                </c:pt>
                <c:pt idx="295" formatCode="General">
                  <c:v>1.089107</c:v>
                </c:pt>
                <c:pt idx="296" formatCode="General">
                  <c:v>1.1262369999999999</c:v>
                </c:pt>
                <c:pt idx="297" formatCode="General">
                  <c:v>1.151119</c:v>
                </c:pt>
                <c:pt idx="298" formatCode="General">
                  <c:v>1.169411</c:v>
                </c:pt>
                <c:pt idx="299" formatCode="General">
                  <c:v>1.1602269999999999</c:v>
                </c:pt>
                <c:pt idx="300" formatCode="General">
                  <c:v>1.155</c:v>
                </c:pt>
                <c:pt idx="301" formatCode="General">
                  <c:v>1.1521349999999999</c:v>
                </c:pt>
                <c:pt idx="302" formatCode="General">
                  <c:v>1.1351070000000001</c:v>
                </c:pt>
                <c:pt idx="303" formatCode="General">
                  <c:v>1.1299840000000001</c:v>
                </c:pt>
                <c:pt idx="304" formatCode="General">
                  <c:v>1.0905359999999999</c:v>
                </c:pt>
                <c:pt idx="305" formatCode="General">
                  <c:v>1.0805959999999999</c:v>
                </c:pt>
                <c:pt idx="306" formatCode="General">
                  <c:v>1.0412440000000001</c:v>
                </c:pt>
                <c:pt idx="307" formatCode="General">
                  <c:v>1.0049509999999999</c:v>
                </c:pt>
                <c:pt idx="308">
                  <c:v>0.99061880000000002</c:v>
                </c:pt>
                <c:pt idx="309">
                  <c:v>0.97204820000000003</c:v>
                </c:pt>
                <c:pt idx="310">
                  <c:v>0.95642919999999998</c:v>
                </c:pt>
                <c:pt idx="311">
                  <c:v>0.94320459999999995</c:v>
                </c:pt>
                <c:pt idx="312">
                  <c:v>0.94549099999999997</c:v>
                </c:pt>
                <c:pt idx="313">
                  <c:v>0.92730849999999998</c:v>
                </c:pt>
                <c:pt idx="314">
                  <c:v>0.93659729999999997</c:v>
                </c:pt>
                <c:pt idx="315">
                  <c:v>0.93503740000000002</c:v>
                </c:pt>
                <c:pt idx="316">
                  <c:v>0.94173569999999995</c:v>
                </c:pt>
                <c:pt idx="317">
                  <c:v>0.94141319999999995</c:v>
                </c:pt>
                <c:pt idx="318">
                  <c:v>0.94583269999999997</c:v>
                </c:pt>
                <c:pt idx="319">
                  <c:v>0.93961269999999997</c:v>
                </c:pt>
                <c:pt idx="320">
                  <c:v>0.94130709999999995</c:v>
                </c:pt>
                <c:pt idx="321">
                  <c:v>0.94072630000000002</c:v>
                </c:pt>
                <c:pt idx="322">
                  <c:v>0.93709370000000003</c:v>
                </c:pt>
                <c:pt idx="323">
                  <c:v>0.91601310000000002</c:v>
                </c:pt>
                <c:pt idx="324">
                  <c:v>0.92786780000000002</c:v>
                </c:pt>
                <c:pt idx="325">
                  <c:v>0.92363850000000003</c:v>
                </c:pt>
                <c:pt idx="326">
                  <c:v>0.93150169999999999</c:v>
                </c:pt>
                <c:pt idx="327">
                  <c:v>0.93649230000000006</c:v>
                </c:pt>
                <c:pt idx="328">
                  <c:v>0.94008979999999998</c:v>
                </c:pt>
                <c:pt idx="329">
                  <c:v>0.95946310000000001</c:v>
                </c:pt>
                <c:pt idx="330">
                  <c:v>0.97646949999999999</c:v>
                </c:pt>
                <c:pt idx="331" formatCode="General">
                  <c:v>1.0074240000000001</c:v>
                </c:pt>
                <c:pt idx="332" formatCode="General">
                  <c:v>1.0383199999999999</c:v>
                </c:pt>
                <c:pt idx="333" formatCode="General">
                  <c:v>1.051291</c:v>
                </c:pt>
                <c:pt idx="334" formatCode="General">
                  <c:v>1.0688359999999999</c:v>
                </c:pt>
                <c:pt idx="335" formatCode="General">
                  <c:v>1.0809660000000001</c:v>
                </c:pt>
                <c:pt idx="336" formatCode="General">
                  <c:v>1.1076889999999999</c:v>
                </c:pt>
                <c:pt idx="337" formatCode="General">
                  <c:v>1.1070549999999999</c:v>
                </c:pt>
                <c:pt idx="338" formatCode="General">
                  <c:v>1.120566</c:v>
                </c:pt>
                <c:pt idx="339" formatCode="General">
                  <c:v>1.109375</c:v>
                </c:pt>
                <c:pt idx="340" formatCode="General">
                  <c:v>1.1169039999999999</c:v>
                </c:pt>
                <c:pt idx="341" formatCode="General">
                  <c:v>1.118555</c:v>
                </c:pt>
                <c:pt idx="342" formatCode="General">
                  <c:v>1.1144620000000001</c:v>
                </c:pt>
                <c:pt idx="343" formatCode="General">
                  <c:v>1.11002</c:v>
                </c:pt>
                <c:pt idx="344" formatCode="General">
                  <c:v>1.1041069999999999</c:v>
                </c:pt>
                <c:pt idx="345" formatCode="General">
                  <c:v>1.093623</c:v>
                </c:pt>
                <c:pt idx="346" formatCode="General">
                  <c:v>1.068851</c:v>
                </c:pt>
                <c:pt idx="347" formatCode="General">
                  <c:v>1.029231</c:v>
                </c:pt>
                <c:pt idx="348">
                  <c:v>0.99746060000000003</c:v>
                </c:pt>
                <c:pt idx="349">
                  <c:v>0.96228380000000002</c:v>
                </c:pt>
                <c:pt idx="350">
                  <c:v>0.92844859999999996</c:v>
                </c:pt>
                <c:pt idx="351">
                  <c:v>0.89370159999999998</c:v>
                </c:pt>
                <c:pt idx="352">
                  <c:v>0.8737606</c:v>
                </c:pt>
                <c:pt idx="353">
                  <c:v>0.84822030000000004</c:v>
                </c:pt>
                <c:pt idx="354">
                  <c:v>0.83431449999999996</c:v>
                </c:pt>
                <c:pt idx="355">
                  <c:v>0.83508990000000005</c:v>
                </c:pt>
                <c:pt idx="356">
                  <c:v>0.83488609999999996</c:v>
                </c:pt>
                <c:pt idx="357">
                  <c:v>0.85288839999999999</c:v>
                </c:pt>
                <c:pt idx="358">
                  <c:v>0.87582170000000004</c:v>
                </c:pt>
                <c:pt idx="359">
                  <c:v>0.90661599999999998</c:v>
                </c:pt>
                <c:pt idx="360">
                  <c:v>0.933342</c:v>
                </c:pt>
                <c:pt idx="361">
                  <c:v>0.9556</c:v>
                </c:pt>
                <c:pt idx="362">
                  <c:v>0.99031670000000005</c:v>
                </c:pt>
                <c:pt idx="363" formatCode="General">
                  <c:v>1.0195419999999999</c:v>
                </c:pt>
                <c:pt idx="364" formatCode="General">
                  <c:v>1.0523709999999999</c:v>
                </c:pt>
                <c:pt idx="365" formatCode="General">
                  <c:v>1.0522149999999999</c:v>
                </c:pt>
                <c:pt idx="366" formatCode="General">
                  <c:v>1.064729</c:v>
                </c:pt>
                <c:pt idx="367" formatCode="General">
                  <c:v>1.074389</c:v>
                </c:pt>
                <c:pt idx="368" formatCode="General">
                  <c:v>1.069021</c:v>
                </c:pt>
                <c:pt idx="369" formatCode="General">
                  <c:v>1.0769770000000001</c:v>
                </c:pt>
                <c:pt idx="370" formatCode="General">
                  <c:v>1.0598320000000001</c:v>
                </c:pt>
                <c:pt idx="371" formatCode="General">
                  <c:v>1.0606370000000001</c:v>
                </c:pt>
                <c:pt idx="372" formatCode="General">
                  <c:v>1.061185</c:v>
                </c:pt>
                <c:pt idx="373" formatCode="General">
                  <c:v>1.0697369999999999</c:v>
                </c:pt>
                <c:pt idx="374" formatCode="General">
                  <c:v>1.0598749999999999</c:v>
                </c:pt>
                <c:pt idx="375" formatCode="General">
                  <c:v>1.060689</c:v>
                </c:pt>
                <c:pt idx="376" formatCode="General">
                  <c:v>1.058589</c:v>
                </c:pt>
                <c:pt idx="377" formatCode="General">
                  <c:v>1.067002</c:v>
                </c:pt>
                <c:pt idx="378" formatCode="General">
                  <c:v>1.056621</c:v>
                </c:pt>
                <c:pt idx="379" formatCode="General">
                  <c:v>1.049574</c:v>
                </c:pt>
                <c:pt idx="380" formatCode="General">
                  <c:v>1.0430630000000001</c:v>
                </c:pt>
                <c:pt idx="381" formatCode="General">
                  <c:v>1.03616</c:v>
                </c:pt>
                <c:pt idx="382" formatCode="General">
                  <c:v>1.026791</c:v>
                </c:pt>
                <c:pt idx="383" formatCode="General">
                  <c:v>1.0170920000000001</c:v>
                </c:pt>
                <c:pt idx="384" formatCode="General">
                  <c:v>1.002732</c:v>
                </c:pt>
                <c:pt idx="385">
                  <c:v>0.99265680000000001</c:v>
                </c:pt>
                <c:pt idx="386">
                  <c:v>0.99407860000000003</c:v>
                </c:pt>
                <c:pt idx="387">
                  <c:v>0.97764030000000002</c:v>
                </c:pt>
                <c:pt idx="388">
                  <c:v>0.9626479</c:v>
                </c:pt>
                <c:pt idx="389">
                  <c:v>0.95683510000000005</c:v>
                </c:pt>
                <c:pt idx="390">
                  <c:v>0.9396021</c:v>
                </c:pt>
                <c:pt idx="391">
                  <c:v>0.92843509999999996</c:v>
                </c:pt>
                <c:pt idx="392">
                  <c:v>0.90565010000000001</c:v>
                </c:pt>
                <c:pt idx="393">
                  <c:v>0.90923370000000003</c:v>
                </c:pt>
                <c:pt idx="394">
                  <c:v>0.89110579999999995</c:v>
                </c:pt>
                <c:pt idx="395">
                  <c:v>0.89330290000000001</c:v>
                </c:pt>
                <c:pt idx="396">
                  <c:v>0.88839539999999995</c:v>
                </c:pt>
                <c:pt idx="397">
                  <c:v>0.90232210000000002</c:v>
                </c:pt>
                <c:pt idx="398">
                  <c:v>0.90089629999999998</c:v>
                </c:pt>
                <c:pt idx="399">
                  <c:v>0.92703069999999999</c:v>
                </c:pt>
                <c:pt idx="400">
                  <c:v>0.95656129999999995</c:v>
                </c:pt>
                <c:pt idx="401">
                  <c:v>0.9854347</c:v>
                </c:pt>
                <c:pt idx="402" formatCode="General">
                  <c:v>1.016615</c:v>
                </c:pt>
                <c:pt idx="403" formatCode="General">
                  <c:v>1.0382530000000001</c:v>
                </c:pt>
                <c:pt idx="404" formatCode="General">
                  <c:v>1.063485</c:v>
                </c:pt>
                <c:pt idx="405" formatCode="General">
                  <c:v>1.0781419999999999</c:v>
                </c:pt>
                <c:pt idx="406" formatCode="General">
                  <c:v>1.0873619999999999</c:v>
                </c:pt>
                <c:pt idx="407" formatCode="General">
                  <c:v>1.1008530000000001</c:v>
                </c:pt>
                <c:pt idx="408" formatCode="General">
                  <c:v>1.101653</c:v>
                </c:pt>
                <c:pt idx="409" formatCode="General">
                  <c:v>1.10669</c:v>
                </c:pt>
                <c:pt idx="410" formatCode="General">
                  <c:v>1.094039</c:v>
                </c:pt>
                <c:pt idx="411" formatCode="General">
                  <c:v>1.0710980000000001</c:v>
                </c:pt>
                <c:pt idx="412" formatCode="General">
                  <c:v>1.0714980000000001</c:v>
                </c:pt>
                <c:pt idx="413" formatCode="General">
                  <c:v>1.065663</c:v>
                </c:pt>
                <c:pt idx="414" formatCode="General">
                  <c:v>1.0504020000000001</c:v>
                </c:pt>
                <c:pt idx="415" formatCode="General">
                  <c:v>1.0399050000000001</c:v>
                </c:pt>
                <c:pt idx="416" formatCode="General">
                  <c:v>1.026807</c:v>
                </c:pt>
                <c:pt idx="417" formatCode="General">
                  <c:v>1.020643</c:v>
                </c:pt>
                <c:pt idx="418" formatCode="General">
                  <c:v>1.0071810000000001</c:v>
                </c:pt>
                <c:pt idx="419" formatCode="General">
                  <c:v>1.003152</c:v>
                </c:pt>
                <c:pt idx="420" formatCode="General">
                  <c:v>1.0054829999999999</c:v>
                </c:pt>
                <c:pt idx="421">
                  <c:v>0.9864252</c:v>
                </c:pt>
                <c:pt idx="422">
                  <c:v>0.98651789999999995</c:v>
                </c:pt>
                <c:pt idx="423">
                  <c:v>0.97775230000000002</c:v>
                </c:pt>
                <c:pt idx="424">
                  <c:v>0.97288629999999998</c:v>
                </c:pt>
                <c:pt idx="425">
                  <c:v>0.97654969999999996</c:v>
                </c:pt>
                <c:pt idx="426">
                  <c:v>0.96720709999999999</c:v>
                </c:pt>
                <c:pt idx="427">
                  <c:v>0.95845159999999996</c:v>
                </c:pt>
                <c:pt idx="428">
                  <c:v>0.95217629999999998</c:v>
                </c:pt>
                <c:pt idx="429">
                  <c:v>0.93560960000000004</c:v>
                </c:pt>
                <c:pt idx="430">
                  <c:v>0.93628730000000004</c:v>
                </c:pt>
                <c:pt idx="431">
                  <c:v>0.92679230000000001</c:v>
                </c:pt>
                <c:pt idx="432">
                  <c:v>0.91852469999999997</c:v>
                </c:pt>
                <c:pt idx="433">
                  <c:v>0.90924349999999998</c:v>
                </c:pt>
                <c:pt idx="434">
                  <c:v>0.90743249999999998</c:v>
                </c:pt>
                <c:pt idx="435">
                  <c:v>0.90102800000000005</c:v>
                </c:pt>
                <c:pt idx="436">
                  <c:v>0.91350109999999995</c:v>
                </c:pt>
                <c:pt idx="437">
                  <c:v>0.91936309999999999</c:v>
                </c:pt>
                <c:pt idx="438">
                  <c:v>0.94652130000000001</c:v>
                </c:pt>
                <c:pt idx="439">
                  <c:v>0.96953639999999996</c:v>
                </c:pt>
                <c:pt idx="440">
                  <c:v>0.99766659999999996</c:v>
                </c:pt>
                <c:pt idx="441" formatCode="General">
                  <c:v>1.027177</c:v>
                </c:pt>
                <c:pt idx="442" formatCode="General">
                  <c:v>1.0651790000000001</c:v>
                </c:pt>
                <c:pt idx="443" formatCode="General">
                  <c:v>1.086198</c:v>
                </c:pt>
                <c:pt idx="444" formatCode="General">
                  <c:v>1.1108789999999999</c:v>
                </c:pt>
                <c:pt idx="445" formatCode="General">
                  <c:v>1.121076</c:v>
                </c:pt>
                <c:pt idx="446" formatCode="General">
                  <c:v>1.123699</c:v>
                </c:pt>
                <c:pt idx="447" formatCode="General">
                  <c:v>1.1220319999999999</c:v>
                </c:pt>
                <c:pt idx="448" formatCode="General">
                  <c:v>1.1264620000000001</c:v>
                </c:pt>
                <c:pt idx="449" formatCode="General">
                  <c:v>1.101756</c:v>
                </c:pt>
                <c:pt idx="450" formatCode="General">
                  <c:v>1.100355</c:v>
                </c:pt>
                <c:pt idx="451" formatCode="General">
                  <c:v>1.0756429999999999</c:v>
                </c:pt>
                <c:pt idx="452" formatCode="General">
                  <c:v>1.0550619999999999</c:v>
                </c:pt>
                <c:pt idx="453" formatCode="General">
                  <c:v>1.0300929999999999</c:v>
                </c:pt>
                <c:pt idx="454" formatCode="General">
                  <c:v>1.0147839999999999</c:v>
                </c:pt>
                <c:pt idx="455">
                  <c:v>0.99312409999999995</c:v>
                </c:pt>
                <c:pt idx="456">
                  <c:v>0.97107920000000003</c:v>
                </c:pt>
                <c:pt idx="457">
                  <c:v>0.95902869999999996</c:v>
                </c:pt>
                <c:pt idx="458">
                  <c:v>0.95317490000000005</c:v>
                </c:pt>
                <c:pt idx="459">
                  <c:v>0.94551739999999995</c:v>
                </c:pt>
                <c:pt idx="460">
                  <c:v>0.92844340000000003</c:v>
                </c:pt>
                <c:pt idx="461">
                  <c:v>0.92812550000000005</c:v>
                </c:pt>
                <c:pt idx="462">
                  <c:v>0.92848470000000005</c:v>
                </c:pt>
                <c:pt idx="463">
                  <c:v>0.93026819999999999</c:v>
                </c:pt>
                <c:pt idx="464">
                  <c:v>0.9336641</c:v>
                </c:pt>
                <c:pt idx="465">
                  <c:v>0.9358611</c:v>
                </c:pt>
                <c:pt idx="466">
                  <c:v>0.94521129999999998</c:v>
                </c:pt>
                <c:pt idx="467">
                  <c:v>0.94455619999999996</c:v>
                </c:pt>
                <c:pt idx="468">
                  <c:v>0.94709710000000003</c:v>
                </c:pt>
                <c:pt idx="469">
                  <c:v>0.96577469999999999</c:v>
                </c:pt>
                <c:pt idx="470">
                  <c:v>0.96441010000000005</c:v>
                </c:pt>
                <c:pt idx="471">
                  <c:v>0.97268829999999995</c:v>
                </c:pt>
                <c:pt idx="472">
                  <c:v>0.98348769999999996</c:v>
                </c:pt>
                <c:pt idx="473">
                  <c:v>0.99393399999999998</c:v>
                </c:pt>
                <c:pt idx="474">
                  <c:v>0.99620719999999996</c:v>
                </c:pt>
                <c:pt idx="475" formatCode="General">
                  <c:v>1.0052920000000001</c:v>
                </c:pt>
                <c:pt idx="476" formatCode="General">
                  <c:v>1.022659</c:v>
                </c:pt>
                <c:pt idx="477" formatCode="General">
                  <c:v>1.0254700000000001</c:v>
                </c:pt>
                <c:pt idx="478" formatCode="General">
                  <c:v>1.024526</c:v>
                </c:pt>
                <c:pt idx="479" formatCode="General">
                  <c:v>1.0258400000000001</c:v>
                </c:pt>
                <c:pt idx="480" formatCode="General">
                  <c:v>1.0302279999999999</c:v>
                </c:pt>
                <c:pt idx="481" formatCode="General">
                  <c:v>1.03135</c:v>
                </c:pt>
                <c:pt idx="482" formatCode="General">
                  <c:v>1.0366740000000001</c:v>
                </c:pt>
                <c:pt idx="483" formatCode="General">
                  <c:v>1.0420830000000001</c:v>
                </c:pt>
                <c:pt idx="484" formatCode="General">
                  <c:v>1.0439639999999999</c:v>
                </c:pt>
                <c:pt idx="485" formatCode="General">
                  <c:v>1.0585290000000001</c:v>
                </c:pt>
                <c:pt idx="486" formatCode="General">
                  <c:v>1.0633269999999999</c:v>
                </c:pt>
                <c:pt idx="487" formatCode="General">
                  <c:v>1.061348</c:v>
                </c:pt>
                <c:pt idx="488" formatCode="General">
                  <c:v>1.066095</c:v>
                </c:pt>
                <c:pt idx="489" formatCode="General">
                  <c:v>1.05697</c:v>
                </c:pt>
                <c:pt idx="490" formatCode="General">
                  <c:v>1.0656939999999999</c:v>
                </c:pt>
                <c:pt idx="491" formatCode="General">
                  <c:v>1.044597</c:v>
                </c:pt>
                <c:pt idx="492" formatCode="General">
                  <c:v>1.0388409999999999</c:v>
                </c:pt>
                <c:pt idx="493" formatCode="General">
                  <c:v>1.023339</c:v>
                </c:pt>
                <c:pt idx="494" formatCode="General">
                  <c:v>1.017282</c:v>
                </c:pt>
                <c:pt idx="495" formatCode="General">
                  <c:v>1.001363</c:v>
                </c:pt>
                <c:pt idx="496">
                  <c:v>0.98515209999999998</c:v>
                </c:pt>
                <c:pt idx="497">
                  <c:v>0.97168699999999997</c:v>
                </c:pt>
                <c:pt idx="498">
                  <c:v>0.96325519999999998</c:v>
                </c:pt>
                <c:pt idx="499">
                  <c:v>0.93825510000000001</c:v>
                </c:pt>
                <c:pt idx="500">
                  <c:v>0.92649190000000003</c:v>
                </c:pt>
                <c:pt idx="501">
                  <c:v>0.92062540000000004</c:v>
                </c:pt>
                <c:pt idx="502">
                  <c:v>0.90939639999999999</c:v>
                </c:pt>
                <c:pt idx="503">
                  <c:v>0.90868959999999999</c:v>
                </c:pt>
                <c:pt idx="504">
                  <c:v>0.90139409999999998</c:v>
                </c:pt>
                <c:pt idx="505">
                  <c:v>0.89872450000000004</c:v>
                </c:pt>
                <c:pt idx="506">
                  <c:v>0.91769999999999996</c:v>
                </c:pt>
                <c:pt idx="507">
                  <c:v>0.93889920000000004</c:v>
                </c:pt>
                <c:pt idx="508">
                  <c:v>0.96003479999999997</c:v>
                </c:pt>
                <c:pt idx="509">
                  <c:v>0.97488300000000006</c:v>
                </c:pt>
                <c:pt idx="510">
                  <c:v>0.99817529999999999</c:v>
                </c:pt>
                <c:pt idx="511" formatCode="General">
                  <c:v>1.026073</c:v>
                </c:pt>
                <c:pt idx="512" formatCode="General">
                  <c:v>1.0323850000000001</c:v>
                </c:pt>
                <c:pt idx="513" formatCode="General">
                  <c:v>1.036378</c:v>
                </c:pt>
                <c:pt idx="514" formatCode="General">
                  <c:v>1.053766</c:v>
                </c:pt>
                <c:pt idx="515" formatCode="General">
                  <c:v>1.0507089999999999</c:v>
                </c:pt>
                <c:pt idx="516" formatCode="General">
                  <c:v>1.0652140000000001</c:v>
                </c:pt>
              </c:numCache>
            </c:numRef>
          </c:yVal>
          <c:smooth val="1"/>
          <c:extLst>
            <c:ext xmlns:c16="http://schemas.microsoft.com/office/drawing/2014/chart" uri="{C3380CC4-5D6E-409C-BE32-E72D297353CC}">
              <c16:uniqueId val="{00000000-8DD4-48FF-9190-97E9B7BA265F}"/>
            </c:ext>
          </c:extLst>
        </c:ser>
        <c:ser>
          <c:idx val="1"/>
          <c:order val="1"/>
          <c:tx>
            <c:strRef>
              <c:f>Sheet1!$D$1</c:f>
              <c:strCache>
                <c:ptCount val="1"/>
                <c:pt idx="0">
                  <c:v>Zr-Ti</c:v>
                </c:pt>
              </c:strCache>
            </c:strRef>
          </c:tx>
          <c:spPr>
            <a:ln w="19050" cap="rnd">
              <a:solidFill>
                <a:schemeClr val="accent2"/>
              </a:solidFill>
              <a:round/>
            </a:ln>
            <a:effectLst/>
          </c:spPr>
          <c:marker>
            <c:symbol val="none"/>
          </c:marker>
          <c:xVal>
            <c:numRef>
              <c:f>Sheet1!$B$2:$B$1550</c:f>
              <c:numCache>
                <c:formatCode>0.00E+00</c:formatCode>
                <c:ptCount val="517"/>
                <c:pt idx="0">
                  <c:v>0.06</c:v>
                </c:pt>
                <c:pt idx="1">
                  <c:v>0.12</c:v>
                </c:pt>
                <c:pt idx="2">
                  <c:v>0.18</c:v>
                </c:pt>
                <c:pt idx="3">
                  <c:v>0.24</c:v>
                </c:pt>
                <c:pt idx="4">
                  <c:v>0.3</c:v>
                </c:pt>
                <c:pt idx="5">
                  <c:v>0.36</c:v>
                </c:pt>
                <c:pt idx="6">
                  <c:v>0.42</c:v>
                </c:pt>
                <c:pt idx="7">
                  <c:v>0.48</c:v>
                </c:pt>
                <c:pt idx="8">
                  <c:v>0.54</c:v>
                </c:pt>
                <c:pt idx="9">
                  <c:v>0.6</c:v>
                </c:pt>
                <c:pt idx="10">
                  <c:v>0.66</c:v>
                </c:pt>
                <c:pt idx="11">
                  <c:v>0.72</c:v>
                </c:pt>
                <c:pt idx="12">
                  <c:v>0.78</c:v>
                </c:pt>
                <c:pt idx="13">
                  <c:v>0.84</c:v>
                </c:pt>
                <c:pt idx="14">
                  <c:v>0.9</c:v>
                </c:pt>
                <c:pt idx="15">
                  <c:v>0.96</c:v>
                </c:pt>
                <c:pt idx="16" formatCode="General">
                  <c:v>1.02</c:v>
                </c:pt>
                <c:pt idx="17" formatCode="General">
                  <c:v>1.08</c:v>
                </c:pt>
                <c:pt idx="18" formatCode="General">
                  <c:v>1.1399999999999999</c:v>
                </c:pt>
                <c:pt idx="19" formatCode="General">
                  <c:v>1.2</c:v>
                </c:pt>
                <c:pt idx="20" formatCode="General">
                  <c:v>1.26</c:v>
                </c:pt>
                <c:pt idx="21" formatCode="General">
                  <c:v>1.32</c:v>
                </c:pt>
                <c:pt idx="22" formatCode="General">
                  <c:v>1.38</c:v>
                </c:pt>
                <c:pt idx="23" formatCode="General">
                  <c:v>1.44</c:v>
                </c:pt>
                <c:pt idx="24" formatCode="General">
                  <c:v>1.5</c:v>
                </c:pt>
                <c:pt idx="25" formatCode="General">
                  <c:v>1.56</c:v>
                </c:pt>
                <c:pt idx="26" formatCode="General">
                  <c:v>1.62</c:v>
                </c:pt>
                <c:pt idx="27" formatCode="General">
                  <c:v>1.68</c:v>
                </c:pt>
                <c:pt idx="28" formatCode="General">
                  <c:v>1.74</c:v>
                </c:pt>
                <c:pt idx="29" formatCode="General">
                  <c:v>1.8</c:v>
                </c:pt>
                <c:pt idx="30" formatCode="General">
                  <c:v>1.86</c:v>
                </c:pt>
                <c:pt idx="31" formatCode="General">
                  <c:v>1.92</c:v>
                </c:pt>
                <c:pt idx="32" formatCode="General">
                  <c:v>1.98</c:v>
                </c:pt>
                <c:pt idx="33" formatCode="General">
                  <c:v>2.04</c:v>
                </c:pt>
                <c:pt idx="34" formatCode="General">
                  <c:v>2.1</c:v>
                </c:pt>
                <c:pt idx="35" formatCode="General">
                  <c:v>2.16</c:v>
                </c:pt>
                <c:pt idx="36" formatCode="General">
                  <c:v>2.2200000000000002</c:v>
                </c:pt>
                <c:pt idx="37" formatCode="General">
                  <c:v>2.2799999999999998</c:v>
                </c:pt>
                <c:pt idx="38" formatCode="General">
                  <c:v>2.34</c:v>
                </c:pt>
                <c:pt idx="39" formatCode="General">
                  <c:v>2.4</c:v>
                </c:pt>
                <c:pt idx="40" formatCode="General">
                  <c:v>2.46</c:v>
                </c:pt>
                <c:pt idx="41" formatCode="General">
                  <c:v>2.52</c:v>
                </c:pt>
                <c:pt idx="42" formatCode="General">
                  <c:v>2.58</c:v>
                </c:pt>
                <c:pt idx="43" formatCode="General">
                  <c:v>2.64</c:v>
                </c:pt>
                <c:pt idx="44" formatCode="General">
                  <c:v>2.7</c:v>
                </c:pt>
                <c:pt idx="45" formatCode="General">
                  <c:v>2.76</c:v>
                </c:pt>
                <c:pt idx="46" formatCode="General">
                  <c:v>2.82</c:v>
                </c:pt>
                <c:pt idx="47" formatCode="General">
                  <c:v>2.88</c:v>
                </c:pt>
                <c:pt idx="48" formatCode="General">
                  <c:v>2.94</c:v>
                </c:pt>
                <c:pt idx="49" formatCode="General">
                  <c:v>3</c:v>
                </c:pt>
                <c:pt idx="50" formatCode="General">
                  <c:v>3.06</c:v>
                </c:pt>
                <c:pt idx="51" formatCode="General">
                  <c:v>3.12</c:v>
                </c:pt>
                <c:pt idx="52" formatCode="General">
                  <c:v>3.18</c:v>
                </c:pt>
                <c:pt idx="53" formatCode="General">
                  <c:v>3.24</c:v>
                </c:pt>
                <c:pt idx="54" formatCode="General">
                  <c:v>3.3</c:v>
                </c:pt>
                <c:pt idx="55" formatCode="General">
                  <c:v>3.36</c:v>
                </c:pt>
                <c:pt idx="56" formatCode="General">
                  <c:v>3.42</c:v>
                </c:pt>
                <c:pt idx="57" formatCode="General">
                  <c:v>3.48</c:v>
                </c:pt>
                <c:pt idx="58" formatCode="General">
                  <c:v>3.54</c:v>
                </c:pt>
                <c:pt idx="59" formatCode="General">
                  <c:v>3.6</c:v>
                </c:pt>
                <c:pt idx="60" formatCode="General">
                  <c:v>3.66</c:v>
                </c:pt>
                <c:pt idx="61" formatCode="General">
                  <c:v>3.72</c:v>
                </c:pt>
                <c:pt idx="62" formatCode="General">
                  <c:v>3.78</c:v>
                </c:pt>
                <c:pt idx="63" formatCode="General">
                  <c:v>3.84</c:v>
                </c:pt>
                <c:pt idx="64" formatCode="General">
                  <c:v>3.9</c:v>
                </c:pt>
                <c:pt idx="65" formatCode="General">
                  <c:v>3.96</c:v>
                </c:pt>
                <c:pt idx="66" formatCode="General">
                  <c:v>4.0199999999999996</c:v>
                </c:pt>
                <c:pt idx="67" formatCode="General">
                  <c:v>4.08</c:v>
                </c:pt>
                <c:pt idx="68" formatCode="General">
                  <c:v>4.1399999999999997</c:v>
                </c:pt>
                <c:pt idx="69" formatCode="General">
                  <c:v>4.2</c:v>
                </c:pt>
                <c:pt idx="70" formatCode="General">
                  <c:v>4.26</c:v>
                </c:pt>
                <c:pt idx="71" formatCode="General">
                  <c:v>4.32</c:v>
                </c:pt>
                <c:pt idx="72" formatCode="General">
                  <c:v>4.38</c:v>
                </c:pt>
                <c:pt idx="73" formatCode="General">
                  <c:v>4.4400000000000004</c:v>
                </c:pt>
                <c:pt idx="74" formatCode="General">
                  <c:v>4.5</c:v>
                </c:pt>
                <c:pt idx="75" formatCode="General">
                  <c:v>4.5599999999999996</c:v>
                </c:pt>
                <c:pt idx="76" formatCode="General">
                  <c:v>4.62</c:v>
                </c:pt>
                <c:pt idx="77" formatCode="General">
                  <c:v>4.68</c:v>
                </c:pt>
                <c:pt idx="78" formatCode="General">
                  <c:v>4.74</c:v>
                </c:pt>
                <c:pt idx="79" formatCode="General">
                  <c:v>4.8</c:v>
                </c:pt>
                <c:pt idx="80" formatCode="General">
                  <c:v>4.8600000000000003</c:v>
                </c:pt>
                <c:pt idx="81" formatCode="General">
                  <c:v>4.92</c:v>
                </c:pt>
                <c:pt idx="82" formatCode="General">
                  <c:v>4.9800000000000004</c:v>
                </c:pt>
                <c:pt idx="83" formatCode="General">
                  <c:v>5.04</c:v>
                </c:pt>
                <c:pt idx="84" formatCode="General">
                  <c:v>5.0999999999999996</c:v>
                </c:pt>
                <c:pt idx="85" formatCode="General">
                  <c:v>5.16</c:v>
                </c:pt>
                <c:pt idx="86" formatCode="General">
                  <c:v>5.22</c:v>
                </c:pt>
                <c:pt idx="87" formatCode="General">
                  <c:v>5.28</c:v>
                </c:pt>
                <c:pt idx="88" formatCode="General">
                  <c:v>5.34</c:v>
                </c:pt>
                <c:pt idx="89" formatCode="General">
                  <c:v>5.4</c:v>
                </c:pt>
                <c:pt idx="90" formatCode="General">
                  <c:v>5.46</c:v>
                </c:pt>
                <c:pt idx="91" formatCode="General">
                  <c:v>5.52</c:v>
                </c:pt>
                <c:pt idx="92" formatCode="General">
                  <c:v>5.58</c:v>
                </c:pt>
                <c:pt idx="93" formatCode="General">
                  <c:v>5.64</c:v>
                </c:pt>
                <c:pt idx="94" formatCode="General">
                  <c:v>5.7</c:v>
                </c:pt>
                <c:pt idx="95" formatCode="General">
                  <c:v>5.76</c:v>
                </c:pt>
                <c:pt idx="96" formatCode="General">
                  <c:v>5.82</c:v>
                </c:pt>
                <c:pt idx="97" formatCode="General">
                  <c:v>5.88</c:v>
                </c:pt>
                <c:pt idx="98" formatCode="General">
                  <c:v>5.94</c:v>
                </c:pt>
                <c:pt idx="99" formatCode="General">
                  <c:v>6</c:v>
                </c:pt>
                <c:pt idx="100" formatCode="General">
                  <c:v>6.06</c:v>
                </c:pt>
                <c:pt idx="101" formatCode="General">
                  <c:v>6.12</c:v>
                </c:pt>
                <c:pt idx="102" formatCode="General">
                  <c:v>6.18</c:v>
                </c:pt>
                <c:pt idx="103" formatCode="General">
                  <c:v>6.24</c:v>
                </c:pt>
                <c:pt idx="104" formatCode="General">
                  <c:v>6.3</c:v>
                </c:pt>
                <c:pt idx="105" formatCode="General">
                  <c:v>6.36</c:v>
                </c:pt>
                <c:pt idx="106" formatCode="General">
                  <c:v>6.42</c:v>
                </c:pt>
                <c:pt idx="107" formatCode="General">
                  <c:v>6.48</c:v>
                </c:pt>
                <c:pt idx="108" formatCode="General">
                  <c:v>6.54</c:v>
                </c:pt>
                <c:pt idx="109" formatCode="General">
                  <c:v>6.6</c:v>
                </c:pt>
                <c:pt idx="110" formatCode="General">
                  <c:v>6.66</c:v>
                </c:pt>
                <c:pt idx="111" formatCode="General">
                  <c:v>6.72</c:v>
                </c:pt>
                <c:pt idx="112" formatCode="General">
                  <c:v>6.78</c:v>
                </c:pt>
                <c:pt idx="113" formatCode="General">
                  <c:v>6.84</c:v>
                </c:pt>
                <c:pt idx="114" formatCode="General">
                  <c:v>6.9</c:v>
                </c:pt>
                <c:pt idx="115" formatCode="General">
                  <c:v>6.96</c:v>
                </c:pt>
                <c:pt idx="116" formatCode="General">
                  <c:v>7.02</c:v>
                </c:pt>
                <c:pt idx="117" formatCode="General">
                  <c:v>7.08</c:v>
                </c:pt>
                <c:pt idx="118" formatCode="General">
                  <c:v>7.14</c:v>
                </c:pt>
                <c:pt idx="119" formatCode="General">
                  <c:v>7.2</c:v>
                </c:pt>
                <c:pt idx="120" formatCode="General">
                  <c:v>7.26</c:v>
                </c:pt>
                <c:pt idx="121" formatCode="General">
                  <c:v>7.32</c:v>
                </c:pt>
                <c:pt idx="122" formatCode="General">
                  <c:v>7.38</c:v>
                </c:pt>
                <c:pt idx="123" formatCode="General">
                  <c:v>7.44</c:v>
                </c:pt>
                <c:pt idx="124" formatCode="General">
                  <c:v>7.5</c:v>
                </c:pt>
                <c:pt idx="125" formatCode="General">
                  <c:v>7.56</c:v>
                </c:pt>
                <c:pt idx="126" formatCode="General">
                  <c:v>7.62</c:v>
                </c:pt>
                <c:pt idx="127" formatCode="General">
                  <c:v>7.68</c:v>
                </c:pt>
                <c:pt idx="128" formatCode="General">
                  <c:v>7.74</c:v>
                </c:pt>
                <c:pt idx="129" formatCode="General">
                  <c:v>7.8</c:v>
                </c:pt>
                <c:pt idx="130" formatCode="General">
                  <c:v>7.86</c:v>
                </c:pt>
                <c:pt idx="131" formatCode="General">
                  <c:v>7.92</c:v>
                </c:pt>
                <c:pt idx="132" formatCode="General">
                  <c:v>7.98</c:v>
                </c:pt>
                <c:pt idx="133" formatCode="General">
                  <c:v>8.0399999999999991</c:v>
                </c:pt>
                <c:pt idx="134" formatCode="General">
                  <c:v>8.0999990000000004</c:v>
                </c:pt>
                <c:pt idx="135" formatCode="General">
                  <c:v>8.16</c:v>
                </c:pt>
                <c:pt idx="136" formatCode="General">
                  <c:v>8.2200000000000006</c:v>
                </c:pt>
                <c:pt idx="137" formatCode="General">
                  <c:v>8.2799999999999994</c:v>
                </c:pt>
                <c:pt idx="138" formatCode="General">
                  <c:v>8.34</c:v>
                </c:pt>
                <c:pt idx="139" formatCode="General">
                  <c:v>8.4</c:v>
                </c:pt>
                <c:pt idx="140" formatCode="General">
                  <c:v>8.4600000000000009</c:v>
                </c:pt>
                <c:pt idx="141" formatCode="General">
                  <c:v>8.52</c:v>
                </c:pt>
                <c:pt idx="142" formatCode="General">
                  <c:v>8.58</c:v>
                </c:pt>
                <c:pt idx="143" formatCode="General">
                  <c:v>8.6399989999999995</c:v>
                </c:pt>
                <c:pt idx="144" formatCode="General">
                  <c:v>8.6999999999999993</c:v>
                </c:pt>
                <c:pt idx="145" formatCode="General">
                  <c:v>8.76</c:v>
                </c:pt>
                <c:pt idx="146" formatCode="General">
                  <c:v>8.82</c:v>
                </c:pt>
                <c:pt idx="147" formatCode="General">
                  <c:v>8.8800000000000008</c:v>
                </c:pt>
                <c:pt idx="148" formatCode="General">
                  <c:v>8.94</c:v>
                </c:pt>
                <c:pt idx="149" formatCode="General">
                  <c:v>9</c:v>
                </c:pt>
                <c:pt idx="150" formatCode="General">
                  <c:v>9.0599989999999995</c:v>
                </c:pt>
                <c:pt idx="151" formatCode="General">
                  <c:v>9.1199999999999992</c:v>
                </c:pt>
                <c:pt idx="152" formatCode="General">
                  <c:v>9.1799990000000005</c:v>
                </c:pt>
                <c:pt idx="153" formatCode="General">
                  <c:v>9.24</c:v>
                </c:pt>
                <c:pt idx="154" formatCode="General">
                  <c:v>9.3000000000000007</c:v>
                </c:pt>
                <c:pt idx="155" formatCode="General">
                  <c:v>9.36</c:v>
                </c:pt>
                <c:pt idx="156" formatCode="General">
                  <c:v>9.42</c:v>
                </c:pt>
                <c:pt idx="157" formatCode="General">
                  <c:v>9.48</c:v>
                </c:pt>
                <c:pt idx="158" formatCode="General">
                  <c:v>9.5399999999999991</c:v>
                </c:pt>
                <c:pt idx="159" formatCode="General">
                  <c:v>9.5999990000000004</c:v>
                </c:pt>
                <c:pt idx="160" formatCode="General">
                  <c:v>9.66</c:v>
                </c:pt>
                <c:pt idx="161" formatCode="General">
                  <c:v>9.7199989999999996</c:v>
                </c:pt>
                <c:pt idx="162" formatCode="General">
                  <c:v>9.7799999999999994</c:v>
                </c:pt>
                <c:pt idx="163" formatCode="General">
                  <c:v>9.84</c:v>
                </c:pt>
                <c:pt idx="164" formatCode="General">
                  <c:v>9.9</c:v>
                </c:pt>
                <c:pt idx="165" formatCode="General">
                  <c:v>9.9600000000000009</c:v>
                </c:pt>
                <c:pt idx="166" formatCode="General">
                  <c:v>10.02</c:v>
                </c:pt>
                <c:pt idx="167" formatCode="General">
                  <c:v>10.08</c:v>
                </c:pt>
                <c:pt idx="168" formatCode="General">
                  <c:v>10.14</c:v>
                </c:pt>
                <c:pt idx="169" formatCode="General">
                  <c:v>10.199999999999999</c:v>
                </c:pt>
                <c:pt idx="170" formatCode="General">
                  <c:v>10.26</c:v>
                </c:pt>
                <c:pt idx="171" formatCode="General">
                  <c:v>10.32</c:v>
                </c:pt>
                <c:pt idx="172" formatCode="General">
                  <c:v>10.38</c:v>
                </c:pt>
                <c:pt idx="173" formatCode="General">
                  <c:v>10.44</c:v>
                </c:pt>
                <c:pt idx="174" formatCode="General">
                  <c:v>10.5</c:v>
                </c:pt>
                <c:pt idx="175" formatCode="General">
                  <c:v>10.56</c:v>
                </c:pt>
                <c:pt idx="176" formatCode="General">
                  <c:v>10.62</c:v>
                </c:pt>
                <c:pt idx="177" formatCode="General">
                  <c:v>10.68</c:v>
                </c:pt>
                <c:pt idx="178" formatCode="General">
                  <c:v>10.74</c:v>
                </c:pt>
                <c:pt idx="179" formatCode="General">
                  <c:v>10.8</c:v>
                </c:pt>
                <c:pt idx="180" formatCode="General">
                  <c:v>10.86</c:v>
                </c:pt>
                <c:pt idx="181" formatCode="General">
                  <c:v>10.92</c:v>
                </c:pt>
                <c:pt idx="182" formatCode="General">
                  <c:v>10.98</c:v>
                </c:pt>
                <c:pt idx="183" formatCode="General">
                  <c:v>11.04</c:v>
                </c:pt>
                <c:pt idx="184" formatCode="General">
                  <c:v>11.1</c:v>
                </c:pt>
                <c:pt idx="185" formatCode="General">
                  <c:v>11.16</c:v>
                </c:pt>
                <c:pt idx="186" formatCode="General">
                  <c:v>11.22</c:v>
                </c:pt>
                <c:pt idx="187" formatCode="General">
                  <c:v>11.28</c:v>
                </c:pt>
                <c:pt idx="188" formatCode="General">
                  <c:v>11.34</c:v>
                </c:pt>
                <c:pt idx="189" formatCode="General">
                  <c:v>11.4</c:v>
                </c:pt>
                <c:pt idx="190" formatCode="General">
                  <c:v>11.46</c:v>
                </c:pt>
                <c:pt idx="191" formatCode="General">
                  <c:v>11.52</c:v>
                </c:pt>
                <c:pt idx="192" formatCode="General">
                  <c:v>11.58</c:v>
                </c:pt>
                <c:pt idx="193" formatCode="General">
                  <c:v>11.64</c:v>
                </c:pt>
                <c:pt idx="194" formatCode="General">
                  <c:v>11.7</c:v>
                </c:pt>
                <c:pt idx="195" formatCode="General">
                  <c:v>11.76</c:v>
                </c:pt>
                <c:pt idx="196" formatCode="General">
                  <c:v>11.82</c:v>
                </c:pt>
                <c:pt idx="197" formatCode="General">
                  <c:v>11.88</c:v>
                </c:pt>
                <c:pt idx="198" formatCode="General">
                  <c:v>11.94</c:v>
                </c:pt>
                <c:pt idx="199" formatCode="General">
                  <c:v>12</c:v>
                </c:pt>
                <c:pt idx="200" formatCode="General">
                  <c:v>12.06</c:v>
                </c:pt>
                <c:pt idx="201" formatCode="General">
                  <c:v>12.12</c:v>
                </c:pt>
                <c:pt idx="202" formatCode="General">
                  <c:v>12.18</c:v>
                </c:pt>
                <c:pt idx="203" formatCode="General">
                  <c:v>12.24</c:v>
                </c:pt>
                <c:pt idx="204" formatCode="General">
                  <c:v>12.3</c:v>
                </c:pt>
                <c:pt idx="205" formatCode="General">
                  <c:v>12.36</c:v>
                </c:pt>
                <c:pt idx="206" formatCode="General">
                  <c:v>12.42</c:v>
                </c:pt>
                <c:pt idx="207" formatCode="General">
                  <c:v>12.48</c:v>
                </c:pt>
                <c:pt idx="208" formatCode="General">
                  <c:v>12.54</c:v>
                </c:pt>
                <c:pt idx="209" formatCode="General">
                  <c:v>12.6</c:v>
                </c:pt>
                <c:pt idx="210" formatCode="General">
                  <c:v>12.66</c:v>
                </c:pt>
                <c:pt idx="211" formatCode="General">
                  <c:v>12.72</c:v>
                </c:pt>
                <c:pt idx="212" formatCode="General">
                  <c:v>12.78</c:v>
                </c:pt>
                <c:pt idx="213" formatCode="General">
                  <c:v>12.84</c:v>
                </c:pt>
                <c:pt idx="214" formatCode="General">
                  <c:v>12.9</c:v>
                </c:pt>
                <c:pt idx="215" formatCode="General">
                  <c:v>12.96</c:v>
                </c:pt>
                <c:pt idx="216" formatCode="General">
                  <c:v>13.02</c:v>
                </c:pt>
                <c:pt idx="217" formatCode="General">
                  <c:v>13.08</c:v>
                </c:pt>
                <c:pt idx="218" formatCode="General">
                  <c:v>13.14</c:v>
                </c:pt>
                <c:pt idx="219" formatCode="General">
                  <c:v>13.2</c:v>
                </c:pt>
                <c:pt idx="220" formatCode="General">
                  <c:v>13.26</c:v>
                </c:pt>
                <c:pt idx="221" formatCode="General">
                  <c:v>13.32</c:v>
                </c:pt>
                <c:pt idx="222" formatCode="General">
                  <c:v>13.38</c:v>
                </c:pt>
                <c:pt idx="223" formatCode="General">
                  <c:v>13.44</c:v>
                </c:pt>
                <c:pt idx="224" formatCode="General">
                  <c:v>13.5</c:v>
                </c:pt>
                <c:pt idx="225" formatCode="General">
                  <c:v>13.56</c:v>
                </c:pt>
                <c:pt idx="226" formatCode="General">
                  <c:v>13.62</c:v>
                </c:pt>
                <c:pt idx="227" formatCode="General">
                  <c:v>13.68</c:v>
                </c:pt>
                <c:pt idx="228" formatCode="General">
                  <c:v>13.74</c:v>
                </c:pt>
                <c:pt idx="229" formatCode="General">
                  <c:v>13.8</c:v>
                </c:pt>
                <c:pt idx="230" formatCode="General">
                  <c:v>13.86</c:v>
                </c:pt>
                <c:pt idx="231" formatCode="General">
                  <c:v>13.92</c:v>
                </c:pt>
                <c:pt idx="232" formatCode="General">
                  <c:v>13.98</c:v>
                </c:pt>
                <c:pt idx="233" formatCode="General">
                  <c:v>14.04</c:v>
                </c:pt>
                <c:pt idx="234" formatCode="General">
                  <c:v>14.1</c:v>
                </c:pt>
                <c:pt idx="235" formatCode="General">
                  <c:v>14.16</c:v>
                </c:pt>
                <c:pt idx="236" formatCode="General">
                  <c:v>14.22</c:v>
                </c:pt>
                <c:pt idx="237" formatCode="General">
                  <c:v>14.28</c:v>
                </c:pt>
                <c:pt idx="238" formatCode="General">
                  <c:v>14.34</c:v>
                </c:pt>
                <c:pt idx="239" formatCode="General">
                  <c:v>14.4</c:v>
                </c:pt>
                <c:pt idx="240" formatCode="General">
                  <c:v>14.46</c:v>
                </c:pt>
                <c:pt idx="241" formatCode="General">
                  <c:v>14.52</c:v>
                </c:pt>
                <c:pt idx="242" formatCode="General">
                  <c:v>14.58</c:v>
                </c:pt>
                <c:pt idx="243" formatCode="General">
                  <c:v>14.64</c:v>
                </c:pt>
                <c:pt idx="244" formatCode="General">
                  <c:v>14.7</c:v>
                </c:pt>
                <c:pt idx="245" formatCode="General">
                  <c:v>14.76</c:v>
                </c:pt>
                <c:pt idx="246" formatCode="General">
                  <c:v>14.82</c:v>
                </c:pt>
                <c:pt idx="247" formatCode="General">
                  <c:v>14.88</c:v>
                </c:pt>
                <c:pt idx="248" formatCode="General">
                  <c:v>14.94</c:v>
                </c:pt>
                <c:pt idx="249" formatCode="General">
                  <c:v>15</c:v>
                </c:pt>
                <c:pt idx="250" formatCode="General">
                  <c:v>15.06</c:v>
                </c:pt>
                <c:pt idx="251" formatCode="General">
                  <c:v>15.12</c:v>
                </c:pt>
                <c:pt idx="252" formatCode="General">
                  <c:v>15.18</c:v>
                </c:pt>
                <c:pt idx="253" formatCode="General">
                  <c:v>15.24</c:v>
                </c:pt>
                <c:pt idx="254" formatCode="General">
                  <c:v>15.3</c:v>
                </c:pt>
                <c:pt idx="255" formatCode="General">
                  <c:v>15.36</c:v>
                </c:pt>
                <c:pt idx="256" formatCode="General">
                  <c:v>15.42</c:v>
                </c:pt>
                <c:pt idx="257" formatCode="General">
                  <c:v>15.48</c:v>
                </c:pt>
                <c:pt idx="258" formatCode="General">
                  <c:v>15.54</c:v>
                </c:pt>
                <c:pt idx="259" formatCode="General">
                  <c:v>15.6</c:v>
                </c:pt>
                <c:pt idx="260" formatCode="General">
                  <c:v>15.66</c:v>
                </c:pt>
                <c:pt idx="261" formatCode="General">
                  <c:v>15.72</c:v>
                </c:pt>
                <c:pt idx="262" formatCode="General">
                  <c:v>15.78</c:v>
                </c:pt>
                <c:pt idx="263" formatCode="General">
                  <c:v>15.84</c:v>
                </c:pt>
                <c:pt idx="264" formatCode="General">
                  <c:v>15.9</c:v>
                </c:pt>
                <c:pt idx="265" formatCode="General">
                  <c:v>15.96</c:v>
                </c:pt>
                <c:pt idx="266" formatCode="General">
                  <c:v>16.02</c:v>
                </c:pt>
                <c:pt idx="267" formatCode="General">
                  <c:v>16.079999999999998</c:v>
                </c:pt>
                <c:pt idx="268" formatCode="General">
                  <c:v>16.14</c:v>
                </c:pt>
                <c:pt idx="269" formatCode="General">
                  <c:v>16.2</c:v>
                </c:pt>
                <c:pt idx="270" formatCode="General">
                  <c:v>16.260000000000002</c:v>
                </c:pt>
                <c:pt idx="271" formatCode="General">
                  <c:v>16.32</c:v>
                </c:pt>
                <c:pt idx="272" formatCode="General">
                  <c:v>16.38</c:v>
                </c:pt>
                <c:pt idx="273" formatCode="General">
                  <c:v>16.440000000000001</c:v>
                </c:pt>
                <c:pt idx="274" formatCode="General">
                  <c:v>16.5</c:v>
                </c:pt>
                <c:pt idx="275" formatCode="General">
                  <c:v>16.559999999999999</c:v>
                </c:pt>
                <c:pt idx="276" formatCode="General">
                  <c:v>16.62</c:v>
                </c:pt>
                <c:pt idx="277" formatCode="General">
                  <c:v>16.68</c:v>
                </c:pt>
                <c:pt idx="278" formatCode="General">
                  <c:v>16.739999999999998</c:v>
                </c:pt>
                <c:pt idx="279" formatCode="General">
                  <c:v>16.8</c:v>
                </c:pt>
                <c:pt idx="280" formatCode="General">
                  <c:v>16.86</c:v>
                </c:pt>
                <c:pt idx="281" formatCode="General">
                  <c:v>16.920000000000002</c:v>
                </c:pt>
                <c:pt idx="282" formatCode="General">
                  <c:v>16.98</c:v>
                </c:pt>
                <c:pt idx="283" formatCode="General">
                  <c:v>17.04</c:v>
                </c:pt>
                <c:pt idx="284" formatCode="General">
                  <c:v>17.100000000000001</c:v>
                </c:pt>
                <c:pt idx="285" formatCode="General">
                  <c:v>17.16</c:v>
                </c:pt>
                <c:pt idx="286" formatCode="General">
                  <c:v>17.22</c:v>
                </c:pt>
                <c:pt idx="287" formatCode="General">
                  <c:v>17.28</c:v>
                </c:pt>
                <c:pt idx="288" formatCode="General">
                  <c:v>17.34</c:v>
                </c:pt>
                <c:pt idx="289" formatCode="General">
                  <c:v>17.399999999999999</c:v>
                </c:pt>
                <c:pt idx="290" formatCode="General">
                  <c:v>17.46</c:v>
                </c:pt>
                <c:pt idx="291" formatCode="General">
                  <c:v>17.52</c:v>
                </c:pt>
                <c:pt idx="292" formatCode="General">
                  <c:v>17.579999999999998</c:v>
                </c:pt>
                <c:pt idx="293" formatCode="General">
                  <c:v>17.64</c:v>
                </c:pt>
                <c:pt idx="294" formatCode="General">
                  <c:v>17.7</c:v>
                </c:pt>
                <c:pt idx="295" formatCode="General">
                  <c:v>17.760000000000002</c:v>
                </c:pt>
                <c:pt idx="296" formatCode="General">
                  <c:v>17.82</c:v>
                </c:pt>
                <c:pt idx="297" formatCode="General">
                  <c:v>17.88</c:v>
                </c:pt>
                <c:pt idx="298" formatCode="General">
                  <c:v>17.940000000000001</c:v>
                </c:pt>
                <c:pt idx="299" formatCode="General">
                  <c:v>18</c:v>
                </c:pt>
                <c:pt idx="300" formatCode="General">
                  <c:v>18.059999999999999</c:v>
                </c:pt>
                <c:pt idx="301" formatCode="General">
                  <c:v>18.12</c:v>
                </c:pt>
                <c:pt idx="302" formatCode="General">
                  <c:v>18.18</c:v>
                </c:pt>
                <c:pt idx="303" formatCode="General">
                  <c:v>18.239999999999998</c:v>
                </c:pt>
                <c:pt idx="304" formatCode="General">
                  <c:v>18.3</c:v>
                </c:pt>
                <c:pt idx="305" formatCode="General">
                  <c:v>18.36</c:v>
                </c:pt>
                <c:pt idx="306" formatCode="General">
                  <c:v>18.420000000000002</c:v>
                </c:pt>
                <c:pt idx="307" formatCode="General">
                  <c:v>18.48</c:v>
                </c:pt>
                <c:pt idx="308" formatCode="General">
                  <c:v>18.54</c:v>
                </c:pt>
                <c:pt idx="309" formatCode="General">
                  <c:v>18.600000000000001</c:v>
                </c:pt>
                <c:pt idx="310" formatCode="General">
                  <c:v>18.66</c:v>
                </c:pt>
                <c:pt idx="311" formatCode="General">
                  <c:v>18.72</c:v>
                </c:pt>
                <c:pt idx="312" formatCode="General">
                  <c:v>18.78</c:v>
                </c:pt>
                <c:pt idx="313" formatCode="General">
                  <c:v>18.84</c:v>
                </c:pt>
                <c:pt idx="314" formatCode="General">
                  <c:v>18.899999999999999</c:v>
                </c:pt>
                <c:pt idx="315" formatCode="General">
                  <c:v>18.96</c:v>
                </c:pt>
                <c:pt idx="316" formatCode="General">
                  <c:v>19.02</c:v>
                </c:pt>
                <c:pt idx="317" formatCode="General">
                  <c:v>19.079999999999998</c:v>
                </c:pt>
                <c:pt idx="318" formatCode="General">
                  <c:v>19.14</c:v>
                </c:pt>
                <c:pt idx="319" formatCode="General">
                  <c:v>19.2</c:v>
                </c:pt>
                <c:pt idx="320" formatCode="General">
                  <c:v>19.260000000000002</c:v>
                </c:pt>
                <c:pt idx="321" formatCode="General">
                  <c:v>19.32</c:v>
                </c:pt>
                <c:pt idx="322" formatCode="General">
                  <c:v>19.38</c:v>
                </c:pt>
                <c:pt idx="323" formatCode="General">
                  <c:v>19.440000000000001</c:v>
                </c:pt>
                <c:pt idx="324" formatCode="General">
                  <c:v>19.5</c:v>
                </c:pt>
                <c:pt idx="325" formatCode="General">
                  <c:v>19.559999999999999</c:v>
                </c:pt>
                <c:pt idx="326" formatCode="General">
                  <c:v>19.62</c:v>
                </c:pt>
                <c:pt idx="327" formatCode="General">
                  <c:v>19.68</c:v>
                </c:pt>
                <c:pt idx="328" formatCode="General">
                  <c:v>19.739999999999998</c:v>
                </c:pt>
                <c:pt idx="329" formatCode="General">
                  <c:v>19.8</c:v>
                </c:pt>
                <c:pt idx="330" formatCode="General">
                  <c:v>19.86</c:v>
                </c:pt>
                <c:pt idx="331" formatCode="General">
                  <c:v>19.920000000000002</c:v>
                </c:pt>
                <c:pt idx="332" formatCode="General">
                  <c:v>19.98</c:v>
                </c:pt>
                <c:pt idx="333" formatCode="General">
                  <c:v>20.04</c:v>
                </c:pt>
                <c:pt idx="334" formatCode="General">
                  <c:v>20.100000000000001</c:v>
                </c:pt>
                <c:pt idx="335" formatCode="General">
                  <c:v>20.16</c:v>
                </c:pt>
                <c:pt idx="336" formatCode="General">
                  <c:v>20.22</c:v>
                </c:pt>
                <c:pt idx="337" formatCode="General">
                  <c:v>20.28</c:v>
                </c:pt>
                <c:pt idx="338" formatCode="General">
                  <c:v>20.34</c:v>
                </c:pt>
                <c:pt idx="339" formatCode="General">
                  <c:v>20.399999999999999</c:v>
                </c:pt>
                <c:pt idx="340" formatCode="General">
                  <c:v>20.46</c:v>
                </c:pt>
                <c:pt idx="341" formatCode="General">
                  <c:v>20.52</c:v>
                </c:pt>
                <c:pt idx="342" formatCode="General">
                  <c:v>20.58</c:v>
                </c:pt>
                <c:pt idx="343" formatCode="General">
                  <c:v>20.64</c:v>
                </c:pt>
                <c:pt idx="344" formatCode="General">
                  <c:v>20.7</c:v>
                </c:pt>
                <c:pt idx="345" formatCode="General">
                  <c:v>20.76</c:v>
                </c:pt>
                <c:pt idx="346" formatCode="General">
                  <c:v>20.82</c:v>
                </c:pt>
                <c:pt idx="347" formatCode="General">
                  <c:v>20.88</c:v>
                </c:pt>
                <c:pt idx="348" formatCode="General">
                  <c:v>20.94</c:v>
                </c:pt>
                <c:pt idx="349" formatCode="General">
                  <c:v>21</c:v>
                </c:pt>
                <c:pt idx="350" formatCode="General">
                  <c:v>21.06</c:v>
                </c:pt>
                <c:pt idx="351" formatCode="General">
                  <c:v>21.12</c:v>
                </c:pt>
                <c:pt idx="352" formatCode="General">
                  <c:v>21.18</c:v>
                </c:pt>
                <c:pt idx="353" formatCode="General">
                  <c:v>21.24</c:v>
                </c:pt>
                <c:pt idx="354" formatCode="General">
                  <c:v>21.3</c:v>
                </c:pt>
                <c:pt idx="355" formatCode="General">
                  <c:v>21.36</c:v>
                </c:pt>
                <c:pt idx="356" formatCode="General">
                  <c:v>21.42</c:v>
                </c:pt>
                <c:pt idx="357" formatCode="General">
                  <c:v>21.48</c:v>
                </c:pt>
                <c:pt idx="358" formatCode="General">
                  <c:v>21.54</c:v>
                </c:pt>
                <c:pt idx="359" formatCode="General">
                  <c:v>21.6</c:v>
                </c:pt>
                <c:pt idx="360" formatCode="General">
                  <c:v>21.66</c:v>
                </c:pt>
                <c:pt idx="361" formatCode="General">
                  <c:v>21.72</c:v>
                </c:pt>
                <c:pt idx="362" formatCode="General">
                  <c:v>21.78</c:v>
                </c:pt>
                <c:pt idx="363" formatCode="General">
                  <c:v>21.84</c:v>
                </c:pt>
                <c:pt idx="364" formatCode="General">
                  <c:v>21.9</c:v>
                </c:pt>
                <c:pt idx="365" formatCode="General">
                  <c:v>21.96</c:v>
                </c:pt>
                <c:pt idx="366" formatCode="General">
                  <c:v>22.02</c:v>
                </c:pt>
                <c:pt idx="367" formatCode="General">
                  <c:v>22.08</c:v>
                </c:pt>
                <c:pt idx="368" formatCode="General">
                  <c:v>22.14</c:v>
                </c:pt>
                <c:pt idx="369" formatCode="General">
                  <c:v>22.2</c:v>
                </c:pt>
                <c:pt idx="370" formatCode="General">
                  <c:v>22.26</c:v>
                </c:pt>
                <c:pt idx="371" formatCode="General">
                  <c:v>22.32</c:v>
                </c:pt>
                <c:pt idx="372" formatCode="General">
                  <c:v>22.38</c:v>
                </c:pt>
                <c:pt idx="373" formatCode="General">
                  <c:v>22.44</c:v>
                </c:pt>
                <c:pt idx="374" formatCode="General">
                  <c:v>22.5</c:v>
                </c:pt>
                <c:pt idx="375" formatCode="General">
                  <c:v>22.56</c:v>
                </c:pt>
                <c:pt idx="376" formatCode="General">
                  <c:v>22.62</c:v>
                </c:pt>
                <c:pt idx="377" formatCode="General">
                  <c:v>22.68</c:v>
                </c:pt>
                <c:pt idx="378" formatCode="General">
                  <c:v>22.74</c:v>
                </c:pt>
                <c:pt idx="379" formatCode="General">
                  <c:v>22.8</c:v>
                </c:pt>
                <c:pt idx="380" formatCode="General">
                  <c:v>22.86</c:v>
                </c:pt>
                <c:pt idx="381" formatCode="General">
                  <c:v>22.92</c:v>
                </c:pt>
                <c:pt idx="382" formatCode="General">
                  <c:v>22.98</c:v>
                </c:pt>
                <c:pt idx="383" formatCode="General">
                  <c:v>23.04</c:v>
                </c:pt>
                <c:pt idx="384" formatCode="General">
                  <c:v>23.1</c:v>
                </c:pt>
                <c:pt idx="385" formatCode="General">
                  <c:v>23.16</c:v>
                </c:pt>
                <c:pt idx="386" formatCode="General">
                  <c:v>23.22</c:v>
                </c:pt>
                <c:pt idx="387" formatCode="General">
                  <c:v>23.28</c:v>
                </c:pt>
                <c:pt idx="388" formatCode="General">
                  <c:v>23.34</c:v>
                </c:pt>
                <c:pt idx="389" formatCode="General">
                  <c:v>23.4</c:v>
                </c:pt>
                <c:pt idx="390" formatCode="General">
                  <c:v>23.46</c:v>
                </c:pt>
                <c:pt idx="391" formatCode="General">
                  <c:v>23.52</c:v>
                </c:pt>
                <c:pt idx="392" formatCode="General">
                  <c:v>23.58</c:v>
                </c:pt>
                <c:pt idx="393" formatCode="General">
                  <c:v>23.64</c:v>
                </c:pt>
                <c:pt idx="394" formatCode="General">
                  <c:v>23.7</c:v>
                </c:pt>
                <c:pt idx="395" formatCode="General">
                  <c:v>23.76</c:v>
                </c:pt>
                <c:pt idx="396" formatCode="General">
                  <c:v>23.82</c:v>
                </c:pt>
                <c:pt idx="397" formatCode="General">
                  <c:v>23.88</c:v>
                </c:pt>
                <c:pt idx="398" formatCode="General">
                  <c:v>23.94</c:v>
                </c:pt>
                <c:pt idx="399" formatCode="General">
                  <c:v>24</c:v>
                </c:pt>
                <c:pt idx="400" formatCode="General">
                  <c:v>24.06</c:v>
                </c:pt>
                <c:pt idx="401" formatCode="General">
                  <c:v>24.12</c:v>
                </c:pt>
                <c:pt idx="402" formatCode="General">
                  <c:v>24.18</c:v>
                </c:pt>
                <c:pt idx="403" formatCode="General">
                  <c:v>24.24</c:v>
                </c:pt>
                <c:pt idx="404" formatCode="General">
                  <c:v>24.3</c:v>
                </c:pt>
                <c:pt idx="405" formatCode="General">
                  <c:v>24.36</c:v>
                </c:pt>
                <c:pt idx="406" formatCode="General">
                  <c:v>24.42</c:v>
                </c:pt>
                <c:pt idx="407" formatCode="General">
                  <c:v>24.48</c:v>
                </c:pt>
                <c:pt idx="408" formatCode="General">
                  <c:v>24.54</c:v>
                </c:pt>
                <c:pt idx="409" formatCode="General">
                  <c:v>24.6</c:v>
                </c:pt>
                <c:pt idx="410" formatCode="General">
                  <c:v>24.66</c:v>
                </c:pt>
                <c:pt idx="411" formatCode="General">
                  <c:v>24.72</c:v>
                </c:pt>
                <c:pt idx="412" formatCode="General">
                  <c:v>24.78</c:v>
                </c:pt>
                <c:pt idx="413" formatCode="General">
                  <c:v>24.84</c:v>
                </c:pt>
                <c:pt idx="414" formatCode="General">
                  <c:v>24.9</c:v>
                </c:pt>
                <c:pt idx="415" formatCode="General">
                  <c:v>24.96</c:v>
                </c:pt>
                <c:pt idx="416" formatCode="General">
                  <c:v>25.02</c:v>
                </c:pt>
                <c:pt idx="417" formatCode="General">
                  <c:v>25.08</c:v>
                </c:pt>
                <c:pt idx="418" formatCode="General">
                  <c:v>25.14</c:v>
                </c:pt>
                <c:pt idx="419" formatCode="General">
                  <c:v>25.2</c:v>
                </c:pt>
                <c:pt idx="420" formatCode="General">
                  <c:v>25.26</c:v>
                </c:pt>
                <c:pt idx="421" formatCode="General">
                  <c:v>25.32</c:v>
                </c:pt>
                <c:pt idx="422" formatCode="General">
                  <c:v>25.38</c:v>
                </c:pt>
                <c:pt idx="423" formatCode="General">
                  <c:v>25.44</c:v>
                </c:pt>
                <c:pt idx="424" formatCode="General">
                  <c:v>25.5</c:v>
                </c:pt>
                <c:pt idx="425" formatCode="General">
                  <c:v>25.56</c:v>
                </c:pt>
                <c:pt idx="426" formatCode="General">
                  <c:v>25.62</c:v>
                </c:pt>
                <c:pt idx="427" formatCode="General">
                  <c:v>25.68</c:v>
                </c:pt>
                <c:pt idx="428" formatCode="General">
                  <c:v>25.74</c:v>
                </c:pt>
                <c:pt idx="429" formatCode="General">
                  <c:v>25.8</c:v>
                </c:pt>
                <c:pt idx="430" formatCode="General">
                  <c:v>25.86</c:v>
                </c:pt>
                <c:pt idx="431" formatCode="General">
                  <c:v>25.92</c:v>
                </c:pt>
                <c:pt idx="432" formatCode="General">
                  <c:v>25.98</c:v>
                </c:pt>
                <c:pt idx="433" formatCode="General">
                  <c:v>26.04</c:v>
                </c:pt>
                <c:pt idx="434" formatCode="General">
                  <c:v>26.1</c:v>
                </c:pt>
                <c:pt idx="435" formatCode="General">
                  <c:v>26.16</c:v>
                </c:pt>
                <c:pt idx="436" formatCode="General">
                  <c:v>26.22</c:v>
                </c:pt>
                <c:pt idx="437" formatCode="General">
                  <c:v>26.28</c:v>
                </c:pt>
                <c:pt idx="438" formatCode="General">
                  <c:v>26.34</c:v>
                </c:pt>
                <c:pt idx="439" formatCode="General">
                  <c:v>26.4</c:v>
                </c:pt>
                <c:pt idx="440" formatCode="General">
                  <c:v>26.46</c:v>
                </c:pt>
                <c:pt idx="441" formatCode="General">
                  <c:v>26.52</c:v>
                </c:pt>
                <c:pt idx="442" formatCode="General">
                  <c:v>26.58</c:v>
                </c:pt>
                <c:pt idx="443" formatCode="General">
                  <c:v>26.64</c:v>
                </c:pt>
                <c:pt idx="444" formatCode="General">
                  <c:v>26.7</c:v>
                </c:pt>
                <c:pt idx="445" formatCode="General">
                  <c:v>26.76</c:v>
                </c:pt>
                <c:pt idx="446" formatCode="General">
                  <c:v>26.82</c:v>
                </c:pt>
                <c:pt idx="447" formatCode="General">
                  <c:v>26.88</c:v>
                </c:pt>
                <c:pt idx="448" formatCode="General">
                  <c:v>26.94</c:v>
                </c:pt>
                <c:pt idx="449" formatCode="General">
                  <c:v>27</c:v>
                </c:pt>
                <c:pt idx="450" formatCode="General">
                  <c:v>27.06</c:v>
                </c:pt>
                <c:pt idx="451" formatCode="General">
                  <c:v>27.12</c:v>
                </c:pt>
                <c:pt idx="452" formatCode="General">
                  <c:v>27.18</c:v>
                </c:pt>
                <c:pt idx="453" formatCode="General">
                  <c:v>27.24</c:v>
                </c:pt>
                <c:pt idx="454" formatCode="General">
                  <c:v>27.3</c:v>
                </c:pt>
                <c:pt idx="455" formatCode="General">
                  <c:v>27.36</c:v>
                </c:pt>
                <c:pt idx="456" formatCode="General">
                  <c:v>27.42</c:v>
                </c:pt>
                <c:pt idx="457" formatCode="General">
                  <c:v>27.48</c:v>
                </c:pt>
                <c:pt idx="458" formatCode="General">
                  <c:v>27.54</c:v>
                </c:pt>
                <c:pt idx="459" formatCode="General">
                  <c:v>27.6</c:v>
                </c:pt>
                <c:pt idx="460" formatCode="General">
                  <c:v>27.66</c:v>
                </c:pt>
                <c:pt idx="461" formatCode="General">
                  <c:v>27.72</c:v>
                </c:pt>
                <c:pt idx="462" formatCode="General">
                  <c:v>27.78</c:v>
                </c:pt>
                <c:pt idx="463" formatCode="General">
                  <c:v>27.84</c:v>
                </c:pt>
                <c:pt idx="464" formatCode="General">
                  <c:v>27.9</c:v>
                </c:pt>
                <c:pt idx="465" formatCode="General">
                  <c:v>27.96</c:v>
                </c:pt>
                <c:pt idx="466" formatCode="General">
                  <c:v>28.02</c:v>
                </c:pt>
                <c:pt idx="467" formatCode="General">
                  <c:v>28.08</c:v>
                </c:pt>
                <c:pt idx="468" formatCode="General">
                  <c:v>28.14</c:v>
                </c:pt>
                <c:pt idx="469" formatCode="General">
                  <c:v>28.2</c:v>
                </c:pt>
                <c:pt idx="470" formatCode="General">
                  <c:v>28.26</c:v>
                </c:pt>
                <c:pt idx="471" formatCode="General">
                  <c:v>28.32</c:v>
                </c:pt>
                <c:pt idx="472" formatCode="General">
                  <c:v>28.38</c:v>
                </c:pt>
                <c:pt idx="473" formatCode="General">
                  <c:v>28.44</c:v>
                </c:pt>
                <c:pt idx="474" formatCode="General">
                  <c:v>28.5</c:v>
                </c:pt>
                <c:pt idx="475" formatCode="General">
                  <c:v>28.56</c:v>
                </c:pt>
                <c:pt idx="476" formatCode="General">
                  <c:v>28.62</c:v>
                </c:pt>
                <c:pt idx="477" formatCode="General">
                  <c:v>28.68</c:v>
                </c:pt>
                <c:pt idx="478" formatCode="General">
                  <c:v>28.74</c:v>
                </c:pt>
                <c:pt idx="479" formatCode="General">
                  <c:v>28.8</c:v>
                </c:pt>
                <c:pt idx="480" formatCode="General">
                  <c:v>28.86</c:v>
                </c:pt>
                <c:pt idx="481" formatCode="General">
                  <c:v>28.92</c:v>
                </c:pt>
                <c:pt idx="482" formatCode="General">
                  <c:v>28.98</c:v>
                </c:pt>
                <c:pt idx="483" formatCode="General">
                  <c:v>29.04</c:v>
                </c:pt>
                <c:pt idx="484" formatCode="General">
                  <c:v>29.1</c:v>
                </c:pt>
                <c:pt idx="485" formatCode="General">
                  <c:v>29.16</c:v>
                </c:pt>
                <c:pt idx="486" formatCode="General">
                  <c:v>29.22</c:v>
                </c:pt>
                <c:pt idx="487" formatCode="General">
                  <c:v>29.28</c:v>
                </c:pt>
                <c:pt idx="488" formatCode="General">
                  <c:v>29.34</c:v>
                </c:pt>
                <c:pt idx="489" formatCode="General">
                  <c:v>29.4</c:v>
                </c:pt>
                <c:pt idx="490" formatCode="General">
                  <c:v>29.46</c:v>
                </c:pt>
                <c:pt idx="491" formatCode="General">
                  <c:v>29.52</c:v>
                </c:pt>
                <c:pt idx="492" formatCode="General">
                  <c:v>29.58</c:v>
                </c:pt>
                <c:pt idx="493" formatCode="General">
                  <c:v>29.64</c:v>
                </c:pt>
                <c:pt idx="494" formatCode="General">
                  <c:v>29.7</c:v>
                </c:pt>
                <c:pt idx="495" formatCode="General">
                  <c:v>29.76</c:v>
                </c:pt>
                <c:pt idx="496" formatCode="General">
                  <c:v>29.82</c:v>
                </c:pt>
                <c:pt idx="497" formatCode="General">
                  <c:v>29.88</c:v>
                </c:pt>
                <c:pt idx="498" formatCode="General">
                  <c:v>29.94</c:v>
                </c:pt>
                <c:pt idx="499" formatCode="General">
                  <c:v>30</c:v>
                </c:pt>
                <c:pt idx="500" formatCode="General">
                  <c:v>30.06</c:v>
                </c:pt>
                <c:pt idx="501" formatCode="General">
                  <c:v>30.12</c:v>
                </c:pt>
                <c:pt idx="502" formatCode="General">
                  <c:v>30.18</c:v>
                </c:pt>
                <c:pt idx="503" formatCode="General">
                  <c:v>30.24</c:v>
                </c:pt>
                <c:pt idx="504" formatCode="General">
                  <c:v>30.3</c:v>
                </c:pt>
                <c:pt idx="505" formatCode="General">
                  <c:v>30.36</c:v>
                </c:pt>
                <c:pt idx="506" formatCode="General">
                  <c:v>30.42</c:v>
                </c:pt>
                <c:pt idx="507" formatCode="General">
                  <c:v>30.48</c:v>
                </c:pt>
                <c:pt idx="508" formatCode="General">
                  <c:v>30.54</c:v>
                </c:pt>
                <c:pt idx="509" formatCode="General">
                  <c:v>30.6</c:v>
                </c:pt>
                <c:pt idx="510" formatCode="General">
                  <c:v>30.66</c:v>
                </c:pt>
                <c:pt idx="511" formatCode="General">
                  <c:v>30.72</c:v>
                </c:pt>
                <c:pt idx="512" formatCode="General">
                  <c:v>30.78</c:v>
                </c:pt>
                <c:pt idx="513" formatCode="General">
                  <c:v>30.84</c:v>
                </c:pt>
                <c:pt idx="514" formatCode="General">
                  <c:v>30.9</c:v>
                </c:pt>
                <c:pt idx="515" formatCode="General">
                  <c:v>30.96</c:v>
                </c:pt>
                <c:pt idx="516" formatCode="General">
                  <c:v>31.02</c:v>
                </c:pt>
              </c:numCache>
            </c:numRef>
          </c:xVal>
          <c:yVal>
            <c:numRef>
              <c:f>Sheet1!$D$2:$D$1550</c:f>
              <c:numCache>
                <c:formatCode>0.00E+00</c:formatCode>
                <c:ptCount val="517"/>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0.37633240000000001</c:v>
                </c:pt>
                <c:pt idx="44" formatCode="General">
                  <c:v>3.469004</c:v>
                </c:pt>
                <c:pt idx="45" formatCode="General">
                  <c:v>6.9466650000000003</c:v>
                </c:pt>
                <c:pt idx="46" formatCode="General">
                  <c:v>6.717435</c:v>
                </c:pt>
                <c:pt idx="47" formatCode="General">
                  <c:v>4.4482439999999999</c:v>
                </c:pt>
                <c:pt idx="48" formatCode="General">
                  <c:v>2.7335859999999998</c:v>
                </c:pt>
                <c:pt idx="49" formatCode="General">
                  <c:v>1.7583219999999999</c:v>
                </c:pt>
                <c:pt idx="50" formatCode="General">
                  <c:v>1.1905019999999999</c:v>
                </c:pt>
                <c:pt idx="51">
                  <c:v>0.79936339999999995</c:v>
                </c:pt>
                <c:pt idx="52">
                  <c:v>0.68302529999999995</c:v>
                </c:pt>
                <c:pt idx="53">
                  <c:v>0.54344420000000004</c:v>
                </c:pt>
                <c:pt idx="54">
                  <c:v>0.3552632</c:v>
                </c:pt>
                <c:pt idx="55">
                  <c:v>0.3504333</c:v>
                </c:pt>
                <c:pt idx="56">
                  <c:v>0.31955790000000001</c:v>
                </c:pt>
                <c:pt idx="57">
                  <c:v>0.33751199999999998</c:v>
                </c:pt>
                <c:pt idx="58">
                  <c:v>0.25814379999999998</c:v>
                </c:pt>
                <c:pt idx="59">
                  <c:v>0.24286460000000001</c:v>
                </c:pt>
                <c:pt idx="60">
                  <c:v>0.27902369999999999</c:v>
                </c:pt>
                <c:pt idx="61">
                  <c:v>0.26693670000000003</c:v>
                </c:pt>
                <c:pt idx="62">
                  <c:v>0.2600597</c:v>
                </c:pt>
                <c:pt idx="63">
                  <c:v>0.25644349999999999</c:v>
                </c:pt>
                <c:pt idx="64">
                  <c:v>0.30465959999999997</c:v>
                </c:pt>
                <c:pt idx="65">
                  <c:v>0.34428259999999999</c:v>
                </c:pt>
                <c:pt idx="66">
                  <c:v>0.37736439999999999</c:v>
                </c:pt>
                <c:pt idx="67">
                  <c:v>0.55805579999999999</c:v>
                </c:pt>
                <c:pt idx="68">
                  <c:v>0.69758299999999995</c:v>
                </c:pt>
                <c:pt idx="69">
                  <c:v>0.76824999999999999</c:v>
                </c:pt>
                <c:pt idx="70">
                  <c:v>0.85636730000000005</c:v>
                </c:pt>
                <c:pt idx="71">
                  <c:v>0.82923119999999995</c:v>
                </c:pt>
                <c:pt idx="72">
                  <c:v>0.87047280000000005</c:v>
                </c:pt>
                <c:pt idx="73">
                  <c:v>0.86706380000000005</c:v>
                </c:pt>
                <c:pt idx="74">
                  <c:v>0.98334010000000005</c:v>
                </c:pt>
                <c:pt idx="75" formatCode="General">
                  <c:v>1.0354209999999999</c:v>
                </c:pt>
                <c:pt idx="76" formatCode="General">
                  <c:v>1.0793630000000001</c:v>
                </c:pt>
                <c:pt idx="77" formatCode="General">
                  <c:v>1.148668</c:v>
                </c:pt>
                <c:pt idx="78" formatCode="General">
                  <c:v>1.20733</c:v>
                </c:pt>
                <c:pt idx="79" formatCode="General">
                  <c:v>1.2921290000000001</c:v>
                </c:pt>
                <c:pt idx="80" formatCode="General">
                  <c:v>1.4575359999999999</c:v>
                </c:pt>
                <c:pt idx="81" formatCode="General">
                  <c:v>1.64795</c:v>
                </c:pt>
                <c:pt idx="82" formatCode="General">
                  <c:v>1.6701760000000001</c:v>
                </c:pt>
                <c:pt idx="83" formatCode="General">
                  <c:v>1.685719</c:v>
                </c:pt>
                <c:pt idx="84" formatCode="General">
                  <c:v>1.7320059999999999</c:v>
                </c:pt>
                <c:pt idx="85" formatCode="General">
                  <c:v>1.628749</c:v>
                </c:pt>
                <c:pt idx="86" formatCode="General">
                  <c:v>1.577885</c:v>
                </c:pt>
                <c:pt idx="87" formatCode="General">
                  <c:v>1.5053780000000001</c:v>
                </c:pt>
                <c:pt idx="88" formatCode="General">
                  <c:v>1.4748060000000001</c:v>
                </c:pt>
                <c:pt idx="89" formatCode="General">
                  <c:v>1.3170329999999999</c:v>
                </c:pt>
                <c:pt idx="90" formatCode="General">
                  <c:v>1.223724</c:v>
                </c:pt>
                <c:pt idx="91" formatCode="General">
                  <c:v>1.1233789999999999</c:v>
                </c:pt>
                <c:pt idx="92" formatCode="General">
                  <c:v>1.007387</c:v>
                </c:pt>
                <c:pt idx="93">
                  <c:v>0.83901590000000004</c:v>
                </c:pt>
                <c:pt idx="94">
                  <c:v>0.67343739999999996</c:v>
                </c:pt>
                <c:pt idx="95">
                  <c:v>0.57515139999999998</c:v>
                </c:pt>
                <c:pt idx="96">
                  <c:v>0.45558739999999998</c:v>
                </c:pt>
                <c:pt idx="97">
                  <c:v>0.44254399999999999</c:v>
                </c:pt>
                <c:pt idx="98">
                  <c:v>0.41258600000000001</c:v>
                </c:pt>
                <c:pt idx="99">
                  <c:v>0.36430240000000003</c:v>
                </c:pt>
                <c:pt idx="100">
                  <c:v>0.40533599999999997</c:v>
                </c:pt>
                <c:pt idx="101">
                  <c:v>0.35599209999999998</c:v>
                </c:pt>
                <c:pt idx="102">
                  <c:v>0.40577259999999998</c:v>
                </c:pt>
                <c:pt idx="103">
                  <c:v>0.46537050000000002</c:v>
                </c:pt>
                <c:pt idx="104">
                  <c:v>0.53915690000000005</c:v>
                </c:pt>
                <c:pt idx="105">
                  <c:v>0.61279110000000003</c:v>
                </c:pt>
                <c:pt idx="106">
                  <c:v>0.7254872</c:v>
                </c:pt>
                <c:pt idx="107">
                  <c:v>0.88337589999999999</c:v>
                </c:pt>
                <c:pt idx="108" formatCode="General">
                  <c:v>1.013911</c:v>
                </c:pt>
                <c:pt idx="109" formatCode="General">
                  <c:v>1.136565</c:v>
                </c:pt>
                <c:pt idx="110" formatCode="General">
                  <c:v>1.312311</c:v>
                </c:pt>
                <c:pt idx="111" formatCode="General">
                  <c:v>1.4056329999999999</c:v>
                </c:pt>
                <c:pt idx="112" formatCode="General">
                  <c:v>1.488804</c:v>
                </c:pt>
                <c:pt idx="113" formatCode="General">
                  <c:v>1.4445790000000001</c:v>
                </c:pt>
                <c:pt idx="114" formatCode="General">
                  <c:v>1.493023</c:v>
                </c:pt>
                <c:pt idx="115" formatCode="General">
                  <c:v>1.4782219999999999</c:v>
                </c:pt>
                <c:pt idx="116" formatCode="General">
                  <c:v>1.331086</c:v>
                </c:pt>
                <c:pt idx="117" formatCode="General">
                  <c:v>1.3116730000000001</c:v>
                </c:pt>
                <c:pt idx="118" formatCode="General">
                  <c:v>1.19282</c:v>
                </c:pt>
                <c:pt idx="119" formatCode="General">
                  <c:v>1.155314</c:v>
                </c:pt>
                <c:pt idx="120" formatCode="General">
                  <c:v>1.0691139999999999</c:v>
                </c:pt>
                <c:pt idx="121" formatCode="General">
                  <c:v>1.023512</c:v>
                </c:pt>
                <c:pt idx="122" formatCode="General">
                  <c:v>1.0233920000000001</c:v>
                </c:pt>
                <c:pt idx="123" formatCode="General">
                  <c:v>1.0239320000000001</c:v>
                </c:pt>
                <c:pt idx="124" formatCode="General">
                  <c:v>1.022381</c:v>
                </c:pt>
                <c:pt idx="125" formatCode="General">
                  <c:v>1.050964</c:v>
                </c:pt>
                <c:pt idx="126" formatCode="General">
                  <c:v>1.029585</c:v>
                </c:pt>
                <c:pt idx="127" formatCode="General">
                  <c:v>1.097313</c:v>
                </c:pt>
                <c:pt idx="128" formatCode="General">
                  <c:v>1.103718</c:v>
                </c:pt>
                <c:pt idx="129" formatCode="General">
                  <c:v>1.017463</c:v>
                </c:pt>
                <c:pt idx="130">
                  <c:v>0.99102069999999998</c:v>
                </c:pt>
                <c:pt idx="131">
                  <c:v>0.97083520000000001</c:v>
                </c:pt>
                <c:pt idx="132">
                  <c:v>0.94015839999999995</c:v>
                </c:pt>
                <c:pt idx="133">
                  <c:v>0.91671060000000004</c:v>
                </c:pt>
                <c:pt idx="134">
                  <c:v>0.89918220000000004</c:v>
                </c:pt>
                <c:pt idx="135">
                  <c:v>0.83151439999999999</c:v>
                </c:pt>
                <c:pt idx="136">
                  <c:v>0.8084209</c:v>
                </c:pt>
                <c:pt idx="137">
                  <c:v>0.73138769999999997</c:v>
                </c:pt>
                <c:pt idx="138">
                  <c:v>0.70676059999999996</c:v>
                </c:pt>
                <c:pt idx="139">
                  <c:v>0.66912950000000004</c:v>
                </c:pt>
                <c:pt idx="140">
                  <c:v>0.64623430000000004</c:v>
                </c:pt>
                <c:pt idx="141">
                  <c:v>0.63565890000000003</c:v>
                </c:pt>
                <c:pt idx="142">
                  <c:v>0.61967360000000005</c:v>
                </c:pt>
                <c:pt idx="143">
                  <c:v>0.65648260000000003</c:v>
                </c:pt>
                <c:pt idx="144">
                  <c:v>0.72167709999999996</c:v>
                </c:pt>
                <c:pt idx="145">
                  <c:v>0.79414479999999998</c:v>
                </c:pt>
                <c:pt idx="146">
                  <c:v>0.89436470000000001</c:v>
                </c:pt>
                <c:pt idx="147">
                  <c:v>0.99236690000000005</c:v>
                </c:pt>
                <c:pt idx="148" formatCode="General">
                  <c:v>1.092042</c:v>
                </c:pt>
                <c:pt idx="149" formatCode="General">
                  <c:v>1.1924889999999999</c:v>
                </c:pt>
                <c:pt idx="150" formatCode="General">
                  <c:v>1.270481</c:v>
                </c:pt>
                <c:pt idx="151" formatCode="General">
                  <c:v>1.388636</c:v>
                </c:pt>
                <c:pt idx="152" formatCode="General">
                  <c:v>1.413081</c:v>
                </c:pt>
                <c:pt idx="153" formatCode="General">
                  <c:v>1.4219269999999999</c:v>
                </c:pt>
                <c:pt idx="154" formatCode="General">
                  <c:v>1.4486239999999999</c:v>
                </c:pt>
                <c:pt idx="155" formatCode="General">
                  <c:v>1.396679</c:v>
                </c:pt>
                <c:pt idx="156" formatCode="General">
                  <c:v>1.323027</c:v>
                </c:pt>
                <c:pt idx="157" formatCode="General">
                  <c:v>1.2516080000000001</c:v>
                </c:pt>
                <c:pt idx="158" formatCode="General">
                  <c:v>1.122074</c:v>
                </c:pt>
                <c:pt idx="159" formatCode="General">
                  <c:v>1.1197140000000001</c:v>
                </c:pt>
                <c:pt idx="160" formatCode="General">
                  <c:v>1.0346379999999999</c:v>
                </c:pt>
                <c:pt idx="161">
                  <c:v>0.97401360000000003</c:v>
                </c:pt>
                <c:pt idx="162">
                  <c:v>0.95615749999999999</c:v>
                </c:pt>
                <c:pt idx="163">
                  <c:v>0.92737579999999997</c:v>
                </c:pt>
                <c:pt idx="164">
                  <c:v>0.88985250000000005</c:v>
                </c:pt>
                <c:pt idx="165">
                  <c:v>0.91904560000000002</c:v>
                </c:pt>
                <c:pt idx="166">
                  <c:v>0.92940769999999995</c:v>
                </c:pt>
                <c:pt idx="167">
                  <c:v>0.93515619999999999</c:v>
                </c:pt>
                <c:pt idx="168">
                  <c:v>0.9258227</c:v>
                </c:pt>
                <c:pt idx="169">
                  <c:v>0.91391219999999995</c:v>
                </c:pt>
                <c:pt idx="170">
                  <c:v>0.93232479999999995</c:v>
                </c:pt>
                <c:pt idx="171">
                  <c:v>0.85891799999999996</c:v>
                </c:pt>
                <c:pt idx="172">
                  <c:v>0.81371740000000004</c:v>
                </c:pt>
                <c:pt idx="173">
                  <c:v>0.80679769999999995</c:v>
                </c:pt>
                <c:pt idx="174">
                  <c:v>0.76865749999999999</c:v>
                </c:pt>
                <c:pt idx="175">
                  <c:v>0.77719689999999997</c:v>
                </c:pt>
                <c:pt idx="176">
                  <c:v>0.77270349999999999</c:v>
                </c:pt>
                <c:pt idx="177">
                  <c:v>0.77458579999999999</c:v>
                </c:pt>
                <c:pt idx="178">
                  <c:v>0.78774770000000005</c:v>
                </c:pt>
                <c:pt idx="179">
                  <c:v>0.85116809999999998</c:v>
                </c:pt>
                <c:pt idx="180">
                  <c:v>0.86977450000000001</c:v>
                </c:pt>
                <c:pt idx="181">
                  <c:v>0.92788170000000003</c:v>
                </c:pt>
                <c:pt idx="182">
                  <c:v>0.96091939999999998</c:v>
                </c:pt>
                <c:pt idx="183" formatCode="General">
                  <c:v>1.0328200000000001</c:v>
                </c:pt>
                <c:pt idx="184" formatCode="General">
                  <c:v>1.076681</c:v>
                </c:pt>
                <c:pt idx="185" formatCode="General">
                  <c:v>1.0904069999999999</c:v>
                </c:pt>
                <c:pt idx="186" formatCode="General">
                  <c:v>1.1141970000000001</c:v>
                </c:pt>
                <c:pt idx="187" formatCode="General">
                  <c:v>1.1611279999999999</c:v>
                </c:pt>
                <c:pt idx="188" formatCode="General">
                  <c:v>1.1643410000000001</c:v>
                </c:pt>
                <c:pt idx="189" formatCode="General">
                  <c:v>1.173141</c:v>
                </c:pt>
                <c:pt idx="190" formatCode="General">
                  <c:v>1.2109859999999999</c:v>
                </c:pt>
                <c:pt idx="191" formatCode="General">
                  <c:v>1.211911</c:v>
                </c:pt>
                <c:pt idx="192" formatCode="General">
                  <c:v>1.207535</c:v>
                </c:pt>
                <c:pt idx="193" formatCode="General">
                  <c:v>1.2475499999999999</c:v>
                </c:pt>
                <c:pt idx="194" formatCode="General">
                  <c:v>1.2173830000000001</c:v>
                </c:pt>
                <c:pt idx="195" formatCode="General">
                  <c:v>1.2245900000000001</c:v>
                </c:pt>
                <c:pt idx="196" formatCode="General">
                  <c:v>1.231746</c:v>
                </c:pt>
                <c:pt idx="197" formatCode="General">
                  <c:v>1.166833</c:v>
                </c:pt>
                <c:pt idx="198" formatCode="General">
                  <c:v>1.1217109999999999</c:v>
                </c:pt>
                <c:pt idx="199" formatCode="General">
                  <c:v>1.0674129999999999</c:v>
                </c:pt>
                <c:pt idx="200">
                  <c:v>0.97957050000000001</c:v>
                </c:pt>
                <c:pt idx="201">
                  <c:v>0.9219813</c:v>
                </c:pt>
                <c:pt idx="202">
                  <c:v>0.86164580000000002</c:v>
                </c:pt>
                <c:pt idx="203">
                  <c:v>0.81864079999999995</c:v>
                </c:pt>
                <c:pt idx="204">
                  <c:v>0.78163329999999998</c:v>
                </c:pt>
                <c:pt idx="205">
                  <c:v>0.76977059999999997</c:v>
                </c:pt>
                <c:pt idx="206">
                  <c:v>0.76178440000000003</c:v>
                </c:pt>
                <c:pt idx="207">
                  <c:v>0.76388</c:v>
                </c:pt>
                <c:pt idx="208">
                  <c:v>0.79161619999999999</c:v>
                </c:pt>
                <c:pt idx="209">
                  <c:v>0.83283410000000002</c:v>
                </c:pt>
                <c:pt idx="210">
                  <c:v>0.84500640000000005</c:v>
                </c:pt>
                <c:pt idx="211">
                  <c:v>0.89122690000000004</c:v>
                </c:pt>
                <c:pt idx="212">
                  <c:v>0.91419459999999997</c:v>
                </c:pt>
                <c:pt idx="213">
                  <c:v>0.92409960000000002</c:v>
                </c:pt>
                <c:pt idx="214">
                  <c:v>0.95821270000000003</c:v>
                </c:pt>
                <c:pt idx="215">
                  <c:v>0.97421740000000001</c:v>
                </c:pt>
                <c:pt idx="216">
                  <c:v>0.97686390000000001</c:v>
                </c:pt>
                <c:pt idx="217" formatCode="General">
                  <c:v>1.01545</c:v>
                </c:pt>
                <c:pt idx="218" formatCode="General">
                  <c:v>1.0239210000000001</c:v>
                </c:pt>
                <c:pt idx="219" formatCode="General">
                  <c:v>1.0197769999999999</c:v>
                </c:pt>
                <c:pt idx="220" formatCode="General">
                  <c:v>1.0540799999999999</c:v>
                </c:pt>
                <c:pt idx="221" formatCode="General">
                  <c:v>1.0635779999999999</c:v>
                </c:pt>
                <c:pt idx="222" formatCode="General">
                  <c:v>1.077259</c:v>
                </c:pt>
                <c:pt idx="223" formatCode="General">
                  <c:v>1.0772219999999999</c:v>
                </c:pt>
                <c:pt idx="224" formatCode="General">
                  <c:v>1.0700670000000001</c:v>
                </c:pt>
                <c:pt idx="225" formatCode="General">
                  <c:v>1.0575270000000001</c:v>
                </c:pt>
                <c:pt idx="226" formatCode="General">
                  <c:v>1.0686150000000001</c:v>
                </c:pt>
                <c:pt idx="227" formatCode="General">
                  <c:v>1.1007260000000001</c:v>
                </c:pt>
                <c:pt idx="228" formatCode="General">
                  <c:v>1.071914</c:v>
                </c:pt>
                <c:pt idx="229" formatCode="General">
                  <c:v>1.0946359999999999</c:v>
                </c:pt>
                <c:pt idx="230" formatCode="General">
                  <c:v>1.095534</c:v>
                </c:pt>
                <c:pt idx="231" formatCode="General">
                  <c:v>1.1196140000000001</c:v>
                </c:pt>
                <c:pt idx="232" formatCode="General">
                  <c:v>1.116287</c:v>
                </c:pt>
                <c:pt idx="233" formatCode="General">
                  <c:v>1.1342669999999999</c:v>
                </c:pt>
                <c:pt idx="234" formatCode="General">
                  <c:v>1.157508</c:v>
                </c:pt>
                <c:pt idx="235" formatCode="General">
                  <c:v>1.1282049999999999</c:v>
                </c:pt>
                <c:pt idx="236" formatCode="General">
                  <c:v>1.130379</c:v>
                </c:pt>
                <c:pt idx="237" formatCode="General">
                  <c:v>1.117899</c:v>
                </c:pt>
                <c:pt idx="238" formatCode="General">
                  <c:v>1.0796509999999999</c:v>
                </c:pt>
                <c:pt idx="239" formatCode="General">
                  <c:v>1.0199689999999999</c:v>
                </c:pt>
                <c:pt idx="240">
                  <c:v>0.96991570000000005</c:v>
                </c:pt>
                <c:pt idx="241">
                  <c:v>0.96720399999999995</c:v>
                </c:pt>
                <c:pt idx="242">
                  <c:v>0.90352849999999996</c:v>
                </c:pt>
                <c:pt idx="243">
                  <c:v>0.85942320000000005</c:v>
                </c:pt>
                <c:pt idx="244">
                  <c:v>0.82915649999999996</c:v>
                </c:pt>
                <c:pt idx="245">
                  <c:v>0.79935250000000002</c:v>
                </c:pt>
                <c:pt idx="246">
                  <c:v>0.78114950000000005</c:v>
                </c:pt>
                <c:pt idx="247">
                  <c:v>0.77387550000000005</c:v>
                </c:pt>
                <c:pt idx="248">
                  <c:v>0.78343870000000004</c:v>
                </c:pt>
                <c:pt idx="249">
                  <c:v>0.77650370000000002</c:v>
                </c:pt>
                <c:pt idx="250">
                  <c:v>0.81196299999999999</c:v>
                </c:pt>
                <c:pt idx="251">
                  <c:v>0.8465492</c:v>
                </c:pt>
                <c:pt idx="252">
                  <c:v>0.8781928</c:v>
                </c:pt>
                <c:pt idx="253">
                  <c:v>0.93237049999999999</c:v>
                </c:pt>
                <c:pt idx="254">
                  <c:v>0.95019010000000004</c:v>
                </c:pt>
                <c:pt idx="255" formatCode="General">
                  <c:v>1.0055959999999999</c:v>
                </c:pt>
                <c:pt idx="256" formatCode="General">
                  <c:v>1.058918</c:v>
                </c:pt>
                <c:pt idx="257" formatCode="General">
                  <c:v>1.0937790000000001</c:v>
                </c:pt>
                <c:pt idx="258" formatCode="General">
                  <c:v>1.112323</c:v>
                </c:pt>
                <c:pt idx="259" formatCode="General">
                  <c:v>1.1605479999999999</c:v>
                </c:pt>
                <c:pt idx="260" formatCode="General">
                  <c:v>1.156129</c:v>
                </c:pt>
                <c:pt idx="261" formatCode="General">
                  <c:v>1.177306</c:v>
                </c:pt>
                <c:pt idx="262" formatCode="General">
                  <c:v>1.1702129999999999</c:v>
                </c:pt>
                <c:pt idx="263" formatCode="General">
                  <c:v>1.1962120000000001</c:v>
                </c:pt>
                <c:pt idx="264" formatCode="General">
                  <c:v>1.178555</c:v>
                </c:pt>
                <c:pt idx="265" formatCode="General">
                  <c:v>1.162674</c:v>
                </c:pt>
                <c:pt idx="266" formatCode="General">
                  <c:v>1.108244</c:v>
                </c:pt>
                <c:pt idx="267" formatCode="General">
                  <c:v>1.0972839999999999</c:v>
                </c:pt>
                <c:pt idx="268" formatCode="General">
                  <c:v>1.058262</c:v>
                </c:pt>
                <c:pt idx="269" formatCode="General">
                  <c:v>1.0258670000000001</c:v>
                </c:pt>
                <c:pt idx="270" formatCode="General">
                  <c:v>1.016988</c:v>
                </c:pt>
                <c:pt idx="271">
                  <c:v>0.98137410000000003</c:v>
                </c:pt>
                <c:pt idx="272">
                  <c:v>0.97590849999999996</c:v>
                </c:pt>
                <c:pt idx="273">
                  <c:v>0.96289429999999998</c:v>
                </c:pt>
                <c:pt idx="274">
                  <c:v>0.95670710000000003</c:v>
                </c:pt>
                <c:pt idx="275">
                  <c:v>0.96859779999999995</c:v>
                </c:pt>
                <c:pt idx="276">
                  <c:v>0.9811626</c:v>
                </c:pt>
                <c:pt idx="277">
                  <c:v>0.97081689999999998</c:v>
                </c:pt>
                <c:pt idx="278">
                  <c:v>0.96683419999999998</c:v>
                </c:pt>
                <c:pt idx="279">
                  <c:v>0.96853699999999998</c:v>
                </c:pt>
                <c:pt idx="280">
                  <c:v>0.95050599999999996</c:v>
                </c:pt>
                <c:pt idx="281">
                  <c:v>0.92132950000000002</c:v>
                </c:pt>
                <c:pt idx="282">
                  <c:v>0.90057710000000002</c:v>
                </c:pt>
                <c:pt idx="283">
                  <c:v>0.88280369999999997</c:v>
                </c:pt>
                <c:pt idx="284">
                  <c:v>0.87759129999999996</c:v>
                </c:pt>
                <c:pt idx="285">
                  <c:v>0.86085</c:v>
                </c:pt>
                <c:pt idx="286">
                  <c:v>0.84218269999999995</c:v>
                </c:pt>
                <c:pt idx="287">
                  <c:v>0.83832090000000004</c:v>
                </c:pt>
                <c:pt idx="288">
                  <c:v>0.86255340000000003</c:v>
                </c:pt>
                <c:pt idx="289">
                  <c:v>0.8746642</c:v>
                </c:pt>
                <c:pt idx="290">
                  <c:v>0.90781210000000001</c:v>
                </c:pt>
                <c:pt idx="291">
                  <c:v>0.94084219999999996</c:v>
                </c:pt>
                <c:pt idx="292">
                  <c:v>0.97283520000000001</c:v>
                </c:pt>
                <c:pt idx="293" formatCode="General">
                  <c:v>1.0091490000000001</c:v>
                </c:pt>
                <c:pt idx="294" formatCode="General">
                  <c:v>1.072438</c:v>
                </c:pt>
                <c:pt idx="295" formatCode="General">
                  <c:v>1.102417</c:v>
                </c:pt>
                <c:pt idx="296" formatCode="General">
                  <c:v>1.1315569999999999</c:v>
                </c:pt>
                <c:pt idx="297" formatCode="General">
                  <c:v>1.1379919999999999</c:v>
                </c:pt>
                <c:pt idx="298" formatCode="General">
                  <c:v>1.153076</c:v>
                </c:pt>
                <c:pt idx="299" formatCode="General">
                  <c:v>1.157073</c:v>
                </c:pt>
                <c:pt idx="300" formatCode="General">
                  <c:v>1.1764730000000001</c:v>
                </c:pt>
                <c:pt idx="301" formatCode="General">
                  <c:v>1.142198</c:v>
                </c:pt>
                <c:pt idx="302" formatCode="General">
                  <c:v>1.141351</c:v>
                </c:pt>
                <c:pt idx="303" formatCode="General">
                  <c:v>1.1075090000000001</c:v>
                </c:pt>
                <c:pt idx="304" formatCode="General">
                  <c:v>1.0979080000000001</c:v>
                </c:pt>
                <c:pt idx="305" formatCode="General">
                  <c:v>1.0574140000000001</c:v>
                </c:pt>
                <c:pt idx="306" formatCode="General">
                  <c:v>1.052276</c:v>
                </c:pt>
                <c:pt idx="307" formatCode="General">
                  <c:v>1.017164</c:v>
                </c:pt>
                <c:pt idx="308">
                  <c:v>0.99984439999999997</c:v>
                </c:pt>
                <c:pt idx="309">
                  <c:v>0.98664379999999996</c:v>
                </c:pt>
                <c:pt idx="310">
                  <c:v>0.95846299999999995</c:v>
                </c:pt>
                <c:pt idx="311">
                  <c:v>0.9329305</c:v>
                </c:pt>
                <c:pt idx="312">
                  <c:v>0.93317640000000002</c:v>
                </c:pt>
                <c:pt idx="313">
                  <c:v>0.91658839999999997</c:v>
                </c:pt>
                <c:pt idx="314">
                  <c:v>0.92711619999999995</c:v>
                </c:pt>
                <c:pt idx="315">
                  <c:v>0.93451320000000004</c:v>
                </c:pt>
                <c:pt idx="316">
                  <c:v>0.93134550000000005</c:v>
                </c:pt>
                <c:pt idx="317">
                  <c:v>0.94350999999999996</c:v>
                </c:pt>
                <c:pt idx="318">
                  <c:v>0.94309319999999996</c:v>
                </c:pt>
                <c:pt idx="319">
                  <c:v>0.95309900000000003</c:v>
                </c:pt>
                <c:pt idx="320">
                  <c:v>0.94387010000000005</c:v>
                </c:pt>
                <c:pt idx="321">
                  <c:v>0.94580509999999995</c:v>
                </c:pt>
                <c:pt idx="322">
                  <c:v>0.93361430000000001</c:v>
                </c:pt>
                <c:pt idx="323">
                  <c:v>0.93138829999999995</c:v>
                </c:pt>
                <c:pt idx="324">
                  <c:v>0.93049420000000005</c:v>
                </c:pt>
                <c:pt idx="325">
                  <c:v>0.92045239999999995</c:v>
                </c:pt>
                <c:pt idx="326">
                  <c:v>0.90529170000000003</c:v>
                </c:pt>
                <c:pt idx="327">
                  <c:v>0.93398110000000001</c:v>
                </c:pt>
                <c:pt idx="328">
                  <c:v>0.95260109999999998</c:v>
                </c:pt>
                <c:pt idx="329">
                  <c:v>0.95821049999999997</c:v>
                </c:pt>
                <c:pt idx="330">
                  <c:v>0.98817469999999996</c:v>
                </c:pt>
                <c:pt idx="331" formatCode="General">
                  <c:v>1.0016210000000001</c:v>
                </c:pt>
                <c:pt idx="332" formatCode="General">
                  <c:v>1.031917</c:v>
                </c:pt>
                <c:pt idx="333" formatCode="General">
                  <c:v>1.06586</c:v>
                </c:pt>
                <c:pt idx="334" formatCode="General">
                  <c:v>1.0670809999999999</c:v>
                </c:pt>
                <c:pt idx="335" formatCode="General">
                  <c:v>1.0940840000000001</c:v>
                </c:pt>
                <c:pt idx="336" formatCode="General">
                  <c:v>1.101982</c:v>
                </c:pt>
                <c:pt idx="337" formatCode="General">
                  <c:v>1.1104050000000001</c:v>
                </c:pt>
                <c:pt idx="338" formatCode="General">
                  <c:v>1.099531</c:v>
                </c:pt>
                <c:pt idx="339" formatCode="General">
                  <c:v>1.1274759999999999</c:v>
                </c:pt>
                <c:pt idx="340" formatCode="General">
                  <c:v>1.1062000000000001</c:v>
                </c:pt>
                <c:pt idx="341" formatCode="General">
                  <c:v>1.12035</c:v>
                </c:pt>
                <c:pt idx="342" formatCode="General">
                  <c:v>1.1195029999999999</c:v>
                </c:pt>
                <c:pt idx="343" formatCode="General">
                  <c:v>1.119623</c:v>
                </c:pt>
                <c:pt idx="344" formatCode="General">
                  <c:v>1.084983</c:v>
                </c:pt>
                <c:pt idx="345" formatCode="General">
                  <c:v>1.0739019999999999</c:v>
                </c:pt>
                <c:pt idx="346" formatCode="General">
                  <c:v>1.0727139999999999</c:v>
                </c:pt>
                <c:pt idx="347" formatCode="General">
                  <c:v>1.031412</c:v>
                </c:pt>
                <c:pt idx="348" formatCode="General">
                  <c:v>1.003725</c:v>
                </c:pt>
                <c:pt idx="349">
                  <c:v>0.95447950000000004</c:v>
                </c:pt>
                <c:pt idx="350">
                  <c:v>0.92711750000000004</c:v>
                </c:pt>
                <c:pt idx="351">
                  <c:v>0.91009640000000003</c:v>
                </c:pt>
                <c:pt idx="352">
                  <c:v>0.87590639999999997</c:v>
                </c:pt>
                <c:pt idx="353">
                  <c:v>0.85332850000000005</c:v>
                </c:pt>
                <c:pt idx="354">
                  <c:v>0.83460400000000001</c:v>
                </c:pt>
                <c:pt idx="355">
                  <c:v>0.82307090000000005</c:v>
                </c:pt>
                <c:pt idx="356">
                  <c:v>0.83757009999999998</c:v>
                </c:pt>
                <c:pt idx="357">
                  <c:v>0.84668370000000004</c:v>
                </c:pt>
                <c:pt idx="358">
                  <c:v>0.87363210000000002</c:v>
                </c:pt>
                <c:pt idx="359">
                  <c:v>0.90373539999999997</c:v>
                </c:pt>
                <c:pt idx="360">
                  <c:v>0.92762180000000005</c:v>
                </c:pt>
                <c:pt idx="361">
                  <c:v>0.96925459999999997</c:v>
                </c:pt>
                <c:pt idx="362">
                  <c:v>0.99843470000000001</c:v>
                </c:pt>
                <c:pt idx="363" formatCode="General">
                  <c:v>1.0199020000000001</c:v>
                </c:pt>
                <c:pt idx="364" formatCode="General">
                  <c:v>1.046087</c:v>
                </c:pt>
                <c:pt idx="365" formatCode="General">
                  <c:v>1.0542480000000001</c:v>
                </c:pt>
                <c:pt idx="366" formatCode="General">
                  <c:v>1.0805629999999999</c:v>
                </c:pt>
                <c:pt idx="367" formatCode="General">
                  <c:v>1.0688249999999999</c:v>
                </c:pt>
                <c:pt idx="368" formatCode="General">
                  <c:v>1.0634410000000001</c:v>
                </c:pt>
                <c:pt idx="369" formatCode="General">
                  <c:v>1.0720700000000001</c:v>
                </c:pt>
                <c:pt idx="370" formatCode="General">
                  <c:v>1.074327</c:v>
                </c:pt>
                <c:pt idx="371" formatCode="General">
                  <c:v>1.063733</c:v>
                </c:pt>
                <c:pt idx="372" formatCode="General">
                  <c:v>1.0564659999999999</c:v>
                </c:pt>
                <c:pt idx="373" formatCode="General">
                  <c:v>1.0500860000000001</c:v>
                </c:pt>
                <c:pt idx="374" formatCode="General">
                  <c:v>1.0539480000000001</c:v>
                </c:pt>
                <c:pt idx="375" formatCode="General">
                  <c:v>1.0627800000000001</c:v>
                </c:pt>
                <c:pt idx="376" formatCode="General">
                  <c:v>1.062233</c:v>
                </c:pt>
                <c:pt idx="377" formatCode="General">
                  <c:v>1.0624</c:v>
                </c:pt>
                <c:pt idx="378" formatCode="General">
                  <c:v>1.0607740000000001</c:v>
                </c:pt>
                <c:pt idx="379" formatCode="General">
                  <c:v>1.0503210000000001</c:v>
                </c:pt>
                <c:pt idx="380" formatCode="General">
                  <c:v>1.0333540000000001</c:v>
                </c:pt>
                <c:pt idx="381" formatCode="General">
                  <c:v>1.042098</c:v>
                </c:pt>
                <c:pt idx="382" formatCode="General">
                  <c:v>1.0253220000000001</c:v>
                </c:pt>
                <c:pt idx="383" formatCode="General">
                  <c:v>1.0191239999999999</c:v>
                </c:pt>
                <c:pt idx="384" formatCode="General">
                  <c:v>1.006135</c:v>
                </c:pt>
                <c:pt idx="385" formatCode="General">
                  <c:v>1.002192</c:v>
                </c:pt>
                <c:pt idx="386">
                  <c:v>0.98481680000000005</c:v>
                </c:pt>
                <c:pt idx="387">
                  <c:v>0.97426179999999996</c:v>
                </c:pt>
                <c:pt idx="388">
                  <c:v>0.97238899999999995</c:v>
                </c:pt>
                <c:pt idx="389">
                  <c:v>0.95902560000000003</c:v>
                </c:pt>
                <c:pt idx="390">
                  <c:v>0.93105170000000004</c:v>
                </c:pt>
                <c:pt idx="391">
                  <c:v>0.92373910000000004</c:v>
                </c:pt>
                <c:pt idx="392">
                  <c:v>0.90174670000000001</c:v>
                </c:pt>
                <c:pt idx="393">
                  <c:v>0.90257279999999995</c:v>
                </c:pt>
                <c:pt idx="394">
                  <c:v>0.88824080000000005</c:v>
                </c:pt>
                <c:pt idx="395">
                  <c:v>0.87892049999999999</c:v>
                </c:pt>
                <c:pt idx="396">
                  <c:v>0.89029320000000001</c:v>
                </c:pt>
                <c:pt idx="397">
                  <c:v>0.88509669999999996</c:v>
                </c:pt>
                <c:pt idx="398">
                  <c:v>0.9127786</c:v>
                </c:pt>
                <c:pt idx="399">
                  <c:v>0.93922430000000001</c:v>
                </c:pt>
                <c:pt idx="400">
                  <c:v>0.94043620000000006</c:v>
                </c:pt>
                <c:pt idx="401">
                  <c:v>0.9855083</c:v>
                </c:pt>
                <c:pt idx="402" formatCode="General">
                  <c:v>1.0095970000000001</c:v>
                </c:pt>
                <c:pt idx="403" formatCode="General">
                  <c:v>1.044001</c:v>
                </c:pt>
                <c:pt idx="404" formatCode="General">
                  <c:v>1.05836</c:v>
                </c:pt>
                <c:pt idx="405" formatCode="General">
                  <c:v>1.0857520000000001</c:v>
                </c:pt>
                <c:pt idx="406" formatCode="General">
                  <c:v>1.0982000000000001</c:v>
                </c:pt>
                <c:pt idx="407" formatCode="General">
                  <c:v>1.10931</c:v>
                </c:pt>
                <c:pt idx="408" formatCode="General">
                  <c:v>1.1046910000000001</c:v>
                </c:pt>
                <c:pt idx="409" formatCode="General">
                  <c:v>1.0933489999999999</c:v>
                </c:pt>
                <c:pt idx="410" formatCode="General">
                  <c:v>1.089113</c:v>
                </c:pt>
                <c:pt idx="411" formatCode="General">
                  <c:v>1.080864</c:v>
                </c:pt>
                <c:pt idx="412" formatCode="General">
                  <c:v>1.0689439999999999</c:v>
                </c:pt>
                <c:pt idx="413" formatCode="General">
                  <c:v>1.0496160000000001</c:v>
                </c:pt>
                <c:pt idx="414" formatCode="General">
                  <c:v>1.0406500000000001</c:v>
                </c:pt>
                <c:pt idx="415" formatCode="General">
                  <c:v>1.0345660000000001</c:v>
                </c:pt>
                <c:pt idx="416" formatCode="General">
                  <c:v>1.028632</c:v>
                </c:pt>
                <c:pt idx="417" formatCode="General">
                  <c:v>1.011484</c:v>
                </c:pt>
                <c:pt idx="418" formatCode="General">
                  <c:v>1.0172099999999999</c:v>
                </c:pt>
                <c:pt idx="419" formatCode="General">
                  <c:v>1.00831</c:v>
                </c:pt>
                <c:pt idx="420">
                  <c:v>0.99187860000000005</c:v>
                </c:pt>
                <c:pt idx="421">
                  <c:v>0.97971649999999999</c:v>
                </c:pt>
                <c:pt idx="422">
                  <c:v>0.97274830000000001</c:v>
                </c:pt>
                <c:pt idx="423">
                  <c:v>0.97934449999999995</c:v>
                </c:pt>
                <c:pt idx="424">
                  <c:v>0.9670434</c:v>
                </c:pt>
                <c:pt idx="425">
                  <c:v>0.96719259999999996</c:v>
                </c:pt>
                <c:pt idx="426">
                  <c:v>0.96513210000000005</c:v>
                </c:pt>
                <c:pt idx="427">
                  <c:v>0.96510200000000002</c:v>
                </c:pt>
                <c:pt idx="428">
                  <c:v>0.95523040000000004</c:v>
                </c:pt>
                <c:pt idx="429">
                  <c:v>0.94639229999999996</c:v>
                </c:pt>
                <c:pt idx="430">
                  <c:v>0.92997739999999995</c:v>
                </c:pt>
                <c:pt idx="431">
                  <c:v>0.93299719999999997</c:v>
                </c:pt>
                <c:pt idx="432">
                  <c:v>0.91178800000000004</c:v>
                </c:pt>
                <c:pt idx="433">
                  <c:v>0.91310329999999995</c:v>
                </c:pt>
                <c:pt idx="434">
                  <c:v>0.90323050000000005</c:v>
                </c:pt>
                <c:pt idx="435">
                  <c:v>0.91672319999999996</c:v>
                </c:pt>
                <c:pt idx="436">
                  <c:v>0.90251720000000002</c:v>
                </c:pt>
                <c:pt idx="437">
                  <c:v>0.9271701</c:v>
                </c:pt>
                <c:pt idx="438">
                  <c:v>0.94008990000000003</c:v>
                </c:pt>
                <c:pt idx="439">
                  <c:v>0.96834439999999999</c:v>
                </c:pt>
                <c:pt idx="440" formatCode="General">
                  <c:v>1.000891</c:v>
                </c:pt>
                <c:pt idx="441" formatCode="General">
                  <c:v>1.0349680000000001</c:v>
                </c:pt>
                <c:pt idx="442" formatCode="General">
                  <c:v>1.0610850000000001</c:v>
                </c:pt>
                <c:pt idx="443" formatCode="General">
                  <c:v>1.0942559999999999</c:v>
                </c:pt>
                <c:pt idx="444" formatCode="General">
                  <c:v>1.1092120000000001</c:v>
                </c:pt>
                <c:pt idx="445" formatCode="General">
                  <c:v>1.1384000000000001</c:v>
                </c:pt>
                <c:pt idx="446" formatCode="General">
                  <c:v>1.130244</c:v>
                </c:pt>
                <c:pt idx="447" formatCode="General">
                  <c:v>1.13083</c:v>
                </c:pt>
                <c:pt idx="448" formatCode="General">
                  <c:v>1.136099</c:v>
                </c:pt>
                <c:pt idx="449" formatCode="General">
                  <c:v>1.099542</c:v>
                </c:pt>
                <c:pt idx="450" formatCode="General">
                  <c:v>1.0837760000000001</c:v>
                </c:pt>
                <c:pt idx="451" formatCode="General">
                  <c:v>1.0715859999999999</c:v>
                </c:pt>
                <c:pt idx="452" formatCode="General">
                  <c:v>1.049995</c:v>
                </c:pt>
                <c:pt idx="453" formatCode="General">
                  <c:v>1.0304979999999999</c:v>
                </c:pt>
                <c:pt idx="454" formatCode="General">
                  <c:v>1.0153559999999999</c:v>
                </c:pt>
                <c:pt idx="455">
                  <c:v>0.99172340000000003</c:v>
                </c:pt>
                <c:pt idx="456">
                  <c:v>0.97055499999999995</c:v>
                </c:pt>
                <c:pt idx="457">
                  <c:v>0.9610533</c:v>
                </c:pt>
                <c:pt idx="458">
                  <c:v>0.94796499999999995</c:v>
                </c:pt>
                <c:pt idx="459">
                  <c:v>0.9424418</c:v>
                </c:pt>
                <c:pt idx="460">
                  <c:v>0.93164349999999996</c:v>
                </c:pt>
                <c:pt idx="461">
                  <c:v>0.93259300000000001</c:v>
                </c:pt>
                <c:pt idx="462">
                  <c:v>0.92225270000000004</c:v>
                </c:pt>
                <c:pt idx="463">
                  <c:v>0.92967529999999998</c:v>
                </c:pt>
                <c:pt idx="464">
                  <c:v>0.93191489999999999</c:v>
                </c:pt>
                <c:pt idx="465">
                  <c:v>0.93387509999999996</c:v>
                </c:pt>
                <c:pt idx="466">
                  <c:v>0.94171229999999995</c:v>
                </c:pt>
                <c:pt idx="467">
                  <c:v>0.94556519999999999</c:v>
                </c:pt>
                <c:pt idx="468">
                  <c:v>0.94581570000000004</c:v>
                </c:pt>
                <c:pt idx="469">
                  <c:v>0.96131069999999996</c:v>
                </c:pt>
                <c:pt idx="470">
                  <c:v>0.96374709999999997</c:v>
                </c:pt>
                <c:pt idx="471">
                  <c:v>0.97487550000000001</c:v>
                </c:pt>
                <c:pt idx="472">
                  <c:v>0.97499130000000001</c:v>
                </c:pt>
                <c:pt idx="473">
                  <c:v>0.99323110000000003</c:v>
                </c:pt>
                <c:pt idx="474">
                  <c:v>0.99648080000000006</c:v>
                </c:pt>
                <c:pt idx="475" formatCode="General">
                  <c:v>1.013522</c:v>
                </c:pt>
                <c:pt idx="476" formatCode="General">
                  <c:v>1.0184299999999999</c:v>
                </c:pt>
                <c:pt idx="477" formatCode="General">
                  <c:v>1.0196210000000001</c:v>
                </c:pt>
                <c:pt idx="478" formatCode="General">
                  <c:v>1.020899</c:v>
                </c:pt>
                <c:pt idx="479" formatCode="General">
                  <c:v>1.0333049999999999</c:v>
                </c:pt>
                <c:pt idx="480" formatCode="General">
                  <c:v>1.0288029999999999</c:v>
                </c:pt>
                <c:pt idx="481" formatCode="General">
                  <c:v>1.0387299999999999</c:v>
                </c:pt>
                <c:pt idx="482" formatCode="General">
                  <c:v>1.042189</c:v>
                </c:pt>
                <c:pt idx="483" formatCode="General">
                  <c:v>1.0479179999999999</c:v>
                </c:pt>
                <c:pt idx="484" formatCode="General">
                  <c:v>1.0587789999999999</c:v>
                </c:pt>
                <c:pt idx="485" formatCode="General">
                  <c:v>1.0496700000000001</c:v>
                </c:pt>
                <c:pt idx="486" formatCode="General">
                  <c:v>1.0563469999999999</c:v>
                </c:pt>
                <c:pt idx="487" formatCode="General">
                  <c:v>1.0658920000000001</c:v>
                </c:pt>
                <c:pt idx="488" formatCode="General">
                  <c:v>1.061385</c:v>
                </c:pt>
                <c:pt idx="489" formatCode="General">
                  <c:v>1.058675</c:v>
                </c:pt>
                <c:pt idx="490" formatCode="General">
                  <c:v>1.0699320000000001</c:v>
                </c:pt>
                <c:pt idx="491" formatCode="General">
                  <c:v>1.0506629999999999</c:v>
                </c:pt>
                <c:pt idx="492" formatCode="General">
                  <c:v>1.0387850000000001</c:v>
                </c:pt>
                <c:pt idx="493" formatCode="General">
                  <c:v>1.019755</c:v>
                </c:pt>
                <c:pt idx="494" formatCode="General">
                  <c:v>1.019579</c:v>
                </c:pt>
                <c:pt idx="495" formatCode="General">
                  <c:v>1.0016510000000001</c:v>
                </c:pt>
                <c:pt idx="496">
                  <c:v>0.9881605</c:v>
                </c:pt>
                <c:pt idx="497">
                  <c:v>0.9677192</c:v>
                </c:pt>
                <c:pt idx="498">
                  <c:v>0.95116449999999997</c:v>
                </c:pt>
                <c:pt idx="499">
                  <c:v>0.93891179999999996</c:v>
                </c:pt>
                <c:pt idx="500">
                  <c:v>0.92641059999999997</c:v>
                </c:pt>
                <c:pt idx="501">
                  <c:v>0.91390499999999997</c:v>
                </c:pt>
                <c:pt idx="502">
                  <c:v>0.9044432</c:v>
                </c:pt>
                <c:pt idx="503">
                  <c:v>0.90064259999999996</c:v>
                </c:pt>
                <c:pt idx="504">
                  <c:v>0.89548410000000001</c:v>
                </c:pt>
                <c:pt idx="505">
                  <c:v>0.90636649999999996</c:v>
                </c:pt>
                <c:pt idx="506">
                  <c:v>0.92443149999999996</c:v>
                </c:pt>
                <c:pt idx="507">
                  <c:v>0.93248900000000001</c:v>
                </c:pt>
                <c:pt idx="508">
                  <c:v>0.9570921</c:v>
                </c:pt>
                <c:pt idx="509">
                  <c:v>0.97404860000000004</c:v>
                </c:pt>
                <c:pt idx="510">
                  <c:v>0.99130689999999999</c:v>
                </c:pt>
                <c:pt idx="511" formatCode="General">
                  <c:v>1.012222</c:v>
                </c:pt>
                <c:pt idx="512" formatCode="General">
                  <c:v>1.0304739999999999</c:v>
                </c:pt>
                <c:pt idx="513" formatCode="General">
                  <c:v>1.0404420000000001</c:v>
                </c:pt>
                <c:pt idx="514" formatCode="General">
                  <c:v>1.0532079999999999</c:v>
                </c:pt>
                <c:pt idx="515" formatCode="General">
                  <c:v>1.0538050000000001</c:v>
                </c:pt>
                <c:pt idx="516" formatCode="General">
                  <c:v>1.0671550000000001</c:v>
                </c:pt>
              </c:numCache>
            </c:numRef>
          </c:yVal>
          <c:smooth val="1"/>
          <c:extLst>
            <c:ext xmlns:c16="http://schemas.microsoft.com/office/drawing/2014/chart" uri="{C3380CC4-5D6E-409C-BE32-E72D297353CC}">
              <c16:uniqueId val="{00000001-8DD4-48FF-9190-97E9B7BA265F}"/>
            </c:ext>
          </c:extLst>
        </c:ser>
        <c:ser>
          <c:idx val="2"/>
          <c:order val="2"/>
          <c:tx>
            <c:strRef>
              <c:f>Sheet1!$E$1</c:f>
              <c:strCache>
                <c:ptCount val="1"/>
                <c:pt idx="0">
                  <c:v>Zr-Cu</c:v>
                </c:pt>
              </c:strCache>
            </c:strRef>
          </c:tx>
          <c:spPr>
            <a:ln w="19050" cap="rnd">
              <a:solidFill>
                <a:schemeClr val="accent3"/>
              </a:solidFill>
              <a:round/>
            </a:ln>
            <a:effectLst/>
          </c:spPr>
          <c:marker>
            <c:symbol val="none"/>
          </c:marker>
          <c:xVal>
            <c:numRef>
              <c:f>Sheet1!$B$2:$B$1550</c:f>
              <c:numCache>
                <c:formatCode>0.00E+00</c:formatCode>
                <c:ptCount val="517"/>
                <c:pt idx="0">
                  <c:v>0.06</c:v>
                </c:pt>
                <c:pt idx="1">
                  <c:v>0.12</c:v>
                </c:pt>
                <c:pt idx="2">
                  <c:v>0.18</c:v>
                </c:pt>
                <c:pt idx="3">
                  <c:v>0.24</c:v>
                </c:pt>
                <c:pt idx="4">
                  <c:v>0.3</c:v>
                </c:pt>
                <c:pt idx="5">
                  <c:v>0.36</c:v>
                </c:pt>
                <c:pt idx="6">
                  <c:v>0.42</c:v>
                </c:pt>
                <c:pt idx="7">
                  <c:v>0.48</c:v>
                </c:pt>
                <c:pt idx="8">
                  <c:v>0.54</c:v>
                </c:pt>
                <c:pt idx="9">
                  <c:v>0.6</c:v>
                </c:pt>
                <c:pt idx="10">
                  <c:v>0.66</c:v>
                </c:pt>
                <c:pt idx="11">
                  <c:v>0.72</c:v>
                </c:pt>
                <c:pt idx="12">
                  <c:v>0.78</c:v>
                </c:pt>
                <c:pt idx="13">
                  <c:v>0.84</c:v>
                </c:pt>
                <c:pt idx="14">
                  <c:v>0.9</c:v>
                </c:pt>
                <c:pt idx="15">
                  <c:v>0.96</c:v>
                </c:pt>
                <c:pt idx="16" formatCode="General">
                  <c:v>1.02</c:v>
                </c:pt>
                <c:pt idx="17" formatCode="General">
                  <c:v>1.08</c:v>
                </c:pt>
                <c:pt idx="18" formatCode="General">
                  <c:v>1.1399999999999999</c:v>
                </c:pt>
                <c:pt idx="19" formatCode="General">
                  <c:v>1.2</c:v>
                </c:pt>
                <c:pt idx="20" formatCode="General">
                  <c:v>1.26</c:v>
                </c:pt>
                <c:pt idx="21" formatCode="General">
                  <c:v>1.32</c:v>
                </c:pt>
                <c:pt idx="22" formatCode="General">
                  <c:v>1.38</c:v>
                </c:pt>
                <c:pt idx="23" formatCode="General">
                  <c:v>1.44</c:v>
                </c:pt>
                <c:pt idx="24" formatCode="General">
                  <c:v>1.5</c:v>
                </c:pt>
                <c:pt idx="25" formatCode="General">
                  <c:v>1.56</c:v>
                </c:pt>
                <c:pt idx="26" formatCode="General">
                  <c:v>1.62</c:v>
                </c:pt>
                <c:pt idx="27" formatCode="General">
                  <c:v>1.68</c:v>
                </c:pt>
                <c:pt idx="28" formatCode="General">
                  <c:v>1.74</c:v>
                </c:pt>
                <c:pt idx="29" formatCode="General">
                  <c:v>1.8</c:v>
                </c:pt>
                <c:pt idx="30" formatCode="General">
                  <c:v>1.86</c:v>
                </c:pt>
                <c:pt idx="31" formatCode="General">
                  <c:v>1.92</c:v>
                </c:pt>
                <c:pt idx="32" formatCode="General">
                  <c:v>1.98</c:v>
                </c:pt>
                <c:pt idx="33" formatCode="General">
                  <c:v>2.04</c:v>
                </c:pt>
                <c:pt idx="34" formatCode="General">
                  <c:v>2.1</c:v>
                </c:pt>
                <c:pt idx="35" formatCode="General">
                  <c:v>2.16</c:v>
                </c:pt>
                <c:pt idx="36" formatCode="General">
                  <c:v>2.2200000000000002</c:v>
                </c:pt>
                <c:pt idx="37" formatCode="General">
                  <c:v>2.2799999999999998</c:v>
                </c:pt>
                <c:pt idx="38" formatCode="General">
                  <c:v>2.34</c:v>
                </c:pt>
                <c:pt idx="39" formatCode="General">
                  <c:v>2.4</c:v>
                </c:pt>
                <c:pt idx="40" formatCode="General">
                  <c:v>2.46</c:v>
                </c:pt>
                <c:pt idx="41" formatCode="General">
                  <c:v>2.52</c:v>
                </c:pt>
                <c:pt idx="42" formatCode="General">
                  <c:v>2.58</c:v>
                </c:pt>
                <c:pt idx="43" formatCode="General">
                  <c:v>2.64</c:v>
                </c:pt>
                <c:pt idx="44" formatCode="General">
                  <c:v>2.7</c:v>
                </c:pt>
                <c:pt idx="45" formatCode="General">
                  <c:v>2.76</c:v>
                </c:pt>
                <c:pt idx="46" formatCode="General">
                  <c:v>2.82</c:v>
                </c:pt>
                <c:pt idx="47" formatCode="General">
                  <c:v>2.88</c:v>
                </c:pt>
                <c:pt idx="48" formatCode="General">
                  <c:v>2.94</c:v>
                </c:pt>
                <c:pt idx="49" formatCode="General">
                  <c:v>3</c:v>
                </c:pt>
                <c:pt idx="50" formatCode="General">
                  <c:v>3.06</c:v>
                </c:pt>
                <c:pt idx="51" formatCode="General">
                  <c:v>3.12</c:v>
                </c:pt>
                <c:pt idx="52" formatCode="General">
                  <c:v>3.18</c:v>
                </c:pt>
                <c:pt idx="53" formatCode="General">
                  <c:v>3.24</c:v>
                </c:pt>
                <c:pt idx="54" formatCode="General">
                  <c:v>3.3</c:v>
                </c:pt>
                <c:pt idx="55" formatCode="General">
                  <c:v>3.36</c:v>
                </c:pt>
                <c:pt idx="56" formatCode="General">
                  <c:v>3.42</c:v>
                </c:pt>
                <c:pt idx="57" formatCode="General">
                  <c:v>3.48</c:v>
                </c:pt>
                <c:pt idx="58" formatCode="General">
                  <c:v>3.54</c:v>
                </c:pt>
                <c:pt idx="59" formatCode="General">
                  <c:v>3.6</c:v>
                </c:pt>
                <c:pt idx="60" formatCode="General">
                  <c:v>3.66</c:v>
                </c:pt>
                <c:pt idx="61" formatCode="General">
                  <c:v>3.72</c:v>
                </c:pt>
                <c:pt idx="62" formatCode="General">
                  <c:v>3.78</c:v>
                </c:pt>
                <c:pt idx="63" formatCode="General">
                  <c:v>3.84</c:v>
                </c:pt>
                <c:pt idx="64" formatCode="General">
                  <c:v>3.9</c:v>
                </c:pt>
                <c:pt idx="65" formatCode="General">
                  <c:v>3.96</c:v>
                </c:pt>
                <c:pt idx="66" formatCode="General">
                  <c:v>4.0199999999999996</c:v>
                </c:pt>
                <c:pt idx="67" formatCode="General">
                  <c:v>4.08</c:v>
                </c:pt>
                <c:pt idx="68" formatCode="General">
                  <c:v>4.1399999999999997</c:v>
                </c:pt>
                <c:pt idx="69" formatCode="General">
                  <c:v>4.2</c:v>
                </c:pt>
                <c:pt idx="70" formatCode="General">
                  <c:v>4.26</c:v>
                </c:pt>
                <c:pt idx="71" formatCode="General">
                  <c:v>4.32</c:v>
                </c:pt>
                <c:pt idx="72" formatCode="General">
                  <c:v>4.38</c:v>
                </c:pt>
                <c:pt idx="73" formatCode="General">
                  <c:v>4.4400000000000004</c:v>
                </c:pt>
                <c:pt idx="74" formatCode="General">
                  <c:v>4.5</c:v>
                </c:pt>
                <c:pt idx="75" formatCode="General">
                  <c:v>4.5599999999999996</c:v>
                </c:pt>
                <c:pt idx="76" formatCode="General">
                  <c:v>4.62</c:v>
                </c:pt>
                <c:pt idx="77" formatCode="General">
                  <c:v>4.68</c:v>
                </c:pt>
                <c:pt idx="78" formatCode="General">
                  <c:v>4.74</c:v>
                </c:pt>
                <c:pt idx="79" formatCode="General">
                  <c:v>4.8</c:v>
                </c:pt>
                <c:pt idx="80" formatCode="General">
                  <c:v>4.8600000000000003</c:v>
                </c:pt>
                <c:pt idx="81" formatCode="General">
                  <c:v>4.92</c:v>
                </c:pt>
                <c:pt idx="82" formatCode="General">
                  <c:v>4.9800000000000004</c:v>
                </c:pt>
                <c:pt idx="83" formatCode="General">
                  <c:v>5.04</c:v>
                </c:pt>
                <c:pt idx="84" formatCode="General">
                  <c:v>5.0999999999999996</c:v>
                </c:pt>
                <c:pt idx="85" formatCode="General">
                  <c:v>5.16</c:v>
                </c:pt>
                <c:pt idx="86" formatCode="General">
                  <c:v>5.22</c:v>
                </c:pt>
                <c:pt idx="87" formatCode="General">
                  <c:v>5.28</c:v>
                </c:pt>
                <c:pt idx="88" formatCode="General">
                  <c:v>5.34</c:v>
                </c:pt>
                <c:pt idx="89" formatCode="General">
                  <c:v>5.4</c:v>
                </c:pt>
                <c:pt idx="90" formatCode="General">
                  <c:v>5.46</c:v>
                </c:pt>
                <c:pt idx="91" formatCode="General">
                  <c:v>5.52</c:v>
                </c:pt>
                <c:pt idx="92" formatCode="General">
                  <c:v>5.58</c:v>
                </c:pt>
                <c:pt idx="93" formatCode="General">
                  <c:v>5.64</c:v>
                </c:pt>
                <c:pt idx="94" formatCode="General">
                  <c:v>5.7</c:v>
                </c:pt>
                <c:pt idx="95" formatCode="General">
                  <c:v>5.76</c:v>
                </c:pt>
                <c:pt idx="96" formatCode="General">
                  <c:v>5.82</c:v>
                </c:pt>
                <c:pt idx="97" formatCode="General">
                  <c:v>5.88</c:v>
                </c:pt>
                <c:pt idx="98" formatCode="General">
                  <c:v>5.94</c:v>
                </c:pt>
                <c:pt idx="99" formatCode="General">
                  <c:v>6</c:v>
                </c:pt>
                <c:pt idx="100" formatCode="General">
                  <c:v>6.06</c:v>
                </c:pt>
                <c:pt idx="101" formatCode="General">
                  <c:v>6.12</c:v>
                </c:pt>
                <c:pt idx="102" formatCode="General">
                  <c:v>6.18</c:v>
                </c:pt>
                <c:pt idx="103" formatCode="General">
                  <c:v>6.24</c:v>
                </c:pt>
                <c:pt idx="104" formatCode="General">
                  <c:v>6.3</c:v>
                </c:pt>
                <c:pt idx="105" formatCode="General">
                  <c:v>6.36</c:v>
                </c:pt>
                <c:pt idx="106" formatCode="General">
                  <c:v>6.42</c:v>
                </c:pt>
                <c:pt idx="107" formatCode="General">
                  <c:v>6.48</c:v>
                </c:pt>
                <c:pt idx="108" formatCode="General">
                  <c:v>6.54</c:v>
                </c:pt>
                <c:pt idx="109" formatCode="General">
                  <c:v>6.6</c:v>
                </c:pt>
                <c:pt idx="110" formatCode="General">
                  <c:v>6.66</c:v>
                </c:pt>
                <c:pt idx="111" formatCode="General">
                  <c:v>6.72</c:v>
                </c:pt>
                <c:pt idx="112" formatCode="General">
                  <c:v>6.78</c:v>
                </c:pt>
                <c:pt idx="113" formatCode="General">
                  <c:v>6.84</c:v>
                </c:pt>
                <c:pt idx="114" formatCode="General">
                  <c:v>6.9</c:v>
                </c:pt>
                <c:pt idx="115" formatCode="General">
                  <c:v>6.96</c:v>
                </c:pt>
                <c:pt idx="116" formatCode="General">
                  <c:v>7.02</c:v>
                </c:pt>
                <c:pt idx="117" formatCode="General">
                  <c:v>7.08</c:v>
                </c:pt>
                <c:pt idx="118" formatCode="General">
                  <c:v>7.14</c:v>
                </c:pt>
                <c:pt idx="119" formatCode="General">
                  <c:v>7.2</c:v>
                </c:pt>
                <c:pt idx="120" formatCode="General">
                  <c:v>7.26</c:v>
                </c:pt>
                <c:pt idx="121" formatCode="General">
                  <c:v>7.32</c:v>
                </c:pt>
                <c:pt idx="122" formatCode="General">
                  <c:v>7.38</c:v>
                </c:pt>
                <c:pt idx="123" formatCode="General">
                  <c:v>7.44</c:v>
                </c:pt>
                <c:pt idx="124" formatCode="General">
                  <c:v>7.5</c:v>
                </c:pt>
                <c:pt idx="125" formatCode="General">
                  <c:v>7.56</c:v>
                </c:pt>
                <c:pt idx="126" formatCode="General">
                  <c:v>7.62</c:v>
                </c:pt>
                <c:pt idx="127" formatCode="General">
                  <c:v>7.68</c:v>
                </c:pt>
                <c:pt idx="128" formatCode="General">
                  <c:v>7.74</c:v>
                </c:pt>
                <c:pt idx="129" formatCode="General">
                  <c:v>7.8</c:v>
                </c:pt>
                <c:pt idx="130" formatCode="General">
                  <c:v>7.86</c:v>
                </c:pt>
                <c:pt idx="131" formatCode="General">
                  <c:v>7.92</c:v>
                </c:pt>
                <c:pt idx="132" formatCode="General">
                  <c:v>7.98</c:v>
                </c:pt>
                <c:pt idx="133" formatCode="General">
                  <c:v>8.0399999999999991</c:v>
                </c:pt>
                <c:pt idx="134" formatCode="General">
                  <c:v>8.0999990000000004</c:v>
                </c:pt>
                <c:pt idx="135" formatCode="General">
                  <c:v>8.16</c:v>
                </c:pt>
                <c:pt idx="136" formatCode="General">
                  <c:v>8.2200000000000006</c:v>
                </c:pt>
                <c:pt idx="137" formatCode="General">
                  <c:v>8.2799999999999994</c:v>
                </c:pt>
                <c:pt idx="138" formatCode="General">
                  <c:v>8.34</c:v>
                </c:pt>
                <c:pt idx="139" formatCode="General">
                  <c:v>8.4</c:v>
                </c:pt>
                <c:pt idx="140" formatCode="General">
                  <c:v>8.4600000000000009</c:v>
                </c:pt>
                <c:pt idx="141" formatCode="General">
                  <c:v>8.52</c:v>
                </c:pt>
                <c:pt idx="142" formatCode="General">
                  <c:v>8.58</c:v>
                </c:pt>
                <c:pt idx="143" formatCode="General">
                  <c:v>8.6399989999999995</c:v>
                </c:pt>
                <c:pt idx="144" formatCode="General">
                  <c:v>8.6999999999999993</c:v>
                </c:pt>
                <c:pt idx="145" formatCode="General">
                  <c:v>8.76</c:v>
                </c:pt>
                <c:pt idx="146" formatCode="General">
                  <c:v>8.82</c:v>
                </c:pt>
                <c:pt idx="147" formatCode="General">
                  <c:v>8.8800000000000008</c:v>
                </c:pt>
                <c:pt idx="148" formatCode="General">
                  <c:v>8.94</c:v>
                </c:pt>
                <c:pt idx="149" formatCode="General">
                  <c:v>9</c:v>
                </c:pt>
                <c:pt idx="150" formatCode="General">
                  <c:v>9.0599989999999995</c:v>
                </c:pt>
                <c:pt idx="151" formatCode="General">
                  <c:v>9.1199999999999992</c:v>
                </c:pt>
                <c:pt idx="152" formatCode="General">
                  <c:v>9.1799990000000005</c:v>
                </c:pt>
                <c:pt idx="153" formatCode="General">
                  <c:v>9.24</c:v>
                </c:pt>
                <c:pt idx="154" formatCode="General">
                  <c:v>9.3000000000000007</c:v>
                </c:pt>
                <c:pt idx="155" formatCode="General">
                  <c:v>9.36</c:v>
                </c:pt>
                <c:pt idx="156" formatCode="General">
                  <c:v>9.42</c:v>
                </c:pt>
                <c:pt idx="157" formatCode="General">
                  <c:v>9.48</c:v>
                </c:pt>
                <c:pt idx="158" formatCode="General">
                  <c:v>9.5399999999999991</c:v>
                </c:pt>
                <c:pt idx="159" formatCode="General">
                  <c:v>9.5999990000000004</c:v>
                </c:pt>
                <c:pt idx="160" formatCode="General">
                  <c:v>9.66</c:v>
                </c:pt>
                <c:pt idx="161" formatCode="General">
                  <c:v>9.7199989999999996</c:v>
                </c:pt>
                <c:pt idx="162" formatCode="General">
                  <c:v>9.7799999999999994</c:v>
                </c:pt>
                <c:pt idx="163" formatCode="General">
                  <c:v>9.84</c:v>
                </c:pt>
                <c:pt idx="164" formatCode="General">
                  <c:v>9.9</c:v>
                </c:pt>
                <c:pt idx="165" formatCode="General">
                  <c:v>9.9600000000000009</c:v>
                </c:pt>
                <c:pt idx="166" formatCode="General">
                  <c:v>10.02</c:v>
                </c:pt>
                <c:pt idx="167" formatCode="General">
                  <c:v>10.08</c:v>
                </c:pt>
                <c:pt idx="168" formatCode="General">
                  <c:v>10.14</c:v>
                </c:pt>
                <c:pt idx="169" formatCode="General">
                  <c:v>10.199999999999999</c:v>
                </c:pt>
                <c:pt idx="170" formatCode="General">
                  <c:v>10.26</c:v>
                </c:pt>
                <c:pt idx="171" formatCode="General">
                  <c:v>10.32</c:v>
                </c:pt>
                <c:pt idx="172" formatCode="General">
                  <c:v>10.38</c:v>
                </c:pt>
                <c:pt idx="173" formatCode="General">
                  <c:v>10.44</c:v>
                </c:pt>
                <c:pt idx="174" formatCode="General">
                  <c:v>10.5</c:v>
                </c:pt>
                <c:pt idx="175" formatCode="General">
                  <c:v>10.56</c:v>
                </c:pt>
                <c:pt idx="176" formatCode="General">
                  <c:v>10.62</c:v>
                </c:pt>
                <c:pt idx="177" formatCode="General">
                  <c:v>10.68</c:v>
                </c:pt>
                <c:pt idx="178" formatCode="General">
                  <c:v>10.74</c:v>
                </c:pt>
                <c:pt idx="179" formatCode="General">
                  <c:v>10.8</c:v>
                </c:pt>
                <c:pt idx="180" formatCode="General">
                  <c:v>10.86</c:v>
                </c:pt>
                <c:pt idx="181" formatCode="General">
                  <c:v>10.92</c:v>
                </c:pt>
                <c:pt idx="182" formatCode="General">
                  <c:v>10.98</c:v>
                </c:pt>
                <c:pt idx="183" formatCode="General">
                  <c:v>11.04</c:v>
                </c:pt>
                <c:pt idx="184" formatCode="General">
                  <c:v>11.1</c:v>
                </c:pt>
                <c:pt idx="185" formatCode="General">
                  <c:v>11.16</c:v>
                </c:pt>
                <c:pt idx="186" formatCode="General">
                  <c:v>11.22</c:v>
                </c:pt>
                <c:pt idx="187" formatCode="General">
                  <c:v>11.28</c:v>
                </c:pt>
                <c:pt idx="188" formatCode="General">
                  <c:v>11.34</c:v>
                </c:pt>
                <c:pt idx="189" formatCode="General">
                  <c:v>11.4</c:v>
                </c:pt>
                <c:pt idx="190" formatCode="General">
                  <c:v>11.46</c:v>
                </c:pt>
                <c:pt idx="191" formatCode="General">
                  <c:v>11.52</c:v>
                </c:pt>
                <c:pt idx="192" formatCode="General">
                  <c:v>11.58</c:v>
                </c:pt>
                <c:pt idx="193" formatCode="General">
                  <c:v>11.64</c:v>
                </c:pt>
                <c:pt idx="194" formatCode="General">
                  <c:v>11.7</c:v>
                </c:pt>
                <c:pt idx="195" formatCode="General">
                  <c:v>11.76</c:v>
                </c:pt>
                <c:pt idx="196" formatCode="General">
                  <c:v>11.82</c:v>
                </c:pt>
                <c:pt idx="197" formatCode="General">
                  <c:v>11.88</c:v>
                </c:pt>
                <c:pt idx="198" formatCode="General">
                  <c:v>11.94</c:v>
                </c:pt>
                <c:pt idx="199" formatCode="General">
                  <c:v>12</c:v>
                </c:pt>
                <c:pt idx="200" formatCode="General">
                  <c:v>12.06</c:v>
                </c:pt>
                <c:pt idx="201" formatCode="General">
                  <c:v>12.12</c:v>
                </c:pt>
                <c:pt idx="202" formatCode="General">
                  <c:v>12.18</c:v>
                </c:pt>
                <c:pt idx="203" formatCode="General">
                  <c:v>12.24</c:v>
                </c:pt>
                <c:pt idx="204" formatCode="General">
                  <c:v>12.3</c:v>
                </c:pt>
                <c:pt idx="205" formatCode="General">
                  <c:v>12.36</c:v>
                </c:pt>
                <c:pt idx="206" formatCode="General">
                  <c:v>12.42</c:v>
                </c:pt>
                <c:pt idx="207" formatCode="General">
                  <c:v>12.48</c:v>
                </c:pt>
                <c:pt idx="208" formatCode="General">
                  <c:v>12.54</c:v>
                </c:pt>
                <c:pt idx="209" formatCode="General">
                  <c:v>12.6</c:v>
                </c:pt>
                <c:pt idx="210" formatCode="General">
                  <c:v>12.66</c:v>
                </c:pt>
                <c:pt idx="211" formatCode="General">
                  <c:v>12.72</c:v>
                </c:pt>
                <c:pt idx="212" formatCode="General">
                  <c:v>12.78</c:v>
                </c:pt>
                <c:pt idx="213" formatCode="General">
                  <c:v>12.84</c:v>
                </c:pt>
                <c:pt idx="214" formatCode="General">
                  <c:v>12.9</c:v>
                </c:pt>
                <c:pt idx="215" formatCode="General">
                  <c:v>12.96</c:v>
                </c:pt>
                <c:pt idx="216" formatCode="General">
                  <c:v>13.02</c:v>
                </c:pt>
                <c:pt idx="217" formatCode="General">
                  <c:v>13.08</c:v>
                </c:pt>
                <c:pt idx="218" formatCode="General">
                  <c:v>13.14</c:v>
                </c:pt>
                <c:pt idx="219" formatCode="General">
                  <c:v>13.2</c:v>
                </c:pt>
                <c:pt idx="220" formatCode="General">
                  <c:v>13.26</c:v>
                </c:pt>
                <c:pt idx="221" formatCode="General">
                  <c:v>13.32</c:v>
                </c:pt>
                <c:pt idx="222" formatCode="General">
                  <c:v>13.38</c:v>
                </c:pt>
                <c:pt idx="223" formatCode="General">
                  <c:v>13.44</c:v>
                </c:pt>
                <c:pt idx="224" formatCode="General">
                  <c:v>13.5</c:v>
                </c:pt>
                <c:pt idx="225" formatCode="General">
                  <c:v>13.56</c:v>
                </c:pt>
                <c:pt idx="226" formatCode="General">
                  <c:v>13.62</c:v>
                </c:pt>
                <c:pt idx="227" formatCode="General">
                  <c:v>13.68</c:v>
                </c:pt>
                <c:pt idx="228" formatCode="General">
                  <c:v>13.74</c:v>
                </c:pt>
                <c:pt idx="229" formatCode="General">
                  <c:v>13.8</c:v>
                </c:pt>
                <c:pt idx="230" formatCode="General">
                  <c:v>13.86</c:v>
                </c:pt>
                <c:pt idx="231" formatCode="General">
                  <c:v>13.92</c:v>
                </c:pt>
                <c:pt idx="232" formatCode="General">
                  <c:v>13.98</c:v>
                </c:pt>
                <c:pt idx="233" formatCode="General">
                  <c:v>14.04</c:v>
                </c:pt>
                <c:pt idx="234" formatCode="General">
                  <c:v>14.1</c:v>
                </c:pt>
                <c:pt idx="235" formatCode="General">
                  <c:v>14.16</c:v>
                </c:pt>
                <c:pt idx="236" formatCode="General">
                  <c:v>14.22</c:v>
                </c:pt>
                <c:pt idx="237" formatCode="General">
                  <c:v>14.28</c:v>
                </c:pt>
                <c:pt idx="238" formatCode="General">
                  <c:v>14.34</c:v>
                </c:pt>
                <c:pt idx="239" formatCode="General">
                  <c:v>14.4</c:v>
                </c:pt>
                <c:pt idx="240" formatCode="General">
                  <c:v>14.46</c:v>
                </c:pt>
                <c:pt idx="241" formatCode="General">
                  <c:v>14.52</c:v>
                </c:pt>
                <c:pt idx="242" formatCode="General">
                  <c:v>14.58</c:v>
                </c:pt>
                <c:pt idx="243" formatCode="General">
                  <c:v>14.64</c:v>
                </c:pt>
                <c:pt idx="244" formatCode="General">
                  <c:v>14.7</c:v>
                </c:pt>
                <c:pt idx="245" formatCode="General">
                  <c:v>14.76</c:v>
                </c:pt>
                <c:pt idx="246" formatCode="General">
                  <c:v>14.82</c:v>
                </c:pt>
                <c:pt idx="247" formatCode="General">
                  <c:v>14.88</c:v>
                </c:pt>
                <c:pt idx="248" formatCode="General">
                  <c:v>14.94</c:v>
                </c:pt>
                <c:pt idx="249" formatCode="General">
                  <c:v>15</c:v>
                </c:pt>
                <c:pt idx="250" formatCode="General">
                  <c:v>15.06</c:v>
                </c:pt>
                <c:pt idx="251" formatCode="General">
                  <c:v>15.12</c:v>
                </c:pt>
                <c:pt idx="252" formatCode="General">
                  <c:v>15.18</c:v>
                </c:pt>
                <c:pt idx="253" formatCode="General">
                  <c:v>15.24</c:v>
                </c:pt>
                <c:pt idx="254" formatCode="General">
                  <c:v>15.3</c:v>
                </c:pt>
                <c:pt idx="255" formatCode="General">
                  <c:v>15.36</c:v>
                </c:pt>
                <c:pt idx="256" formatCode="General">
                  <c:v>15.42</c:v>
                </c:pt>
                <c:pt idx="257" formatCode="General">
                  <c:v>15.48</c:v>
                </c:pt>
                <c:pt idx="258" formatCode="General">
                  <c:v>15.54</c:v>
                </c:pt>
                <c:pt idx="259" formatCode="General">
                  <c:v>15.6</c:v>
                </c:pt>
                <c:pt idx="260" formatCode="General">
                  <c:v>15.66</c:v>
                </c:pt>
                <c:pt idx="261" formatCode="General">
                  <c:v>15.72</c:v>
                </c:pt>
                <c:pt idx="262" formatCode="General">
                  <c:v>15.78</c:v>
                </c:pt>
                <c:pt idx="263" formatCode="General">
                  <c:v>15.84</c:v>
                </c:pt>
                <c:pt idx="264" formatCode="General">
                  <c:v>15.9</c:v>
                </c:pt>
                <c:pt idx="265" formatCode="General">
                  <c:v>15.96</c:v>
                </c:pt>
                <c:pt idx="266" formatCode="General">
                  <c:v>16.02</c:v>
                </c:pt>
                <c:pt idx="267" formatCode="General">
                  <c:v>16.079999999999998</c:v>
                </c:pt>
                <c:pt idx="268" formatCode="General">
                  <c:v>16.14</c:v>
                </c:pt>
                <c:pt idx="269" formatCode="General">
                  <c:v>16.2</c:v>
                </c:pt>
                <c:pt idx="270" formatCode="General">
                  <c:v>16.260000000000002</c:v>
                </c:pt>
                <c:pt idx="271" formatCode="General">
                  <c:v>16.32</c:v>
                </c:pt>
                <c:pt idx="272" formatCode="General">
                  <c:v>16.38</c:v>
                </c:pt>
                <c:pt idx="273" formatCode="General">
                  <c:v>16.440000000000001</c:v>
                </c:pt>
                <c:pt idx="274" formatCode="General">
                  <c:v>16.5</c:v>
                </c:pt>
                <c:pt idx="275" formatCode="General">
                  <c:v>16.559999999999999</c:v>
                </c:pt>
                <c:pt idx="276" formatCode="General">
                  <c:v>16.62</c:v>
                </c:pt>
                <c:pt idx="277" formatCode="General">
                  <c:v>16.68</c:v>
                </c:pt>
                <c:pt idx="278" formatCode="General">
                  <c:v>16.739999999999998</c:v>
                </c:pt>
                <c:pt idx="279" formatCode="General">
                  <c:v>16.8</c:v>
                </c:pt>
                <c:pt idx="280" formatCode="General">
                  <c:v>16.86</c:v>
                </c:pt>
                <c:pt idx="281" formatCode="General">
                  <c:v>16.920000000000002</c:v>
                </c:pt>
                <c:pt idx="282" formatCode="General">
                  <c:v>16.98</c:v>
                </c:pt>
                <c:pt idx="283" formatCode="General">
                  <c:v>17.04</c:v>
                </c:pt>
                <c:pt idx="284" formatCode="General">
                  <c:v>17.100000000000001</c:v>
                </c:pt>
                <c:pt idx="285" formatCode="General">
                  <c:v>17.16</c:v>
                </c:pt>
                <c:pt idx="286" formatCode="General">
                  <c:v>17.22</c:v>
                </c:pt>
                <c:pt idx="287" formatCode="General">
                  <c:v>17.28</c:v>
                </c:pt>
                <c:pt idx="288" formatCode="General">
                  <c:v>17.34</c:v>
                </c:pt>
                <c:pt idx="289" formatCode="General">
                  <c:v>17.399999999999999</c:v>
                </c:pt>
                <c:pt idx="290" formatCode="General">
                  <c:v>17.46</c:v>
                </c:pt>
                <c:pt idx="291" formatCode="General">
                  <c:v>17.52</c:v>
                </c:pt>
                <c:pt idx="292" formatCode="General">
                  <c:v>17.579999999999998</c:v>
                </c:pt>
                <c:pt idx="293" formatCode="General">
                  <c:v>17.64</c:v>
                </c:pt>
                <c:pt idx="294" formatCode="General">
                  <c:v>17.7</c:v>
                </c:pt>
                <c:pt idx="295" formatCode="General">
                  <c:v>17.760000000000002</c:v>
                </c:pt>
                <c:pt idx="296" formatCode="General">
                  <c:v>17.82</c:v>
                </c:pt>
                <c:pt idx="297" formatCode="General">
                  <c:v>17.88</c:v>
                </c:pt>
                <c:pt idx="298" formatCode="General">
                  <c:v>17.940000000000001</c:v>
                </c:pt>
                <c:pt idx="299" formatCode="General">
                  <c:v>18</c:v>
                </c:pt>
                <c:pt idx="300" formatCode="General">
                  <c:v>18.059999999999999</c:v>
                </c:pt>
                <c:pt idx="301" formatCode="General">
                  <c:v>18.12</c:v>
                </c:pt>
                <c:pt idx="302" formatCode="General">
                  <c:v>18.18</c:v>
                </c:pt>
                <c:pt idx="303" formatCode="General">
                  <c:v>18.239999999999998</c:v>
                </c:pt>
                <c:pt idx="304" formatCode="General">
                  <c:v>18.3</c:v>
                </c:pt>
                <c:pt idx="305" formatCode="General">
                  <c:v>18.36</c:v>
                </c:pt>
                <c:pt idx="306" formatCode="General">
                  <c:v>18.420000000000002</c:v>
                </c:pt>
                <c:pt idx="307" formatCode="General">
                  <c:v>18.48</c:v>
                </c:pt>
                <c:pt idx="308" formatCode="General">
                  <c:v>18.54</c:v>
                </c:pt>
                <c:pt idx="309" formatCode="General">
                  <c:v>18.600000000000001</c:v>
                </c:pt>
                <c:pt idx="310" formatCode="General">
                  <c:v>18.66</c:v>
                </c:pt>
                <c:pt idx="311" formatCode="General">
                  <c:v>18.72</c:v>
                </c:pt>
                <c:pt idx="312" formatCode="General">
                  <c:v>18.78</c:v>
                </c:pt>
                <c:pt idx="313" formatCode="General">
                  <c:v>18.84</c:v>
                </c:pt>
                <c:pt idx="314" formatCode="General">
                  <c:v>18.899999999999999</c:v>
                </c:pt>
                <c:pt idx="315" formatCode="General">
                  <c:v>18.96</c:v>
                </c:pt>
                <c:pt idx="316" formatCode="General">
                  <c:v>19.02</c:v>
                </c:pt>
                <c:pt idx="317" formatCode="General">
                  <c:v>19.079999999999998</c:v>
                </c:pt>
                <c:pt idx="318" formatCode="General">
                  <c:v>19.14</c:v>
                </c:pt>
                <c:pt idx="319" formatCode="General">
                  <c:v>19.2</c:v>
                </c:pt>
                <c:pt idx="320" formatCode="General">
                  <c:v>19.260000000000002</c:v>
                </c:pt>
                <c:pt idx="321" formatCode="General">
                  <c:v>19.32</c:v>
                </c:pt>
                <c:pt idx="322" formatCode="General">
                  <c:v>19.38</c:v>
                </c:pt>
                <c:pt idx="323" formatCode="General">
                  <c:v>19.440000000000001</c:v>
                </c:pt>
                <c:pt idx="324" formatCode="General">
                  <c:v>19.5</c:v>
                </c:pt>
                <c:pt idx="325" formatCode="General">
                  <c:v>19.559999999999999</c:v>
                </c:pt>
                <c:pt idx="326" formatCode="General">
                  <c:v>19.62</c:v>
                </c:pt>
                <c:pt idx="327" formatCode="General">
                  <c:v>19.68</c:v>
                </c:pt>
                <c:pt idx="328" formatCode="General">
                  <c:v>19.739999999999998</c:v>
                </c:pt>
                <c:pt idx="329" formatCode="General">
                  <c:v>19.8</c:v>
                </c:pt>
                <c:pt idx="330" formatCode="General">
                  <c:v>19.86</c:v>
                </c:pt>
                <c:pt idx="331" formatCode="General">
                  <c:v>19.920000000000002</c:v>
                </c:pt>
                <c:pt idx="332" formatCode="General">
                  <c:v>19.98</c:v>
                </c:pt>
                <c:pt idx="333" formatCode="General">
                  <c:v>20.04</c:v>
                </c:pt>
                <c:pt idx="334" formatCode="General">
                  <c:v>20.100000000000001</c:v>
                </c:pt>
                <c:pt idx="335" formatCode="General">
                  <c:v>20.16</c:v>
                </c:pt>
                <c:pt idx="336" formatCode="General">
                  <c:v>20.22</c:v>
                </c:pt>
                <c:pt idx="337" formatCode="General">
                  <c:v>20.28</c:v>
                </c:pt>
                <c:pt idx="338" formatCode="General">
                  <c:v>20.34</c:v>
                </c:pt>
                <c:pt idx="339" formatCode="General">
                  <c:v>20.399999999999999</c:v>
                </c:pt>
                <c:pt idx="340" formatCode="General">
                  <c:v>20.46</c:v>
                </c:pt>
                <c:pt idx="341" formatCode="General">
                  <c:v>20.52</c:v>
                </c:pt>
                <c:pt idx="342" formatCode="General">
                  <c:v>20.58</c:v>
                </c:pt>
                <c:pt idx="343" formatCode="General">
                  <c:v>20.64</c:v>
                </c:pt>
                <c:pt idx="344" formatCode="General">
                  <c:v>20.7</c:v>
                </c:pt>
                <c:pt idx="345" formatCode="General">
                  <c:v>20.76</c:v>
                </c:pt>
                <c:pt idx="346" formatCode="General">
                  <c:v>20.82</c:v>
                </c:pt>
                <c:pt idx="347" formatCode="General">
                  <c:v>20.88</c:v>
                </c:pt>
                <c:pt idx="348" formatCode="General">
                  <c:v>20.94</c:v>
                </c:pt>
                <c:pt idx="349" formatCode="General">
                  <c:v>21</c:v>
                </c:pt>
                <c:pt idx="350" formatCode="General">
                  <c:v>21.06</c:v>
                </c:pt>
                <c:pt idx="351" formatCode="General">
                  <c:v>21.12</c:v>
                </c:pt>
                <c:pt idx="352" formatCode="General">
                  <c:v>21.18</c:v>
                </c:pt>
                <c:pt idx="353" formatCode="General">
                  <c:v>21.24</c:v>
                </c:pt>
                <c:pt idx="354" formatCode="General">
                  <c:v>21.3</c:v>
                </c:pt>
                <c:pt idx="355" formatCode="General">
                  <c:v>21.36</c:v>
                </c:pt>
                <c:pt idx="356" formatCode="General">
                  <c:v>21.42</c:v>
                </c:pt>
                <c:pt idx="357" formatCode="General">
                  <c:v>21.48</c:v>
                </c:pt>
                <c:pt idx="358" formatCode="General">
                  <c:v>21.54</c:v>
                </c:pt>
                <c:pt idx="359" formatCode="General">
                  <c:v>21.6</c:v>
                </c:pt>
                <c:pt idx="360" formatCode="General">
                  <c:v>21.66</c:v>
                </c:pt>
                <c:pt idx="361" formatCode="General">
                  <c:v>21.72</c:v>
                </c:pt>
                <c:pt idx="362" formatCode="General">
                  <c:v>21.78</c:v>
                </c:pt>
                <c:pt idx="363" formatCode="General">
                  <c:v>21.84</c:v>
                </c:pt>
                <c:pt idx="364" formatCode="General">
                  <c:v>21.9</c:v>
                </c:pt>
                <c:pt idx="365" formatCode="General">
                  <c:v>21.96</c:v>
                </c:pt>
                <c:pt idx="366" formatCode="General">
                  <c:v>22.02</c:v>
                </c:pt>
                <c:pt idx="367" formatCode="General">
                  <c:v>22.08</c:v>
                </c:pt>
                <c:pt idx="368" formatCode="General">
                  <c:v>22.14</c:v>
                </c:pt>
                <c:pt idx="369" formatCode="General">
                  <c:v>22.2</c:v>
                </c:pt>
                <c:pt idx="370" formatCode="General">
                  <c:v>22.26</c:v>
                </c:pt>
                <c:pt idx="371" formatCode="General">
                  <c:v>22.32</c:v>
                </c:pt>
                <c:pt idx="372" formatCode="General">
                  <c:v>22.38</c:v>
                </c:pt>
                <c:pt idx="373" formatCode="General">
                  <c:v>22.44</c:v>
                </c:pt>
                <c:pt idx="374" formatCode="General">
                  <c:v>22.5</c:v>
                </c:pt>
                <c:pt idx="375" formatCode="General">
                  <c:v>22.56</c:v>
                </c:pt>
                <c:pt idx="376" formatCode="General">
                  <c:v>22.62</c:v>
                </c:pt>
                <c:pt idx="377" formatCode="General">
                  <c:v>22.68</c:v>
                </c:pt>
                <c:pt idx="378" formatCode="General">
                  <c:v>22.74</c:v>
                </c:pt>
                <c:pt idx="379" formatCode="General">
                  <c:v>22.8</c:v>
                </c:pt>
                <c:pt idx="380" formatCode="General">
                  <c:v>22.86</c:v>
                </c:pt>
                <c:pt idx="381" formatCode="General">
                  <c:v>22.92</c:v>
                </c:pt>
                <c:pt idx="382" formatCode="General">
                  <c:v>22.98</c:v>
                </c:pt>
                <c:pt idx="383" formatCode="General">
                  <c:v>23.04</c:v>
                </c:pt>
                <c:pt idx="384" formatCode="General">
                  <c:v>23.1</c:v>
                </c:pt>
                <c:pt idx="385" formatCode="General">
                  <c:v>23.16</c:v>
                </c:pt>
                <c:pt idx="386" formatCode="General">
                  <c:v>23.22</c:v>
                </c:pt>
                <c:pt idx="387" formatCode="General">
                  <c:v>23.28</c:v>
                </c:pt>
                <c:pt idx="388" formatCode="General">
                  <c:v>23.34</c:v>
                </c:pt>
                <c:pt idx="389" formatCode="General">
                  <c:v>23.4</c:v>
                </c:pt>
                <c:pt idx="390" formatCode="General">
                  <c:v>23.46</c:v>
                </c:pt>
                <c:pt idx="391" formatCode="General">
                  <c:v>23.52</c:v>
                </c:pt>
                <c:pt idx="392" formatCode="General">
                  <c:v>23.58</c:v>
                </c:pt>
                <c:pt idx="393" formatCode="General">
                  <c:v>23.64</c:v>
                </c:pt>
                <c:pt idx="394" formatCode="General">
                  <c:v>23.7</c:v>
                </c:pt>
                <c:pt idx="395" formatCode="General">
                  <c:v>23.76</c:v>
                </c:pt>
                <c:pt idx="396" formatCode="General">
                  <c:v>23.82</c:v>
                </c:pt>
                <c:pt idx="397" formatCode="General">
                  <c:v>23.88</c:v>
                </c:pt>
                <c:pt idx="398" formatCode="General">
                  <c:v>23.94</c:v>
                </c:pt>
                <c:pt idx="399" formatCode="General">
                  <c:v>24</c:v>
                </c:pt>
                <c:pt idx="400" formatCode="General">
                  <c:v>24.06</c:v>
                </c:pt>
                <c:pt idx="401" formatCode="General">
                  <c:v>24.12</c:v>
                </c:pt>
                <c:pt idx="402" formatCode="General">
                  <c:v>24.18</c:v>
                </c:pt>
                <c:pt idx="403" formatCode="General">
                  <c:v>24.24</c:v>
                </c:pt>
                <c:pt idx="404" formatCode="General">
                  <c:v>24.3</c:v>
                </c:pt>
                <c:pt idx="405" formatCode="General">
                  <c:v>24.36</c:v>
                </c:pt>
                <c:pt idx="406" formatCode="General">
                  <c:v>24.42</c:v>
                </c:pt>
                <c:pt idx="407" formatCode="General">
                  <c:v>24.48</c:v>
                </c:pt>
                <c:pt idx="408" formatCode="General">
                  <c:v>24.54</c:v>
                </c:pt>
                <c:pt idx="409" formatCode="General">
                  <c:v>24.6</c:v>
                </c:pt>
                <c:pt idx="410" formatCode="General">
                  <c:v>24.66</c:v>
                </c:pt>
                <c:pt idx="411" formatCode="General">
                  <c:v>24.72</c:v>
                </c:pt>
                <c:pt idx="412" formatCode="General">
                  <c:v>24.78</c:v>
                </c:pt>
                <c:pt idx="413" formatCode="General">
                  <c:v>24.84</c:v>
                </c:pt>
                <c:pt idx="414" formatCode="General">
                  <c:v>24.9</c:v>
                </c:pt>
                <c:pt idx="415" formatCode="General">
                  <c:v>24.96</c:v>
                </c:pt>
                <c:pt idx="416" formatCode="General">
                  <c:v>25.02</c:v>
                </c:pt>
                <c:pt idx="417" formatCode="General">
                  <c:v>25.08</c:v>
                </c:pt>
                <c:pt idx="418" formatCode="General">
                  <c:v>25.14</c:v>
                </c:pt>
                <c:pt idx="419" formatCode="General">
                  <c:v>25.2</c:v>
                </c:pt>
                <c:pt idx="420" formatCode="General">
                  <c:v>25.26</c:v>
                </c:pt>
                <c:pt idx="421" formatCode="General">
                  <c:v>25.32</c:v>
                </c:pt>
                <c:pt idx="422" formatCode="General">
                  <c:v>25.38</c:v>
                </c:pt>
                <c:pt idx="423" formatCode="General">
                  <c:v>25.44</c:v>
                </c:pt>
                <c:pt idx="424" formatCode="General">
                  <c:v>25.5</c:v>
                </c:pt>
                <c:pt idx="425" formatCode="General">
                  <c:v>25.56</c:v>
                </c:pt>
                <c:pt idx="426" formatCode="General">
                  <c:v>25.62</c:v>
                </c:pt>
                <c:pt idx="427" formatCode="General">
                  <c:v>25.68</c:v>
                </c:pt>
                <c:pt idx="428" formatCode="General">
                  <c:v>25.74</c:v>
                </c:pt>
                <c:pt idx="429" formatCode="General">
                  <c:v>25.8</c:v>
                </c:pt>
                <c:pt idx="430" formatCode="General">
                  <c:v>25.86</c:v>
                </c:pt>
                <c:pt idx="431" formatCode="General">
                  <c:v>25.92</c:v>
                </c:pt>
                <c:pt idx="432" formatCode="General">
                  <c:v>25.98</c:v>
                </c:pt>
                <c:pt idx="433" formatCode="General">
                  <c:v>26.04</c:v>
                </c:pt>
                <c:pt idx="434" formatCode="General">
                  <c:v>26.1</c:v>
                </c:pt>
                <c:pt idx="435" formatCode="General">
                  <c:v>26.16</c:v>
                </c:pt>
                <c:pt idx="436" formatCode="General">
                  <c:v>26.22</c:v>
                </c:pt>
                <c:pt idx="437" formatCode="General">
                  <c:v>26.28</c:v>
                </c:pt>
                <c:pt idx="438" formatCode="General">
                  <c:v>26.34</c:v>
                </c:pt>
                <c:pt idx="439" formatCode="General">
                  <c:v>26.4</c:v>
                </c:pt>
                <c:pt idx="440" formatCode="General">
                  <c:v>26.46</c:v>
                </c:pt>
                <c:pt idx="441" formatCode="General">
                  <c:v>26.52</c:v>
                </c:pt>
                <c:pt idx="442" formatCode="General">
                  <c:v>26.58</c:v>
                </c:pt>
                <c:pt idx="443" formatCode="General">
                  <c:v>26.64</c:v>
                </c:pt>
                <c:pt idx="444" formatCode="General">
                  <c:v>26.7</c:v>
                </c:pt>
                <c:pt idx="445" formatCode="General">
                  <c:v>26.76</c:v>
                </c:pt>
                <c:pt idx="446" formatCode="General">
                  <c:v>26.82</c:v>
                </c:pt>
                <c:pt idx="447" formatCode="General">
                  <c:v>26.88</c:v>
                </c:pt>
                <c:pt idx="448" formatCode="General">
                  <c:v>26.94</c:v>
                </c:pt>
                <c:pt idx="449" formatCode="General">
                  <c:v>27</c:v>
                </c:pt>
                <c:pt idx="450" formatCode="General">
                  <c:v>27.06</c:v>
                </c:pt>
                <c:pt idx="451" formatCode="General">
                  <c:v>27.12</c:v>
                </c:pt>
                <c:pt idx="452" formatCode="General">
                  <c:v>27.18</c:v>
                </c:pt>
                <c:pt idx="453" formatCode="General">
                  <c:v>27.24</c:v>
                </c:pt>
                <c:pt idx="454" formatCode="General">
                  <c:v>27.3</c:v>
                </c:pt>
                <c:pt idx="455" formatCode="General">
                  <c:v>27.36</c:v>
                </c:pt>
                <c:pt idx="456" formatCode="General">
                  <c:v>27.42</c:v>
                </c:pt>
                <c:pt idx="457" formatCode="General">
                  <c:v>27.48</c:v>
                </c:pt>
                <c:pt idx="458" formatCode="General">
                  <c:v>27.54</c:v>
                </c:pt>
                <c:pt idx="459" formatCode="General">
                  <c:v>27.6</c:v>
                </c:pt>
                <c:pt idx="460" formatCode="General">
                  <c:v>27.66</c:v>
                </c:pt>
                <c:pt idx="461" formatCode="General">
                  <c:v>27.72</c:v>
                </c:pt>
                <c:pt idx="462" formatCode="General">
                  <c:v>27.78</c:v>
                </c:pt>
                <c:pt idx="463" formatCode="General">
                  <c:v>27.84</c:v>
                </c:pt>
                <c:pt idx="464" formatCode="General">
                  <c:v>27.9</c:v>
                </c:pt>
                <c:pt idx="465" formatCode="General">
                  <c:v>27.96</c:v>
                </c:pt>
                <c:pt idx="466" formatCode="General">
                  <c:v>28.02</c:v>
                </c:pt>
                <c:pt idx="467" formatCode="General">
                  <c:v>28.08</c:v>
                </c:pt>
                <c:pt idx="468" formatCode="General">
                  <c:v>28.14</c:v>
                </c:pt>
                <c:pt idx="469" formatCode="General">
                  <c:v>28.2</c:v>
                </c:pt>
                <c:pt idx="470" formatCode="General">
                  <c:v>28.26</c:v>
                </c:pt>
                <c:pt idx="471" formatCode="General">
                  <c:v>28.32</c:v>
                </c:pt>
                <c:pt idx="472" formatCode="General">
                  <c:v>28.38</c:v>
                </c:pt>
                <c:pt idx="473" formatCode="General">
                  <c:v>28.44</c:v>
                </c:pt>
                <c:pt idx="474" formatCode="General">
                  <c:v>28.5</c:v>
                </c:pt>
                <c:pt idx="475" formatCode="General">
                  <c:v>28.56</c:v>
                </c:pt>
                <c:pt idx="476" formatCode="General">
                  <c:v>28.62</c:v>
                </c:pt>
                <c:pt idx="477" formatCode="General">
                  <c:v>28.68</c:v>
                </c:pt>
                <c:pt idx="478" formatCode="General">
                  <c:v>28.74</c:v>
                </c:pt>
                <c:pt idx="479" formatCode="General">
                  <c:v>28.8</c:v>
                </c:pt>
                <c:pt idx="480" formatCode="General">
                  <c:v>28.86</c:v>
                </c:pt>
                <c:pt idx="481" formatCode="General">
                  <c:v>28.92</c:v>
                </c:pt>
                <c:pt idx="482" formatCode="General">
                  <c:v>28.98</c:v>
                </c:pt>
                <c:pt idx="483" formatCode="General">
                  <c:v>29.04</c:v>
                </c:pt>
                <c:pt idx="484" formatCode="General">
                  <c:v>29.1</c:v>
                </c:pt>
                <c:pt idx="485" formatCode="General">
                  <c:v>29.16</c:v>
                </c:pt>
                <c:pt idx="486" formatCode="General">
                  <c:v>29.22</c:v>
                </c:pt>
                <c:pt idx="487" formatCode="General">
                  <c:v>29.28</c:v>
                </c:pt>
                <c:pt idx="488" formatCode="General">
                  <c:v>29.34</c:v>
                </c:pt>
                <c:pt idx="489" formatCode="General">
                  <c:v>29.4</c:v>
                </c:pt>
                <c:pt idx="490" formatCode="General">
                  <c:v>29.46</c:v>
                </c:pt>
                <c:pt idx="491" formatCode="General">
                  <c:v>29.52</c:v>
                </c:pt>
                <c:pt idx="492" formatCode="General">
                  <c:v>29.58</c:v>
                </c:pt>
                <c:pt idx="493" formatCode="General">
                  <c:v>29.64</c:v>
                </c:pt>
                <c:pt idx="494" formatCode="General">
                  <c:v>29.7</c:v>
                </c:pt>
                <c:pt idx="495" formatCode="General">
                  <c:v>29.76</c:v>
                </c:pt>
                <c:pt idx="496" formatCode="General">
                  <c:v>29.82</c:v>
                </c:pt>
                <c:pt idx="497" formatCode="General">
                  <c:v>29.88</c:v>
                </c:pt>
                <c:pt idx="498" formatCode="General">
                  <c:v>29.94</c:v>
                </c:pt>
                <c:pt idx="499" formatCode="General">
                  <c:v>30</c:v>
                </c:pt>
                <c:pt idx="500" formatCode="General">
                  <c:v>30.06</c:v>
                </c:pt>
                <c:pt idx="501" formatCode="General">
                  <c:v>30.12</c:v>
                </c:pt>
                <c:pt idx="502" formatCode="General">
                  <c:v>30.18</c:v>
                </c:pt>
                <c:pt idx="503" formatCode="General">
                  <c:v>30.24</c:v>
                </c:pt>
                <c:pt idx="504" formatCode="General">
                  <c:v>30.3</c:v>
                </c:pt>
                <c:pt idx="505" formatCode="General">
                  <c:v>30.36</c:v>
                </c:pt>
                <c:pt idx="506" formatCode="General">
                  <c:v>30.42</c:v>
                </c:pt>
                <c:pt idx="507" formatCode="General">
                  <c:v>30.48</c:v>
                </c:pt>
                <c:pt idx="508" formatCode="General">
                  <c:v>30.54</c:v>
                </c:pt>
                <c:pt idx="509" formatCode="General">
                  <c:v>30.6</c:v>
                </c:pt>
                <c:pt idx="510" formatCode="General">
                  <c:v>30.66</c:v>
                </c:pt>
                <c:pt idx="511" formatCode="General">
                  <c:v>30.72</c:v>
                </c:pt>
                <c:pt idx="512" formatCode="General">
                  <c:v>30.78</c:v>
                </c:pt>
                <c:pt idx="513" formatCode="General">
                  <c:v>30.84</c:v>
                </c:pt>
                <c:pt idx="514" formatCode="General">
                  <c:v>30.9</c:v>
                </c:pt>
                <c:pt idx="515" formatCode="General">
                  <c:v>30.96</c:v>
                </c:pt>
                <c:pt idx="516" formatCode="General">
                  <c:v>31.02</c:v>
                </c:pt>
              </c:numCache>
            </c:numRef>
          </c:xVal>
          <c:yVal>
            <c:numRef>
              <c:f>Sheet1!$E$2:$E$1550</c:f>
              <c:numCache>
                <c:formatCode>0.00E+00</c:formatCode>
                <c:ptCount val="517"/>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2.7443229999999999E-2</c:v>
                </c:pt>
                <c:pt idx="42">
                  <c:v>0.26987290000000003</c:v>
                </c:pt>
                <c:pt idx="43" formatCode="General">
                  <c:v>2.6351629999999999</c:v>
                </c:pt>
                <c:pt idx="44" formatCode="General">
                  <c:v>6.905227</c:v>
                </c:pt>
                <c:pt idx="45" formatCode="General">
                  <c:v>7.1115950000000003</c:v>
                </c:pt>
                <c:pt idx="46" formatCode="General">
                  <c:v>4.9409979999999996</c:v>
                </c:pt>
                <c:pt idx="47" formatCode="General">
                  <c:v>3.014335</c:v>
                </c:pt>
                <c:pt idx="48" formatCode="General">
                  <c:v>1.892185</c:v>
                </c:pt>
                <c:pt idx="49" formatCode="General">
                  <c:v>1.2601629999999999</c:v>
                </c:pt>
                <c:pt idx="50">
                  <c:v>0.91772940000000003</c:v>
                </c:pt>
                <c:pt idx="51">
                  <c:v>0.67895000000000005</c:v>
                </c:pt>
                <c:pt idx="52">
                  <c:v>0.5461897</c:v>
                </c:pt>
                <c:pt idx="53">
                  <c:v>0.48145130000000003</c:v>
                </c:pt>
                <c:pt idx="54">
                  <c:v>0.3988582</c:v>
                </c:pt>
                <c:pt idx="55">
                  <c:v>0.37761600000000001</c:v>
                </c:pt>
                <c:pt idx="56">
                  <c:v>0.33926709999999999</c:v>
                </c:pt>
                <c:pt idx="57">
                  <c:v>0.34980919999999999</c:v>
                </c:pt>
                <c:pt idx="58">
                  <c:v>0.30167929999999998</c:v>
                </c:pt>
                <c:pt idx="59">
                  <c:v>0.26895010000000003</c:v>
                </c:pt>
                <c:pt idx="60">
                  <c:v>0.29222969999999998</c:v>
                </c:pt>
                <c:pt idx="61">
                  <c:v>0.3003169</c:v>
                </c:pt>
                <c:pt idx="62">
                  <c:v>0.2730321</c:v>
                </c:pt>
                <c:pt idx="63">
                  <c:v>0.30275150000000001</c:v>
                </c:pt>
                <c:pt idx="64">
                  <c:v>0.34551080000000001</c:v>
                </c:pt>
                <c:pt idx="65">
                  <c:v>0.39923779999999998</c:v>
                </c:pt>
                <c:pt idx="66">
                  <c:v>0.43386530000000001</c:v>
                </c:pt>
                <c:pt idx="67">
                  <c:v>0.60079190000000005</c:v>
                </c:pt>
                <c:pt idx="68">
                  <c:v>0.70474170000000003</c:v>
                </c:pt>
                <c:pt idx="69">
                  <c:v>0.75846930000000001</c:v>
                </c:pt>
                <c:pt idx="70">
                  <c:v>0.77640750000000003</c:v>
                </c:pt>
                <c:pt idx="71">
                  <c:v>0.82323449999999998</c:v>
                </c:pt>
                <c:pt idx="72">
                  <c:v>0.9531752</c:v>
                </c:pt>
                <c:pt idx="73">
                  <c:v>0.9309885</c:v>
                </c:pt>
                <c:pt idx="74" formatCode="General">
                  <c:v>1.05661</c:v>
                </c:pt>
                <c:pt idx="75" formatCode="General">
                  <c:v>1.1559999999999999</c:v>
                </c:pt>
                <c:pt idx="76" formatCode="General">
                  <c:v>1.199028</c:v>
                </c:pt>
                <c:pt idx="77" formatCode="General">
                  <c:v>1.225406</c:v>
                </c:pt>
                <c:pt idx="78" formatCode="General">
                  <c:v>1.2906470000000001</c:v>
                </c:pt>
                <c:pt idx="79" formatCode="General">
                  <c:v>1.4395439999999999</c:v>
                </c:pt>
                <c:pt idx="80" formatCode="General">
                  <c:v>1.451897</c:v>
                </c:pt>
                <c:pt idx="81" formatCode="General">
                  <c:v>1.5994660000000001</c:v>
                </c:pt>
                <c:pt idx="82" formatCode="General">
                  <c:v>1.632512</c:v>
                </c:pt>
                <c:pt idx="83" formatCode="General">
                  <c:v>1.7068179999999999</c:v>
                </c:pt>
                <c:pt idx="84" formatCode="General">
                  <c:v>1.6514310000000001</c:v>
                </c:pt>
                <c:pt idx="85" formatCode="General">
                  <c:v>1.645475</c:v>
                </c:pt>
                <c:pt idx="86" formatCode="General">
                  <c:v>1.5247170000000001</c:v>
                </c:pt>
                <c:pt idx="87" formatCode="General">
                  <c:v>1.600865</c:v>
                </c:pt>
                <c:pt idx="88" formatCode="General">
                  <c:v>1.3869100000000001</c:v>
                </c:pt>
                <c:pt idx="89" formatCode="General">
                  <c:v>1.3176429999999999</c:v>
                </c:pt>
                <c:pt idx="90" formatCode="General">
                  <c:v>1.2200390000000001</c:v>
                </c:pt>
                <c:pt idx="91" formatCode="General">
                  <c:v>1.1109450000000001</c:v>
                </c:pt>
                <c:pt idx="92">
                  <c:v>0.97092880000000004</c:v>
                </c:pt>
                <c:pt idx="93">
                  <c:v>0.81720099999999996</c:v>
                </c:pt>
                <c:pt idx="94">
                  <c:v>0.67918719999999999</c:v>
                </c:pt>
                <c:pt idx="95">
                  <c:v>0.54873700000000003</c:v>
                </c:pt>
                <c:pt idx="96">
                  <c:v>0.48642449999999998</c:v>
                </c:pt>
                <c:pt idx="97">
                  <c:v>0.43544640000000001</c:v>
                </c:pt>
                <c:pt idx="98">
                  <c:v>0.38983800000000002</c:v>
                </c:pt>
                <c:pt idx="99">
                  <c:v>0.3891559</c:v>
                </c:pt>
                <c:pt idx="100">
                  <c:v>0.39024950000000003</c:v>
                </c:pt>
                <c:pt idx="101">
                  <c:v>0.4159233</c:v>
                </c:pt>
                <c:pt idx="102">
                  <c:v>0.45492320000000003</c:v>
                </c:pt>
                <c:pt idx="103">
                  <c:v>0.49476350000000002</c:v>
                </c:pt>
                <c:pt idx="104">
                  <c:v>0.57286840000000006</c:v>
                </c:pt>
                <c:pt idx="105">
                  <c:v>0.67778079999999996</c:v>
                </c:pt>
                <c:pt idx="106">
                  <c:v>0.76958210000000005</c:v>
                </c:pt>
                <c:pt idx="107">
                  <c:v>0.89970740000000005</c:v>
                </c:pt>
                <c:pt idx="108" formatCode="General">
                  <c:v>1.0412490000000001</c:v>
                </c:pt>
                <c:pt idx="109" formatCode="General">
                  <c:v>1.181211</c:v>
                </c:pt>
                <c:pt idx="110" formatCode="General">
                  <c:v>1.3087299999999999</c:v>
                </c:pt>
                <c:pt idx="111" formatCode="General">
                  <c:v>1.458245</c:v>
                </c:pt>
                <c:pt idx="112" formatCode="General">
                  <c:v>1.4681299999999999</c:v>
                </c:pt>
                <c:pt idx="113" formatCode="General">
                  <c:v>1.4805969999999999</c:v>
                </c:pt>
                <c:pt idx="114" formatCode="General">
                  <c:v>1.4068080000000001</c:v>
                </c:pt>
                <c:pt idx="115" formatCode="General">
                  <c:v>1.426938</c:v>
                </c:pt>
                <c:pt idx="116" formatCode="General">
                  <c:v>1.400474</c:v>
                </c:pt>
                <c:pt idx="117" formatCode="General">
                  <c:v>1.323348</c:v>
                </c:pt>
                <c:pt idx="118" formatCode="General">
                  <c:v>1.2004809999999999</c:v>
                </c:pt>
                <c:pt idx="119" formatCode="General">
                  <c:v>1.1523680000000001</c:v>
                </c:pt>
                <c:pt idx="120" formatCode="General">
                  <c:v>1.075407</c:v>
                </c:pt>
                <c:pt idx="121" formatCode="General">
                  <c:v>1.036832</c:v>
                </c:pt>
                <c:pt idx="122" formatCode="General">
                  <c:v>1.034565</c:v>
                </c:pt>
                <c:pt idx="123" formatCode="General">
                  <c:v>1.0428919999999999</c:v>
                </c:pt>
                <c:pt idx="124" formatCode="General">
                  <c:v>1.0250809999999999</c:v>
                </c:pt>
                <c:pt idx="125" formatCode="General">
                  <c:v>1.0320959999999999</c:v>
                </c:pt>
                <c:pt idx="126" formatCode="General">
                  <c:v>1.0699350000000001</c:v>
                </c:pt>
                <c:pt idx="127" formatCode="General">
                  <c:v>1.059874</c:v>
                </c:pt>
                <c:pt idx="128" formatCode="General">
                  <c:v>1.0943039999999999</c:v>
                </c:pt>
                <c:pt idx="129" formatCode="General">
                  <c:v>1.040735</c:v>
                </c:pt>
                <c:pt idx="130">
                  <c:v>0.98150559999999998</c:v>
                </c:pt>
                <c:pt idx="131">
                  <c:v>0.98870469999999999</c:v>
                </c:pt>
                <c:pt idx="132">
                  <c:v>0.95894559999999995</c:v>
                </c:pt>
                <c:pt idx="133">
                  <c:v>0.93825720000000001</c:v>
                </c:pt>
                <c:pt idx="134">
                  <c:v>0.88231570000000004</c:v>
                </c:pt>
                <c:pt idx="135">
                  <c:v>0.84220729999999999</c:v>
                </c:pt>
                <c:pt idx="136">
                  <c:v>0.7912669</c:v>
                </c:pt>
                <c:pt idx="137">
                  <c:v>0.75070429999999999</c:v>
                </c:pt>
                <c:pt idx="138">
                  <c:v>0.70640440000000004</c:v>
                </c:pt>
                <c:pt idx="139">
                  <c:v>0.66100910000000002</c:v>
                </c:pt>
                <c:pt idx="140">
                  <c:v>0.64473579999999997</c:v>
                </c:pt>
                <c:pt idx="141">
                  <c:v>0.64418240000000004</c:v>
                </c:pt>
                <c:pt idx="142">
                  <c:v>0.64886279999999996</c:v>
                </c:pt>
                <c:pt idx="143">
                  <c:v>0.67454320000000001</c:v>
                </c:pt>
                <c:pt idx="144">
                  <c:v>0.76428260000000003</c:v>
                </c:pt>
                <c:pt idx="145">
                  <c:v>0.82145950000000001</c:v>
                </c:pt>
                <c:pt idx="146">
                  <c:v>0.90958640000000002</c:v>
                </c:pt>
                <c:pt idx="147">
                  <c:v>0.97877320000000001</c:v>
                </c:pt>
                <c:pt idx="148" formatCode="General">
                  <c:v>1.1089290000000001</c:v>
                </c:pt>
                <c:pt idx="149" formatCode="General">
                  <c:v>1.186714</c:v>
                </c:pt>
                <c:pt idx="150" formatCode="General">
                  <c:v>1.3079149999999999</c:v>
                </c:pt>
                <c:pt idx="151" formatCode="General">
                  <c:v>1.358298</c:v>
                </c:pt>
                <c:pt idx="152" formatCode="General">
                  <c:v>1.41537</c:v>
                </c:pt>
                <c:pt idx="153" formatCode="General">
                  <c:v>1.421073</c:v>
                </c:pt>
                <c:pt idx="154" formatCode="General">
                  <c:v>1.37443</c:v>
                </c:pt>
                <c:pt idx="155" formatCode="General">
                  <c:v>1.3718619999999999</c:v>
                </c:pt>
                <c:pt idx="156" formatCode="General">
                  <c:v>1.2941609999999999</c:v>
                </c:pt>
                <c:pt idx="157" formatCode="General">
                  <c:v>1.238896</c:v>
                </c:pt>
                <c:pt idx="158" formatCode="General">
                  <c:v>1.1791700000000001</c:v>
                </c:pt>
                <c:pt idx="159" formatCode="General">
                  <c:v>1.0969789999999999</c:v>
                </c:pt>
                <c:pt idx="160" formatCode="General">
                  <c:v>1.029088</c:v>
                </c:pt>
                <c:pt idx="161">
                  <c:v>0.97583980000000003</c:v>
                </c:pt>
                <c:pt idx="162">
                  <c:v>0.94343920000000003</c:v>
                </c:pt>
                <c:pt idx="163">
                  <c:v>0.95703009999999999</c:v>
                </c:pt>
                <c:pt idx="164">
                  <c:v>0.92494710000000002</c:v>
                </c:pt>
                <c:pt idx="165">
                  <c:v>0.94356819999999997</c:v>
                </c:pt>
                <c:pt idx="166">
                  <c:v>0.94926010000000005</c:v>
                </c:pt>
                <c:pt idx="167">
                  <c:v>0.92822910000000003</c:v>
                </c:pt>
                <c:pt idx="168">
                  <c:v>0.91858050000000002</c:v>
                </c:pt>
                <c:pt idx="169">
                  <c:v>0.89891430000000005</c:v>
                </c:pt>
                <c:pt idx="170">
                  <c:v>0.89874730000000003</c:v>
                </c:pt>
                <c:pt idx="171">
                  <c:v>0.86415830000000005</c:v>
                </c:pt>
                <c:pt idx="172">
                  <c:v>0.82147250000000005</c:v>
                </c:pt>
                <c:pt idx="173">
                  <c:v>0.79028609999999999</c:v>
                </c:pt>
                <c:pt idx="174">
                  <c:v>0.78213129999999997</c:v>
                </c:pt>
                <c:pt idx="175">
                  <c:v>0.76401169999999996</c:v>
                </c:pt>
                <c:pt idx="176">
                  <c:v>0.77085590000000004</c:v>
                </c:pt>
                <c:pt idx="177">
                  <c:v>0.7874892</c:v>
                </c:pt>
                <c:pt idx="178">
                  <c:v>0.80323869999999997</c:v>
                </c:pt>
                <c:pt idx="179">
                  <c:v>0.85778460000000001</c:v>
                </c:pt>
                <c:pt idx="180">
                  <c:v>0.91028359999999997</c:v>
                </c:pt>
                <c:pt idx="181">
                  <c:v>0.94224300000000005</c:v>
                </c:pt>
                <c:pt idx="182">
                  <c:v>0.98345930000000004</c:v>
                </c:pt>
                <c:pt idx="183" formatCode="General">
                  <c:v>1.012947</c:v>
                </c:pt>
                <c:pt idx="184" formatCode="General">
                  <c:v>1.0430470000000001</c:v>
                </c:pt>
                <c:pt idx="185" formatCode="General">
                  <c:v>1.0815920000000001</c:v>
                </c:pt>
                <c:pt idx="186" formatCode="General">
                  <c:v>1.1058380000000001</c:v>
                </c:pt>
                <c:pt idx="187" formatCode="General">
                  <c:v>1.136145</c:v>
                </c:pt>
                <c:pt idx="188" formatCode="General">
                  <c:v>1.163249</c:v>
                </c:pt>
                <c:pt idx="189" formatCode="General">
                  <c:v>1.167851</c:v>
                </c:pt>
                <c:pt idx="190" formatCode="General">
                  <c:v>1.204245</c:v>
                </c:pt>
                <c:pt idx="191" formatCode="General">
                  <c:v>1.2247669999999999</c:v>
                </c:pt>
                <c:pt idx="192" formatCode="General">
                  <c:v>1.2309030000000001</c:v>
                </c:pt>
                <c:pt idx="193" formatCode="General">
                  <c:v>1.263366</c:v>
                </c:pt>
                <c:pt idx="194" formatCode="General">
                  <c:v>1.2507360000000001</c:v>
                </c:pt>
                <c:pt idx="195" formatCode="General">
                  <c:v>1.236067</c:v>
                </c:pt>
                <c:pt idx="196" formatCode="General">
                  <c:v>1.1858390000000001</c:v>
                </c:pt>
                <c:pt idx="197" formatCode="General">
                  <c:v>1.136085</c:v>
                </c:pt>
                <c:pt idx="198" formatCode="General">
                  <c:v>1.1113420000000001</c:v>
                </c:pt>
                <c:pt idx="199" formatCode="General">
                  <c:v>1.0483070000000001</c:v>
                </c:pt>
                <c:pt idx="200">
                  <c:v>0.99245910000000004</c:v>
                </c:pt>
                <c:pt idx="201">
                  <c:v>0.91813230000000001</c:v>
                </c:pt>
                <c:pt idx="202">
                  <c:v>0.85570100000000004</c:v>
                </c:pt>
                <c:pt idx="203">
                  <c:v>0.81601270000000004</c:v>
                </c:pt>
                <c:pt idx="204">
                  <c:v>0.79318390000000005</c:v>
                </c:pt>
                <c:pt idx="205">
                  <c:v>0.79120590000000002</c:v>
                </c:pt>
                <c:pt idx="206">
                  <c:v>0.77445439999999999</c:v>
                </c:pt>
                <c:pt idx="207">
                  <c:v>0.77021039999999996</c:v>
                </c:pt>
                <c:pt idx="208">
                  <c:v>0.80147800000000002</c:v>
                </c:pt>
                <c:pt idx="209">
                  <c:v>0.81488970000000005</c:v>
                </c:pt>
                <c:pt idx="210">
                  <c:v>0.86673990000000001</c:v>
                </c:pt>
                <c:pt idx="211">
                  <c:v>0.89330019999999999</c:v>
                </c:pt>
                <c:pt idx="212">
                  <c:v>0.90922860000000005</c:v>
                </c:pt>
                <c:pt idx="213">
                  <c:v>0.94376769999999999</c:v>
                </c:pt>
                <c:pt idx="214">
                  <c:v>0.95224929999999997</c:v>
                </c:pt>
                <c:pt idx="215">
                  <c:v>0.98112690000000002</c:v>
                </c:pt>
                <c:pt idx="216">
                  <c:v>0.99068990000000001</c:v>
                </c:pt>
                <c:pt idx="217">
                  <c:v>0.99854779999999999</c:v>
                </c:pt>
                <c:pt idx="218" formatCode="General">
                  <c:v>1.0083949999999999</c:v>
                </c:pt>
                <c:pt idx="219" formatCode="General">
                  <c:v>1.018254</c:v>
                </c:pt>
                <c:pt idx="220" formatCode="General">
                  <c:v>1.0372710000000001</c:v>
                </c:pt>
                <c:pt idx="221" formatCode="General">
                  <c:v>1.0688260000000001</c:v>
                </c:pt>
                <c:pt idx="222" formatCode="General">
                  <c:v>1.0558920000000001</c:v>
                </c:pt>
                <c:pt idx="223" formatCode="General">
                  <c:v>1.072017</c:v>
                </c:pt>
                <c:pt idx="224" formatCode="General">
                  <c:v>1.0732489999999999</c:v>
                </c:pt>
                <c:pt idx="225" formatCode="General">
                  <c:v>1.08951</c:v>
                </c:pt>
                <c:pt idx="226" formatCode="General">
                  <c:v>1.095108</c:v>
                </c:pt>
                <c:pt idx="227" formatCode="General">
                  <c:v>1.0610949999999999</c:v>
                </c:pt>
                <c:pt idx="228" formatCode="General">
                  <c:v>1.0736490000000001</c:v>
                </c:pt>
                <c:pt idx="229" formatCode="General">
                  <c:v>1.0746819999999999</c:v>
                </c:pt>
                <c:pt idx="230" formatCode="General">
                  <c:v>1.084938</c:v>
                </c:pt>
                <c:pt idx="231" formatCode="General">
                  <c:v>1.1128979999999999</c:v>
                </c:pt>
                <c:pt idx="232" formatCode="General">
                  <c:v>1.125111</c:v>
                </c:pt>
                <c:pt idx="233" formatCode="General">
                  <c:v>1.1302730000000001</c:v>
                </c:pt>
                <c:pt idx="234" formatCode="General">
                  <c:v>1.1362509999999999</c:v>
                </c:pt>
                <c:pt idx="235" formatCode="General">
                  <c:v>1.118485</c:v>
                </c:pt>
                <c:pt idx="236" formatCode="General">
                  <c:v>1.124846</c:v>
                </c:pt>
                <c:pt idx="237" formatCode="General">
                  <c:v>1.0880639999999999</c:v>
                </c:pt>
                <c:pt idx="238" formatCode="General">
                  <c:v>1.0670470000000001</c:v>
                </c:pt>
                <c:pt idx="239" formatCode="General">
                  <c:v>1.0334760000000001</c:v>
                </c:pt>
                <c:pt idx="240">
                  <c:v>0.9950386</c:v>
                </c:pt>
                <c:pt idx="241">
                  <c:v>0.94066680000000003</c:v>
                </c:pt>
                <c:pt idx="242">
                  <c:v>0.90292110000000003</c:v>
                </c:pt>
                <c:pt idx="243">
                  <c:v>0.8658863</c:v>
                </c:pt>
                <c:pt idx="244">
                  <c:v>0.82998320000000003</c:v>
                </c:pt>
                <c:pt idx="245">
                  <c:v>0.8047879</c:v>
                </c:pt>
                <c:pt idx="246">
                  <c:v>0.79547670000000004</c:v>
                </c:pt>
                <c:pt idx="247">
                  <c:v>0.7703044</c:v>
                </c:pt>
                <c:pt idx="248">
                  <c:v>0.78755439999999999</c:v>
                </c:pt>
                <c:pt idx="249">
                  <c:v>0.78698659999999998</c:v>
                </c:pt>
                <c:pt idx="250">
                  <c:v>0.82577040000000002</c:v>
                </c:pt>
                <c:pt idx="251">
                  <c:v>0.84866799999999998</c:v>
                </c:pt>
                <c:pt idx="252">
                  <c:v>0.87432010000000004</c:v>
                </c:pt>
                <c:pt idx="253">
                  <c:v>0.93094370000000004</c:v>
                </c:pt>
                <c:pt idx="254">
                  <c:v>0.9700455</c:v>
                </c:pt>
                <c:pt idx="255" formatCode="General">
                  <c:v>1.011919</c:v>
                </c:pt>
                <c:pt idx="256" formatCode="General">
                  <c:v>1.051928</c:v>
                </c:pt>
                <c:pt idx="257" formatCode="General">
                  <c:v>1.0865320000000001</c:v>
                </c:pt>
                <c:pt idx="258" formatCode="General">
                  <c:v>1.1155200000000001</c:v>
                </c:pt>
                <c:pt idx="259" formatCode="General">
                  <c:v>1.1497040000000001</c:v>
                </c:pt>
                <c:pt idx="260" formatCode="General">
                  <c:v>1.156655</c:v>
                </c:pt>
                <c:pt idx="261" formatCode="General">
                  <c:v>1.180936</c:v>
                </c:pt>
                <c:pt idx="262" formatCode="General">
                  <c:v>1.1764950000000001</c:v>
                </c:pt>
                <c:pt idx="263" formatCode="General">
                  <c:v>1.1719269999999999</c:v>
                </c:pt>
                <c:pt idx="264" formatCode="General">
                  <c:v>1.1586449999999999</c:v>
                </c:pt>
                <c:pt idx="265" formatCode="General">
                  <c:v>1.14737</c:v>
                </c:pt>
                <c:pt idx="266" formatCode="General">
                  <c:v>1.1170610000000001</c:v>
                </c:pt>
                <c:pt idx="267" formatCode="General">
                  <c:v>1.0967629999999999</c:v>
                </c:pt>
                <c:pt idx="268" formatCode="General">
                  <c:v>1.072052</c:v>
                </c:pt>
                <c:pt idx="269" formatCode="General">
                  <c:v>1.0375110000000001</c:v>
                </c:pt>
                <c:pt idx="270" formatCode="General">
                  <c:v>1.02064</c:v>
                </c:pt>
                <c:pt idx="271">
                  <c:v>0.99210869999999995</c:v>
                </c:pt>
                <c:pt idx="272">
                  <c:v>0.98045669999999996</c:v>
                </c:pt>
                <c:pt idx="273">
                  <c:v>0.96438460000000004</c:v>
                </c:pt>
                <c:pt idx="274">
                  <c:v>0.96028899999999995</c:v>
                </c:pt>
                <c:pt idx="275">
                  <c:v>0.97724869999999997</c:v>
                </c:pt>
                <c:pt idx="276">
                  <c:v>0.97700019999999999</c:v>
                </c:pt>
                <c:pt idx="277">
                  <c:v>0.97427269999999999</c:v>
                </c:pt>
                <c:pt idx="278">
                  <c:v>0.97438170000000002</c:v>
                </c:pt>
                <c:pt idx="279">
                  <c:v>0.96496420000000005</c:v>
                </c:pt>
                <c:pt idx="280">
                  <c:v>0.95268470000000005</c:v>
                </c:pt>
                <c:pt idx="281">
                  <c:v>0.93446700000000005</c:v>
                </c:pt>
                <c:pt idx="282">
                  <c:v>0.90950779999999998</c:v>
                </c:pt>
                <c:pt idx="283">
                  <c:v>0.89018609999999998</c:v>
                </c:pt>
                <c:pt idx="284">
                  <c:v>0.86043009999999998</c:v>
                </c:pt>
                <c:pt idx="285">
                  <c:v>0.85478779999999999</c:v>
                </c:pt>
                <c:pt idx="286">
                  <c:v>0.85883330000000002</c:v>
                </c:pt>
                <c:pt idx="287">
                  <c:v>0.86482230000000004</c:v>
                </c:pt>
                <c:pt idx="288">
                  <c:v>0.86089879999999996</c:v>
                </c:pt>
                <c:pt idx="289">
                  <c:v>0.88689819999999997</c:v>
                </c:pt>
                <c:pt idx="290">
                  <c:v>0.91463139999999998</c:v>
                </c:pt>
                <c:pt idx="291">
                  <c:v>0.94170240000000005</c:v>
                </c:pt>
                <c:pt idx="292">
                  <c:v>0.98135349999999999</c:v>
                </c:pt>
                <c:pt idx="293" formatCode="General">
                  <c:v>1.0181610000000001</c:v>
                </c:pt>
                <c:pt idx="294" formatCode="General">
                  <c:v>1.0597529999999999</c:v>
                </c:pt>
                <c:pt idx="295" formatCode="General">
                  <c:v>1.0829530000000001</c:v>
                </c:pt>
                <c:pt idx="296" formatCode="General">
                  <c:v>1.124096</c:v>
                </c:pt>
                <c:pt idx="297" formatCode="General">
                  <c:v>1.1306130000000001</c:v>
                </c:pt>
                <c:pt idx="298" formatCode="General">
                  <c:v>1.1612610000000001</c:v>
                </c:pt>
                <c:pt idx="299" formatCode="General">
                  <c:v>1.1573389999999999</c:v>
                </c:pt>
                <c:pt idx="300" formatCode="General">
                  <c:v>1.15595</c:v>
                </c:pt>
                <c:pt idx="301" formatCode="General">
                  <c:v>1.1336489999999999</c:v>
                </c:pt>
                <c:pt idx="302" formatCode="General">
                  <c:v>1.1315329999999999</c:v>
                </c:pt>
                <c:pt idx="303" formatCode="General">
                  <c:v>1.1124959999999999</c:v>
                </c:pt>
                <c:pt idx="304" formatCode="General">
                  <c:v>1.090441</c:v>
                </c:pt>
                <c:pt idx="305" formatCode="General">
                  <c:v>1.068133</c:v>
                </c:pt>
                <c:pt idx="306" formatCode="General">
                  <c:v>1.048502</c:v>
                </c:pt>
                <c:pt idx="307" formatCode="General">
                  <c:v>1.0203100000000001</c:v>
                </c:pt>
                <c:pt idx="308">
                  <c:v>0.99051009999999995</c:v>
                </c:pt>
                <c:pt idx="309">
                  <c:v>0.97304710000000005</c:v>
                </c:pt>
                <c:pt idx="310">
                  <c:v>0.95790560000000002</c:v>
                </c:pt>
                <c:pt idx="311">
                  <c:v>0.94569219999999998</c:v>
                </c:pt>
                <c:pt idx="312">
                  <c:v>0.93323500000000004</c:v>
                </c:pt>
                <c:pt idx="313">
                  <c:v>0.92314569999999996</c:v>
                </c:pt>
                <c:pt idx="314">
                  <c:v>0.9322686</c:v>
                </c:pt>
                <c:pt idx="315">
                  <c:v>0.94163070000000004</c:v>
                </c:pt>
                <c:pt idx="316">
                  <c:v>0.94852139999999996</c:v>
                </c:pt>
                <c:pt idx="317">
                  <c:v>0.93604710000000002</c:v>
                </c:pt>
                <c:pt idx="318">
                  <c:v>0.94259360000000003</c:v>
                </c:pt>
                <c:pt idx="319">
                  <c:v>0.94656709999999999</c:v>
                </c:pt>
                <c:pt idx="320">
                  <c:v>0.94454579999999999</c:v>
                </c:pt>
                <c:pt idx="321">
                  <c:v>0.93585070000000004</c:v>
                </c:pt>
                <c:pt idx="322">
                  <c:v>0.93263490000000004</c:v>
                </c:pt>
                <c:pt idx="323">
                  <c:v>0.91244860000000005</c:v>
                </c:pt>
                <c:pt idx="324">
                  <c:v>0.9257398</c:v>
                </c:pt>
                <c:pt idx="325">
                  <c:v>0.92371340000000002</c:v>
                </c:pt>
                <c:pt idx="326">
                  <c:v>0.92932150000000002</c:v>
                </c:pt>
                <c:pt idx="327">
                  <c:v>0.93879029999999997</c:v>
                </c:pt>
                <c:pt idx="328">
                  <c:v>0.93639490000000003</c:v>
                </c:pt>
                <c:pt idx="329">
                  <c:v>0.96362550000000002</c:v>
                </c:pt>
                <c:pt idx="330">
                  <c:v>0.98163900000000004</c:v>
                </c:pt>
                <c:pt idx="331" formatCode="General">
                  <c:v>1.00631</c:v>
                </c:pt>
                <c:pt idx="332" formatCode="General">
                  <c:v>1.030098</c:v>
                </c:pt>
                <c:pt idx="333" formatCode="General">
                  <c:v>1.063196</c:v>
                </c:pt>
                <c:pt idx="334" formatCode="General">
                  <c:v>1.068937</c:v>
                </c:pt>
                <c:pt idx="335" formatCode="General">
                  <c:v>1.0931949999999999</c:v>
                </c:pt>
                <c:pt idx="336" formatCode="General">
                  <c:v>1.100522</c:v>
                </c:pt>
                <c:pt idx="337" formatCode="General">
                  <c:v>1.1094379999999999</c:v>
                </c:pt>
                <c:pt idx="338" formatCode="General">
                  <c:v>1.115119</c:v>
                </c:pt>
                <c:pt idx="339" formatCode="General">
                  <c:v>1.11527</c:v>
                </c:pt>
                <c:pt idx="340" formatCode="General">
                  <c:v>1.110179</c:v>
                </c:pt>
                <c:pt idx="341" formatCode="General">
                  <c:v>1.1271929999999999</c:v>
                </c:pt>
                <c:pt idx="342" formatCode="General">
                  <c:v>1.1132550000000001</c:v>
                </c:pt>
                <c:pt idx="343" formatCode="General">
                  <c:v>1.1084290000000001</c:v>
                </c:pt>
                <c:pt idx="344" formatCode="General">
                  <c:v>1.0852729999999999</c:v>
                </c:pt>
                <c:pt idx="345" formatCode="General">
                  <c:v>1.075059</c:v>
                </c:pt>
                <c:pt idx="346" formatCode="General">
                  <c:v>1.0540879999999999</c:v>
                </c:pt>
                <c:pt idx="347" formatCode="General">
                  <c:v>1.0255289999999999</c:v>
                </c:pt>
                <c:pt idx="348">
                  <c:v>0.99761630000000001</c:v>
                </c:pt>
                <c:pt idx="349">
                  <c:v>0.95805810000000002</c:v>
                </c:pt>
                <c:pt idx="350">
                  <c:v>0.93897439999999999</c:v>
                </c:pt>
                <c:pt idx="351">
                  <c:v>0.89965410000000001</c:v>
                </c:pt>
                <c:pt idx="352">
                  <c:v>0.88231099999999996</c:v>
                </c:pt>
                <c:pt idx="353">
                  <c:v>0.85712580000000005</c:v>
                </c:pt>
                <c:pt idx="354">
                  <c:v>0.84202030000000005</c:v>
                </c:pt>
                <c:pt idx="355">
                  <c:v>0.83421120000000004</c:v>
                </c:pt>
                <c:pt idx="356">
                  <c:v>0.84076459999999997</c:v>
                </c:pt>
                <c:pt idx="357">
                  <c:v>0.8732666</c:v>
                </c:pt>
                <c:pt idx="358">
                  <c:v>0.88135330000000001</c:v>
                </c:pt>
                <c:pt idx="359">
                  <c:v>0.90810060000000004</c:v>
                </c:pt>
                <c:pt idx="360">
                  <c:v>0.94296820000000003</c:v>
                </c:pt>
                <c:pt idx="361">
                  <c:v>0.96768969999999999</c:v>
                </c:pt>
                <c:pt idx="362">
                  <c:v>0.99000529999999998</c:v>
                </c:pt>
                <c:pt idx="363" formatCode="General">
                  <c:v>1.0095879999999999</c:v>
                </c:pt>
                <c:pt idx="364" formatCode="General">
                  <c:v>1.0438400000000001</c:v>
                </c:pt>
                <c:pt idx="365" formatCode="General">
                  <c:v>1.051377</c:v>
                </c:pt>
                <c:pt idx="366" formatCode="General">
                  <c:v>1.05348</c:v>
                </c:pt>
                <c:pt idx="367" formatCode="General">
                  <c:v>1.073226</c:v>
                </c:pt>
                <c:pt idx="368" formatCode="General">
                  <c:v>1.06698</c:v>
                </c:pt>
                <c:pt idx="369" formatCode="General">
                  <c:v>1.059887</c:v>
                </c:pt>
                <c:pt idx="370" formatCode="General">
                  <c:v>1.05759</c:v>
                </c:pt>
                <c:pt idx="371" formatCode="General">
                  <c:v>1.0659860000000001</c:v>
                </c:pt>
                <c:pt idx="372" formatCode="General">
                  <c:v>1.054818</c:v>
                </c:pt>
                <c:pt idx="373" formatCode="General">
                  <c:v>1.0634809999999999</c:v>
                </c:pt>
                <c:pt idx="374" formatCode="General">
                  <c:v>1.0597240000000001</c:v>
                </c:pt>
                <c:pt idx="375" formatCode="General">
                  <c:v>1.062181</c:v>
                </c:pt>
                <c:pt idx="376" formatCode="General">
                  <c:v>1.063707</c:v>
                </c:pt>
                <c:pt idx="377" formatCode="General">
                  <c:v>1.049642</c:v>
                </c:pt>
                <c:pt idx="378" formatCode="General">
                  <c:v>1.0663020000000001</c:v>
                </c:pt>
                <c:pt idx="379" formatCode="General">
                  <c:v>1.04721</c:v>
                </c:pt>
                <c:pt idx="380" formatCode="General">
                  <c:v>1.0398210000000001</c:v>
                </c:pt>
                <c:pt idx="381" formatCode="General">
                  <c:v>1.0354559999999999</c:v>
                </c:pt>
                <c:pt idx="382" formatCode="General">
                  <c:v>1.022186</c:v>
                </c:pt>
                <c:pt idx="383" formatCode="General">
                  <c:v>1.0145709999999999</c:v>
                </c:pt>
                <c:pt idx="384">
                  <c:v>0.99707199999999996</c:v>
                </c:pt>
                <c:pt idx="385">
                  <c:v>0.99841100000000005</c:v>
                </c:pt>
                <c:pt idx="386">
                  <c:v>0.98283949999999998</c:v>
                </c:pt>
                <c:pt idx="387">
                  <c:v>0.98205940000000003</c:v>
                </c:pt>
                <c:pt idx="388">
                  <c:v>0.96825559999999999</c:v>
                </c:pt>
                <c:pt idx="389">
                  <c:v>0.95783660000000004</c:v>
                </c:pt>
                <c:pt idx="390">
                  <c:v>0.94529470000000004</c:v>
                </c:pt>
                <c:pt idx="391">
                  <c:v>0.93248050000000005</c:v>
                </c:pt>
                <c:pt idx="392">
                  <c:v>0.91913319999999998</c:v>
                </c:pt>
                <c:pt idx="393">
                  <c:v>0.89873650000000005</c:v>
                </c:pt>
                <c:pt idx="394">
                  <c:v>0.89517029999999997</c:v>
                </c:pt>
                <c:pt idx="395">
                  <c:v>0.88395809999999997</c:v>
                </c:pt>
                <c:pt idx="396">
                  <c:v>0.88317290000000004</c:v>
                </c:pt>
                <c:pt idx="397">
                  <c:v>0.89907619999999999</c:v>
                </c:pt>
                <c:pt idx="398">
                  <c:v>0.92266879999999996</c:v>
                </c:pt>
                <c:pt idx="399">
                  <c:v>0.92394980000000004</c:v>
                </c:pt>
                <c:pt idx="400">
                  <c:v>0.95334490000000005</c:v>
                </c:pt>
                <c:pt idx="401">
                  <c:v>0.9827591</c:v>
                </c:pt>
                <c:pt idx="402" formatCode="General">
                  <c:v>1.0129710000000001</c:v>
                </c:pt>
                <c:pt idx="403" formatCode="General">
                  <c:v>1.0394939999999999</c:v>
                </c:pt>
                <c:pt idx="404" formatCode="General">
                  <c:v>1.059501</c:v>
                </c:pt>
                <c:pt idx="405" formatCode="General">
                  <c:v>1.077987</c:v>
                </c:pt>
                <c:pt idx="406" formatCode="General">
                  <c:v>1.094638</c:v>
                </c:pt>
                <c:pt idx="407" formatCode="General">
                  <c:v>1.097019</c:v>
                </c:pt>
                <c:pt idx="408" formatCode="General">
                  <c:v>1.1026590000000001</c:v>
                </c:pt>
                <c:pt idx="409" formatCode="General">
                  <c:v>1.090641</c:v>
                </c:pt>
                <c:pt idx="410" formatCode="General">
                  <c:v>1.0882719999999999</c:v>
                </c:pt>
                <c:pt idx="411" formatCode="General">
                  <c:v>1.0780149999999999</c:v>
                </c:pt>
                <c:pt idx="412" formatCode="General">
                  <c:v>1.0661860000000001</c:v>
                </c:pt>
                <c:pt idx="413" formatCode="General">
                  <c:v>1.0533060000000001</c:v>
                </c:pt>
                <c:pt idx="414" formatCode="General">
                  <c:v>1.0353060000000001</c:v>
                </c:pt>
                <c:pt idx="415" formatCode="General">
                  <c:v>1.0358000000000001</c:v>
                </c:pt>
                <c:pt idx="416" formatCode="General">
                  <c:v>1.021587</c:v>
                </c:pt>
                <c:pt idx="417" formatCode="General">
                  <c:v>1.019326</c:v>
                </c:pt>
                <c:pt idx="418" formatCode="General">
                  <c:v>1.0085059999999999</c:v>
                </c:pt>
                <c:pt idx="419" formatCode="General">
                  <c:v>1.004089</c:v>
                </c:pt>
                <c:pt idx="420" formatCode="General">
                  <c:v>1.0058590000000001</c:v>
                </c:pt>
                <c:pt idx="421">
                  <c:v>0.99032819999999999</c:v>
                </c:pt>
                <c:pt idx="422">
                  <c:v>0.98165530000000001</c:v>
                </c:pt>
                <c:pt idx="423">
                  <c:v>0.97752749999999999</c:v>
                </c:pt>
                <c:pt idx="424">
                  <c:v>0.97008760000000005</c:v>
                </c:pt>
                <c:pt idx="425">
                  <c:v>0.97594250000000005</c:v>
                </c:pt>
                <c:pt idx="426">
                  <c:v>0.96992650000000002</c:v>
                </c:pt>
                <c:pt idx="427">
                  <c:v>0.96743239999999997</c:v>
                </c:pt>
                <c:pt idx="428">
                  <c:v>0.95888050000000002</c:v>
                </c:pt>
                <c:pt idx="429">
                  <c:v>0.93928</c:v>
                </c:pt>
                <c:pt idx="430">
                  <c:v>0.94152210000000003</c:v>
                </c:pt>
                <c:pt idx="431">
                  <c:v>0.91767259999999995</c:v>
                </c:pt>
                <c:pt idx="432">
                  <c:v>0.92352900000000004</c:v>
                </c:pt>
                <c:pt idx="433">
                  <c:v>0.91156720000000002</c:v>
                </c:pt>
                <c:pt idx="434">
                  <c:v>0.90738099999999999</c:v>
                </c:pt>
                <c:pt idx="435">
                  <c:v>0.90443799999999996</c:v>
                </c:pt>
                <c:pt idx="436">
                  <c:v>0.92179319999999998</c:v>
                </c:pt>
                <c:pt idx="437">
                  <c:v>0.9310216</c:v>
                </c:pt>
                <c:pt idx="438">
                  <c:v>0.95008890000000001</c:v>
                </c:pt>
                <c:pt idx="439">
                  <c:v>0.97647519999999999</c:v>
                </c:pt>
                <c:pt idx="440">
                  <c:v>0.99466600000000005</c:v>
                </c:pt>
                <c:pt idx="441" formatCode="General">
                  <c:v>1.0308679999999999</c:v>
                </c:pt>
                <c:pt idx="442" formatCode="General">
                  <c:v>1.0564480000000001</c:v>
                </c:pt>
                <c:pt idx="443" formatCode="General">
                  <c:v>1.082335</c:v>
                </c:pt>
                <c:pt idx="444" formatCode="General">
                  <c:v>1.1101220000000001</c:v>
                </c:pt>
                <c:pt idx="445" formatCode="General">
                  <c:v>1.120371</c:v>
                </c:pt>
                <c:pt idx="446" formatCode="General">
                  <c:v>1.1265270000000001</c:v>
                </c:pt>
                <c:pt idx="447" formatCode="General">
                  <c:v>1.129445</c:v>
                </c:pt>
                <c:pt idx="448" formatCode="General">
                  <c:v>1.1160890000000001</c:v>
                </c:pt>
                <c:pt idx="449" formatCode="General">
                  <c:v>1.1075299999999999</c:v>
                </c:pt>
                <c:pt idx="450" formatCode="General">
                  <c:v>1.09162</c:v>
                </c:pt>
                <c:pt idx="451" formatCode="General">
                  <c:v>1.0661799999999999</c:v>
                </c:pt>
                <c:pt idx="452" formatCode="General">
                  <c:v>1.048502</c:v>
                </c:pt>
                <c:pt idx="453" formatCode="General">
                  <c:v>1.0284040000000001</c:v>
                </c:pt>
                <c:pt idx="454" formatCode="General">
                  <c:v>1.015471</c:v>
                </c:pt>
                <c:pt idx="455">
                  <c:v>0.98806170000000004</c:v>
                </c:pt>
                <c:pt idx="456">
                  <c:v>0.97644940000000002</c:v>
                </c:pt>
                <c:pt idx="457">
                  <c:v>0.95867970000000002</c:v>
                </c:pt>
                <c:pt idx="458">
                  <c:v>0.94881530000000003</c:v>
                </c:pt>
                <c:pt idx="459">
                  <c:v>0.93446929999999995</c:v>
                </c:pt>
                <c:pt idx="460">
                  <c:v>0.92971870000000001</c:v>
                </c:pt>
                <c:pt idx="461">
                  <c:v>0.93178740000000004</c:v>
                </c:pt>
                <c:pt idx="462">
                  <c:v>0.92971239999999999</c:v>
                </c:pt>
                <c:pt idx="463">
                  <c:v>0.93534390000000001</c:v>
                </c:pt>
                <c:pt idx="464">
                  <c:v>0.92422939999999998</c:v>
                </c:pt>
                <c:pt idx="465">
                  <c:v>0.93618129999999999</c:v>
                </c:pt>
                <c:pt idx="466">
                  <c:v>0.94177279999999997</c:v>
                </c:pt>
                <c:pt idx="467">
                  <c:v>0.95499319999999999</c:v>
                </c:pt>
                <c:pt idx="468">
                  <c:v>0.95365080000000002</c:v>
                </c:pt>
                <c:pt idx="469">
                  <c:v>0.96583169999999996</c:v>
                </c:pt>
                <c:pt idx="470">
                  <c:v>0.96823139999999996</c:v>
                </c:pt>
                <c:pt idx="471">
                  <c:v>0.98348990000000003</c:v>
                </c:pt>
                <c:pt idx="472">
                  <c:v>0.99072099999999996</c:v>
                </c:pt>
                <c:pt idx="473">
                  <c:v>0.99012540000000004</c:v>
                </c:pt>
                <c:pt idx="474">
                  <c:v>0.999</c:v>
                </c:pt>
                <c:pt idx="475" formatCode="General">
                  <c:v>1.007118</c:v>
                </c:pt>
                <c:pt idx="476" formatCode="General">
                  <c:v>1.013309</c:v>
                </c:pt>
                <c:pt idx="477" formatCode="General">
                  <c:v>1.0186900000000001</c:v>
                </c:pt>
                <c:pt idx="478" formatCode="General">
                  <c:v>1.0216639999999999</c:v>
                </c:pt>
                <c:pt idx="479" formatCode="General">
                  <c:v>1.022939</c:v>
                </c:pt>
                <c:pt idx="480" formatCode="General">
                  <c:v>1.029941</c:v>
                </c:pt>
                <c:pt idx="481" formatCode="General">
                  <c:v>1.0373410000000001</c:v>
                </c:pt>
                <c:pt idx="482" formatCode="General">
                  <c:v>1.0405850000000001</c:v>
                </c:pt>
                <c:pt idx="483" formatCode="General">
                  <c:v>1.0412330000000001</c:v>
                </c:pt>
                <c:pt idx="484" formatCode="General">
                  <c:v>1.0479309999999999</c:v>
                </c:pt>
                <c:pt idx="485" formatCode="General">
                  <c:v>1.056568</c:v>
                </c:pt>
                <c:pt idx="486" formatCode="General">
                  <c:v>1.065564</c:v>
                </c:pt>
                <c:pt idx="487" formatCode="General">
                  <c:v>1.061342</c:v>
                </c:pt>
                <c:pt idx="488" formatCode="General">
                  <c:v>1.0570520000000001</c:v>
                </c:pt>
                <c:pt idx="489" formatCode="General">
                  <c:v>1.05707</c:v>
                </c:pt>
                <c:pt idx="490" formatCode="General">
                  <c:v>1.06128</c:v>
                </c:pt>
                <c:pt idx="491" formatCode="General">
                  <c:v>1.048508</c:v>
                </c:pt>
                <c:pt idx="492" formatCode="General">
                  <c:v>1.0394019999999999</c:v>
                </c:pt>
                <c:pt idx="493" formatCode="General">
                  <c:v>1.018824</c:v>
                </c:pt>
                <c:pt idx="494" formatCode="General">
                  <c:v>1.0169159999999999</c:v>
                </c:pt>
                <c:pt idx="495">
                  <c:v>0.995699</c:v>
                </c:pt>
                <c:pt idx="496">
                  <c:v>0.98742960000000002</c:v>
                </c:pt>
                <c:pt idx="497">
                  <c:v>0.96345170000000002</c:v>
                </c:pt>
                <c:pt idx="498">
                  <c:v>0.96125419999999995</c:v>
                </c:pt>
                <c:pt idx="499">
                  <c:v>0.93287920000000002</c:v>
                </c:pt>
                <c:pt idx="500">
                  <c:v>0.92583550000000003</c:v>
                </c:pt>
                <c:pt idx="501">
                  <c:v>0.91736269999999998</c:v>
                </c:pt>
                <c:pt idx="502">
                  <c:v>0.90853759999999995</c:v>
                </c:pt>
                <c:pt idx="503">
                  <c:v>0.90206249999999999</c:v>
                </c:pt>
                <c:pt idx="504">
                  <c:v>0.90813109999999997</c:v>
                </c:pt>
                <c:pt idx="505">
                  <c:v>0.91174500000000003</c:v>
                </c:pt>
                <c:pt idx="506">
                  <c:v>0.92439249999999995</c:v>
                </c:pt>
                <c:pt idx="507">
                  <c:v>0.93951640000000003</c:v>
                </c:pt>
                <c:pt idx="508">
                  <c:v>0.96098280000000003</c:v>
                </c:pt>
                <c:pt idx="509">
                  <c:v>0.96897259999999996</c:v>
                </c:pt>
                <c:pt idx="510">
                  <c:v>0.99942609999999998</c:v>
                </c:pt>
                <c:pt idx="511" formatCode="General">
                  <c:v>1.0152859999999999</c:v>
                </c:pt>
                <c:pt idx="512" formatCode="General">
                  <c:v>1.0278879999999999</c:v>
                </c:pt>
                <c:pt idx="513" formatCode="General">
                  <c:v>1.0494619999999999</c:v>
                </c:pt>
                <c:pt idx="514" formatCode="General">
                  <c:v>1.0499540000000001</c:v>
                </c:pt>
                <c:pt idx="515" formatCode="General">
                  <c:v>1.0549090000000001</c:v>
                </c:pt>
                <c:pt idx="516" formatCode="General">
                  <c:v>1.056503</c:v>
                </c:pt>
              </c:numCache>
            </c:numRef>
          </c:yVal>
          <c:smooth val="1"/>
          <c:extLst>
            <c:ext xmlns:c16="http://schemas.microsoft.com/office/drawing/2014/chart" uri="{C3380CC4-5D6E-409C-BE32-E72D297353CC}">
              <c16:uniqueId val="{00000002-8DD4-48FF-9190-97E9B7BA265F}"/>
            </c:ext>
          </c:extLst>
        </c:ser>
        <c:ser>
          <c:idx val="3"/>
          <c:order val="3"/>
          <c:tx>
            <c:strRef>
              <c:f>Sheet1!$F$1</c:f>
              <c:strCache>
                <c:ptCount val="1"/>
                <c:pt idx="0">
                  <c:v>Zr-Be</c:v>
                </c:pt>
              </c:strCache>
            </c:strRef>
          </c:tx>
          <c:spPr>
            <a:ln w="19050" cap="rnd">
              <a:solidFill>
                <a:schemeClr val="accent4"/>
              </a:solidFill>
              <a:round/>
            </a:ln>
            <a:effectLst/>
          </c:spPr>
          <c:marker>
            <c:symbol val="none"/>
          </c:marker>
          <c:xVal>
            <c:numRef>
              <c:f>Sheet1!$B$2:$B$1550</c:f>
              <c:numCache>
                <c:formatCode>0.00E+00</c:formatCode>
                <c:ptCount val="517"/>
                <c:pt idx="0">
                  <c:v>0.06</c:v>
                </c:pt>
                <c:pt idx="1">
                  <c:v>0.12</c:v>
                </c:pt>
                <c:pt idx="2">
                  <c:v>0.18</c:v>
                </c:pt>
                <c:pt idx="3">
                  <c:v>0.24</c:v>
                </c:pt>
                <c:pt idx="4">
                  <c:v>0.3</c:v>
                </c:pt>
                <c:pt idx="5">
                  <c:v>0.36</c:v>
                </c:pt>
                <c:pt idx="6">
                  <c:v>0.42</c:v>
                </c:pt>
                <c:pt idx="7">
                  <c:v>0.48</c:v>
                </c:pt>
                <c:pt idx="8">
                  <c:v>0.54</c:v>
                </c:pt>
                <c:pt idx="9">
                  <c:v>0.6</c:v>
                </c:pt>
                <c:pt idx="10">
                  <c:v>0.66</c:v>
                </c:pt>
                <c:pt idx="11">
                  <c:v>0.72</c:v>
                </c:pt>
                <c:pt idx="12">
                  <c:v>0.78</c:v>
                </c:pt>
                <c:pt idx="13">
                  <c:v>0.84</c:v>
                </c:pt>
                <c:pt idx="14">
                  <c:v>0.9</c:v>
                </c:pt>
                <c:pt idx="15">
                  <c:v>0.96</c:v>
                </c:pt>
                <c:pt idx="16" formatCode="General">
                  <c:v>1.02</c:v>
                </c:pt>
                <c:pt idx="17" formatCode="General">
                  <c:v>1.08</c:v>
                </c:pt>
                <c:pt idx="18" formatCode="General">
                  <c:v>1.1399999999999999</c:v>
                </c:pt>
                <c:pt idx="19" formatCode="General">
                  <c:v>1.2</c:v>
                </c:pt>
                <c:pt idx="20" formatCode="General">
                  <c:v>1.26</c:v>
                </c:pt>
                <c:pt idx="21" formatCode="General">
                  <c:v>1.32</c:v>
                </c:pt>
                <c:pt idx="22" formatCode="General">
                  <c:v>1.38</c:v>
                </c:pt>
                <c:pt idx="23" formatCode="General">
                  <c:v>1.44</c:v>
                </c:pt>
                <c:pt idx="24" formatCode="General">
                  <c:v>1.5</c:v>
                </c:pt>
                <c:pt idx="25" formatCode="General">
                  <c:v>1.56</c:v>
                </c:pt>
                <c:pt idx="26" formatCode="General">
                  <c:v>1.62</c:v>
                </c:pt>
                <c:pt idx="27" formatCode="General">
                  <c:v>1.68</c:v>
                </c:pt>
                <c:pt idx="28" formatCode="General">
                  <c:v>1.74</c:v>
                </c:pt>
                <c:pt idx="29" formatCode="General">
                  <c:v>1.8</c:v>
                </c:pt>
                <c:pt idx="30" formatCode="General">
                  <c:v>1.86</c:v>
                </c:pt>
                <c:pt idx="31" formatCode="General">
                  <c:v>1.92</c:v>
                </c:pt>
                <c:pt idx="32" formatCode="General">
                  <c:v>1.98</c:v>
                </c:pt>
                <c:pt idx="33" formatCode="General">
                  <c:v>2.04</c:v>
                </c:pt>
                <c:pt idx="34" formatCode="General">
                  <c:v>2.1</c:v>
                </c:pt>
                <c:pt idx="35" formatCode="General">
                  <c:v>2.16</c:v>
                </c:pt>
                <c:pt idx="36" formatCode="General">
                  <c:v>2.2200000000000002</c:v>
                </c:pt>
                <c:pt idx="37" formatCode="General">
                  <c:v>2.2799999999999998</c:v>
                </c:pt>
                <c:pt idx="38" formatCode="General">
                  <c:v>2.34</c:v>
                </c:pt>
                <c:pt idx="39" formatCode="General">
                  <c:v>2.4</c:v>
                </c:pt>
                <c:pt idx="40" formatCode="General">
                  <c:v>2.46</c:v>
                </c:pt>
                <c:pt idx="41" formatCode="General">
                  <c:v>2.52</c:v>
                </c:pt>
                <c:pt idx="42" formatCode="General">
                  <c:v>2.58</c:v>
                </c:pt>
                <c:pt idx="43" formatCode="General">
                  <c:v>2.64</c:v>
                </c:pt>
                <c:pt idx="44" formatCode="General">
                  <c:v>2.7</c:v>
                </c:pt>
                <c:pt idx="45" formatCode="General">
                  <c:v>2.76</c:v>
                </c:pt>
                <c:pt idx="46" formatCode="General">
                  <c:v>2.82</c:v>
                </c:pt>
                <c:pt idx="47" formatCode="General">
                  <c:v>2.88</c:v>
                </c:pt>
                <c:pt idx="48" formatCode="General">
                  <c:v>2.94</c:v>
                </c:pt>
                <c:pt idx="49" formatCode="General">
                  <c:v>3</c:v>
                </c:pt>
                <c:pt idx="50" formatCode="General">
                  <c:v>3.06</c:v>
                </c:pt>
                <c:pt idx="51" formatCode="General">
                  <c:v>3.12</c:v>
                </c:pt>
                <c:pt idx="52" formatCode="General">
                  <c:v>3.18</c:v>
                </c:pt>
                <c:pt idx="53" formatCode="General">
                  <c:v>3.24</c:v>
                </c:pt>
                <c:pt idx="54" formatCode="General">
                  <c:v>3.3</c:v>
                </c:pt>
                <c:pt idx="55" formatCode="General">
                  <c:v>3.36</c:v>
                </c:pt>
                <c:pt idx="56" formatCode="General">
                  <c:v>3.42</c:v>
                </c:pt>
                <c:pt idx="57" formatCode="General">
                  <c:v>3.48</c:v>
                </c:pt>
                <c:pt idx="58" formatCode="General">
                  <c:v>3.54</c:v>
                </c:pt>
                <c:pt idx="59" formatCode="General">
                  <c:v>3.6</c:v>
                </c:pt>
                <c:pt idx="60" formatCode="General">
                  <c:v>3.66</c:v>
                </c:pt>
                <c:pt idx="61" formatCode="General">
                  <c:v>3.72</c:v>
                </c:pt>
                <c:pt idx="62" formatCode="General">
                  <c:v>3.78</c:v>
                </c:pt>
                <c:pt idx="63" formatCode="General">
                  <c:v>3.84</c:v>
                </c:pt>
                <c:pt idx="64" formatCode="General">
                  <c:v>3.9</c:v>
                </c:pt>
                <c:pt idx="65" formatCode="General">
                  <c:v>3.96</c:v>
                </c:pt>
                <c:pt idx="66" formatCode="General">
                  <c:v>4.0199999999999996</c:v>
                </c:pt>
                <c:pt idx="67" formatCode="General">
                  <c:v>4.08</c:v>
                </c:pt>
                <c:pt idx="68" formatCode="General">
                  <c:v>4.1399999999999997</c:v>
                </c:pt>
                <c:pt idx="69" formatCode="General">
                  <c:v>4.2</c:v>
                </c:pt>
                <c:pt idx="70" formatCode="General">
                  <c:v>4.26</c:v>
                </c:pt>
                <c:pt idx="71" formatCode="General">
                  <c:v>4.32</c:v>
                </c:pt>
                <c:pt idx="72" formatCode="General">
                  <c:v>4.38</c:v>
                </c:pt>
                <c:pt idx="73" formatCode="General">
                  <c:v>4.4400000000000004</c:v>
                </c:pt>
                <c:pt idx="74" formatCode="General">
                  <c:v>4.5</c:v>
                </c:pt>
                <c:pt idx="75" formatCode="General">
                  <c:v>4.5599999999999996</c:v>
                </c:pt>
                <c:pt idx="76" formatCode="General">
                  <c:v>4.62</c:v>
                </c:pt>
                <c:pt idx="77" formatCode="General">
                  <c:v>4.68</c:v>
                </c:pt>
                <c:pt idx="78" formatCode="General">
                  <c:v>4.74</c:v>
                </c:pt>
                <c:pt idx="79" formatCode="General">
                  <c:v>4.8</c:v>
                </c:pt>
                <c:pt idx="80" formatCode="General">
                  <c:v>4.8600000000000003</c:v>
                </c:pt>
                <c:pt idx="81" formatCode="General">
                  <c:v>4.92</c:v>
                </c:pt>
                <c:pt idx="82" formatCode="General">
                  <c:v>4.9800000000000004</c:v>
                </c:pt>
                <c:pt idx="83" formatCode="General">
                  <c:v>5.04</c:v>
                </c:pt>
                <c:pt idx="84" formatCode="General">
                  <c:v>5.0999999999999996</c:v>
                </c:pt>
                <c:pt idx="85" formatCode="General">
                  <c:v>5.16</c:v>
                </c:pt>
                <c:pt idx="86" formatCode="General">
                  <c:v>5.22</c:v>
                </c:pt>
                <c:pt idx="87" formatCode="General">
                  <c:v>5.28</c:v>
                </c:pt>
                <c:pt idx="88" formatCode="General">
                  <c:v>5.34</c:v>
                </c:pt>
                <c:pt idx="89" formatCode="General">
                  <c:v>5.4</c:v>
                </c:pt>
                <c:pt idx="90" formatCode="General">
                  <c:v>5.46</c:v>
                </c:pt>
                <c:pt idx="91" formatCode="General">
                  <c:v>5.52</c:v>
                </c:pt>
                <c:pt idx="92" formatCode="General">
                  <c:v>5.58</c:v>
                </c:pt>
                <c:pt idx="93" formatCode="General">
                  <c:v>5.64</c:v>
                </c:pt>
                <c:pt idx="94" formatCode="General">
                  <c:v>5.7</c:v>
                </c:pt>
                <c:pt idx="95" formatCode="General">
                  <c:v>5.76</c:v>
                </c:pt>
                <c:pt idx="96" formatCode="General">
                  <c:v>5.82</c:v>
                </c:pt>
                <c:pt idx="97" formatCode="General">
                  <c:v>5.88</c:v>
                </c:pt>
                <c:pt idx="98" formatCode="General">
                  <c:v>5.94</c:v>
                </c:pt>
                <c:pt idx="99" formatCode="General">
                  <c:v>6</c:v>
                </c:pt>
                <c:pt idx="100" formatCode="General">
                  <c:v>6.06</c:v>
                </c:pt>
                <c:pt idx="101" formatCode="General">
                  <c:v>6.12</c:v>
                </c:pt>
                <c:pt idx="102" formatCode="General">
                  <c:v>6.18</c:v>
                </c:pt>
                <c:pt idx="103" formatCode="General">
                  <c:v>6.24</c:v>
                </c:pt>
                <c:pt idx="104" formatCode="General">
                  <c:v>6.3</c:v>
                </c:pt>
                <c:pt idx="105" formatCode="General">
                  <c:v>6.36</c:v>
                </c:pt>
                <c:pt idx="106" formatCode="General">
                  <c:v>6.42</c:v>
                </c:pt>
                <c:pt idx="107" formatCode="General">
                  <c:v>6.48</c:v>
                </c:pt>
                <c:pt idx="108" formatCode="General">
                  <c:v>6.54</c:v>
                </c:pt>
                <c:pt idx="109" formatCode="General">
                  <c:v>6.6</c:v>
                </c:pt>
                <c:pt idx="110" formatCode="General">
                  <c:v>6.66</c:v>
                </c:pt>
                <c:pt idx="111" formatCode="General">
                  <c:v>6.72</c:v>
                </c:pt>
                <c:pt idx="112" formatCode="General">
                  <c:v>6.78</c:v>
                </c:pt>
                <c:pt idx="113" formatCode="General">
                  <c:v>6.84</c:v>
                </c:pt>
                <c:pt idx="114" formatCode="General">
                  <c:v>6.9</c:v>
                </c:pt>
                <c:pt idx="115" formatCode="General">
                  <c:v>6.96</c:v>
                </c:pt>
                <c:pt idx="116" formatCode="General">
                  <c:v>7.02</c:v>
                </c:pt>
                <c:pt idx="117" formatCode="General">
                  <c:v>7.08</c:v>
                </c:pt>
                <c:pt idx="118" formatCode="General">
                  <c:v>7.14</c:v>
                </c:pt>
                <c:pt idx="119" formatCode="General">
                  <c:v>7.2</c:v>
                </c:pt>
                <c:pt idx="120" formatCode="General">
                  <c:v>7.26</c:v>
                </c:pt>
                <c:pt idx="121" formatCode="General">
                  <c:v>7.32</c:v>
                </c:pt>
                <c:pt idx="122" formatCode="General">
                  <c:v>7.38</c:v>
                </c:pt>
                <c:pt idx="123" formatCode="General">
                  <c:v>7.44</c:v>
                </c:pt>
                <c:pt idx="124" formatCode="General">
                  <c:v>7.5</c:v>
                </c:pt>
                <c:pt idx="125" formatCode="General">
                  <c:v>7.56</c:v>
                </c:pt>
                <c:pt idx="126" formatCode="General">
                  <c:v>7.62</c:v>
                </c:pt>
                <c:pt idx="127" formatCode="General">
                  <c:v>7.68</c:v>
                </c:pt>
                <c:pt idx="128" formatCode="General">
                  <c:v>7.74</c:v>
                </c:pt>
                <c:pt idx="129" formatCode="General">
                  <c:v>7.8</c:v>
                </c:pt>
                <c:pt idx="130" formatCode="General">
                  <c:v>7.86</c:v>
                </c:pt>
                <c:pt idx="131" formatCode="General">
                  <c:v>7.92</c:v>
                </c:pt>
                <c:pt idx="132" formatCode="General">
                  <c:v>7.98</c:v>
                </c:pt>
                <c:pt idx="133" formatCode="General">
                  <c:v>8.0399999999999991</c:v>
                </c:pt>
                <c:pt idx="134" formatCode="General">
                  <c:v>8.0999990000000004</c:v>
                </c:pt>
                <c:pt idx="135" formatCode="General">
                  <c:v>8.16</c:v>
                </c:pt>
                <c:pt idx="136" formatCode="General">
                  <c:v>8.2200000000000006</c:v>
                </c:pt>
                <c:pt idx="137" formatCode="General">
                  <c:v>8.2799999999999994</c:v>
                </c:pt>
                <c:pt idx="138" formatCode="General">
                  <c:v>8.34</c:v>
                </c:pt>
                <c:pt idx="139" formatCode="General">
                  <c:v>8.4</c:v>
                </c:pt>
                <c:pt idx="140" formatCode="General">
                  <c:v>8.4600000000000009</c:v>
                </c:pt>
                <c:pt idx="141" formatCode="General">
                  <c:v>8.52</c:v>
                </c:pt>
                <c:pt idx="142" formatCode="General">
                  <c:v>8.58</c:v>
                </c:pt>
                <c:pt idx="143" formatCode="General">
                  <c:v>8.6399989999999995</c:v>
                </c:pt>
                <c:pt idx="144" formatCode="General">
                  <c:v>8.6999999999999993</c:v>
                </c:pt>
                <c:pt idx="145" formatCode="General">
                  <c:v>8.76</c:v>
                </c:pt>
                <c:pt idx="146" formatCode="General">
                  <c:v>8.82</c:v>
                </c:pt>
                <c:pt idx="147" formatCode="General">
                  <c:v>8.8800000000000008</c:v>
                </c:pt>
                <c:pt idx="148" formatCode="General">
                  <c:v>8.94</c:v>
                </c:pt>
                <c:pt idx="149" formatCode="General">
                  <c:v>9</c:v>
                </c:pt>
                <c:pt idx="150" formatCode="General">
                  <c:v>9.0599989999999995</c:v>
                </c:pt>
                <c:pt idx="151" formatCode="General">
                  <c:v>9.1199999999999992</c:v>
                </c:pt>
                <c:pt idx="152" formatCode="General">
                  <c:v>9.1799990000000005</c:v>
                </c:pt>
                <c:pt idx="153" formatCode="General">
                  <c:v>9.24</c:v>
                </c:pt>
                <c:pt idx="154" formatCode="General">
                  <c:v>9.3000000000000007</c:v>
                </c:pt>
                <c:pt idx="155" formatCode="General">
                  <c:v>9.36</c:v>
                </c:pt>
                <c:pt idx="156" formatCode="General">
                  <c:v>9.42</c:v>
                </c:pt>
                <c:pt idx="157" formatCode="General">
                  <c:v>9.48</c:v>
                </c:pt>
                <c:pt idx="158" formatCode="General">
                  <c:v>9.5399999999999991</c:v>
                </c:pt>
                <c:pt idx="159" formatCode="General">
                  <c:v>9.5999990000000004</c:v>
                </c:pt>
                <c:pt idx="160" formatCode="General">
                  <c:v>9.66</c:v>
                </c:pt>
                <c:pt idx="161" formatCode="General">
                  <c:v>9.7199989999999996</c:v>
                </c:pt>
                <c:pt idx="162" formatCode="General">
                  <c:v>9.7799999999999994</c:v>
                </c:pt>
                <c:pt idx="163" formatCode="General">
                  <c:v>9.84</c:v>
                </c:pt>
                <c:pt idx="164" formatCode="General">
                  <c:v>9.9</c:v>
                </c:pt>
                <c:pt idx="165" formatCode="General">
                  <c:v>9.9600000000000009</c:v>
                </c:pt>
                <c:pt idx="166" formatCode="General">
                  <c:v>10.02</c:v>
                </c:pt>
                <c:pt idx="167" formatCode="General">
                  <c:v>10.08</c:v>
                </c:pt>
                <c:pt idx="168" formatCode="General">
                  <c:v>10.14</c:v>
                </c:pt>
                <c:pt idx="169" formatCode="General">
                  <c:v>10.199999999999999</c:v>
                </c:pt>
                <c:pt idx="170" formatCode="General">
                  <c:v>10.26</c:v>
                </c:pt>
                <c:pt idx="171" formatCode="General">
                  <c:v>10.32</c:v>
                </c:pt>
                <c:pt idx="172" formatCode="General">
                  <c:v>10.38</c:v>
                </c:pt>
                <c:pt idx="173" formatCode="General">
                  <c:v>10.44</c:v>
                </c:pt>
                <c:pt idx="174" formatCode="General">
                  <c:v>10.5</c:v>
                </c:pt>
                <c:pt idx="175" formatCode="General">
                  <c:v>10.56</c:v>
                </c:pt>
                <c:pt idx="176" formatCode="General">
                  <c:v>10.62</c:v>
                </c:pt>
                <c:pt idx="177" formatCode="General">
                  <c:v>10.68</c:v>
                </c:pt>
                <c:pt idx="178" formatCode="General">
                  <c:v>10.74</c:v>
                </c:pt>
                <c:pt idx="179" formatCode="General">
                  <c:v>10.8</c:v>
                </c:pt>
                <c:pt idx="180" formatCode="General">
                  <c:v>10.86</c:v>
                </c:pt>
                <c:pt idx="181" formatCode="General">
                  <c:v>10.92</c:v>
                </c:pt>
                <c:pt idx="182" formatCode="General">
                  <c:v>10.98</c:v>
                </c:pt>
                <c:pt idx="183" formatCode="General">
                  <c:v>11.04</c:v>
                </c:pt>
                <c:pt idx="184" formatCode="General">
                  <c:v>11.1</c:v>
                </c:pt>
                <c:pt idx="185" formatCode="General">
                  <c:v>11.16</c:v>
                </c:pt>
                <c:pt idx="186" formatCode="General">
                  <c:v>11.22</c:v>
                </c:pt>
                <c:pt idx="187" formatCode="General">
                  <c:v>11.28</c:v>
                </c:pt>
                <c:pt idx="188" formatCode="General">
                  <c:v>11.34</c:v>
                </c:pt>
                <c:pt idx="189" formatCode="General">
                  <c:v>11.4</c:v>
                </c:pt>
                <c:pt idx="190" formatCode="General">
                  <c:v>11.46</c:v>
                </c:pt>
                <c:pt idx="191" formatCode="General">
                  <c:v>11.52</c:v>
                </c:pt>
                <c:pt idx="192" formatCode="General">
                  <c:v>11.58</c:v>
                </c:pt>
                <c:pt idx="193" formatCode="General">
                  <c:v>11.64</c:v>
                </c:pt>
                <c:pt idx="194" formatCode="General">
                  <c:v>11.7</c:v>
                </c:pt>
                <c:pt idx="195" formatCode="General">
                  <c:v>11.76</c:v>
                </c:pt>
                <c:pt idx="196" formatCode="General">
                  <c:v>11.82</c:v>
                </c:pt>
                <c:pt idx="197" formatCode="General">
                  <c:v>11.88</c:v>
                </c:pt>
                <c:pt idx="198" formatCode="General">
                  <c:v>11.94</c:v>
                </c:pt>
                <c:pt idx="199" formatCode="General">
                  <c:v>12</c:v>
                </c:pt>
                <c:pt idx="200" formatCode="General">
                  <c:v>12.06</c:v>
                </c:pt>
                <c:pt idx="201" formatCode="General">
                  <c:v>12.12</c:v>
                </c:pt>
                <c:pt idx="202" formatCode="General">
                  <c:v>12.18</c:v>
                </c:pt>
                <c:pt idx="203" formatCode="General">
                  <c:v>12.24</c:v>
                </c:pt>
                <c:pt idx="204" formatCode="General">
                  <c:v>12.3</c:v>
                </c:pt>
                <c:pt idx="205" formatCode="General">
                  <c:v>12.36</c:v>
                </c:pt>
                <c:pt idx="206" formatCode="General">
                  <c:v>12.42</c:v>
                </c:pt>
                <c:pt idx="207" formatCode="General">
                  <c:v>12.48</c:v>
                </c:pt>
                <c:pt idx="208" formatCode="General">
                  <c:v>12.54</c:v>
                </c:pt>
                <c:pt idx="209" formatCode="General">
                  <c:v>12.6</c:v>
                </c:pt>
                <c:pt idx="210" formatCode="General">
                  <c:v>12.66</c:v>
                </c:pt>
                <c:pt idx="211" formatCode="General">
                  <c:v>12.72</c:v>
                </c:pt>
                <c:pt idx="212" formatCode="General">
                  <c:v>12.78</c:v>
                </c:pt>
                <c:pt idx="213" formatCode="General">
                  <c:v>12.84</c:v>
                </c:pt>
                <c:pt idx="214" formatCode="General">
                  <c:v>12.9</c:v>
                </c:pt>
                <c:pt idx="215" formatCode="General">
                  <c:v>12.96</c:v>
                </c:pt>
                <c:pt idx="216" formatCode="General">
                  <c:v>13.02</c:v>
                </c:pt>
                <c:pt idx="217" formatCode="General">
                  <c:v>13.08</c:v>
                </c:pt>
                <c:pt idx="218" formatCode="General">
                  <c:v>13.14</c:v>
                </c:pt>
                <c:pt idx="219" formatCode="General">
                  <c:v>13.2</c:v>
                </c:pt>
                <c:pt idx="220" formatCode="General">
                  <c:v>13.26</c:v>
                </c:pt>
                <c:pt idx="221" formatCode="General">
                  <c:v>13.32</c:v>
                </c:pt>
                <c:pt idx="222" formatCode="General">
                  <c:v>13.38</c:v>
                </c:pt>
                <c:pt idx="223" formatCode="General">
                  <c:v>13.44</c:v>
                </c:pt>
                <c:pt idx="224" formatCode="General">
                  <c:v>13.5</c:v>
                </c:pt>
                <c:pt idx="225" formatCode="General">
                  <c:v>13.56</c:v>
                </c:pt>
                <c:pt idx="226" formatCode="General">
                  <c:v>13.62</c:v>
                </c:pt>
                <c:pt idx="227" formatCode="General">
                  <c:v>13.68</c:v>
                </c:pt>
                <c:pt idx="228" formatCode="General">
                  <c:v>13.74</c:v>
                </c:pt>
                <c:pt idx="229" formatCode="General">
                  <c:v>13.8</c:v>
                </c:pt>
                <c:pt idx="230" formatCode="General">
                  <c:v>13.86</c:v>
                </c:pt>
                <c:pt idx="231" formatCode="General">
                  <c:v>13.92</c:v>
                </c:pt>
                <c:pt idx="232" formatCode="General">
                  <c:v>13.98</c:v>
                </c:pt>
                <c:pt idx="233" formatCode="General">
                  <c:v>14.04</c:v>
                </c:pt>
                <c:pt idx="234" formatCode="General">
                  <c:v>14.1</c:v>
                </c:pt>
                <c:pt idx="235" formatCode="General">
                  <c:v>14.16</c:v>
                </c:pt>
                <c:pt idx="236" formatCode="General">
                  <c:v>14.22</c:v>
                </c:pt>
                <c:pt idx="237" formatCode="General">
                  <c:v>14.28</c:v>
                </c:pt>
                <c:pt idx="238" formatCode="General">
                  <c:v>14.34</c:v>
                </c:pt>
                <c:pt idx="239" formatCode="General">
                  <c:v>14.4</c:v>
                </c:pt>
                <c:pt idx="240" formatCode="General">
                  <c:v>14.46</c:v>
                </c:pt>
                <c:pt idx="241" formatCode="General">
                  <c:v>14.52</c:v>
                </c:pt>
                <c:pt idx="242" formatCode="General">
                  <c:v>14.58</c:v>
                </c:pt>
                <c:pt idx="243" formatCode="General">
                  <c:v>14.64</c:v>
                </c:pt>
                <c:pt idx="244" formatCode="General">
                  <c:v>14.7</c:v>
                </c:pt>
                <c:pt idx="245" formatCode="General">
                  <c:v>14.76</c:v>
                </c:pt>
                <c:pt idx="246" formatCode="General">
                  <c:v>14.82</c:v>
                </c:pt>
                <c:pt idx="247" formatCode="General">
                  <c:v>14.88</c:v>
                </c:pt>
                <c:pt idx="248" formatCode="General">
                  <c:v>14.94</c:v>
                </c:pt>
                <c:pt idx="249" formatCode="General">
                  <c:v>15</c:v>
                </c:pt>
                <c:pt idx="250" formatCode="General">
                  <c:v>15.06</c:v>
                </c:pt>
                <c:pt idx="251" formatCode="General">
                  <c:v>15.12</c:v>
                </c:pt>
                <c:pt idx="252" formatCode="General">
                  <c:v>15.18</c:v>
                </c:pt>
                <c:pt idx="253" formatCode="General">
                  <c:v>15.24</c:v>
                </c:pt>
                <c:pt idx="254" formatCode="General">
                  <c:v>15.3</c:v>
                </c:pt>
                <c:pt idx="255" formatCode="General">
                  <c:v>15.36</c:v>
                </c:pt>
                <c:pt idx="256" formatCode="General">
                  <c:v>15.42</c:v>
                </c:pt>
                <c:pt idx="257" formatCode="General">
                  <c:v>15.48</c:v>
                </c:pt>
                <c:pt idx="258" formatCode="General">
                  <c:v>15.54</c:v>
                </c:pt>
                <c:pt idx="259" formatCode="General">
                  <c:v>15.6</c:v>
                </c:pt>
                <c:pt idx="260" formatCode="General">
                  <c:v>15.66</c:v>
                </c:pt>
                <c:pt idx="261" formatCode="General">
                  <c:v>15.72</c:v>
                </c:pt>
                <c:pt idx="262" formatCode="General">
                  <c:v>15.78</c:v>
                </c:pt>
                <c:pt idx="263" formatCode="General">
                  <c:v>15.84</c:v>
                </c:pt>
                <c:pt idx="264" formatCode="General">
                  <c:v>15.9</c:v>
                </c:pt>
                <c:pt idx="265" formatCode="General">
                  <c:v>15.96</c:v>
                </c:pt>
                <c:pt idx="266" formatCode="General">
                  <c:v>16.02</c:v>
                </c:pt>
                <c:pt idx="267" formatCode="General">
                  <c:v>16.079999999999998</c:v>
                </c:pt>
                <c:pt idx="268" formatCode="General">
                  <c:v>16.14</c:v>
                </c:pt>
                <c:pt idx="269" formatCode="General">
                  <c:v>16.2</c:v>
                </c:pt>
                <c:pt idx="270" formatCode="General">
                  <c:v>16.260000000000002</c:v>
                </c:pt>
                <c:pt idx="271" formatCode="General">
                  <c:v>16.32</c:v>
                </c:pt>
                <c:pt idx="272" formatCode="General">
                  <c:v>16.38</c:v>
                </c:pt>
                <c:pt idx="273" formatCode="General">
                  <c:v>16.440000000000001</c:v>
                </c:pt>
                <c:pt idx="274" formatCode="General">
                  <c:v>16.5</c:v>
                </c:pt>
                <c:pt idx="275" formatCode="General">
                  <c:v>16.559999999999999</c:v>
                </c:pt>
                <c:pt idx="276" formatCode="General">
                  <c:v>16.62</c:v>
                </c:pt>
                <c:pt idx="277" formatCode="General">
                  <c:v>16.68</c:v>
                </c:pt>
                <c:pt idx="278" formatCode="General">
                  <c:v>16.739999999999998</c:v>
                </c:pt>
                <c:pt idx="279" formatCode="General">
                  <c:v>16.8</c:v>
                </c:pt>
                <c:pt idx="280" formatCode="General">
                  <c:v>16.86</c:v>
                </c:pt>
                <c:pt idx="281" formatCode="General">
                  <c:v>16.920000000000002</c:v>
                </c:pt>
                <c:pt idx="282" formatCode="General">
                  <c:v>16.98</c:v>
                </c:pt>
                <c:pt idx="283" formatCode="General">
                  <c:v>17.04</c:v>
                </c:pt>
                <c:pt idx="284" formatCode="General">
                  <c:v>17.100000000000001</c:v>
                </c:pt>
                <c:pt idx="285" formatCode="General">
                  <c:v>17.16</c:v>
                </c:pt>
                <c:pt idx="286" formatCode="General">
                  <c:v>17.22</c:v>
                </c:pt>
                <c:pt idx="287" formatCode="General">
                  <c:v>17.28</c:v>
                </c:pt>
                <c:pt idx="288" formatCode="General">
                  <c:v>17.34</c:v>
                </c:pt>
                <c:pt idx="289" formatCode="General">
                  <c:v>17.399999999999999</c:v>
                </c:pt>
                <c:pt idx="290" formatCode="General">
                  <c:v>17.46</c:v>
                </c:pt>
                <c:pt idx="291" formatCode="General">
                  <c:v>17.52</c:v>
                </c:pt>
                <c:pt idx="292" formatCode="General">
                  <c:v>17.579999999999998</c:v>
                </c:pt>
                <c:pt idx="293" formatCode="General">
                  <c:v>17.64</c:v>
                </c:pt>
                <c:pt idx="294" formatCode="General">
                  <c:v>17.7</c:v>
                </c:pt>
                <c:pt idx="295" formatCode="General">
                  <c:v>17.760000000000002</c:v>
                </c:pt>
                <c:pt idx="296" formatCode="General">
                  <c:v>17.82</c:v>
                </c:pt>
                <c:pt idx="297" formatCode="General">
                  <c:v>17.88</c:v>
                </c:pt>
                <c:pt idx="298" formatCode="General">
                  <c:v>17.940000000000001</c:v>
                </c:pt>
                <c:pt idx="299" formatCode="General">
                  <c:v>18</c:v>
                </c:pt>
                <c:pt idx="300" formatCode="General">
                  <c:v>18.059999999999999</c:v>
                </c:pt>
                <c:pt idx="301" formatCode="General">
                  <c:v>18.12</c:v>
                </c:pt>
                <c:pt idx="302" formatCode="General">
                  <c:v>18.18</c:v>
                </c:pt>
                <c:pt idx="303" formatCode="General">
                  <c:v>18.239999999999998</c:v>
                </c:pt>
                <c:pt idx="304" formatCode="General">
                  <c:v>18.3</c:v>
                </c:pt>
                <c:pt idx="305" formatCode="General">
                  <c:v>18.36</c:v>
                </c:pt>
                <c:pt idx="306" formatCode="General">
                  <c:v>18.420000000000002</c:v>
                </c:pt>
                <c:pt idx="307" formatCode="General">
                  <c:v>18.48</c:v>
                </c:pt>
                <c:pt idx="308" formatCode="General">
                  <c:v>18.54</c:v>
                </c:pt>
                <c:pt idx="309" formatCode="General">
                  <c:v>18.600000000000001</c:v>
                </c:pt>
                <c:pt idx="310" formatCode="General">
                  <c:v>18.66</c:v>
                </c:pt>
                <c:pt idx="311" formatCode="General">
                  <c:v>18.72</c:v>
                </c:pt>
                <c:pt idx="312" formatCode="General">
                  <c:v>18.78</c:v>
                </c:pt>
                <c:pt idx="313" formatCode="General">
                  <c:v>18.84</c:v>
                </c:pt>
                <c:pt idx="314" formatCode="General">
                  <c:v>18.899999999999999</c:v>
                </c:pt>
                <c:pt idx="315" formatCode="General">
                  <c:v>18.96</c:v>
                </c:pt>
                <c:pt idx="316" formatCode="General">
                  <c:v>19.02</c:v>
                </c:pt>
                <c:pt idx="317" formatCode="General">
                  <c:v>19.079999999999998</c:v>
                </c:pt>
                <c:pt idx="318" formatCode="General">
                  <c:v>19.14</c:v>
                </c:pt>
                <c:pt idx="319" formatCode="General">
                  <c:v>19.2</c:v>
                </c:pt>
                <c:pt idx="320" formatCode="General">
                  <c:v>19.260000000000002</c:v>
                </c:pt>
                <c:pt idx="321" formatCode="General">
                  <c:v>19.32</c:v>
                </c:pt>
                <c:pt idx="322" formatCode="General">
                  <c:v>19.38</c:v>
                </c:pt>
                <c:pt idx="323" formatCode="General">
                  <c:v>19.440000000000001</c:v>
                </c:pt>
                <c:pt idx="324" formatCode="General">
                  <c:v>19.5</c:v>
                </c:pt>
                <c:pt idx="325" formatCode="General">
                  <c:v>19.559999999999999</c:v>
                </c:pt>
                <c:pt idx="326" formatCode="General">
                  <c:v>19.62</c:v>
                </c:pt>
                <c:pt idx="327" formatCode="General">
                  <c:v>19.68</c:v>
                </c:pt>
                <c:pt idx="328" formatCode="General">
                  <c:v>19.739999999999998</c:v>
                </c:pt>
                <c:pt idx="329" formatCode="General">
                  <c:v>19.8</c:v>
                </c:pt>
                <c:pt idx="330" formatCode="General">
                  <c:v>19.86</c:v>
                </c:pt>
                <c:pt idx="331" formatCode="General">
                  <c:v>19.920000000000002</c:v>
                </c:pt>
                <c:pt idx="332" formatCode="General">
                  <c:v>19.98</c:v>
                </c:pt>
                <c:pt idx="333" formatCode="General">
                  <c:v>20.04</c:v>
                </c:pt>
                <c:pt idx="334" formatCode="General">
                  <c:v>20.100000000000001</c:v>
                </c:pt>
                <c:pt idx="335" formatCode="General">
                  <c:v>20.16</c:v>
                </c:pt>
                <c:pt idx="336" formatCode="General">
                  <c:v>20.22</c:v>
                </c:pt>
                <c:pt idx="337" formatCode="General">
                  <c:v>20.28</c:v>
                </c:pt>
                <c:pt idx="338" formatCode="General">
                  <c:v>20.34</c:v>
                </c:pt>
                <c:pt idx="339" formatCode="General">
                  <c:v>20.399999999999999</c:v>
                </c:pt>
                <c:pt idx="340" formatCode="General">
                  <c:v>20.46</c:v>
                </c:pt>
                <c:pt idx="341" formatCode="General">
                  <c:v>20.52</c:v>
                </c:pt>
                <c:pt idx="342" formatCode="General">
                  <c:v>20.58</c:v>
                </c:pt>
                <c:pt idx="343" formatCode="General">
                  <c:v>20.64</c:v>
                </c:pt>
                <c:pt idx="344" formatCode="General">
                  <c:v>20.7</c:v>
                </c:pt>
                <c:pt idx="345" formatCode="General">
                  <c:v>20.76</c:v>
                </c:pt>
                <c:pt idx="346" formatCode="General">
                  <c:v>20.82</c:v>
                </c:pt>
                <c:pt idx="347" formatCode="General">
                  <c:v>20.88</c:v>
                </c:pt>
                <c:pt idx="348" formatCode="General">
                  <c:v>20.94</c:v>
                </c:pt>
                <c:pt idx="349" formatCode="General">
                  <c:v>21</c:v>
                </c:pt>
                <c:pt idx="350" formatCode="General">
                  <c:v>21.06</c:v>
                </c:pt>
                <c:pt idx="351" formatCode="General">
                  <c:v>21.12</c:v>
                </c:pt>
                <c:pt idx="352" formatCode="General">
                  <c:v>21.18</c:v>
                </c:pt>
                <c:pt idx="353" formatCode="General">
                  <c:v>21.24</c:v>
                </c:pt>
                <c:pt idx="354" formatCode="General">
                  <c:v>21.3</c:v>
                </c:pt>
                <c:pt idx="355" formatCode="General">
                  <c:v>21.36</c:v>
                </c:pt>
                <c:pt idx="356" formatCode="General">
                  <c:v>21.42</c:v>
                </c:pt>
                <c:pt idx="357" formatCode="General">
                  <c:v>21.48</c:v>
                </c:pt>
                <c:pt idx="358" formatCode="General">
                  <c:v>21.54</c:v>
                </c:pt>
                <c:pt idx="359" formatCode="General">
                  <c:v>21.6</c:v>
                </c:pt>
                <c:pt idx="360" formatCode="General">
                  <c:v>21.66</c:v>
                </c:pt>
                <c:pt idx="361" formatCode="General">
                  <c:v>21.72</c:v>
                </c:pt>
                <c:pt idx="362" formatCode="General">
                  <c:v>21.78</c:v>
                </c:pt>
                <c:pt idx="363" formatCode="General">
                  <c:v>21.84</c:v>
                </c:pt>
                <c:pt idx="364" formatCode="General">
                  <c:v>21.9</c:v>
                </c:pt>
                <c:pt idx="365" formatCode="General">
                  <c:v>21.96</c:v>
                </c:pt>
                <c:pt idx="366" formatCode="General">
                  <c:v>22.02</c:v>
                </c:pt>
                <c:pt idx="367" formatCode="General">
                  <c:v>22.08</c:v>
                </c:pt>
                <c:pt idx="368" formatCode="General">
                  <c:v>22.14</c:v>
                </c:pt>
                <c:pt idx="369" formatCode="General">
                  <c:v>22.2</c:v>
                </c:pt>
                <c:pt idx="370" formatCode="General">
                  <c:v>22.26</c:v>
                </c:pt>
                <c:pt idx="371" formatCode="General">
                  <c:v>22.32</c:v>
                </c:pt>
                <c:pt idx="372" formatCode="General">
                  <c:v>22.38</c:v>
                </c:pt>
                <c:pt idx="373" formatCode="General">
                  <c:v>22.44</c:v>
                </c:pt>
                <c:pt idx="374" formatCode="General">
                  <c:v>22.5</c:v>
                </c:pt>
                <c:pt idx="375" formatCode="General">
                  <c:v>22.56</c:v>
                </c:pt>
                <c:pt idx="376" formatCode="General">
                  <c:v>22.62</c:v>
                </c:pt>
                <c:pt idx="377" formatCode="General">
                  <c:v>22.68</c:v>
                </c:pt>
                <c:pt idx="378" formatCode="General">
                  <c:v>22.74</c:v>
                </c:pt>
                <c:pt idx="379" formatCode="General">
                  <c:v>22.8</c:v>
                </c:pt>
                <c:pt idx="380" formatCode="General">
                  <c:v>22.86</c:v>
                </c:pt>
                <c:pt idx="381" formatCode="General">
                  <c:v>22.92</c:v>
                </c:pt>
                <c:pt idx="382" formatCode="General">
                  <c:v>22.98</c:v>
                </c:pt>
                <c:pt idx="383" formatCode="General">
                  <c:v>23.04</c:v>
                </c:pt>
                <c:pt idx="384" formatCode="General">
                  <c:v>23.1</c:v>
                </c:pt>
                <c:pt idx="385" formatCode="General">
                  <c:v>23.16</c:v>
                </c:pt>
                <c:pt idx="386" formatCode="General">
                  <c:v>23.22</c:v>
                </c:pt>
                <c:pt idx="387" formatCode="General">
                  <c:v>23.28</c:v>
                </c:pt>
                <c:pt idx="388" formatCode="General">
                  <c:v>23.34</c:v>
                </c:pt>
                <c:pt idx="389" formatCode="General">
                  <c:v>23.4</c:v>
                </c:pt>
                <c:pt idx="390" formatCode="General">
                  <c:v>23.46</c:v>
                </c:pt>
                <c:pt idx="391" formatCode="General">
                  <c:v>23.52</c:v>
                </c:pt>
                <c:pt idx="392" formatCode="General">
                  <c:v>23.58</c:v>
                </c:pt>
                <c:pt idx="393" formatCode="General">
                  <c:v>23.64</c:v>
                </c:pt>
                <c:pt idx="394" formatCode="General">
                  <c:v>23.7</c:v>
                </c:pt>
                <c:pt idx="395" formatCode="General">
                  <c:v>23.76</c:v>
                </c:pt>
                <c:pt idx="396" formatCode="General">
                  <c:v>23.82</c:v>
                </c:pt>
                <c:pt idx="397" formatCode="General">
                  <c:v>23.88</c:v>
                </c:pt>
                <c:pt idx="398" formatCode="General">
                  <c:v>23.94</c:v>
                </c:pt>
                <c:pt idx="399" formatCode="General">
                  <c:v>24</c:v>
                </c:pt>
                <c:pt idx="400" formatCode="General">
                  <c:v>24.06</c:v>
                </c:pt>
                <c:pt idx="401" formatCode="General">
                  <c:v>24.12</c:v>
                </c:pt>
                <c:pt idx="402" formatCode="General">
                  <c:v>24.18</c:v>
                </c:pt>
                <c:pt idx="403" formatCode="General">
                  <c:v>24.24</c:v>
                </c:pt>
                <c:pt idx="404" formatCode="General">
                  <c:v>24.3</c:v>
                </c:pt>
                <c:pt idx="405" formatCode="General">
                  <c:v>24.36</c:v>
                </c:pt>
                <c:pt idx="406" formatCode="General">
                  <c:v>24.42</c:v>
                </c:pt>
                <c:pt idx="407" formatCode="General">
                  <c:v>24.48</c:v>
                </c:pt>
                <c:pt idx="408" formatCode="General">
                  <c:v>24.54</c:v>
                </c:pt>
                <c:pt idx="409" formatCode="General">
                  <c:v>24.6</c:v>
                </c:pt>
                <c:pt idx="410" formatCode="General">
                  <c:v>24.66</c:v>
                </c:pt>
                <c:pt idx="411" formatCode="General">
                  <c:v>24.72</c:v>
                </c:pt>
                <c:pt idx="412" formatCode="General">
                  <c:v>24.78</c:v>
                </c:pt>
                <c:pt idx="413" formatCode="General">
                  <c:v>24.84</c:v>
                </c:pt>
                <c:pt idx="414" formatCode="General">
                  <c:v>24.9</c:v>
                </c:pt>
                <c:pt idx="415" formatCode="General">
                  <c:v>24.96</c:v>
                </c:pt>
                <c:pt idx="416" formatCode="General">
                  <c:v>25.02</c:v>
                </c:pt>
                <c:pt idx="417" formatCode="General">
                  <c:v>25.08</c:v>
                </c:pt>
                <c:pt idx="418" formatCode="General">
                  <c:v>25.14</c:v>
                </c:pt>
                <c:pt idx="419" formatCode="General">
                  <c:v>25.2</c:v>
                </c:pt>
                <c:pt idx="420" formatCode="General">
                  <c:v>25.26</c:v>
                </c:pt>
                <c:pt idx="421" formatCode="General">
                  <c:v>25.32</c:v>
                </c:pt>
                <c:pt idx="422" formatCode="General">
                  <c:v>25.38</c:v>
                </c:pt>
                <c:pt idx="423" formatCode="General">
                  <c:v>25.44</c:v>
                </c:pt>
                <c:pt idx="424" formatCode="General">
                  <c:v>25.5</c:v>
                </c:pt>
                <c:pt idx="425" formatCode="General">
                  <c:v>25.56</c:v>
                </c:pt>
                <c:pt idx="426" formatCode="General">
                  <c:v>25.62</c:v>
                </c:pt>
                <c:pt idx="427" formatCode="General">
                  <c:v>25.68</c:v>
                </c:pt>
                <c:pt idx="428" formatCode="General">
                  <c:v>25.74</c:v>
                </c:pt>
                <c:pt idx="429" formatCode="General">
                  <c:v>25.8</c:v>
                </c:pt>
                <c:pt idx="430" formatCode="General">
                  <c:v>25.86</c:v>
                </c:pt>
                <c:pt idx="431" formatCode="General">
                  <c:v>25.92</c:v>
                </c:pt>
                <c:pt idx="432" formatCode="General">
                  <c:v>25.98</c:v>
                </c:pt>
                <c:pt idx="433" formatCode="General">
                  <c:v>26.04</c:v>
                </c:pt>
                <c:pt idx="434" formatCode="General">
                  <c:v>26.1</c:v>
                </c:pt>
                <c:pt idx="435" formatCode="General">
                  <c:v>26.16</c:v>
                </c:pt>
                <c:pt idx="436" formatCode="General">
                  <c:v>26.22</c:v>
                </c:pt>
                <c:pt idx="437" formatCode="General">
                  <c:v>26.28</c:v>
                </c:pt>
                <c:pt idx="438" formatCode="General">
                  <c:v>26.34</c:v>
                </c:pt>
                <c:pt idx="439" formatCode="General">
                  <c:v>26.4</c:v>
                </c:pt>
                <c:pt idx="440" formatCode="General">
                  <c:v>26.46</c:v>
                </c:pt>
                <c:pt idx="441" formatCode="General">
                  <c:v>26.52</c:v>
                </c:pt>
                <c:pt idx="442" formatCode="General">
                  <c:v>26.58</c:v>
                </c:pt>
                <c:pt idx="443" formatCode="General">
                  <c:v>26.64</c:v>
                </c:pt>
                <c:pt idx="444" formatCode="General">
                  <c:v>26.7</c:v>
                </c:pt>
                <c:pt idx="445" formatCode="General">
                  <c:v>26.76</c:v>
                </c:pt>
                <c:pt idx="446" formatCode="General">
                  <c:v>26.82</c:v>
                </c:pt>
                <c:pt idx="447" formatCode="General">
                  <c:v>26.88</c:v>
                </c:pt>
                <c:pt idx="448" formatCode="General">
                  <c:v>26.94</c:v>
                </c:pt>
                <c:pt idx="449" formatCode="General">
                  <c:v>27</c:v>
                </c:pt>
                <c:pt idx="450" formatCode="General">
                  <c:v>27.06</c:v>
                </c:pt>
                <c:pt idx="451" formatCode="General">
                  <c:v>27.12</c:v>
                </c:pt>
                <c:pt idx="452" formatCode="General">
                  <c:v>27.18</c:v>
                </c:pt>
                <c:pt idx="453" formatCode="General">
                  <c:v>27.24</c:v>
                </c:pt>
                <c:pt idx="454" formatCode="General">
                  <c:v>27.3</c:v>
                </c:pt>
                <c:pt idx="455" formatCode="General">
                  <c:v>27.36</c:v>
                </c:pt>
                <c:pt idx="456" formatCode="General">
                  <c:v>27.42</c:v>
                </c:pt>
                <c:pt idx="457" formatCode="General">
                  <c:v>27.48</c:v>
                </c:pt>
                <c:pt idx="458" formatCode="General">
                  <c:v>27.54</c:v>
                </c:pt>
                <c:pt idx="459" formatCode="General">
                  <c:v>27.6</c:v>
                </c:pt>
                <c:pt idx="460" formatCode="General">
                  <c:v>27.66</c:v>
                </c:pt>
                <c:pt idx="461" formatCode="General">
                  <c:v>27.72</c:v>
                </c:pt>
                <c:pt idx="462" formatCode="General">
                  <c:v>27.78</c:v>
                </c:pt>
                <c:pt idx="463" formatCode="General">
                  <c:v>27.84</c:v>
                </c:pt>
                <c:pt idx="464" formatCode="General">
                  <c:v>27.9</c:v>
                </c:pt>
                <c:pt idx="465" formatCode="General">
                  <c:v>27.96</c:v>
                </c:pt>
                <c:pt idx="466" formatCode="General">
                  <c:v>28.02</c:v>
                </c:pt>
                <c:pt idx="467" formatCode="General">
                  <c:v>28.08</c:v>
                </c:pt>
                <c:pt idx="468" formatCode="General">
                  <c:v>28.14</c:v>
                </c:pt>
                <c:pt idx="469" formatCode="General">
                  <c:v>28.2</c:v>
                </c:pt>
                <c:pt idx="470" formatCode="General">
                  <c:v>28.26</c:v>
                </c:pt>
                <c:pt idx="471" formatCode="General">
                  <c:v>28.32</c:v>
                </c:pt>
                <c:pt idx="472" formatCode="General">
                  <c:v>28.38</c:v>
                </c:pt>
                <c:pt idx="473" formatCode="General">
                  <c:v>28.44</c:v>
                </c:pt>
                <c:pt idx="474" formatCode="General">
                  <c:v>28.5</c:v>
                </c:pt>
                <c:pt idx="475" formatCode="General">
                  <c:v>28.56</c:v>
                </c:pt>
                <c:pt idx="476" formatCode="General">
                  <c:v>28.62</c:v>
                </c:pt>
                <c:pt idx="477" formatCode="General">
                  <c:v>28.68</c:v>
                </c:pt>
                <c:pt idx="478" formatCode="General">
                  <c:v>28.74</c:v>
                </c:pt>
                <c:pt idx="479" formatCode="General">
                  <c:v>28.8</c:v>
                </c:pt>
                <c:pt idx="480" formatCode="General">
                  <c:v>28.86</c:v>
                </c:pt>
                <c:pt idx="481" formatCode="General">
                  <c:v>28.92</c:v>
                </c:pt>
                <c:pt idx="482" formatCode="General">
                  <c:v>28.98</c:v>
                </c:pt>
                <c:pt idx="483" formatCode="General">
                  <c:v>29.04</c:v>
                </c:pt>
                <c:pt idx="484" formatCode="General">
                  <c:v>29.1</c:v>
                </c:pt>
                <c:pt idx="485" formatCode="General">
                  <c:v>29.16</c:v>
                </c:pt>
                <c:pt idx="486" formatCode="General">
                  <c:v>29.22</c:v>
                </c:pt>
                <c:pt idx="487" formatCode="General">
                  <c:v>29.28</c:v>
                </c:pt>
                <c:pt idx="488" formatCode="General">
                  <c:v>29.34</c:v>
                </c:pt>
                <c:pt idx="489" formatCode="General">
                  <c:v>29.4</c:v>
                </c:pt>
                <c:pt idx="490" formatCode="General">
                  <c:v>29.46</c:v>
                </c:pt>
                <c:pt idx="491" formatCode="General">
                  <c:v>29.52</c:v>
                </c:pt>
                <c:pt idx="492" formatCode="General">
                  <c:v>29.58</c:v>
                </c:pt>
                <c:pt idx="493" formatCode="General">
                  <c:v>29.64</c:v>
                </c:pt>
                <c:pt idx="494" formatCode="General">
                  <c:v>29.7</c:v>
                </c:pt>
                <c:pt idx="495" formatCode="General">
                  <c:v>29.76</c:v>
                </c:pt>
                <c:pt idx="496" formatCode="General">
                  <c:v>29.82</c:v>
                </c:pt>
                <c:pt idx="497" formatCode="General">
                  <c:v>29.88</c:v>
                </c:pt>
                <c:pt idx="498" formatCode="General">
                  <c:v>29.94</c:v>
                </c:pt>
                <c:pt idx="499" formatCode="General">
                  <c:v>30</c:v>
                </c:pt>
                <c:pt idx="500" formatCode="General">
                  <c:v>30.06</c:v>
                </c:pt>
                <c:pt idx="501" formatCode="General">
                  <c:v>30.12</c:v>
                </c:pt>
                <c:pt idx="502" formatCode="General">
                  <c:v>30.18</c:v>
                </c:pt>
                <c:pt idx="503" formatCode="General">
                  <c:v>30.24</c:v>
                </c:pt>
                <c:pt idx="504" formatCode="General">
                  <c:v>30.3</c:v>
                </c:pt>
                <c:pt idx="505" formatCode="General">
                  <c:v>30.36</c:v>
                </c:pt>
                <c:pt idx="506" formatCode="General">
                  <c:v>30.42</c:v>
                </c:pt>
                <c:pt idx="507" formatCode="General">
                  <c:v>30.48</c:v>
                </c:pt>
                <c:pt idx="508" formatCode="General">
                  <c:v>30.54</c:v>
                </c:pt>
                <c:pt idx="509" formatCode="General">
                  <c:v>30.6</c:v>
                </c:pt>
                <c:pt idx="510" formatCode="General">
                  <c:v>30.66</c:v>
                </c:pt>
                <c:pt idx="511" formatCode="General">
                  <c:v>30.72</c:v>
                </c:pt>
                <c:pt idx="512" formatCode="General">
                  <c:v>30.78</c:v>
                </c:pt>
                <c:pt idx="513" formatCode="General">
                  <c:v>30.84</c:v>
                </c:pt>
                <c:pt idx="514" formatCode="General">
                  <c:v>30.9</c:v>
                </c:pt>
                <c:pt idx="515" formatCode="General">
                  <c:v>30.96</c:v>
                </c:pt>
                <c:pt idx="516" formatCode="General">
                  <c:v>31.02</c:v>
                </c:pt>
              </c:numCache>
            </c:numRef>
          </c:xVal>
          <c:yVal>
            <c:numRef>
              <c:f>Sheet1!$F$2:$F$1550</c:f>
              <c:numCache>
                <c:formatCode>0.00E+00</c:formatCode>
                <c:ptCount val="517"/>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2.3273859999999999E-3</c:v>
                </c:pt>
                <c:pt idx="40">
                  <c:v>9.9685999999999997E-2</c:v>
                </c:pt>
                <c:pt idx="41">
                  <c:v>1.7500329999999999</c:v>
                </c:pt>
                <c:pt idx="42">
                  <c:v>5.7076099999999999</c:v>
                </c:pt>
                <c:pt idx="43">
                  <c:v>7.251506</c:v>
                </c:pt>
                <c:pt idx="44">
                  <c:v>5.5444100000000001</c:v>
                </c:pt>
                <c:pt idx="45">
                  <c:v>3.475724</c:v>
                </c:pt>
                <c:pt idx="46">
                  <c:v>2.1898179999999998</c:v>
                </c:pt>
                <c:pt idx="47">
                  <c:v>1.364128</c:v>
                </c:pt>
                <c:pt idx="48">
                  <c:v>1.0872310000000001</c:v>
                </c:pt>
                <c:pt idx="49">
                  <c:v>0.79840129999999998</c:v>
                </c:pt>
                <c:pt idx="50">
                  <c:v>0.58127640000000003</c:v>
                </c:pt>
                <c:pt idx="51">
                  <c:v>0.53710040000000003</c:v>
                </c:pt>
                <c:pt idx="52">
                  <c:v>0.50376719999999997</c:v>
                </c:pt>
                <c:pt idx="53">
                  <c:v>0.43803130000000001</c:v>
                </c:pt>
                <c:pt idx="54">
                  <c:v>0.4271723</c:v>
                </c:pt>
                <c:pt idx="55">
                  <c:v>0.47023880000000001</c:v>
                </c:pt>
                <c:pt idx="56">
                  <c:v>0.38855260000000003</c:v>
                </c:pt>
                <c:pt idx="57">
                  <c:v>0.4184427</c:v>
                </c:pt>
                <c:pt idx="58">
                  <c:v>0.38191320000000001</c:v>
                </c:pt>
                <c:pt idx="59">
                  <c:v>0.3806678</c:v>
                </c:pt>
                <c:pt idx="60">
                  <c:v>0.37129190000000001</c:v>
                </c:pt>
                <c:pt idx="61">
                  <c:v>0.36813040000000002</c:v>
                </c:pt>
                <c:pt idx="62">
                  <c:v>0.36967230000000001</c:v>
                </c:pt>
                <c:pt idx="63">
                  <c:v>0.37457550000000001</c:v>
                </c:pt>
                <c:pt idx="64">
                  <c:v>0.4301257</c:v>
                </c:pt>
                <c:pt idx="65">
                  <c:v>0.4368533</c:v>
                </c:pt>
                <c:pt idx="66">
                  <c:v>0.4529454</c:v>
                </c:pt>
                <c:pt idx="67">
                  <c:v>0.5967652</c:v>
                </c:pt>
                <c:pt idx="68">
                  <c:v>0.65702879999999997</c:v>
                </c:pt>
                <c:pt idx="69">
                  <c:v>0.71210989999999996</c:v>
                </c:pt>
                <c:pt idx="70">
                  <c:v>0.83255120000000005</c:v>
                </c:pt>
                <c:pt idx="71">
                  <c:v>0.96259530000000004</c:v>
                </c:pt>
                <c:pt idx="72">
                  <c:v>1.0908409999999999</c:v>
                </c:pt>
                <c:pt idx="73">
                  <c:v>1.200288</c:v>
                </c:pt>
                <c:pt idx="74">
                  <c:v>1.20292</c:v>
                </c:pt>
                <c:pt idx="75">
                  <c:v>1.28688</c:v>
                </c:pt>
                <c:pt idx="76">
                  <c:v>1.3661000000000001</c:v>
                </c:pt>
                <c:pt idx="77">
                  <c:v>1.3141590000000001</c:v>
                </c:pt>
                <c:pt idx="78">
                  <c:v>1.3712</c:v>
                </c:pt>
                <c:pt idx="79">
                  <c:v>1.4296519999999999</c:v>
                </c:pt>
                <c:pt idx="80">
                  <c:v>1.4189769999999999</c:v>
                </c:pt>
                <c:pt idx="81">
                  <c:v>1.4975609999999999</c:v>
                </c:pt>
                <c:pt idx="82">
                  <c:v>1.5460210000000001</c:v>
                </c:pt>
                <c:pt idx="83">
                  <c:v>1.4951810000000001</c:v>
                </c:pt>
                <c:pt idx="84">
                  <c:v>1.4648460000000001</c:v>
                </c:pt>
                <c:pt idx="85">
                  <c:v>1.4929110000000001</c:v>
                </c:pt>
                <c:pt idx="86">
                  <c:v>1.415</c:v>
                </c:pt>
                <c:pt idx="87">
                  <c:v>1.464294</c:v>
                </c:pt>
                <c:pt idx="88">
                  <c:v>1.3460080000000001</c:v>
                </c:pt>
                <c:pt idx="89">
                  <c:v>1.3015509999999999</c:v>
                </c:pt>
                <c:pt idx="90">
                  <c:v>1.2510680000000001</c:v>
                </c:pt>
                <c:pt idx="91">
                  <c:v>1.0638669999999999</c:v>
                </c:pt>
                <c:pt idx="92">
                  <c:v>0.9321777</c:v>
                </c:pt>
                <c:pt idx="93">
                  <c:v>0.74976830000000005</c:v>
                </c:pt>
                <c:pt idx="94">
                  <c:v>0.63008439999999999</c:v>
                </c:pt>
                <c:pt idx="95">
                  <c:v>0.55803080000000005</c:v>
                </c:pt>
                <c:pt idx="96">
                  <c:v>0.4923614</c:v>
                </c:pt>
                <c:pt idx="97">
                  <c:v>0.46375240000000001</c:v>
                </c:pt>
                <c:pt idx="98">
                  <c:v>0.43885279999999999</c:v>
                </c:pt>
                <c:pt idx="99">
                  <c:v>0.45097389999999998</c:v>
                </c:pt>
                <c:pt idx="100">
                  <c:v>0.43734230000000002</c:v>
                </c:pt>
                <c:pt idx="101">
                  <c:v>0.48142580000000001</c:v>
                </c:pt>
                <c:pt idx="102">
                  <c:v>0.52969060000000001</c:v>
                </c:pt>
                <c:pt idx="103">
                  <c:v>0.57601899999999995</c:v>
                </c:pt>
                <c:pt idx="104">
                  <c:v>0.65123249999999999</c:v>
                </c:pt>
                <c:pt idx="105">
                  <c:v>0.75566759999999999</c:v>
                </c:pt>
                <c:pt idx="106">
                  <c:v>0.8401651</c:v>
                </c:pt>
                <c:pt idx="107">
                  <c:v>0.97665179999999996</c:v>
                </c:pt>
                <c:pt idx="108">
                  <c:v>1.071026</c:v>
                </c:pt>
                <c:pt idx="109">
                  <c:v>1.2012160000000001</c:v>
                </c:pt>
                <c:pt idx="110">
                  <c:v>1.257045</c:v>
                </c:pt>
                <c:pt idx="111">
                  <c:v>1.324354</c:v>
                </c:pt>
                <c:pt idx="112">
                  <c:v>1.4255500000000001</c:v>
                </c:pt>
                <c:pt idx="113">
                  <c:v>1.382884</c:v>
                </c:pt>
                <c:pt idx="114">
                  <c:v>1.398361</c:v>
                </c:pt>
                <c:pt idx="115">
                  <c:v>1.3580270000000001</c:v>
                </c:pt>
                <c:pt idx="116">
                  <c:v>1.344705</c:v>
                </c:pt>
                <c:pt idx="117">
                  <c:v>1.2463219999999999</c:v>
                </c:pt>
                <c:pt idx="118">
                  <c:v>1.232564</c:v>
                </c:pt>
                <c:pt idx="119">
                  <c:v>1.1402129999999999</c:v>
                </c:pt>
                <c:pt idx="120">
                  <c:v>1.128312</c:v>
                </c:pt>
                <c:pt idx="121">
                  <c:v>1.036832</c:v>
                </c:pt>
                <c:pt idx="122">
                  <c:v>1.0577030000000001</c:v>
                </c:pt>
                <c:pt idx="123">
                  <c:v>1.0462819999999999</c:v>
                </c:pt>
                <c:pt idx="124">
                  <c:v>1.0491520000000001</c:v>
                </c:pt>
                <c:pt idx="125">
                  <c:v>1.026232</c:v>
                </c:pt>
                <c:pt idx="126">
                  <c:v>1.027682</c:v>
                </c:pt>
                <c:pt idx="127">
                  <c:v>1.032144</c:v>
                </c:pt>
                <c:pt idx="128">
                  <c:v>1.0182180000000001</c:v>
                </c:pt>
                <c:pt idx="129">
                  <c:v>1.0294970000000001</c:v>
                </c:pt>
                <c:pt idx="130">
                  <c:v>1.0068950000000001</c:v>
                </c:pt>
                <c:pt idx="131">
                  <c:v>0.97182020000000002</c:v>
                </c:pt>
                <c:pt idx="132">
                  <c:v>0.93515619999999999</c:v>
                </c:pt>
                <c:pt idx="133">
                  <c:v>0.91067359999999997</c:v>
                </c:pt>
                <c:pt idx="134">
                  <c:v>0.87639</c:v>
                </c:pt>
                <c:pt idx="135">
                  <c:v>0.83938849999999998</c:v>
                </c:pt>
                <c:pt idx="136">
                  <c:v>0.78590979999999999</c:v>
                </c:pt>
                <c:pt idx="137">
                  <c:v>0.76282830000000001</c:v>
                </c:pt>
                <c:pt idx="138">
                  <c:v>0.74649509999999997</c:v>
                </c:pt>
                <c:pt idx="139">
                  <c:v>0.69938900000000004</c:v>
                </c:pt>
                <c:pt idx="140">
                  <c:v>0.69175160000000002</c:v>
                </c:pt>
                <c:pt idx="141">
                  <c:v>0.68592140000000001</c:v>
                </c:pt>
                <c:pt idx="142">
                  <c:v>0.69621180000000005</c:v>
                </c:pt>
                <c:pt idx="143">
                  <c:v>0.75535909999999995</c:v>
                </c:pt>
                <c:pt idx="144">
                  <c:v>0.81440820000000003</c:v>
                </c:pt>
                <c:pt idx="145">
                  <c:v>0.84696629999999995</c:v>
                </c:pt>
                <c:pt idx="146">
                  <c:v>0.95353189999999999</c:v>
                </c:pt>
                <c:pt idx="147">
                  <c:v>1.0408280000000001</c:v>
                </c:pt>
                <c:pt idx="148">
                  <c:v>1.121678</c:v>
                </c:pt>
                <c:pt idx="149">
                  <c:v>1.200782</c:v>
                </c:pt>
                <c:pt idx="150">
                  <c:v>1.2509140000000001</c:v>
                </c:pt>
                <c:pt idx="151">
                  <c:v>1.3099430000000001</c:v>
                </c:pt>
                <c:pt idx="152">
                  <c:v>1.335351</c:v>
                </c:pt>
                <c:pt idx="153">
                  <c:v>1.3692550000000001</c:v>
                </c:pt>
                <c:pt idx="154">
                  <c:v>1.362185</c:v>
                </c:pt>
                <c:pt idx="155">
                  <c:v>1.3111120000000001</c:v>
                </c:pt>
                <c:pt idx="156">
                  <c:v>1.2585059999999999</c:v>
                </c:pt>
                <c:pt idx="157">
                  <c:v>1.2092099999999999</c:v>
                </c:pt>
                <c:pt idx="158">
                  <c:v>1.1389560000000001</c:v>
                </c:pt>
                <c:pt idx="159">
                  <c:v>1.09727</c:v>
                </c:pt>
                <c:pt idx="160">
                  <c:v>1.035123</c:v>
                </c:pt>
                <c:pt idx="161">
                  <c:v>1.0008140000000001</c:v>
                </c:pt>
                <c:pt idx="162">
                  <c:v>0.97343420000000003</c:v>
                </c:pt>
                <c:pt idx="163">
                  <c:v>0.95509169999999999</c:v>
                </c:pt>
                <c:pt idx="164">
                  <c:v>0.9176974</c:v>
                </c:pt>
                <c:pt idx="165">
                  <c:v>0.94559530000000003</c:v>
                </c:pt>
                <c:pt idx="166">
                  <c:v>0.94124830000000004</c:v>
                </c:pt>
                <c:pt idx="167">
                  <c:v>0.94432629999999995</c:v>
                </c:pt>
                <c:pt idx="168">
                  <c:v>0.9326624</c:v>
                </c:pt>
                <c:pt idx="169">
                  <c:v>0.90393970000000001</c:v>
                </c:pt>
                <c:pt idx="170">
                  <c:v>0.87327619999999995</c:v>
                </c:pt>
                <c:pt idx="171">
                  <c:v>0.86868999999999996</c:v>
                </c:pt>
                <c:pt idx="172">
                  <c:v>0.84050999999999998</c:v>
                </c:pt>
                <c:pt idx="173">
                  <c:v>0.82091360000000002</c:v>
                </c:pt>
                <c:pt idx="174">
                  <c:v>0.80049289999999995</c:v>
                </c:pt>
                <c:pt idx="175">
                  <c:v>0.80055920000000003</c:v>
                </c:pt>
                <c:pt idx="176">
                  <c:v>0.82078030000000002</c:v>
                </c:pt>
                <c:pt idx="177">
                  <c:v>0.8203992</c:v>
                </c:pt>
                <c:pt idx="178">
                  <c:v>0.83380620000000005</c:v>
                </c:pt>
                <c:pt idx="179">
                  <c:v>0.87157709999999999</c:v>
                </c:pt>
                <c:pt idx="180">
                  <c:v>0.90494110000000005</c:v>
                </c:pt>
                <c:pt idx="181">
                  <c:v>0.94347970000000003</c:v>
                </c:pt>
                <c:pt idx="182">
                  <c:v>0.97511919999999996</c:v>
                </c:pt>
                <c:pt idx="183">
                  <c:v>1.0085470000000001</c:v>
                </c:pt>
                <c:pt idx="184">
                  <c:v>1.0551250000000001</c:v>
                </c:pt>
                <c:pt idx="185">
                  <c:v>1.0835300000000001</c:v>
                </c:pt>
                <c:pt idx="186">
                  <c:v>1.117019</c:v>
                </c:pt>
                <c:pt idx="187">
                  <c:v>1.1274</c:v>
                </c:pt>
                <c:pt idx="188">
                  <c:v>1.162936</c:v>
                </c:pt>
                <c:pt idx="189">
                  <c:v>1.1784760000000001</c:v>
                </c:pt>
                <c:pt idx="190">
                  <c:v>1.1677</c:v>
                </c:pt>
                <c:pt idx="191">
                  <c:v>1.203654</c:v>
                </c:pt>
                <c:pt idx="192">
                  <c:v>1.2124079999999999</c:v>
                </c:pt>
                <c:pt idx="193">
                  <c:v>1.208154</c:v>
                </c:pt>
                <c:pt idx="194">
                  <c:v>1.2241949999999999</c:v>
                </c:pt>
                <c:pt idx="195">
                  <c:v>1.2088270000000001</c:v>
                </c:pt>
                <c:pt idx="196">
                  <c:v>1.176723</c:v>
                </c:pt>
                <c:pt idx="197">
                  <c:v>1.1333299999999999</c:v>
                </c:pt>
                <c:pt idx="198">
                  <c:v>1.0961080000000001</c:v>
                </c:pt>
                <c:pt idx="199">
                  <c:v>1.0257769999999999</c:v>
                </c:pt>
                <c:pt idx="200">
                  <c:v>0.99024690000000004</c:v>
                </c:pt>
                <c:pt idx="201">
                  <c:v>0.93556399999999995</c:v>
                </c:pt>
                <c:pt idx="202">
                  <c:v>0.90196980000000004</c:v>
                </c:pt>
                <c:pt idx="203">
                  <c:v>0.86200790000000005</c:v>
                </c:pt>
                <c:pt idx="204">
                  <c:v>0.84023789999999998</c:v>
                </c:pt>
                <c:pt idx="205">
                  <c:v>0.8091081</c:v>
                </c:pt>
                <c:pt idx="206">
                  <c:v>0.81321619999999994</c:v>
                </c:pt>
                <c:pt idx="207">
                  <c:v>0.81402319999999995</c:v>
                </c:pt>
                <c:pt idx="208">
                  <c:v>0.81699429999999995</c:v>
                </c:pt>
                <c:pt idx="209">
                  <c:v>0.84883640000000005</c:v>
                </c:pt>
                <c:pt idx="210">
                  <c:v>0.86632160000000002</c:v>
                </c:pt>
                <c:pt idx="211">
                  <c:v>0.89023439999999998</c:v>
                </c:pt>
                <c:pt idx="212">
                  <c:v>0.91948890000000005</c:v>
                </c:pt>
                <c:pt idx="213">
                  <c:v>0.94157219999999997</c:v>
                </c:pt>
                <c:pt idx="214">
                  <c:v>0.9333977</c:v>
                </c:pt>
                <c:pt idx="215">
                  <c:v>0.9612522</c:v>
                </c:pt>
                <c:pt idx="216">
                  <c:v>0.98262329999999998</c:v>
                </c:pt>
                <c:pt idx="217">
                  <c:v>0.97778229999999999</c:v>
                </c:pt>
                <c:pt idx="218">
                  <c:v>1.005755</c:v>
                </c:pt>
                <c:pt idx="219">
                  <c:v>1.018869</c:v>
                </c:pt>
                <c:pt idx="220">
                  <c:v>1.037042</c:v>
                </c:pt>
                <c:pt idx="221">
                  <c:v>1.054243</c:v>
                </c:pt>
                <c:pt idx="222">
                  <c:v>1.057914</c:v>
                </c:pt>
                <c:pt idx="223">
                  <c:v>1.077806</c:v>
                </c:pt>
                <c:pt idx="224">
                  <c:v>1.0967880000000001</c:v>
                </c:pt>
                <c:pt idx="225">
                  <c:v>1.083385</c:v>
                </c:pt>
                <c:pt idx="226">
                  <c:v>1.071693</c:v>
                </c:pt>
                <c:pt idx="227">
                  <c:v>1.0529280000000001</c:v>
                </c:pt>
                <c:pt idx="228">
                  <c:v>1.082881</c:v>
                </c:pt>
                <c:pt idx="229">
                  <c:v>1.0663750000000001</c:v>
                </c:pt>
                <c:pt idx="230">
                  <c:v>1.087869</c:v>
                </c:pt>
                <c:pt idx="231">
                  <c:v>1.097261</c:v>
                </c:pt>
                <c:pt idx="232">
                  <c:v>1.0965750000000001</c:v>
                </c:pt>
                <c:pt idx="233">
                  <c:v>1.107013</c:v>
                </c:pt>
                <c:pt idx="234">
                  <c:v>1.0916110000000001</c:v>
                </c:pt>
                <c:pt idx="235">
                  <c:v>1.107118</c:v>
                </c:pt>
                <c:pt idx="236">
                  <c:v>1.095342</c:v>
                </c:pt>
                <c:pt idx="237">
                  <c:v>1.074257</c:v>
                </c:pt>
                <c:pt idx="238">
                  <c:v>1.0447500000000001</c:v>
                </c:pt>
                <c:pt idx="239">
                  <c:v>1.0091019999999999</c:v>
                </c:pt>
                <c:pt idx="240">
                  <c:v>0.98785750000000005</c:v>
                </c:pt>
                <c:pt idx="241">
                  <c:v>0.95840800000000004</c:v>
                </c:pt>
                <c:pt idx="242">
                  <c:v>0.90840790000000005</c:v>
                </c:pt>
                <c:pt idx="243">
                  <c:v>0.88290009999999997</c:v>
                </c:pt>
                <c:pt idx="244">
                  <c:v>0.87142660000000005</c:v>
                </c:pt>
                <c:pt idx="245">
                  <c:v>0.83998740000000005</c:v>
                </c:pt>
                <c:pt idx="246">
                  <c:v>0.81269009999999997</c:v>
                </c:pt>
                <c:pt idx="247">
                  <c:v>0.80845029999999996</c:v>
                </c:pt>
                <c:pt idx="248">
                  <c:v>0.81794659999999997</c:v>
                </c:pt>
                <c:pt idx="249">
                  <c:v>0.82720590000000005</c:v>
                </c:pt>
                <c:pt idx="250">
                  <c:v>0.83587820000000002</c:v>
                </c:pt>
                <c:pt idx="251">
                  <c:v>0.86555689999999996</c:v>
                </c:pt>
                <c:pt idx="252">
                  <c:v>0.88583959999999995</c:v>
                </c:pt>
                <c:pt idx="253">
                  <c:v>0.93983289999999997</c:v>
                </c:pt>
                <c:pt idx="254">
                  <c:v>0.97199270000000004</c:v>
                </c:pt>
                <c:pt idx="255">
                  <c:v>1.006634</c:v>
                </c:pt>
                <c:pt idx="256">
                  <c:v>1.029882</c:v>
                </c:pt>
                <c:pt idx="257">
                  <c:v>1.0730489999999999</c:v>
                </c:pt>
                <c:pt idx="258">
                  <c:v>1.1160190000000001</c:v>
                </c:pt>
                <c:pt idx="259">
                  <c:v>1.1136760000000001</c:v>
                </c:pt>
                <c:pt idx="260">
                  <c:v>1.135718</c:v>
                </c:pt>
                <c:pt idx="261">
                  <c:v>1.150881</c:v>
                </c:pt>
                <c:pt idx="262">
                  <c:v>1.1390769999999999</c:v>
                </c:pt>
                <c:pt idx="263">
                  <c:v>1.1445160000000001</c:v>
                </c:pt>
                <c:pt idx="264">
                  <c:v>1.1531290000000001</c:v>
                </c:pt>
                <c:pt idx="265">
                  <c:v>1.121265</c:v>
                </c:pt>
                <c:pt idx="266">
                  <c:v>1.120404</c:v>
                </c:pt>
                <c:pt idx="267">
                  <c:v>1.0899190000000001</c:v>
                </c:pt>
                <c:pt idx="268">
                  <c:v>1.0696330000000001</c:v>
                </c:pt>
                <c:pt idx="269">
                  <c:v>1.0538069999999999</c:v>
                </c:pt>
                <c:pt idx="270">
                  <c:v>1.012324</c:v>
                </c:pt>
                <c:pt idx="271">
                  <c:v>1.0029809999999999</c:v>
                </c:pt>
                <c:pt idx="272">
                  <c:v>0.981456</c:v>
                </c:pt>
                <c:pt idx="273">
                  <c:v>0.97971189999999997</c:v>
                </c:pt>
                <c:pt idx="274">
                  <c:v>0.97210730000000001</c:v>
                </c:pt>
                <c:pt idx="275">
                  <c:v>0.97539089999999995</c:v>
                </c:pt>
                <c:pt idx="276">
                  <c:v>0.98229049999999996</c:v>
                </c:pt>
                <c:pt idx="277">
                  <c:v>0.96227439999999997</c:v>
                </c:pt>
                <c:pt idx="278">
                  <c:v>0.96376090000000003</c:v>
                </c:pt>
                <c:pt idx="279">
                  <c:v>0.94430170000000002</c:v>
                </c:pt>
                <c:pt idx="280">
                  <c:v>0.9505152</c:v>
                </c:pt>
                <c:pt idx="281">
                  <c:v>0.93891570000000002</c:v>
                </c:pt>
                <c:pt idx="282">
                  <c:v>0.91090280000000001</c:v>
                </c:pt>
                <c:pt idx="283">
                  <c:v>0.90916260000000004</c:v>
                </c:pt>
                <c:pt idx="284">
                  <c:v>0.88440870000000005</c:v>
                </c:pt>
                <c:pt idx="285">
                  <c:v>0.87559410000000004</c:v>
                </c:pt>
                <c:pt idx="286">
                  <c:v>0.87877139999999998</c:v>
                </c:pt>
                <c:pt idx="287">
                  <c:v>0.87577740000000004</c:v>
                </c:pt>
                <c:pt idx="288">
                  <c:v>0.88560030000000001</c:v>
                </c:pt>
                <c:pt idx="289">
                  <c:v>0.8958429</c:v>
                </c:pt>
                <c:pt idx="290">
                  <c:v>0.92936359999999996</c:v>
                </c:pt>
                <c:pt idx="291">
                  <c:v>0.95803729999999998</c:v>
                </c:pt>
                <c:pt idx="292">
                  <c:v>0.99193779999999998</c:v>
                </c:pt>
                <c:pt idx="293">
                  <c:v>1.0178590000000001</c:v>
                </c:pt>
                <c:pt idx="294">
                  <c:v>1.0488839999999999</c:v>
                </c:pt>
                <c:pt idx="295">
                  <c:v>1.076705</c:v>
                </c:pt>
                <c:pt idx="296">
                  <c:v>1.088338</c:v>
                </c:pt>
                <c:pt idx="297">
                  <c:v>1.1180319999999999</c:v>
                </c:pt>
                <c:pt idx="298">
                  <c:v>1.12348</c:v>
                </c:pt>
                <c:pt idx="299">
                  <c:v>1.132595</c:v>
                </c:pt>
                <c:pt idx="300">
                  <c:v>1.135686</c:v>
                </c:pt>
                <c:pt idx="301">
                  <c:v>1.1190310000000001</c:v>
                </c:pt>
                <c:pt idx="302">
                  <c:v>1.116403</c:v>
                </c:pt>
                <c:pt idx="303">
                  <c:v>1.1027039999999999</c:v>
                </c:pt>
                <c:pt idx="304">
                  <c:v>1.079672</c:v>
                </c:pt>
                <c:pt idx="305">
                  <c:v>1.066621</c:v>
                </c:pt>
                <c:pt idx="306">
                  <c:v>1.048897</c:v>
                </c:pt>
                <c:pt idx="307">
                  <c:v>1.021252</c:v>
                </c:pt>
                <c:pt idx="308">
                  <c:v>0.99608750000000001</c:v>
                </c:pt>
                <c:pt idx="309">
                  <c:v>0.99668540000000005</c:v>
                </c:pt>
                <c:pt idx="310">
                  <c:v>0.96395050000000004</c:v>
                </c:pt>
                <c:pt idx="311">
                  <c:v>0.95686300000000002</c:v>
                </c:pt>
                <c:pt idx="312">
                  <c:v>0.93931699999999996</c:v>
                </c:pt>
                <c:pt idx="313">
                  <c:v>0.94029339999999995</c:v>
                </c:pt>
                <c:pt idx="314">
                  <c:v>0.93872390000000006</c:v>
                </c:pt>
                <c:pt idx="315">
                  <c:v>0.9333515</c:v>
                </c:pt>
                <c:pt idx="316">
                  <c:v>0.95530329999999997</c:v>
                </c:pt>
                <c:pt idx="317">
                  <c:v>0.93589979999999995</c:v>
                </c:pt>
                <c:pt idx="318">
                  <c:v>0.94277659999999996</c:v>
                </c:pt>
                <c:pt idx="319">
                  <c:v>0.94256669999999998</c:v>
                </c:pt>
                <c:pt idx="320">
                  <c:v>0.94425669999999995</c:v>
                </c:pt>
                <c:pt idx="321">
                  <c:v>0.94730820000000004</c:v>
                </c:pt>
                <c:pt idx="322">
                  <c:v>0.94480690000000001</c:v>
                </c:pt>
                <c:pt idx="323">
                  <c:v>0.93511699999999998</c:v>
                </c:pt>
                <c:pt idx="324">
                  <c:v>0.93684579999999995</c:v>
                </c:pt>
                <c:pt idx="325">
                  <c:v>0.94098859999999995</c:v>
                </c:pt>
                <c:pt idx="326">
                  <c:v>0.94171990000000005</c:v>
                </c:pt>
                <c:pt idx="327">
                  <c:v>0.94785929999999996</c:v>
                </c:pt>
                <c:pt idx="328">
                  <c:v>0.96113190000000004</c:v>
                </c:pt>
                <c:pt idx="329">
                  <c:v>0.97104610000000002</c:v>
                </c:pt>
                <c:pt idx="330">
                  <c:v>0.98789320000000003</c:v>
                </c:pt>
                <c:pt idx="331">
                  <c:v>1.0115810000000001</c:v>
                </c:pt>
                <c:pt idx="332">
                  <c:v>1.035471</c:v>
                </c:pt>
                <c:pt idx="333">
                  <c:v>1.048074</c:v>
                </c:pt>
                <c:pt idx="334">
                  <c:v>1.0702640000000001</c:v>
                </c:pt>
                <c:pt idx="335">
                  <c:v>1.0723480000000001</c:v>
                </c:pt>
                <c:pt idx="336">
                  <c:v>1.0878650000000001</c:v>
                </c:pt>
                <c:pt idx="337">
                  <c:v>1.0833600000000001</c:v>
                </c:pt>
                <c:pt idx="338">
                  <c:v>1.095092</c:v>
                </c:pt>
                <c:pt idx="339">
                  <c:v>1.1015459999999999</c:v>
                </c:pt>
                <c:pt idx="340">
                  <c:v>1.0996429999999999</c:v>
                </c:pt>
                <c:pt idx="341">
                  <c:v>1.109491</c:v>
                </c:pt>
                <c:pt idx="342">
                  <c:v>1.0974600000000001</c:v>
                </c:pt>
                <c:pt idx="343">
                  <c:v>1.088382</c:v>
                </c:pt>
                <c:pt idx="344">
                  <c:v>1.07961</c:v>
                </c:pt>
                <c:pt idx="345">
                  <c:v>1.0614650000000001</c:v>
                </c:pt>
                <c:pt idx="346">
                  <c:v>1.0432319999999999</c:v>
                </c:pt>
                <c:pt idx="347">
                  <c:v>1.0257750000000001</c:v>
                </c:pt>
                <c:pt idx="348">
                  <c:v>0.9902784</c:v>
                </c:pt>
                <c:pt idx="349">
                  <c:v>0.97441330000000004</c:v>
                </c:pt>
                <c:pt idx="350">
                  <c:v>0.93707010000000002</c:v>
                </c:pt>
                <c:pt idx="351">
                  <c:v>0.92117389999999999</c:v>
                </c:pt>
                <c:pt idx="352">
                  <c:v>0.89719400000000005</c:v>
                </c:pt>
                <c:pt idx="353">
                  <c:v>0.87656060000000002</c:v>
                </c:pt>
                <c:pt idx="354">
                  <c:v>0.86855599999999999</c:v>
                </c:pt>
                <c:pt idx="355">
                  <c:v>0.87173460000000003</c:v>
                </c:pt>
                <c:pt idx="356">
                  <c:v>0.86826029999999998</c:v>
                </c:pt>
                <c:pt idx="357">
                  <c:v>0.88186739999999997</c:v>
                </c:pt>
                <c:pt idx="358">
                  <c:v>0.90487379999999995</c:v>
                </c:pt>
                <c:pt idx="359">
                  <c:v>0.91890479999999997</c:v>
                </c:pt>
                <c:pt idx="360">
                  <c:v>0.93836750000000002</c:v>
                </c:pt>
                <c:pt idx="361">
                  <c:v>0.9654163</c:v>
                </c:pt>
                <c:pt idx="362">
                  <c:v>0.98302469999999997</c:v>
                </c:pt>
                <c:pt idx="363">
                  <c:v>1.010459</c:v>
                </c:pt>
                <c:pt idx="364">
                  <c:v>1.0299199999999999</c:v>
                </c:pt>
                <c:pt idx="365">
                  <c:v>1.0368649999999999</c:v>
                </c:pt>
                <c:pt idx="366">
                  <c:v>1.040319</c:v>
                </c:pt>
                <c:pt idx="367">
                  <c:v>1.0602739999999999</c:v>
                </c:pt>
                <c:pt idx="368">
                  <c:v>1.0583370000000001</c:v>
                </c:pt>
                <c:pt idx="369">
                  <c:v>1.061628</c:v>
                </c:pt>
                <c:pt idx="370">
                  <c:v>1.064111</c:v>
                </c:pt>
                <c:pt idx="371">
                  <c:v>1.058586</c:v>
                </c:pt>
                <c:pt idx="372">
                  <c:v>1.0638650000000001</c:v>
                </c:pt>
                <c:pt idx="373">
                  <c:v>1.0438860000000001</c:v>
                </c:pt>
                <c:pt idx="374">
                  <c:v>1.059353</c:v>
                </c:pt>
                <c:pt idx="375">
                  <c:v>1.0482469999999999</c:v>
                </c:pt>
                <c:pt idx="376">
                  <c:v>1.06596</c:v>
                </c:pt>
                <c:pt idx="377">
                  <c:v>1.055402</c:v>
                </c:pt>
                <c:pt idx="378">
                  <c:v>1.0421400000000001</c:v>
                </c:pt>
                <c:pt idx="379">
                  <c:v>1.0437019999999999</c:v>
                </c:pt>
                <c:pt idx="380">
                  <c:v>1.0386409999999999</c:v>
                </c:pt>
                <c:pt idx="381">
                  <c:v>1.0255289999999999</c:v>
                </c:pt>
                <c:pt idx="382">
                  <c:v>1.027568</c:v>
                </c:pt>
                <c:pt idx="383">
                  <c:v>1.016996</c:v>
                </c:pt>
                <c:pt idx="384">
                  <c:v>0.9948863</c:v>
                </c:pt>
                <c:pt idx="385">
                  <c:v>0.99576160000000002</c:v>
                </c:pt>
                <c:pt idx="386">
                  <c:v>0.98895630000000001</c:v>
                </c:pt>
                <c:pt idx="387">
                  <c:v>0.97810140000000001</c:v>
                </c:pt>
                <c:pt idx="388">
                  <c:v>0.97819800000000001</c:v>
                </c:pt>
                <c:pt idx="389">
                  <c:v>0.94635360000000002</c:v>
                </c:pt>
                <c:pt idx="390">
                  <c:v>0.94414989999999999</c:v>
                </c:pt>
                <c:pt idx="391">
                  <c:v>0.93185039999999997</c:v>
                </c:pt>
                <c:pt idx="392">
                  <c:v>0.92074869999999998</c:v>
                </c:pt>
                <c:pt idx="393">
                  <c:v>0.91495329999999997</c:v>
                </c:pt>
                <c:pt idx="394">
                  <c:v>0.90920469999999998</c:v>
                </c:pt>
                <c:pt idx="395">
                  <c:v>0.9035974</c:v>
                </c:pt>
                <c:pt idx="396">
                  <c:v>0.91629959999999999</c:v>
                </c:pt>
                <c:pt idx="397">
                  <c:v>0.91026680000000004</c:v>
                </c:pt>
                <c:pt idx="398">
                  <c:v>0.92725369999999996</c:v>
                </c:pt>
                <c:pt idx="399">
                  <c:v>0.94540939999999996</c:v>
                </c:pt>
                <c:pt idx="400">
                  <c:v>0.9603621</c:v>
                </c:pt>
                <c:pt idx="401">
                  <c:v>0.98911919999999998</c:v>
                </c:pt>
                <c:pt idx="402">
                  <c:v>1.006848</c:v>
                </c:pt>
                <c:pt idx="403">
                  <c:v>1.0360259999999999</c:v>
                </c:pt>
                <c:pt idx="404">
                  <c:v>1.0466960000000001</c:v>
                </c:pt>
                <c:pt idx="405">
                  <c:v>1.065923</c:v>
                </c:pt>
                <c:pt idx="406">
                  <c:v>1.0810820000000001</c:v>
                </c:pt>
                <c:pt idx="407">
                  <c:v>1.085834</c:v>
                </c:pt>
                <c:pt idx="408">
                  <c:v>1.0852949999999999</c:v>
                </c:pt>
                <c:pt idx="409">
                  <c:v>1.0874729999999999</c:v>
                </c:pt>
                <c:pt idx="410">
                  <c:v>1.0621700000000001</c:v>
                </c:pt>
                <c:pt idx="411">
                  <c:v>1.0715870000000001</c:v>
                </c:pt>
                <c:pt idx="412">
                  <c:v>1.0617970000000001</c:v>
                </c:pt>
                <c:pt idx="413">
                  <c:v>1.0423119999999999</c:v>
                </c:pt>
                <c:pt idx="414">
                  <c:v>1.039652</c:v>
                </c:pt>
                <c:pt idx="415">
                  <c:v>1.0392859999999999</c:v>
                </c:pt>
                <c:pt idx="416">
                  <c:v>1.0321020000000001</c:v>
                </c:pt>
                <c:pt idx="417">
                  <c:v>1.0122930000000001</c:v>
                </c:pt>
                <c:pt idx="418">
                  <c:v>1.007509</c:v>
                </c:pt>
                <c:pt idx="419">
                  <c:v>1.007425</c:v>
                </c:pt>
                <c:pt idx="420">
                  <c:v>0.99014290000000005</c:v>
                </c:pt>
                <c:pt idx="421">
                  <c:v>0.98340649999999996</c:v>
                </c:pt>
                <c:pt idx="422">
                  <c:v>0.98436089999999998</c:v>
                </c:pt>
                <c:pt idx="423">
                  <c:v>0.98001329999999998</c:v>
                </c:pt>
                <c:pt idx="424">
                  <c:v>0.98621029999999998</c:v>
                </c:pt>
                <c:pt idx="425">
                  <c:v>0.97165369999999995</c:v>
                </c:pt>
                <c:pt idx="426">
                  <c:v>0.96608669999999996</c:v>
                </c:pt>
                <c:pt idx="427">
                  <c:v>0.95431999999999995</c:v>
                </c:pt>
                <c:pt idx="428">
                  <c:v>0.95738319999999999</c:v>
                </c:pt>
                <c:pt idx="429">
                  <c:v>0.94802109999999995</c:v>
                </c:pt>
                <c:pt idx="430">
                  <c:v>0.94118120000000005</c:v>
                </c:pt>
                <c:pt idx="431">
                  <c:v>0.94570880000000002</c:v>
                </c:pt>
                <c:pt idx="432">
                  <c:v>0.93804849999999995</c:v>
                </c:pt>
                <c:pt idx="433">
                  <c:v>0.92892620000000004</c:v>
                </c:pt>
                <c:pt idx="434">
                  <c:v>0.92241669999999998</c:v>
                </c:pt>
                <c:pt idx="435">
                  <c:v>0.92181449999999998</c:v>
                </c:pt>
                <c:pt idx="436">
                  <c:v>0.93481950000000003</c:v>
                </c:pt>
                <c:pt idx="437">
                  <c:v>0.94311509999999998</c:v>
                </c:pt>
                <c:pt idx="438">
                  <c:v>0.95745100000000005</c:v>
                </c:pt>
                <c:pt idx="439">
                  <c:v>0.97930280000000003</c:v>
                </c:pt>
                <c:pt idx="440">
                  <c:v>1.002364</c:v>
                </c:pt>
                <c:pt idx="441">
                  <c:v>1.0230140000000001</c:v>
                </c:pt>
                <c:pt idx="442">
                  <c:v>1.0521400000000001</c:v>
                </c:pt>
                <c:pt idx="443">
                  <c:v>1.076762</c:v>
                </c:pt>
                <c:pt idx="444">
                  <c:v>1.0918620000000001</c:v>
                </c:pt>
                <c:pt idx="445">
                  <c:v>1.098017</c:v>
                </c:pt>
                <c:pt idx="446">
                  <c:v>1.102503</c:v>
                </c:pt>
                <c:pt idx="447">
                  <c:v>1.0977539999999999</c:v>
                </c:pt>
                <c:pt idx="448">
                  <c:v>1.106705</c:v>
                </c:pt>
                <c:pt idx="449">
                  <c:v>1.0978190000000001</c:v>
                </c:pt>
                <c:pt idx="450">
                  <c:v>1.0788040000000001</c:v>
                </c:pt>
                <c:pt idx="451">
                  <c:v>1.0688040000000001</c:v>
                </c:pt>
                <c:pt idx="452">
                  <c:v>1.0476859999999999</c:v>
                </c:pt>
                <c:pt idx="453">
                  <c:v>1.0309159999999999</c:v>
                </c:pt>
                <c:pt idx="454">
                  <c:v>1.015147</c:v>
                </c:pt>
                <c:pt idx="455">
                  <c:v>0.99660439999999995</c:v>
                </c:pt>
                <c:pt idx="456">
                  <c:v>0.98844969999999999</c:v>
                </c:pt>
                <c:pt idx="457">
                  <c:v>0.96413000000000004</c:v>
                </c:pt>
                <c:pt idx="458">
                  <c:v>0.95657519999999996</c:v>
                </c:pt>
                <c:pt idx="459">
                  <c:v>0.94976309999999997</c:v>
                </c:pt>
                <c:pt idx="460">
                  <c:v>0.94869610000000004</c:v>
                </c:pt>
                <c:pt idx="461">
                  <c:v>0.93696919999999995</c:v>
                </c:pt>
                <c:pt idx="462">
                  <c:v>0.93535829999999998</c:v>
                </c:pt>
                <c:pt idx="463">
                  <c:v>0.93567259999999997</c:v>
                </c:pt>
                <c:pt idx="464">
                  <c:v>0.94091840000000004</c:v>
                </c:pt>
                <c:pt idx="465">
                  <c:v>0.94285229999999998</c:v>
                </c:pt>
                <c:pt idx="466">
                  <c:v>0.94160200000000005</c:v>
                </c:pt>
                <c:pt idx="467">
                  <c:v>0.95499319999999999</c:v>
                </c:pt>
                <c:pt idx="468">
                  <c:v>0.96306409999999998</c:v>
                </c:pt>
                <c:pt idx="469">
                  <c:v>0.96804020000000002</c:v>
                </c:pt>
                <c:pt idx="470">
                  <c:v>0.97746409999999995</c:v>
                </c:pt>
                <c:pt idx="471">
                  <c:v>0.97715459999999998</c:v>
                </c:pt>
                <c:pt idx="472">
                  <c:v>0.98982219999999999</c:v>
                </c:pt>
                <c:pt idx="473">
                  <c:v>0.99010880000000001</c:v>
                </c:pt>
                <c:pt idx="474">
                  <c:v>0.99962720000000005</c:v>
                </c:pt>
                <c:pt idx="475">
                  <c:v>1.0064770000000001</c:v>
                </c:pt>
                <c:pt idx="476">
                  <c:v>1.005714</c:v>
                </c:pt>
                <c:pt idx="477">
                  <c:v>1.0157560000000001</c:v>
                </c:pt>
                <c:pt idx="478">
                  <c:v>1.0162910000000001</c:v>
                </c:pt>
                <c:pt idx="479">
                  <c:v>1.0248949999999999</c:v>
                </c:pt>
                <c:pt idx="480">
                  <c:v>1.0173859999999999</c:v>
                </c:pt>
                <c:pt idx="481">
                  <c:v>1.0279480000000001</c:v>
                </c:pt>
                <c:pt idx="482">
                  <c:v>1.040697</c:v>
                </c:pt>
                <c:pt idx="483">
                  <c:v>1.042251</c:v>
                </c:pt>
                <c:pt idx="484">
                  <c:v>1.049499</c:v>
                </c:pt>
                <c:pt idx="485">
                  <c:v>1.0488580000000001</c:v>
                </c:pt>
                <c:pt idx="486">
                  <c:v>1.0503169999999999</c:v>
                </c:pt>
                <c:pt idx="487">
                  <c:v>1.0529759999999999</c:v>
                </c:pt>
                <c:pt idx="488">
                  <c:v>1.059793</c:v>
                </c:pt>
                <c:pt idx="489">
                  <c:v>1.054929</c:v>
                </c:pt>
                <c:pt idx="490">
                  <c:v>1.043191</c:v>
                </c:pt>
                <c:pt idx="491">
                  <c:v>1.0484929999999999</c:v>
                </c:pt>
                <c:pt idx="492">
                  <c:v>1.032829</c:v>
                </c:pt>
                <c:pt idx="493">
                  <c:v>1.0214179999999999</c:v>
                </c:pt>
                <c:pt idx="494">
                  <c:v>1.0080089999999999</c:v>
                </c:pt>
                <c:pt idx="495">
                  <c:v>1.0004219999999999</c:v>
                </c:pt>
                <c:pt idx="496">
                  <c:v>0.99002279999999998</c:v>
                </c:pt>
                <c:pt idx="497">
                  <c:v>0.97171050000000003</c:v>
                </c:pt>
                <c:pt idx="498">
                  <c:v>0.95945950000000002</c:v>
                </c:pt>
                <c:pt idx="499">
                  <c:v>0.94412569999999996</c:v>
                </c:pt>
                <c:pt idx="500">
                  <c:v>0.93298680000000001</c:v>
                </c:pt>
                <c:pt idx="501">
                  <c:v>0.92952460000000003</c:v>
                </c:pt>
                <c:pt idx="502">
                  <c:v>0.92185830000000002</c:v>
                </c:pt>
                <c:pt idx="503">
                  <c:v>0.90778009999999998</c:v>
                </c:pt>
                <c:pt idx="504">
                  <c:v>0.92235400000000001</c:v>
                </c:pt>
                <c:pt idx="505">
                  <c:v>0.92895159999999999</c:v>
                </c:pt>
                <c:pt idx="506">
                  <c:v>0.9393726</c:v>
                </c:pt>
                <c:pt idx="507">
                  <c:v>0.93994929999999999</c:v>
                </c:pt>
                <c:pt idx="508">
                  <c:v>0.95889849999999999</c:v>
                </c:pt>
                <c:pt idx="509">
                  <c:v>0.97163569999999999</c:v>
                </c:pt>
                <c:pt idx="510">
                  <c:v>0.99740090000000003</c:v>
                </c:pt>
                <c:pt idx="511">
                  <c:v>1.007431</c:v>
                </c:pt>
                <c:pt idx="512">
                  <c:v>1.0288930000000001</c:v>
                </c:pt>
                <c:pt idx="513">
                  <c:v>1.03531</c:v>
                </c:pt>
                <c:pt idx="514">
                  <c:v>1.041234</c:v>
                </c:pt>
                <c:pt idx="515">
                  <c:v>1.0441260000000001</c:v>
                </c:pt>
                <c:pt idx="516">
                  <c:v>1.0524070000000001</c:v>
                </c:pt>
              </c:numCache>
            </c:numRef>
          </c:yVal>
          <c:smooth val="1"/>
          <c:extLst>
            <c:ext xmlns:c16="http://schemas.microsoft.com/office/drawing/2014/chart" uri="{C3380CC4-5D6E-409C-BE32-E72D297353CC}">
              <c16:uniqueId val="{00000003-8DD4-48FF-9190-97E9B7BA265F}"/>
            </c:ext>
          </c:extLst>
        </c:ser>
        <c:ser>
          <c:idx val="4"/>
          <c:order val="4"/>
          <c:tx>
            <c:strRef>
              <c:f>Sheet1!$G$1</c:f>
              <c:strCache>
                <c:ptCount val="1"/>
                <c:pt idx="0">
                  <c:v>Ti-Ti</c:v>
                </c:pt>
              </c:strCache>
            </c:strRef>
          </c:tx>
          <c:spPr>
            <a:ln w="19050" cap="rnd">
              <a:solidFill>
                <a:schemeClr val="accent5"/>
              </a:solidFill>
              <a:round/>
            </a:ln>
            <a:effectLst/>
          </c:spPr>
          <c:marker>
            <c:symbol val="none"/>
          </c:marker>
          <c:xVal>
            <c:numRef>
              <c:f>Sheet1!$B$2:$B$1550</c:f>
              <c:numCache>
                <c:formatCode>0.00E+00</c:formatCode>
                <c:ptCount val="517"/>
                <c:pt idx="0">
                  <c:v>0.06</c:v>
                </c:pt>
                <c:pt idx="1">
                  <c:v>0.12</c:v>
                </c:pt>
                <c:pt idx="2">
                  <c:v>0.18</c:v>
                </c:pt>
                <c:pt idx="3">
                  <c:v>0.24</c:v>
                </c:pt>
                <c:pt idx="4">
                  <c:v>0.3</c:v>
                </c:pt>
                <c:pt idx="5">
                  <c:v>0.36</c:v>
                </c:pt>
                <c:pt idx="6">
                  <c:v>0.42</c:v>
                </c:pt>
                <c:pt idx="7">
                  <c:v>0.48</c:v>
                </c:pt>
                <c:pt idx="8">
                  <c:v>0.54</c:v>
                </c:pt>
                <c:pt idx="9">
                  <c:v>0.6</c:v>
                </c:pt>
                <c:pt idx="10">
                  <c:v>0.66</c:v>
                </c:pt>
                <c:pt idx="11">
                  <c:v>0.72</c:v>
                </c:pt>
                <c:pt idx="12">
                  <c:v>0.78</c:v>
                </c:pt>
                <c:pt idx="13">
                  <c:v>0.84</c:v>
                </c:pt>
                <c:pt idx="14">
                  <c:v>0.9</c:v>
                </c:pt>
                <c:pt idx="15">
                  <c:v>0.96</c:v>
                </c:pt>
                <c:pt idx="16" formatCode="General">
                  <c:v>1.02</c:v>
                </c:pt>
                <c:pt idx="17" formatCode="General">
                  <c:v>1.08</c:v>
                </c:pt>
                <c:pt idx="18" formatCode="General">
                  <c:v>1.1399999999999999</c:v>
                </c:pt>
                <c:pt idx="19" formatCode="General">
                  <c:v>1.2</c:v>
                </c:pt>
                <c:pt idx="20" formatCode="General">
                  <c:v>1.26</c:v>
                </c:pt>
                <c:pt idx="21" formatCode="General">
                  <c:v>1.32</c:v>
                </c:pt>
                <c:pt idx="22" formatCode="General">
                  <c:v>1.38</c:v>
                </c:pt>
                <c:pt idx="23" formatCode="General">
                  <c:v>1.44</c:v>
                </c:pt>
                <c:pt idx="24" formatCode="General">
                  <c:v>1.5</c:v>
                </c:pt>
                <c:pt idx="25" formatCode="General">
                  <c:v>1.56</c:v>
                </c:pt>
                <c:pt idx="26" formatCode="General">
                  <c:v>1.62</c:v>
                </c:pt>
                <c:pt idx="27" formatCode="General">
                  <c:v>1.68</c:v>
                </c:pt>
                <c:pt idx="28" formatCode="General">
                  <c:v>1.74</c:v>
                </c:pt>
                <c:pt idx="29" formatCode="General">
                  <c:v>1.8</c:v>
                </c:pt>
                <c:pt idx="30" formatCode="General">
                  <c:v>1.86</c:v>
                </c:pt>
                <c:pt idx="31" formatCode="General">
                  <c:v>1.92</c:v>
                </c:pt>
                <c:pt idx="32" formatCode="General">
                  <c:v>1.98</c:v>
                </c:pt>
                <c:pt idx="33" formatCode="General">
                  <c:v>2.04</c:v>
                </c:pt>
                <c:pt idx="34" formatCode="General">
                  <c:v>2.1</c:v>
                </c:pt>
                <c:pt idx="35" formatCode="General">
                  <c:v>2.16</c:v>
                </c:pt>
                <c:pt idx="36" formatCode="General">
                  <c:v>2.2200000000000002</c:v>
                </c:pt>
                <c:pt idx="37" formatCode="General">
                  <c:v>2.2799999999999998</c:v>
                </c:pt>
                <c:pt idx="38" formatCode="General">
                  <c:v>2.34</c:v>
                </c:pt>
                <c:pt idx="39" formatCode="General">
                  <c:v>2.4</c:v>
                </c:pt>
                <c:pt idx="40" formatCode="General">
                  <c:v>2.46</c:v>
                </c:pt>
                <c:pt idx="41" formatCode="General">
                  <c:v>2.52</c:v>
                </c:pt>
                <c:pt idx="42" formatCode="General">
                  <c:v>2.58</c:v>
                </c:pt>
                <c:pt idx="43" formatCode="General">
                  <c:v>2.64</c:v>
                </c:pt>
                <c:pt idx="44" formatCode="General">
                  <c:v>2.7</c:v>
                </c:pt>
                <c:pt idx="45" formatCode="General">
                  <c:v>2.76</c:v>
                </c:pt>
                <c:pt idx="46" formatCode="General">
                  <c:v>2.82</c:v>
                </c:pt>
                <c:pt idx="47" formatCode="General">
                  <c:v>2.88</c:v>
                </c:pt>
                <c:pt idx="48" formatCode="General">
                  <c:v>2.94</c:v>
                </c:pt>
                <c:pt idx="49" formatCode="General">
                  <c:v>3</c:v>
                </c:pt>
                <c:pt idx="50" formatCode="General">
                  <c:v>3.06</c:v>
                </c:pt>
                <c:pt idx="51" formatCode="General">
                  <c:v>3.12</c:v>
                </c:pt>
                <c:pt idx="52" formatCode="General">
                  <c:v>3.18</c:v>
                </c:pt>
                <c:pt idx="53" formatCode="General">
                  <c:v>3.24</c:v>
                </c:pt>
                <c:pt idx="54" formatCode="General">
                  <c:v>3.3</c:v>
                </c:pt>
                <c:pt idx="55" formatCode="General">
                  <c:v>3.36</c:v>
                </c:pt>
                <c:pt idx="56" formatCode="General">
                  <c:v>3.42</c:v>
                </c:pt>
                <c:pt idx="57" formatCode="General">
                  <c:v>3.48</c:v>
                </c:pt>
                <c:pt idx="58" formatCode="General">
                  <c:v>3.54</c:v>
                </c:pt>
                <c:pt idx="59" formatCode="General">
                  <c:v>3.6</c:v>
                </c:pt>
                <c:pt idx="60" formatCode="General">
                  <c:v>3.66</c:v>
                </c:pt>
                <c:pt idx="61" formatCode="General">
                  <c:v>3.72</c:v>
                </c:pt>
                <c:pt idx="62" formatCode="General">
                  <c:v>3.78</c:v>
                </c:pt>
                <c:pt idx="63" formatCode="General">
                  <c:v>3.84</c:v>
                </c:pt>
                <c:pt idx="64" formatCode="General">
                  <c:v>3.9</c:v>
                </c:pt>
                <c:pt idx="65" formatCode="General">
                  <c:v>3.96</c:v>
                </c:pt>
                <c:pt idx="66" formatCode="General">
                  <c:v>4.0199999999999996</c:v>
                </c:pt>
                <c:pt idx="67" formatCode="General">
                  <c:v>4.08</c:v>
                </c:pt>
                <c:pt idx="68" formatCode="General">
                  <c:v>4.1399999999999997</c:v>
                </c:pt>
                <c:pt idx="69" formatCode="General">
                  <c:v>4.2</c:v>
                </c:pt>
                <c:pt idx="70" formatCode="General">
                  <c:v>4.26</c:v>
                </c:pt>
                <c:pt idx="71" formatCode="General">
                  <c:v>4.32</c:v>
                </c:pt>
                <c:pt idx="72" formatCode="General">
                  <c:v>4.38</c:v>
                </c:pt>
                <c:pt idx="73" formatCode="General">
                  <c:v>4.4400000000000004</c:v>
                </c:pt>
                <c:pt idx="74" formatCode="General">
                  <c:v>4.5</c:v>
                </c:pt>
                <c:pt idx="75" formatCode="General">
                  <c:v>4.5599999999999996</c:v>
                </c:pt>
                <c:pt idx="76" formatCode="General">
                  <c:v>4.62</c:v>
                </c:pt>
                <c:pt idx="77" formatCode="General">
                  <c:v>4.68</c:v>
                </c:pt>
                <c:pt idx="78" formatCode="General">
                  <c:v>4.74</c:v>
                </c:pt>
                <c:pt idx="79" formatCode="General">
                  <c:v>4.8</c:v>
                </c:pt>
                <c:pt idx="80" formatCode="General">
                  <c:v>4.8600000000000003</c:v>
                </c:pt>
                <c:pt idx="81" formatCode="General">
                  <c:v>4.92</c:v>
                </c:pt>
                <c:pt idx="82" formatCode="General">
                  <c:v>4.9800000000000004</c:v>
                </c:pt>
                <c:pt idx="83" formatCode="General">
                  <c:v>5.04</c:v>
                </c:pt>
                <c:pt idx="84" formatCode="General">
                  <c:v>5.0999999999999996</c:v>
                </c:pt>
                <c:pt idx="85" formatCode="General">
                  <c:v>5.16</c:v>
                </c:pt>
                <c:pt idx="86" formatCode="General">
                  <c:v>5.22</c:v>
                </c:pt>
                <c:pt idx="87" formatCode="General">
                  <c:v>5.28</c:v>
                </c:pt>
                <c:pt idx="88" formatCode="General">
                  <c:v>5.34</c:v>
                </c:pt>
                <c:pt idx="89" formatCode="General">
                  <c:v>5.4</c:v>
                </c:pt>
                <c:pt idx="90" formatCode="General">
                  <c:v>5.46</c:v>
                </c:pt>
                <c:pt idx="91" formatCode="General">
                  <c:v>5.52</c:v>
                </c:pt>
                <c:pt idx="92" formatCode="General">
                  <c:v>5.58</c:v>
                </c:pt>
                <c:pt idx="93" formatCode="General">
                  <c:v>5.64</c:v>
                </c:pt>
                <c:pt idx="94" formatCode="General">
                  <c:v>5.7</c:v>
                </c:pt>
                <c:pt idx="95" formatCode="General">
                  <c:v>5.76</c:v>
                </c:pt>
                <c:pt idx="96" formatCode="General">
                  <c:v>5.82</c:v>
                </c:pt>
                <c:pt idx="97" formatCode="General">
                  <c:v>5.88</c:v>
                </c:pt>
                <c:pt idx="98" formatCode="General">
                  <c:v>5.94</c:v>
                </c:pt>
                <c:pt idx="99" formatCode="General">
                  <c:v>6</c:v>
                </c:pt>
                <c:pt idx="100" formatCode="General">
                  <c:v>6.06</c:v>
                </c:pt>
                <c:pt idx="101" formatCode="General">
                  <c:v>6.12</c:v>
                </c:pt>
                <c:pt idx="102" formatCode="General">
                  <c:v>6.18</c:v>
                </c:pt>
                <c:pt idx="103" formatCode="General">
                  <c:v>6.24</c:v>
                </c:pt>
                <c:pt idx="104" formatCode="General">
                  <c:v>6.3</c:v>
                </c:pt>
                <c:pt idx="105" formatCode="General">
                  <c:v>6.36</c:v>
                </c:pt>
                <c:pt idx="106" formatCode="General">
                  <c:v>6.42</c:v>
                </c:pt>
                <c:pt idx="107" formatCode="General">
                  <c:v>6.48</c:v>
                </c:pt>
                <c:pt idx="108" formatCode="General">
                  <c:v>6.54</c:v>
                </c:pt>
                <c:pt idx="109" formatCode="General">
                  <c:v>6.6</c:v>
                </c:pt>
                <c:pt idx="110" formatCode="General">
                  <c:v>6.66</c:v>
                </c:pt>
                <c:pt idx="111" formatCode="General">
                  <c:v>6.72</c:v>
                </c:pt>
                <c:pt idx="112" formatCode="General">
                  <c:v>6.78</c:v>
                </c:pt>
                <c:pt idx="113" formatCode="General">
                  <c:v>6.84</c:v>
                </c:pt>
                <c:pt idx="114" formatCode="General">
                  <c:v>6.9</c:v>
                </c:pt>
                <c:pt idx="115" formatCode="General">
                  <c:v>6.96</c:v>
                </c:pt>
                <c:pt idx="116" formatCode="General">
                  <c:v>7.02</c:v>
                </c:pt>
                <c:pt idx="117" formatCode="General">
                  <c:v>7.08</c:v>
                </c:pt>
                <c:pt idx="118" formatCode="General">
                  <c:v>7.14</c:v>
                </c:pt>
                <c:pt idx="119" formatCode="General">
                  <c:v>7.2</c:v>
                </c:pt>
                <c:pt idx="120" formatCode="General">
                  <c:v>7.26</c:v>
                </c:pt>
                <c:pt idx="121" formatCode="General">
                  <c:v>7.32</c:v>
                </c:pt>
                <c:pt idx="122" formatCode="General">
                  <c:v>7.38</c:v>
                </c:pt>
                <c:pt idx="123" formatCode="General">
                  <c:v>7.44</c:v>
                </c:pt>
                <c:pt idx="124" formatCode="General">
                  <c:v>7.5</c:v>
                </c:pt>
                <c:pt idx="125" formatCode="General">
                  <c:v>7.56</c:v>
                </c:pt>
                <c:pt idx="126" formatCode="General">
                  <c:v>7.62</c:v>
                </c:pt>
                <c:pt idx="127" formatCode="General">
                  <c:v>7.68</c:v>
                </c:pt>
                <c:pt idx="128" formatCode="General">
                  <c:v>7.74</c:v>
                </c:pt>
                <c:pt idx="129" formatCode="General">
                  <c:v>7.8</c:v>
                </c:pt>
                <c:pt idx="130" formatCode="General">
                  <c:v>7.86</c:v>
                </c:pt>
                <c:pt idx="131" formatCode="General">
                  <c:v>7.92</c:v>
                </c:pt>
                <c:pt idx="132" formatCode="General">
                  <c:v>7.98</c:v>
                </c:pt>
                <c:pt idx="133" formatCode="General">
                  <c:v>8.0399999999999991</c:v>
                </c:pt>
                <c:pt idx="134" formatCode="General">
                  <c:v>8.0999990000000004</c:v>
                </c:pt>
                <c:pt idx="135" formatCode="General">
                  <c:v>8.16</c:v>
                </c:pt>
                <c:pt idx="136" formatCode="General">
                  <c:v>8.2200000000000006</c:v>
                </c:pt>
                <c:pt idx="137" formatCode="General">
                  <c:v>8.2799999999999994</c:v>
                </c:pt>
                <c:pt idx="138" formatCode="General">
                  <c:v>8.34</c:v>
                </c:pt>
                <c:pt idx="139" formatCode="General">
                  <c:v>8.4</c:v>
                </c:pt>
                <c:pt idx="140" formatCode="General">
                  <c:v>8.4600000000000009</c:v>
                </c:pt>
                <c:pt idx="141" formatCode="General">
                  <c:v>8.52</c:v>
                </c:pt>
                <c:pt idx="142" formatCode="General">
                  <c:v>8.58</c:v>
                </c:pt>
                <c:pt idx="143" formatCode="General">
                  <c:v>8.6399989999999995</c:v>
                </c:pt>
                <c:pt idx="144" formatCode="General">
                  <c:v>8.6999999999999993</c:v>
                </c:pt>
                <c:pt idx="145" formatCode="General">
                  <c:v>8.76</c:v>
                </c:pt>
                <c:pt idx="146" formatCode="General">
                  <c:v>8.82</c:v>
                </c:pt>
                <c:pt idx="147" formatCode="General">
                  <c:v>8.8800000000000008</c:v>
                </c:pt>
                <c:pt idx="148" formatCode="General">
                  <c:v>8.94</c:v>
                </c:pt>
                <c:pt idx="149" formatCode="General">
                  <c:v>9</c:v>
                </c:pt>
                <c:pt idx="150" formatCode="General">
                  <c:v>9.0599989999999995</c:v>
                </c:pt>
                <c:pt idx="151" formatCode="General">
                  <c:v>9.1199999999999992</c:v>
                </c:pt>
                <c:pt idx="152" formatCode="General">
                  <c:v>9.1799990000000005</c:v>
                </c:pt>
                <c:pt idx="153" formatCode="General">
                  <c:v>9.24</c:v>
                </c:pt>
                <c:pt idx="154" formatCode="General">
                  <c:v>9.3000000000000007</c:v>
                </c:pt>
                <c:pt idx="155" formatCode="General">
                  <c:v>9.36</c:v>
                </c:pt>
                <c:pt idx="156" formatCode="General">
                  <c:v>9.42</c:v>
                </c:pt>
                <c:pt idx="157" formatCode="General">
                  <c:v>9.48</c:v>
                </c:pt>
                <c:pt idx="158" formatCode="General">
                  <c:v>9.5399999999999991</c:v>
                </c:pt>
                <c:pt idx="159" formatCode="General">
                  <c:v>9.5999990000000004</c:v>
                </c:pt>
                <c:pt idx="160" formatCode="General">
                  <c:v>9.66</c:v>
                </c:pt>
                <c:pt idx="161" formatCode="General">
                  <c:v>9.7199989999999996</c:v>
                </c:pt>
                <c:pt idx="162" formatCode="General">
                  <c:v>9.7799999999999994</c:v>
                </c:pt>
                <c:pt idx="163" formatCode="General">
                  <c:v>9.84</c:v>
                </c:pt>
                <c:pt idx="164" formatCode="General">
                  <c:v>9.9</c:v>
                </c:pt>
                <c:pt idx="165" formatCode="General">
                  <c:v>9.9600000000000009</c:v>
                </c:pt>
                <c:pt idx="166" formatCode="General">
                  <c:v>10.02</c:v>
                </c:pt>
                <c:pt idx="167" formatCode="General">
                  <c:v>10.08</c:v>
                </c:pt>
                <c:pt idx="168" formatCode="General">
                  <c:v>10.14</c:v>
                </c:pt>
                <c:pt idx="169" formatCode="General">
                  <c:v>10.199999999999999</c:v>
                </c:pt>
                <c:pt idx="170" formatCode="General">
                  <c:v>10.26</c:v>
                </c:pt>
                <c:pt idx="171" formatCode="General">
                  <c:v>10.32</c:v>
                </c:pt>
                <c:pt idx="172" formatCode="General">
                  <c:v>10.38</c:v>
                </c:pt>
                <c:pt idx="173" formatCode="General">
                  <c:v>10.44</c:v>
                </c:pt>
                <c:pt idx="174" formatCode="General">
                  <c:v>10.5</c:v>
                </c:pt>
                <c:pt idx="175" formatCode="General">
                  <c:v>10.56</c:v>
                </c:pt>
                <c:pt idx="176" formatCode="General">
                  <c:v>10.62</c:v>
                </c:pt>
                <c:pt idx="177" formatCode="General">
                  <c:v>10.68</c:v>
                </c:pt>
                <c:pt idx="178" formatCode="General">
                  <c:v>10.74</c:v>
                </c:pt>
                <c:pt idx="179" formatCode="General">
                  <c:v>10.8</c:v>
                </c:pt>
                <c:pt idx="180" formatCode="General">
                  <c:v>10.86</c:v>
                </c:pt>
                <c:pt idx="181" formatCode="General">
                  <c:v>10.92</c:v>
                </c:pt>
                <c:pt idx="182" formatCode="General">
                  <c:v>10.98</c:v>
                </c:pt>
                <c:pt idx="183" formatCode="General">
                  <c:v>11.04</c:v>
                </c:pt>
                <c:pt idx="184" formatCode="General">
                  <c:v>11.1</c:v>
                </c:pt>
                <c:pt idx="185" formatCode="General">
                  <c:v>11.16</c:v>
                </c:pt>
                <c:pt idx="186" formatCode="General">
                  <c:v>11.22</c:v>
                </c:pt>
                <c:pt idx="187" formatCode="General">
                  <c:v>11.28</c:v>
                </c:pt>
                <c:pt idx="188" formatCode="General">
                  <c:v>11.34</c:v>
                </c:pt>
                <c:pt idx="189" formatCode="General">
                  <c:v>11.4</c:v>
                </c:pt>
                <c:pt idx="190" formatCode="General">
                  <c:v>11.46</c:v>
                </c:pt>
                <c:pt idx="191" formatCode="General">
                  <c:v>11.52</c:v>
                </c:pt>
                <c:pt idx="192" formatCode="General">
                  <c:v>11.58</c:v>
                </c:pt>
                <c:pt idx="193" formatCode="General">
                  <c:v>11.64</c:v>
                </c:pt>
                <c:pt idx="194" formatCode="General">
                  <c:v>11.7</c:v>
                </c:pt>
                <c:pt idx="195" formatCode="General">
                  <c:v>11.76</c:v>
                </c:pt>
                <c:pt idx="196" formatCode="General">
                  <c:v>11.82</c:v>
                </c:pt>
                <c:pt idx="197" formatCode="General">
                  <c:v>11.88</c:v>
                </c:pt>
                <c:pt idx="198" formatCode="General">
                  <c:v>11.94</c:v>
                </c:pt>
                <c:pt idx="199" formatCode="General">
                  <c:v>12</c:v>
                </c:pt>
                <c:pt idx="200" formatCode="General">
                  <c:v>12.06</c:v>
                </c:pt>
                <c:pt idx="201" formatCode="General">
                  <c:v>12.12</c:v>
                </c:pt>
                <c:pt idx="202" formatCode="General">
                  <c:v>12.18</c:v>
                </c:pt>
                <c:pt idx="203" formatCode="General">
                  <c:v>12.24</c:v>
                </c:pt>
                <c:pt idx="204" formatCode="General">
                  <c:v>12.3</c:v>
                </c:pt>
                <c:pt idx="205" formatCode="General">
                  <c:v>12.36</c:v>
                </c:pt>
                <c:pt idx="206" formatCode="General">
                  <c:v>12.42</c:v>
                </c:pt>
                <c:pt idx="207" formatCode="General">
                  <c:v>12.48</c:v>
                </c:pt>
                <c:pt idx="208" formatCode="General">
                  <c:v>12.54</c:v>
                </c:pt>
                <c:pt idx="209" formatCode="General">
                  <c:v>12.6</c:v>
                </c:pt>
                <c:pt idx="210" formatCode="General">
                  <c:v>12.66</c:v>
                </c:pt>
                <c:pt idx="211" formatCode="General">
                  <c:v>12.72</c:v>
                </c:pt>
                <c:pt idx="212" formatCode="General">
                  <c:v>12.78</c:v>
                </c:pt>
                <c:pt idx="213" formatCode="General">
                  <c:v>12.84</c:v>
                </c:pt>
                <c:pt idx="214" formatCode="General">
                  <c:v>12.9</c:v>
                </c:pt>
                <c:pt idx="215" formatCode="General">
                  <c:v>12.96</c:v>
                </c:pt>
                <c:pt idx="216" formatCode="General">
                  <c:v>13.02</c:v>
                </c:pt>
                <c:pt idx="217" formatCode="General">
                  <c:v>13.08</c:v>
                </c:pt>
                <c:pt idx="218" formatCode="General">
                  <c:v>13.14</c:v>
                </c:pt>
                <c:pt idx="219" formatCode="General">
                  <c:v>13.2</c:v>
                </c:pt>
                <c:pt idx="220" formatCode="General">
                  <c:v>13.26</c:v>
                </c:pt>
                <c:pt idx="221" formatCode="General">
                  <c:v>13.32</c:v>
                </c:pt>
                <c:pt idx="222" formatCode="General">
                  <c:v>13.38</c:v>
                </c:pt>
                <c:pt idx="223" formatCode="General">
                  <c:v>13.44</c:v>
                </c:pt>
                <c:pt idx="224" formatCode="General">
                  <c:v>13.5</c:v>
                </c:pt>
                <c:pt idx="225" formatCode="General">
                  <c:v>13.56</c:v>
                </c:pt>
                <c:pt idx="226" formatCode="General">
                  <c:v>13.62</c:v>
                </c:pt>
                <c:pt idx="227" formatCode="General">
                  <c:v>13.68</c:v>
                </c:pt>
                <c:pt idx="228" formatCode="General">
                  <c:v>13.74</c:v>
                </c:pt>
                <c:pt idx="229" formatCode="General">
                  <c:v>13.8</c:v>
                </c:pt>
                <c:pt idx="230" formatCode="General">
                  <c:v>13.86</c:v>
                </c:pt>
                <c:pt idx="231" formatCode="General">
                  <c:v>13.92</c:v>
                </c:pt>
                <c:pt idx="232" formatCode="General">
                  <c:v>13.98</c:v>
                </c:pt>
                <c:pt idx="233" formatCode="General">
                  <c:v>14.04</c:v>
                </c:pt>
                <c:pt idx="234" formatCode="General">
                  <c:v>14.1</c:v>
                </c:pt>
                <c:pt idx="235" formatCode="General">
                  <c:v>14.16</c:v>
                </c:pt>
                <c:pt idx="236" formatCode="General">
                  <c:v>14.22</c:v>
                </c:pt>
                <c:pt idx="237" formatCode="General">
                  <c:v>14.28</c:v>
                </c:pt>
                <c:pt idx="238" formatCode="General">
                  <c:v>14.34</c:v>
                </c:pt>
                <c:pt idx="239" formatCode="General">
                  <c:v>14.4</c:v>
                </c:pt>
                <c:pt idx="240" formatCode="General">
                  <c:v>14.46</c:v>
                </c:pt>
                <c:pt idx="241" formatCode="General">
                  <c:v>14.52</c:v>
                </c:pt>
                <c:pt idx="242" formatCode="General">
                  <c:v>14.58</c:v>
                </c:pt>
                <c:pt idx="243" formatCode="General">
                  <c:v>14.64</c:v>
                </c:pt>
                <c:pt idx="244" formatCode="General">
                  <c:v>14.7</c:v>
                </c:pt>
                <c:pt idx="245" formatCode="General">
                  <c:v>14.76</c:v>
                </c:pt>
                <c:pt idx="246" formatCode="General">
                  <c:v>14.82</c:v>
                </c:pt>
                <c:pt idx="247" formatCode="General">
                  <c:v>14.88</c:v>
                </c:pt>
                <c:pt idx="248" formatCode="General">
                  <c:v>14.94</c:v>
                </c:pt>
                <c:pt idx="249" formatCode="General">
                  <c:v>15</c:v>
                </c:pt>
                <c:pt idx="250" formatCode="General">
                  <c:v>15.06</c:v>
                </c:pt>
                <c:pt idx="251" formatCode="General">
                  <c:v>15.12</c:v>
                </c:pt>
                <c:pt idx="252" formatCode="General">
                  <c:v>15.18</c:v>
                </c:pt>
                <c:pt idx="253" formatCode="General">
                  <c:v>15.24</c:v>
                </c:pt>
                <c:pt idx="254" formatCode="General">
                  <c:v>15.3</c:v>
                </c:pt>
                <c:pt idx="255" formatCode="General">
                  <c:v>15.36</c:v>
                </c:pt>
                <c:pt idx="256" formatCode="General">
                  <c:v>15.42</c:v>
                </c:pt>
                <c:pt idx="257" formatCode="General">
                  <c:v>15.48</c:v>
                </c:pt>
                <c:pt idx="258" formatCode="General">
                  <c:v>15.54</c:v>
                </c:pt>
                <c:pt idx="259" formatCode="General">
                  <c:v>15.6</c:v>
                </c:pt>
                <c:pt idx="260" formatCode="General">
                  <c:v>15.66</c:v>
                </c:pt>
                <c:pt idx="261" formatCode="General">
                  <c:v>15.72</c:v>
                </c:pt>
                <c:pt idx="262" formatCode="General">
                  <c:v>15.78</c:v>
                </c:pt>
                <c:pt idx="263" formatCode="General">
                  <c:v>15.84</c:v>
                </c:pt>
                <c:pt idx="264" formatCode="General">
                  <c:v>15.9</c:v>
                </c:pt>
                <c:pt idx="265" formatCode="General">
                  <c:v>15.96</c:v>
                </c:pt>
                <c:pt idx="266" formatCode="General">
                  <c:v>16.02</c:v>
                </c:pt>
                <c:pt idx="267" formatCode="General">
                  <c:v>16.079999999999998</c:v>
                </c:pt>
                <c:pt idx="268" formatCode="General">
                  <c:v>16.14</c:v>
                </c:pt>
                <c:pt idx="269" formatCode="General">
                  <c:v>16.2</c:v>
                </c:pt>
                <c:pt idx="270" formatCode="General">
                  <c:v>16.260000000000002</c:v>
                </c:pt>
                <c:pt idx="271" formatCode="General">
                  <c:v>16.32</c:v>
                </c:pt>
                <c:pt idx="272" formatCode="General">
                  <c:v>16.38</c:v>
                </c:pt>
                <c:pt idx="273" formatCode="General">
                  <c:v>16.440000000000001</c:v>
                </c:pt>
                <c:pt idx="274" formatCode="General">
                  <c:v>16.5</c:v>
                </c:pt>
                <c:pt idx="275" formatCode="General">
                  <c:v>16.559999999999999</c:v>
                </c:pt>
                <c:pt idx="276" formatCode="General">
                  <c:v>16.62</c:v>
                </c:pt>
                <c:pt idx="277" formatCode="General">
                  <c:v>16.68</c:v>
                </c:pt>
                <c:pt idx="278" formatCode="General">
                  <c:v>16.739999999999998</c:v>
                </c:pt>
                <c:pt idx="279" formatCode="General">
                  <c:v>16.8</c:v>
                </c:pt>
                <c:pt idx="280" formatCode="General">
                  <c:v>16.86</c:v>
                </c:pt>
                <c:pt idx="281" formatCode="General">
                  <c:v>16.920000000000002</c:v>
                </c:pt>
                <c:pt idx="282" formatCode="General">
                  <c:v>16.98</c:v>
                </c:pt>
                <c:pt idx="283" formatCode="General">
                  <c:v>17.04</c:v>
                </c:pt>
                <c:pt idx="284" formatCode="General">
                  <c:v>17.100000000000001</c:v>
                </c:pt>
                <c:pt idx="285" formatCode="General">
                  <c:v>17.16</c:v>
                </c:pt>
                <c:pt idx="286" formatCode="General">
                  <c:v>17.22</c:v>
                </c:pt>
                <c:pt idx="287" formatCode="General">
                  <c:v>17.28</c:v>
                </c:pt>
                <c:pt idx="288" formatCode="General">
                  <c:v>17.34</c:v>
                </c:pt>
                <c:pt idx="289" formatCode="General">
                  <c:v>17.399999999999999</c:v>
                </c:pt>
                <c:pt idx="290" formatCode="General">
                  <c:v>17.46</c:v>
                </c:pt>
                <c:pt idx="291" formatCode="General">
                  <c:v>17.52</c:v>
                </c:pt>
                <c:pt idx="292" formatCode="General">
                  <c:v>17.579999999999998</c:v>
                </c:pt>
                <c:pt idx="293" formatCode="General">
                  <c:v>17.64</c:v>
                </c:pt>
                <c:pt idx="294" formatCode="General">
                  <c:v>17.7</c:v>
                </c:pt>
                <c:pt idx="295" formatCode="General">
                  <c:v>17.760000000000002</c:v>
                </c:pt>
                <c:pt idx="296" formatCode="General">
                  <c:v>17.82</c:v>
                </c:pt>
                <c:pt idx="297" formatCode="General">
                  <c:v>17.88</c:v>
                </c:pt>
                <c:pt idx="298" formatCode="General">
                  <c:v>17.940000000000001</c:v>
                </c:pt>
                <c:pt idx="299" formatCode="General">
                  <c:v>18</c:v>
                </c:pt>
                <c:pt idx="300" formatCode="General">
                  <c:v>18.059999999999999</c:v>
                </c:pt>
                <c:pt idx="301" formatCode="General">
                  <c:v>18.12</c:v>
                </c:pt>
                <c:pt idx="302" formatCode="General">
                  <c:v>18.18</c:v>
                </c:pt>
                <c:pt idx="303" formatCode="General">
                  <c:v>18.239999999999998</c:v>
                </c:pt>
                <c:pt idx="304" formatCode="General">
                  <c:v>18.3</c:v>
                </c:pt>
                <c:pt idx="305" formatCode="General">
                  <c:v>18.36</c:v>
                </c:pt>
                <c:pt idx="306" formatCode="General">
                  <c:v>18.420000000000002</c:v>
                </c:pt>
                <c:pt idx="307" formatCode="General">
                  <c:v>18.48</c:v>
                </c:pt>
                <c:pt idx="308" formatCode="General">
                  <c:v>18.54</c:v>
                </c:pt>
                <c:pt idx="309" formatCode="General">
                  <c:v>18.600000000000001</c:v>
                </c:pt>
                <c:pt idx="310" formatCode="General">
                  <c:v>18.66</c:v>
                </c:pt>
                <c:pt idx="311" formatCode="General">
                  <c:v>18.72</c:v>
                </c:pt>
                <c:pt idx="312" formatCode="General">
                  <c:v>18.78</c:v>
                </c:pt>
                <c:pt idx="313" formatCode="General">
                  <c:v>18.84</c:v>
                </c:pt>
                <c:pt idx="314" formatCode="General">
                  <c:v>18.899999999999999</c:v>
                </c:pt>
                <c:pt idx="315" formatCode="General">
                  <c:v>18.96</c:v>
                </c:pt>
                <c:pt idx="316" formatCode="General">
                  <c:v>19.02</c:v>
                </c:pt>
                <c:pt idx="317" formatCode="General">
                  <c:v>19.079999999999998</c:v>
                </c:pt>
                <c:pt idx="318" formatCode="General">
                  <c:v>19.14</c:v>
                </c:pt>
                <c:pt idx="319" formatCode="General">
                  <c:v>19.2</c:v>
                </c:pt>
                <c:pt idx="320" formatCode="General">
                  <c:v>19.260000000000002</c:v>
                </c:pt>
                <c:pt idx="321" formatCode="General">
                  <c:v>19.32</c:v>
                </c:pt>
                <c:pt idx="322" formatCode="General">
                  <c:v>19.38</c:v>
                </c:pt>
                <c:pt idx="323" formatCode="General">
                  <c:v>19.440000000000001</c:v>
                </c:pt>
                <c:pt idx="324" formatCode="General">
                  <c:v>19.5</c:v>
                </c:pt>
                <c:pt idx="325" formatCode="General">
                  <c:v>19.559999999999999</c:v>
                </c:pt>
                <c:pt idx="326" formatCode="General">
                  <c:v>19.62</c:v>
                </c:pt>
                <c:pt idx="327" formatCode="General">
                  <c:v>19.68</c:v>
                </c:pt>
                <c:pt idx="328" formatCode="General">
                  <c:v>19.739999999999998</c:v>
                </c:pt>
                <c:pt idx="329" formatCode="General">
                  <c:v>19.8</c:v>
                </c:pt>
                <c:pt idx="330" formatCode="General">
                  <c:v>19.86</c:v>
                </c:pt>
                <c:pt idx="331" formatCode="General">
                  <c:v>19.920000000000002</c:v>
                </c:pt>
                <c:pt idx="332" formatCode="General">
                  <c:v>19.98</c:v>
                </c:pt>
                <c:pt idx="333" formatCode="General">
                  <c:v>20.04</c:v>
                </c:pt>
                <c:pt idx="334" formatCode="General">
                  <c:v>20.100000000000001</c:v>
                </c:pt>
                <c:pt idx="335" formatCode="General">
                  <c:v>20.16</c:v>
                </c:pt>
                <c:pt idx="336" formatCode="General">
                  <c:v>20.22</c:v>
                </c:pt>
                <c:pt idx="337" formatCode="General">
                  <c:v>20.28</c:v>
                </c:pt>
                <c:pt idx="338" formatCode="General">
                  <c:v>20.34</c:v>
                </c:pt>
                <c:pt idx="339" formatCode="General">
                  <c:v>20.399999999999999</c:v>
                </c:pt>
                <c:pt idx="340" formatCode="General">
                  <c:v>20.46</c:v>
                </c:pt>
                <c:pt idx="341" formatCode="General">
                  <c:v>20.52</c:v>
                </c:pt>
                <c:pt idx="342" formatCode="General">
                  <c:v>20.58</c:v>
                </c:pt>
                <c:pt idx="343" formatCode="General">
                  <c:v>20.64</c:v>
                </c:pt>
                <c:pt idx="344" formatCode="General">
                  <c:v>20.7</c:v>
                </c:pt>
                <c:pt idx="345" formatCode="General">
                  <c:v>20.76</c:v>
                </c:pt>
                <c:pt idx="346" formatCode="General">
                  <c:v>20.82</c:v>
                </c:pt>
                <c:pt idx="347" formatCode="General">
                  <c:v>20.88</c:v>
                </c:pt>
                <c:pt idx="348" formatCode="General">
                  <c:v>20.94</c:v>
                </c:pt>
                <c:pt idx="349" formatCode="General">
                  <c:v>21</c:v>
                </c:pt>
                <c:pt idx="350" formatCode="General">
                  <c:v>21.06</c:v>
                </c:pt>
                <c:pt idx="351" formatCode="General">
                  <c:v>21.12</c:v>
                </c:pt>
                <c:pt idx="352" formatCode="General">
                  <c:v>21.18</c:v>
                </c:pt>
                <c:pt idx="353" formatCode="General">
                  <c:v>21.24</c:v>
                </c:pt>
                <c:pt idx="354" formatCode="General">
                  <c:v>21.3</c:v>
                </c:pt>
                <c:pt idx="355" formatCode="General">
                  <c:v>21.36</c:v>
                </c:pt>
                <c:pt idx="356" formatCode="General">
                  <c:v>21.42</c:v>
                </c:pt>
                <c:pt idx="357" formatCode="General">
                  <c:v>21.48</c:v>
                </c:pt>
                <c:pt idx="358" formatCode="General">
                  <c:v>21.54</c:v>
                </c:pt>
                <c:pt idx="359" formatCode="General">
                  <c:v>21.6</c:v>
                </c:pt>
                <c:pt idx="360" formatCode="General">
                  <c:v>21.66</c:v>
                </c:pt>
                <c:pt idx="361" formatCode="General">
                  <c:v>21.72</c:v>
                </c:pt>
                <c:pt idx="362" formatCode="General">
                  <c:v>21.78</c:v>
                </c:pt>
                <c:pt idx="363" formatCode="General">
                  <c:v>21.84</c:v>
                </c:pt>
                <c:pt idx="364" formatCode="General">
                  <c:v>21.9</c:v>
                </c:pt>
                <c:pt idx="365" formatCode="General">
                  <c:v>21.96</c:v>
                </c:pt>
                <c:pt idx="366" formatCode="General">
                  <c:v>22.02</c:v>
                </c:pt>
                <c:pt idx="367" formatCode="General">
                  <c:v>22.08</c:v>
                </c:pt>
                <c:pt idx="368" formatCode="General">
                  <c:v>22.14</c:v>
                </c:pt>
                <c:pt idx="369" formatCode="General">
                  <c:v>22.2</c:v>
                </c:pt>
                <c:pt idx="370" formatCode="General">
                  <c:v>22.26</c:v>
                </c:pt>
                <c:pt idx="371" formatCode="General">
                  <c:v>22.32</c:v>
                </c:pt>
                <c:pt idx="372" formatCode="General">
                  <c:v>22.38</c:v>
                </c:pt>
                <c:pt idx="373" formatCode="General">
                  <c:v>22.44</c:v>
                </c:pt>
                <c:pt idx="374" formatCode="General">
                  <c:v>22.5</c:v>
                </c:pt>
                <c:pt idx="375" formatCode="General">
                  <c:v>22.56</c:v>
                </c:pt>
                <c:pt idx="376" formatCode="General">
                  <c:v>22.62</c:v>
                </c:pt>
                <c:pt idx="377" formatCode="General">
                  <c:v>22.68</c:v>
                </c:pt>
                <c:pt idx="378" formatCode="General">
                  <c:v>22.74</c:v>
                </c:pt>
                <c:pt idx="379" formatCode="General">
                  <c:v>22.8</c:v>
                </c:pt>
                <c:pt idx="380" formatCode="General">
                  <c:v>22.86</c:v>
                </c:pt>
                <c:pt idx="381" formatCode="General">
                  <c:v>22.92</c:v>
                </c:pt>
                <c:pt idx="382" formatCode="General">
                  <c:v>22.98</c:v>
                </c:pt>
                <c:pt idx="383" formatCode="General">
                  <c:v>23.04</c:v>
                </c:pt>
                <c:pt idx="384" formatCode="General">
                  <c:v>23.1</c:v>
                </c:pt>
                <c:pt idx="385" formatCode="General">
                  <c:v>23.16</c:v>
                </c:pt>
                <c:pt idx="386" formatCode="General">
                  <c:v>23.22</c:v>
                </c:pt>
                <c:pt idx="387" formatCode="General">
                  <c:v>23.28</c:v>
                </c:pt>
                <c:pt idx="388" formatCode="General">
                  <c:v>23.34</c:v>
                </c:pt>
                <c:pt idx="389" formatCode="General">
                  <c:v>23.4</c:v>
                </c:pt>
                <c:pt idx="390" formatCode="General">
                  <c:v>23.46</c:v>
                </c:pt>
                <c:pt idx="391" formatCode="General">
                  <c:v>23.52</c:v>
                </c:pt>
                <c:pt idx="392" formatCode="General">
                  <c:v>23.58</c:v>
                </c:pt>
                <c:pt idx="393" formatCode="General">
                  <c:v>23.64</c:v>
                </c:pt>
                <c:pt idx="394" formatCode="General">
                  <c:v>23.7</c:v>
                </c:pt>
                <c:pt idx="395" formatCode="General">
                  <c:v>23.76</c:v>
                </c:pt>
                <c:pt idx="396" formatCode="General">
                  <c:v>23.82</c:v>
                </c:pt>
                <c:pt idx="397" formatCode="General">
                  <c:v>23.88</c:v>
                </c:pt>
                <c:pt idx="398" formatCode="General">
                  <c:v>23.94</c:v>
                </c:pt>
                <c:pt idx="399" formatCode="General">
                  <c:v>24</c:v>
                </c:pt>
                <c:pt idx="400" formatCode="General">
                  <c:v>24.06</c:v>
                </c:pt>
                <c:pt idx="401" formatCode="General">
                  <c:v>24.12</c:v>
                </c:pt>
                <c:pt idx="402" formatCode="General">
                  <c:v>24.18</c:v>
                </c:pt>
                <c:pt idx="403" formatCode="General">
                  <c:v>24.24</c:v>
                </c:pt>
                <c:pt idx="404" formatCode="General">
                  <c:v>24.3</c:v>
                </c:pt>
                <c:pt idx="405" formatCode="General">
                  <c:v>24.36</c:v>
                </c:pt>
                <c:pt idx="406" formatCode="General">
                  <c:v>24.42</c:v>
                </c:pt>
                <c:pt idx="407" formatCode="General">
                  <c:v>24.48</c:v>
                </c:pt>
                <c:pt idx="408" formatCode="General">
                  <c:v>24.54</c:v>
                </c:pt>
                <c:pt idx="409" formatCode="General">
                  <c:v>24.6</c:v>
                </c:pt>
                <c:pt idx="410" formatCode="General">
                  <c:v>24.66</c:v>
                </c:pt>
                <c:pt idx="411" formatCode="General">
                  <c:v>24.72</c:v>
                </c:pt>
                <c:pt idx="412" formatCode="General">
                  <c:v>24.78</c:v>
                </c:pt>
                <c:pt idx="413" formatCode="General">
                  <c:v>24.84</c:v>
                </c:pt>
                <c:pt idx="414" formatCode="General">
                  <c:v>24.9</c:v>
                </c:pt>
                <c:pt idx="415" formatCode="General">
                  <c:v>24.96</c:v>
                </c:pt>
                <c:pt idx="416" formatCode="General">
                  <c:v>25.02</c:v>
                </c:pt>
                <c:pt idx="417" formatCode="General">
                  <c:v>25.08</c:v>
                </c:pt>
                <c:pt idx="418" formatCode="General">
                  <c:v>25.14</c:v>
                </c:pt>
                <c:pt idx="419" formatCode="General">
                  <c:v>25.2</c:v>
                </c:pt>
                <c:pt idx="420" formatCode="General">
                  <c:v>25.26</c:v>
                </c:pt>
                <c:pt idx="421" formatCode="General">
                  <c:v>25.32</c:v>
                </c:pt>
                <c:pt idx="422" formatCode="General">
                  <c:v>25.38</c:v>
                </c:pt>
                <c:pt idx="423" formatCode="General">
                  <c:v>25.44</c:v>
                </c:pt>
                <c:pt idx="424" formatCode="General">
                  <c:v>25.5</c:v>
                </c:pt>
                <c:pt idx="425" formatCode="General">
                  <c:v>25.56</c:v>
                </c:pt>
                <c:pt idx="426" formatCode="General">
                  <c:v>25.62</c:v>
                </c:pt>
                <c:pt idx="427" formatCode="General">
                  <c:v>25.68</c:v>
                </c:pt>
                <c:pt idx="428" formatCode="General">
                  <c:v>25.74</c:v>
                </c:pt>
                <c:pt idx="429" formatCode="General">
                  <c:v>25.8</c:v>
                </c:pt>
                <c:pt idx="430" formatCode="General">
                  <c:v>25.86</c:v>
                </c:pt>
                <c:pt idx="431" formatCode="General">
                  <c:v>25.92</c:v>
                </c:pt>
                <c:pt idx="432" formatCode="General">
                  <c:v>25.98</c:v>
                </c:pt>
                <c:pt idx="433" formatCode="General">
                  <c:v>26.04</c:v>
                </c:pt>
                <c:pt idx="434" formatCode="General">
                  <c:v>26.1</c:v>
                </c:pt>
                <c:pt idx="435" formatCode="General">
                  <c:v>26.16</c:v>
                </c:pt>
                <c:pt idx="436" formatCode="General">
                  <c:v>26.22</c:v>
                </c:pt>
                <c:pt idx="437" formatCode="General">
                  <c:v>26.28</c:v>
                </c:pt>
                <c:pt idx="438" formatCode="General">
                  <c:v>26.34</c:v>
                </c:pt>
                <c:pt idx="439" formatCode="General">
                  <c:v>26.4</c:v>
                </c:pt>
                <c:pt idx="440" formatCode="General">
                  <c:v>26.46</c:v>
                </c:pt>
                <c:pt idx="441" formatCode="General">
                  <c:v>26.52</c:v>
                </c:pt>
                <c:pt idx="442" formatCode="General">
                  <c:v>26.58</c:v>
                </c:pt>
                <c:pt idx="443" formatCode="General">
                  <c:v>26.64</c:v>
                </c:pt>
                <c:pt idx="444" formatCode="General">
                  <c:v>26.7</c:v>
                </c:pt>
                <c:pt idx="445" formatCode="General">
                  <c:v>26.76</c:v>
                </c:pt>
                <c:pt idx="446" formatCode="General">
                  <c:v>26.82</c:v>
                </c:pt>
                <c:pt idx="447" formatCode="General">
                  <c:v>26.88</c:v>
                </c:pt>
                <c:pt idx="448" formatCode="General">
                  <c:v>26.94</c:v>
                </c:pt>
                <c:pt idx="449" formatCode="General">
                  <c:v>27</c:v>
                </c:pt>
                <c:pt idx="450" formatCode="General">
                  <c:v>27.06</c:v>
                </c:pt>
                <c:pt idx="451" formatCode="General">
                  <c:v>27.12</c:v>
                </c:pt>
                <c:pt idx="452" formatCode="General">
                  <c:v>27.18</c:v>
                </c:pt>
                <c:pt idx="453" formatCode="General">
                  <c:v>27.24</c:v>
                </c:pt>
                <c:pt idx="454" formatCode="General">
                  <c:v>27.3</c:v>
                </c:pt>
                <c:pt idx="455" formatCode="General">
                  <c:v>27.36</c:v>
                </c:pt>
                <c:pt idx="456" formatCode="General">
                  <c:v>27.42</c:v>
                </c:pt>
                <c:pt idx="457" formatCode="General">
                  <c:v>27.48</c:v>
                </c:pt>
                <c:pt idx="458" formatCode="General">
                  <c:v>27.54</c:v>
                </c:pt>
                <c:pt idx="459" formatCode="General">
                  <c:v>27.6</c:v>
                </c:pt>
                <c:pt idx="460" formatCode="General">
                  <c:v>27.66</c:v>
                </c:pt>
                <c:pt idx="461" formatCode="General">
                  <c:v>27.72</c:v>
                </c:pt>
                <c:pt idx="462" formatCode="General">
                  <c:v>27.78</c:v>
                </c:pt>
                <c:pt idx="463" formatCode="General">
                  <c:v>27.84</c:v>
                </c:pt>
                <c:pt idx="464" formatCode="General">
                  <c:v>27.9</c:v>
                </c:pt>
                <c:pt idx="465" formatCode="General">
                  <c:v>27.96</c:v>
                </c:pt>
                <c:pt idx="466" formatCode="General">
                  <c:v>28.02</c:v>
                </c:pt>
                <c:pt idx="467" formatCode="General">
                  <c:v>28.08</c:v>
                </c:pt>
                <c:pt idx="468" formatCode="General">
                  <c:v>28.14</c:v>
                </c:pt>
                <c:pt idx="469" formatCode="General">
                  <c:v>28.2</c:v>
                </c:pt>
                <c:pt idx="470" formatCode="General">
                  <c:v>28.26</c:v>
                </c:pt>
                <c:pt idx="471" formatCode="General">
                  <c:v>28.32</c:v>
                </c:pt>
                <c:pt idx="472" formatCode="General">
                  <c:v>28.38</c:v>
                </c:pt>
                <c:pt idx="473" formatCode="General">
                  <c:v>28.44</c:v>
                </c:pt>
                <c:pt idx="474" formatCode="General">
                  <c:v>28.5</c:v>
                </c:pt>
                <c:pt idx="475" formatCode="General">
                  <c:v>28.56</c:v>
                </c:pt>
                <c:pt idx="476" formatCode="General">
                  <c:v>28.62</c:v>
                </c:pt>
                <c:pt idx="477" formatCode="General">
                  <c:v>28.68</c:v>
                </c:pt>
                <c:pt idx="478" formatCode="General">
                  <c:v>28.74</c:v>
                </c:pt>
                <c:pt idx="479" formatCode="General">
                  <c:v>28.8</c:v>
                </c:pt>
                <c:pt idx="480" formatCode="General">
                  <c:v>28.86</c:v>
                </c:pt>
                <c:pt idx="481" formatCode="General">
                  <c:v>28.92</c:v>
                </c:pt>
                <c:pt idx="482" formatCode="General">
                  <c:v>28.98</c:v>
                </c:pt>
                <c:pt idx="483" formatCode="General">
                  <c:v>29.04</c:v>
                </c:pt>
                <c:pt idx="484" formatCode="General">
                  <c:v>29.1</c:v>
                </c:pt>
                <c:pt idx="485" formatCode="General">
                  <c:v>29.16</c:v>
                </c:pt>
                <c:pt idx="486" formatCode="General">
                  <c:v>29.22</c:v>
                </c:pt>
                <c:pt idx="487" formatCode="General">
                  <c:v>29.28</c:v>
                </c:pt>
                <c:pt idx="488" formatCode="General">
                  <c:v>29.34</c:v>
                </c:pt>
                <c:pt idx="489" formatCode="General">
                  <c:v>29.4</c:v>
                </c:pt>
                <c:pt idx="490" formatCode="General">
                  <c:v>29.46</c:v>
                </c:pt>
                <c:pt idx="491" formatCode="General">
                  <c:v>29.52</c:v>
                </c:pt>
                <c:pt idx="492" formatCode="General">
                  <c:v>29.58</c:v>
                </c:pt>
                <c:pt idx="493" formatCode="General">
                  <c:v>29.64</c:v>
                </c:pt>
                <c:pt idx="494" formatCode="General">
                  <c:v>29.7</c:v>
                </c:pt>
                <c:pt idx="495" formatCode="General">
                  <c:v>29.76</c:v>
                </c:pt>
                <c:pt idx="496" formatCode="General">
                  <c:v>29.82</c:v>
                </c:pt>
                <c:pt idx="497" formatCode="General">
                  <c:v>29.88</c:v>
                </c:pt>
                <c:pt idx="498" formatCode="General">
                  <c:v>29.94</c:v>
                </c:pt>
                <c:pt idx="499" formatCode="General">
                  <c:v>30</c:v>
                </c:pt>
                <c:pt idx="500" formatCode="General">
                  <c:v>30.06</c:v>
                </c:pt>
                <c:pt idx="501" formatCode="General">
                  <c:v>30.12</c:v>
                </c:pt>
                <c:pt idx="502" formatCode="General">
                  <c:v>30.18</c:v>
                </c:pt>
                <c:pt idx="503" formatCode="General">
                  <c:v>30.24</c:v>
                </c:pt>
                <c:pt idx="504" formatCode="General">
                  <c:v>30.3</c:v>
                </c:pt>
                <c:pt idx="505" formatCode="General">
                  <c:v>30.36</c:v>
                </c:pt>
                <c:pt idx="506" formatCode="General">
                  <c:v>30.42</c:v>
                </c:pt>
                <c:pt idx="507" formatCode="General">
                  <c:v>30.48</c:v>
                </c:pt>
                <c:pt idx="508" formatCode="General">
                  <c:v>30.54</c:v>
                </c:pt>
                <c:pt idx="509" formatCode="General">
                  <c:v>30.6</c:v>
                </c:pt>
                <c:pt idx="510" formatCode="General">
                  <c:v>30.66</c:v>
                </c:pt>
                <c:pt idx="511" formatCode="General">
                  <c:v>30.72</c:v>
                </c:pt>
                <c:pt idx="512" formatCode="General">
                  <c:v>30.78</c:v>
                </c:pt>
                <c:pt idx="513" formatCode="General">
                  <c:v>30.84</c:v>
                </c:pt>
                <c:pt idx="514" formatCode="General">
                  <c:v>30.9</c:v>
                </c:pt>
                <c:pt idx="515" formatCode="General">
                  <c:v>30.96</c:v>
                </c:pt>
                <c:pt idx="516" formatCode="General">
                  <c:v>31.02</c:v>
                </c:pt>
              </c:numCache>
            </c:numRef>
          </c:xVal>
          <c:yVal>
            <c:numRef>
              <c:f>Sheet1!$G$2:$G$1550</c:f>
              <c:numCache>
                <c:formatCode>0.00E+00</c:formatCode>
                <c:ptCount val="517"/>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6.1654479999999998E-2</c:v>
                </c:pt>
                <c:pt idx="42">
                  <c:v>1.2156199999999999</c:v>
                </c:pt>
                <c:pt idx="43">
                  <c:v>5.3181029999999998</c:v>
                </c:pt>
                <c:pt idx="44">
                  <c:v>7.6623739999999998</c:v>
                </c:pt>
                <c:pt idx="45">
                  <c:v>5.6024430000000001</c:v>
                </c:pt>
                <c:pt idx="46">
                  <c:v>4.5788310000000001</c:v>
                </c:pt>
                <c:pt idx="47">
                  <c:v>3.099777</c:v>
                </c:pt>
                <c:pt idx="48">
                  <c:v>1.872306</c:v>
                </c:pt>
                <c:pt idx="49">
                  <c:v>1.3196209999999999</c:v>
                </c:pt>
                <c:pt idx="50">
                  <c:v>0.91992439999999998</c:v>
                </c:pt>
                <c:pt idx="51">
                  <c:v>0.73740329999999998</c:v>
                </c:pt>
                <c:pt idx="52">
                  <c:v>0.52915350000000005</c:v>
                </c:pt>
                <c:pt idx="53">
                  <c:v>0.49730459999999999</c:v>
                </c:pt>
                <c:pt idx="54">
                  <c:v>0.503355</c:v>
                </c:pt>
                <c:pt idx="55">
                  <c:v>0.3699345</c:v>
                </c:pt>
                <c:pt idx="56">
                  <c:v>0.40170210000000001</c:v>
                </c:pt>
                <c:pt idx="57">
                  <c:v>0.43107780000000001</c:v>
                </c:pt>
                <c:pt idx="58">
                  <c:v>0.3645156</c:v>
                </c:pt>
                <c:pt idx="59">
                  <c:v>0.25176189999999998</c:v>
                </c:pt>
                <c:pt idx="60">
                  <c:v>0.2825473</c:v>
                </c:pt>
                <c:pt idx="61">
                  <c:v>0.433838</c:v>
                </c:pt>
                <c:pt idx="62">
                  <c:v>0.26489289999999999</c:v>
                </c:pt>
                <c:pt idx="63">
                  <c:v>0.28323290000000001</c:v>
                </c:pt>
                <c:pt idx="64">
                  <c:v>0.30032759999999997</c:v>
                </c:pt>
                <c:pt idx="65">
                  <c:v>0.43278240000000001</c:v>
                </c:pt>
                <c:pt idx="66">
                  <c:v>0.44418869999999999</c:v>
                </c:pt>
                <c:pt idx="67">
                  <c:v>0.79187790000000002</c:v>
                </c:pt>
                <c:pt idx="68">
                  <c:v>0.60156670000000001</c:v>
                </c:pt>
                <c:pt idx="69">
                  <c:v>0.74727489999999996</c:v>
                </c:pt>
                <c:pt idx="70">
                  <c:v>0.98527880000000001</c:v>
                </c:pt>
                <c:pt idx="71">
                  <c:v>0.82522519999999999</c:v>
                </c:pt>
                <c:pt idx="72">
                  <c:v>1.149732</c:v>
                </c:pt>
                <c:pt idx="73">
                  <c:v>1.125489</c:v>
                </c:pt>
                <c:pt idx="74">
                  <c:v>1.095677</c:v>
                </c:pt>
                <c:pt idx="75">
                  <c:v>1.20512</c:v>
                </c:pt>
                <c:pt idx="76">
                  <c:v>1.235169</c:v>
                </c:pt>
                <c:pt idx="77">
                  <c:v>1.2990440000000001</c:v>
                </c:pt>
                <c:pt idx="78">
                  <c:v>1.440636</c:v>
                </c:pt>
                <c:pt idx="79">
                  <c:v>1.257563</c:v>
                </c:pt>
                <c:pt idx="80">
                  <c:v>1.536143</c:v>
                </c:pt>
                <c:pt idx="81">
                  <c:v>1.5420389999999999</c:v>
                </c:pt>
                <c:pt idx="82">
                  <c:v>1.5103690000000001</c:v>
                </c:pt>
                <c:pt idx="83">
                  <c:v>1.700696</c:v>
                </c:pt>
                <c:pt idx="84">
                  <c:v>1.640844</c:v>
                </c:pt>
                <c:pt idx="85">
                  <c:v>1.696043</c:v>
                </c:pt>
                <c:pt idx="86">
                  <c:v>1.8201320000000001</c:v>
                </c:pt>
                <c:pt idx="87">
                  <c:v>1.596419</c:v>
                </c:pt>
                <c:pt idx="88">
                  <c:v>1.5149760000000001</c:v>
                </c:pt>
                <c:pt idx="89">
                  <c:v>1.3561749999999999</c:v>
                </c:pt>
                <c:pt idx="90">
                  <c:v>1.2302169999999999</c:v>
                </c:pt>
                <c:pt idx="91">
                  <c:v>1.195052</c:v>
                </c:pt>
                <c:pt idx="92">
                  <c:v>0.90541179999999999</c:v>
                </c:pt>
                <c:pt idx="93">
                  <c:v>0.80419010000000002</c:v>
                </c:pt>
                <c:pt idx="94">
                  <c:v>0.63871679999999997</c:v>
                </c:pt>
                <c:pt idx="95">
                  <c:v>0.4681263</c:v>
                </c:pt>
                <c:pt idx="96">
                  <c:v>0.43155209999999999</c:v>
                </c:pt>
                <c:pt idx="97">
                  <c:v>0.38504080000000002</c:v>
                </c:pt>
                <c:pt idx="98">
                  <c:v>0.45498129999999998</c:v>
                </c:pt>
                <c:pt idx="99">
                  <c:v>0.42780010000000002</c:v>
                </c:pt>
                <c:pt idx="100">
                  <c:v>0.42647879999999999</c:v>
                </c:pt>
                <c:pt idx="101">
                  <c:v>0.41815750000000002</c:v>
                </c:pt>
                <c:pt idx="102">
                  <c:v>0.37590430000000002</c:v>
                </c:pt>
                <c:pt idx="103">
                  <c:v>0.53295389999999998</c:v>
                </c:pt>
                <c:pt idx="104">
                  <c:v>0.58532980000000001</c:v>
                </c:pt>
                <c:pt idx="105">
                  <c:v>0.65822999999999998</c:v>
                </c:pt>
                <c:pt idx="106">
                  <c:v>0.85497920000000005</c:v>
                </c:pt>
                <c:pt idx="107">
                  <c:v>0.86408529999999995</c:v>
                </c:pt>
                <c:pt idx="108">
                  <c:v>1.043596</c:v>
                </c:pt>
                <c:pt idx="109">
                  <c:v>1.297364</c:v>
                </c:pt>
                <c:pt idx="110">
                  <c:v>1.4682980000000001</c:v>
                </c:pt>
                <c:pt idx="111">
                  <c:v>1.4999990000000001</c:v>
                </c:pt>
                <c:pt idx="112">
                  <c:v>1.5246740000000001</c:v>
                </c:pt>
                <c:pt idx="113">
                  <c:v>1.472936</c:v>
                </c:pt>
                <c:pt idx="114">
                  <c:v>1.5844990000000001</c:v>
                </c:pt>
                <c:pt idx="115">
                  <c:v>1.5276609999999999</c:v>
                </c:pt>
                <c:pt idx="116">
                  <c:v>1.340104</c:v>
                </c:pt>
                <c:pt idx="117">
                  <c:v>1.24979</c:v>
                </c:pt>
                <c:pt idx="118">
                  <c:v>1.244235</c:v>
                </c:pt>
                <c:pt idx="119">
                  <c:v>1.1807840000000001</c:v>
                </c:pt>
                <c:pt idx="120">
                  <c:v>1.084584</c:v>
                </c:pt>
                <c:pt idx="121">
                  <c:v>1.0279050000000001</c:v>
                </c:pt>
                <c:pt idx="122">
                  <c:v>1.001673</c:v>
                </c:pt>
                <c:pt idx="123">
                  <c:v>1.037455</c:v>
                </c:pt>
                <c:pt idx="124">
                  <c:v>1.1021319999999999</c:v>
                </c:pt>
                <c:pt idx="125">
                  <c:v>1.0162</c:v>
                </c:pt>
                <c:pt idx="126">
                  <c:v>1.0384720000000001</c:v>
                </c:pt>
                <c:pt idx="127">
                  <c:v>1.042224</c:v>
                </c:pt>
                <c:pt idx="128">
                  <c:v>1.1002019999999999</c:v>
                </c:pt>
                <c:pt idx="129">
                  <c:v>1.0297099999999999</c:v>
                </c:pt>
                <c:pt idx="130">
                  <c:v>1.1196790000000001</c:v>
                </c:pt>
                <c:pt idx="131">
                  <c:v>0.96961310000000001</c:v>
                </c:pt>
                <c:pt idx="132">
                  <c:v>1.0063260000000001</c:v>
                </c:pt>
                <c:pt idx="133">
                  <c:v>0.95703800000000006</c:v>
                </c:pt>
                <c:pt idx="134">
                  <c:v>0.97672979999999998</c:v>
                </c:pt>
                <c:pt idx="135">
                  <c:v>0.88205409999999995</c:v>
                </c:pt>
                <c:pt idx="136">
                  <c:v>0.77264390000000005</c:v>
                </c:pt>
                <c:pt idx="137">
                  <c:v>0.76148680000000002</c:v>
                </c:pt>
                <c:pt idx="138">
                  <c:v>0.69615329999999997</c:v>
                </c:pt>
                <c:pt idx="139">
                  <c:v>0.66959639999999998</c:v>
                </c:pt>
                <c:pt idx="140">
                  <c:v>0.6054252</c:v>
                </c:pt>
                <c:pt idx="141">
                  <c:v>0.63108969999999998</c:v>
                </c:pt>
                <c:pt idx="142">
                  <c:v>0.6559796</c:v>
                </c:pt>
                <c:pt idx="143">
                  <c:v>0.67662290000000003</c:v>
                </c:pt>
                <c:pt idx="144">
                  <c:v>0.784578</c:v>
                </c:pt>
                <c:pt idx="145">
                  <c:v>0.80448180000000002</c:v>
                </c:pt>
                <c:pt idx="146">
                  <c:v>0.91269359999999999</c:v>
                </c:pt>
                <c:pt idx="147">
                  <c:v>0.99640039999999996</c:v>
                </c:pt>
                <c:pt idx="148">
                  <c:v>1.1251420000000001</c:v>
                </c:pt>
                <c:pt idx="149">
                  <c:v>1.2632650000000001</c:v>
                </c:pt>
                <c:pt idx="150">
                  <c:v>1.3197300000000001</c:v>
                </c:pt>
                <c:pt idx="151">
                  <c:v>1.4373720000000001</c:v>
                </c:pt>
                <c:pt idx="152">
                  <c:v>1.4465220000000001</c:v>
                </c:pt>
                <c:pt idx="153">
                  <c:v>1.464485</c:v>
                </c:pt>
                <c:pt idx="154">
                  <c:v>1.521101</c:v>
                </c:pt>
                <c:pt idx="155">
                  <c:v>1.4092979999999999</c:v>
                </c:pt>
                <c:pt idx="156">
                  <c:v>1.2987409999999999</c:v>
                </c:pt>
                <c:pt idx="157">
                  <c:v>1.266378</c:v>
                </c:pt>
                <c:pt idx="158">
                  <c:v>1.155851</c:v>
                </c:pt>
                <c:pt idx="159">
                  <c:v>1.100379</c:v>
                </c:pt>
                <c:pt idx="160">
                  <c:v>1.048988</c:v>
                </c:pt>
                <c:pt idx="161">
                  <c:v>0.95181000000000004</c:v>
                </c:pt>
                <c:pt idx="162">
                  <c:v>0.9551771</c:v>
                </c:pt>
                <c:pt idx="163">
                  <c:v>0.9206491</c:v>
                </c:pt>
                <c:pt idx="164">
                  <c:v>0.8709055</c:v>
                </c:pt>
                <c:pt idx="165">
                  <c:v>0.90649250000000003</c:v>
                </c:pt>
                <c:pt idx="166">
                  <c:v>0.98926559999999997</c:v>
                </c:pt>
                <c:pt idx="167">
                  <c:v>0.99165340000000002</c:v>
                </c:pt>
                <c:pt idx="168">
                  <c:v>0.89617429999999998</c:v>
                </c:pt>
                <c:pt idx="169">
                  <c:v>0.93835020000000002</c:v>
                </c:pt>
                <c:pt idx="170">
                  <c:v>0.91376919999999995</c:v>
                </c:pt>
                <c:pt idx="171">
                  <c:v>0.87376339999999997</c:v>
                </c:pt>
                <c:pt idx="172">
                  <c:v>0.82735099999999995</c:v>
                </c:pt>
                <c:pt idx="173">
                  <c:v>0.76637750000000004</c:v>
                </c:pt>
                <c:pt idx="174">
                  <c:v>0.76711450000000003</c:v>
                </c:pt>
                <c:pt idx="175">
                  <c:v>0.72916199999999998</c:v>
                </c:pt>
                <c:pt idx="176">
                  <c:v>0.76492039999999994</c:v>
                </c:pt>
                <c:pt idx="177">
                  <c:v>0.78724470000000002</c:v>
                </c:pt>
                <c:pt idx="178">
                  <c:v>0.7739473</c:v>
                </c:pt>
                <c:pt idx="179">
                  <c:v>0.83027169999999995</c:v>
                </c:pt>
                <c:pt idx="180">
                  <c:v>0.87645459999999997</c:v>
                </c:pt>
                <c:pt idx="181">
                  <c:v>0.9467487</c:v>
                </c:pt>
                <c:pt idx="182">
                  <c:v>0.99055890000000002</c:v>
                </c:pt>
                <c:pt idx="183">
                  <c:v>1.099756</c:v>
                </c:pt>
                <c:pt idx="184">
                  <c:v>1.1048469999999999</c:v>
                </c:pt>
                <c:pt idx="185">
                  <c:v>1.0835680000000001</c:v>
                </c:pt>
                <c:pt idx="186">
                  <c:v>1.0989660000000001</c:v>
                </c:pt>
                <c:pt idx="187">
                  <c:v>1.18065</c:v>
                </c:pt>
                <c:pt idx="188">
                  <c:v>1.163114</c:v>
                </c:pt>
                <c:pt idx="189">
                  <c:v>1.185049</c:v>
                </c:pt>
                <c:pt idx="190">
                  <c:v>1.272052</c:v>
                </c:pt>
                <c:pt idx="191">
                  <c:v>1.2431000000000001</c:v>
                </c:pt>
                <c:pt idx="192">
                  <c:v>1.2672369999999999</c:v>
                </c:pt>
                <c:pt idx="193">
                  <c:v>1.2368669999999999</c:v>
                </c:pt>
                <c:pt idx="194">
                  <c:v>1.2795129999999999</c:v>
                </c:pt>
                <c:pt idx="195">
                  <c:v>1.2881959999999999</c:v>
                </c:pt>
                <c:pt idx="196">
                  <c:v>1.19201</c:v>
                </c:pt>
                <c:pt idx="197">
                  <c:v>1.229012</c:v>
                </c:pt>
                <c:pt idx="198">
                  <c:v>1.1150709999999999</c:v>
                </c:pt>
                <c:pt idx="199">
                  <c:v>1.0350649999999999</c:v>
                </c:pt>
                <c:pt idx="200">
                  <c:v>0.99069169999999995</c:v>
                </c:pt>
                <c:pt idx="201">
                  <c:v>0.92581999999999998</c:v>
                </c:pt>
                <c:pt idx="202">
                  <c:v>0.8542573</c:v>
                </c:pt>
                <c:pt idx="203">
                  <c:v>0.79624629999999996</c:v>
                </c:pt>
                <c:pt idx="204">
                  <c:v>0.80143739999999997</c:v>
                </c:pt>
                <c:pt idx="205">
                  <c:v>0.74412409999999996</c:v>
                </c:pt>
                <c:pt idx="206">
                  <c:v>0.73525969999999996</c:v>
                </c:pt>
                <c:pt idx="207">
                  <c:v>0.77932380000000001</c:v>
                </c:pt>
                <c:pt idx="208">
                  <c:v>0.78516370000000002</c:v>
                </c:pt>
                <c:pt idx="209">
                  <c:v>0.79578979999999999</c:v>
                </c:pt>
                <c:pt idx="210">
                  <c:v>0.83468120000000001</c:v>
                </c:pt>
                <c:pt idx="211">
                  <c:v>0.87038490000000002</c:v>
                </c:pt>
                <c:pt idx="212">
                  <c:v>0.90218670000000001</c:v>
                </c:pt>
                <c:pt idx="213">
                  <c:v>0.95789849999999999</c:v>
                </c:pt>
                <c:pt idx="214">
                  <c:v>1.0078309999999999</c:v>
                </c:pt>
                <c:pt idx="215">
                  <c:v>0.93868770000000001</c:v>
                </c:pt>
                <c:pt idx="216">
                  <c:v>0.97317129999999996</c:v>
                </c:pt>
                <c:pt idx="217">
                  <c:v>0.97418090000000002</c:v>
                </c:pt>
                <c:pt idx="218">
                  <c:v>1.0121709999999999</c:v>
                </c:pt>
                <c:pt idx="219">
                  <c:v>1.0838890000000001</c:v>
                </c:pt>
                <c:pt idx="220">
                  <c:v>1.0251110000000001</c:v>
                </c:pt>
                <c:pt idx="221">
                  <c:v>1.0512060000000001</c:v>
                </c:pt>
                <c:pt idx="222">
                  <c:v>1.091375</c:v>
                </c:pt>
                <c:pt idx="223">
                  <c:v>1.09538</c:v>
                </c:pt>
                <c:pt idx="224">
                  <c:v>1.0785039999999999</c:v>
                </c:pt>
                <c:pt idx="225">
                  <c:v>1.0938239999999999</c:v>
                </c:pt>
                <c:pt idx="226">
                  <c:v>1.0982799999999999</c:v>
                </c:pt>
                <c:pt idx="227">
                  <c:v>1.0663499999999999</c:v>
                </c:pt>
                <c:pt idx="228">
                  <c:v>1.075723</c:v>
                </c:pt>
                <c:pt idx="229">
                  <c:v>1.0862639999999999</c:v>
                </c:pt>
                <c:pt idx="230">
                  <c:v>1.121721</c:v>
                </c:pt>
                <c:pt idx="231">
                  <c:v>1.1066830000000001</c:v>
                </c:pt>
                <c:pt idx="232">
                  <c:v>1.097872</c:v>
                </c:pt>
                <c:pt idx="233">
                  <c:v>1.116317</c:v>
                </c:pt>
                <c:pt idx="234">
                  <c:v>1.1449130000000001</c:v>
                </c:pt>
                <c:pt idx="235">
                  <c:v>1.1157029999999999</c:v>
                </c:pt>
                <c:pt idx="236">
                  <c:v>1.1288990000000001</c:v>
                </c:pt>
                <c:pt idx="237">
                  <c:v>1.0490269999999999</c:v>
                </c:pt>
                <c:pt idx="238">
                  <c:v>1.058039</c:v>
                </c:pt>
                <c:pt idx="239">
                  <c:v>1.026581</c:v>
                </c:pt>
                <c:pt idx="240">
                  <c:v>0.98249980000000003</c:v>
                </c:pt>
                <c:pt idx="241">
                  <c:v>0.93353900000000001</c:v>
                </c:pt>
                <c:pt idx="242">
                  <c:v>0.90008449999999995</c:v>
                </c:pt>
                <c:pt idx="243">
                  <c:v>0.83243579999999995</c:v>
                </c:pt>
                <c:pt idx="244">
                  <c:v>0.81478240000000002</c:v>
                </c:pt>
                <c:pt idx="245">
                  <c:v>0.81835619999999998</c:v>
                </c:pt>
                <c:pt idx="246">
                  <c:v>0.77549409999999996</c:v>
                </c:pt>
                <c:pt idx="247">
                  <c:v>0.78634729999999997</c:v>
                </c:pt>
                <c:pt idx="248">
                  <c:v>0.76776429999999996</c:v>
                </c:pt>
                <c:pt idx="249">
                  <c:v>0.75641380000000003</c:v>
                </c:pt>
                <c:pt idx="250">
                  <c:v>0.76133229999999996</c:v>
                </c:pt>
                <c:pt idx="251">
                  <c:v>0.80725409999999997</c:v>
                </c:pt>
                <c:pt idx="252">
                  <c:v>0.86828640000000001</c:v>
                </c:pt>
                <c:pt idx="253">
                  <c:v>0.90979030000000005</c:v>
                </c:pt>
                <c:pt idx="254">
                  <c:v>0.98239799999999999</c:v>
                </c:pt>
                <c:pt idx="255">
                  <c:v>1.024526</c:v>
                </c:pt>
                <c:pt idx="256">
                  <c:v>1.0489539999999999</c:v>
                </c:pt>
                <c:pt idx="257">
                  <c:v>1.131796</c:v>
                </c:pt>
                <c:pt idx="258">
                  <c:v>1.1360440000000001</c:v>
                </c:pt>
                <c:pt idx="259">
                  <c:v>1.1380479999999999</c:v>
                </c:pt>
                <c:pt idx="260">
                  <c:v>1.174582</c:v>
                </c:pt>
                <c:pt idx="261">
                  <c:v>1.1814770000000001</c:v>
                </c:pt>
                <c:pt idx="262">
                  <c:v>1.222828</c:v>
                </c:pt>
                <c:pt idx="263">
                  <c:v>1.2052579999999999</c:v>
                </c:pt>
                <c:pt idx="264">
                  <c:v>1.132163</c:v>
                </c:pt>
                <c:pt idx="265">
                  <c:v>1.173368</c:v>
                </c:pt>
                <c:pt idx="266">
                  <c:v>1.144253</c:v>
                </c:pt>
                <c:pt idx="267">
                  <c:v>1.0822240000000001</c:v>
                </c:pt>
                <c:pt idx="268">
                  <c:v>1.091728</c:v>
                </c:pt>
                <c:pt idx="269">
                  <c:v>1.052325</c:v>
                </c:pt>
                <c:pt idx="270">
                  <c:v>1.007056</c:v>
                </c:pt>
                <c:pt idx="271">
                  <c:v>1.001625</c:v>
                </c:pt>
                <c:pt idx="272">
                  <c:v>0.98457130000000004</c:v>
                </c:pt>
                <c:pt idx="273">
                  <c:v>0.98657300000000003</c:v>
                </c:pt>
                <c:pt idx="274">
                  <c:v>0.97893160000000001</c:v>
                </c:pt>
                <c:pt idx="275">
                  <c:v>0.99326769999999998</c:v>
                </c:pt>
                <c:pt idx="276">
                  <c:v>0.93318889999999999</c:v>
                </c:pt>
                <c:pt idx="277">
                  <c:v>0.93446220000000002</c:v>
                </c:pt>
                <c:pt idx="278">
                  <c:v>1.011611</c:v>
                </c:pt>
                <c:pt idx="279">
                  <c:v>0.94428190000000001</c:v>
                </c:pt>
                <c:pt idx="280">
                  <c:v>0.96649910000000006</c:v>
                </c:pt>
                <c:pt idx="281">
                  <c:v>0.93640610000000002</c:v>
                </c:pt>
                <c:pt idx="282">
                  <c:v>0.89675459999999996</c:v>
                </c:pt>
                <c:pt idx="283">
                  <c:v>0.87831420000000004</c:v>
                </c:pt>
                <c:pt idx="284">
                  <c:v>0.86546619999999996</c:v>
                </c:pt>
                <c:pt idx="285">
                  <c:v>0.83283070000000003</c:v>
                </c:pt>
                <c:pt idx="286">
                  <c:v>0.84068169999999998</c:v>
                </c:pt>
                <c:pt idx="287">
                  <c:v>0.85933119999999996</c:v>
                </c:pt>
                <c:pt idx="288">
                  <c:v>0.85382860000000005</c:v>
                </c:pt>
                <c:pt idx="289">
                  <c:v>0.8690736</c:v>
                </c:pt>
                <c:pt idx="290">
                  <c:v>0.91320219999999996</c:v>
                </c:pt>
                <c:pt idx="291">
                  <c:v>0.92141490000000004</c:v>
                </c:pt>
                <c:pt idx="292">
                  <c:v>0.9827051</c:v>
                </c:pt>
                <c:pt idx="293">
                  <c:v>1.013781</c:v>
                </c:pt>
                <c:pt idx="294">
                  <c:v>1.058578</c:v>
                </c:pt>
                <c:pt idx="295">
                  <c:v>1.1122639999999999</c:v>
                </c:pt>
                <c:pt idx="296">
                  <c:v>1.140544</c:v>
                </c:pt>
                <c:pt idx="297">
                  <c:v>1.1733199999999999</c:v>
                </c:pt>
                <c:pt idx="298">
                  <c:v>1.1391249999999999</c:v>
                </c:pt>
                <c:pt idx="299">
                  <c:v>1.19519</c:v>
                </c:pt>
                <c:pt idx="300">
                  <c:v>1.1724559999999999</c:v>
                </c:pt>
                <c:pt idx="301">
                  <c:v>1.128531</c:v>
                </c:pt>
                <c:pt idx="302">
                  <c:v>1.11754</c:v>
                </c:pt>
                <c:pt idx="303">
                  <c:v>1.0917619999999999</c:v>
                </c:pt>
                <c:pt idx="304">
                  <c:v>1.085005</c:v>
                </c:pt>
                <c:pt idx="305">
                  <c:v>1.077925</c:v>
                </c:pt>
                <c:pt idx="306">
                  <c:v>1.032063</c:v>
                </c:pt>
                <c:pt idx="307">
                  <c:v>1.0116130000000001</c:v>
                </c:pt>
                <c:pt idx="308">
                  <c:v>1.0164679999999999</c:v>
                </c:pt>
                <c:pt idx="309">
                  <c:v>0.97483520000000001</c:v>
                </c:pt>
                <c:pt idx="310">
                  <c:v>0.93821460000000001</c:v>
                </c:pt>
                <c:pt idx="311">
                  <c:v>0.97876470000000004</c:v>
                </c:pt>
                <c:pt idx="312">
                  <c:v>0.90405919999999995</c:v>
                </c:pt>
                <c:pt idx="313">
                  <c:v>0.91485700000000003</c:v>
                </c:pt>
                <c:pt idx="314">
                  <c:v>0.97372930000000002</c:v>
                </c:pt>
                <c:pt idx="315">
                  <c:v>0.9243711</c:v>
                </c:pt>
                <c:pt idx="316">
                  <c:v>0.92756780000000005</c:v>
                </c:pt>
                <c:pt idx="317">
                  <c:v>0.92604540000000002</c:v>
                </c:pt>
                <c:pt idx="318">
                  <c:v>0.94055599999999995</c:v>
                </c:pt>
                <c:pt idx="319">
                  <c:v>0.96832130000000005</c:v>
                </c:pt>
                <c:pt idx="320">
                  <c:v>0.96722350000000001</c:v>
                </c:pt>
                <c:pt idx="321">
                  <c:v>0.94269289999999994</c:v>
                </c:pt>
                <c:pt idx="322">
                  <c:v>0.92087980000000003</c:v>
                </c:pt>
                <c:pt idx="323">
                  <c:v>0.91451349999999998</c:v>
                </c:pt>
                <c:pt idx="324">
                  <c:v>0.92468329999999999</c:v>
                </c:pt>
                <c:pt idx="325">
                  <c:v>0.92993550000000003</c:v>
                </c:pt>
                <c:pt idx="326">
                  <c:v>0.92629079999999997</c:v>
                </c:pt>
                <c:pt idx="327">
                  <c:v>0.91323750000000004</c:v>
                </c:pt>
                <c:pt idx="328">
                  <c:v>0.9539164</c:v>
                </c:pt>
                <c:pt idx="329">
                  <c:v>0.97477709999999995</c:v>
                </c:pt>
                <c:pt idx="330">
                  <c:v>0.95830709999999997</c:v>
                </c:pt>
                <c:pt idx="331">
                  <c:v>1.022931</c:v>
                </c:pt>
                <c:pt idx="332">
                  <c:v>1.004046</c:v>
                </c:pt>
                <c:pt idx="333">
                  <c:v>1.069215</c:v>
                </c:pt>
                <c:pt idx="334">
                  <c:v>1.0625180000000001</c:v>
                </c:pt>
                <c:pt idx="335">
                  <c:v>1.095702</c:v>
                </c:pt>
                <c:pt idx="336">
                  <c:v>1.1086819999999999</c:v>
                </c:pt>
                <c:pt idx="337">
                  <c:v>1.1043529999999999</c:v>
                </c:pt>
                <c:pt idx="338">
                  <c:v>1.1240319999999999</c:v>
                </c:pt>
                <c:pt idx="339">
                  <c:v>1.1196250000000001</c:v>
                </c:pt>
                <c:pt idx="340">
                  <c:v>1.120239</c:v>
                </c:pt>
                <c:pt idx="341">
                  <c:v>1.157402</c:v>
                </c:pt>
                <c:pt idx="342">
                  <c:v>1.105364</c:v>
                </c:pt>
                <c:pt idx="343">
                  <c:v>1.087917</c:v>
                </c:pt>
                <c:pt idx="344">
                  <c:v>1.097763</c:v>
                </c:pt>
                <c:pt idx="345">
                  <c:v>1.06508</c:v>
                </c:pt>
                <c:pt idx="346">
                  <c:v>1.0851459999999999</c:v>
                </c:pt>
                <c:pt idx="347">
                  <c:v>1.0388029999999999</c:v>
                </c:pt>
                <c:pt idx="348">
                  <c:v>1.0111300000000001</c:v>
                </c:pt>
                <c:pt idx="349">
                  <c:v>0.97191709999999998</c:v>
                </c:pt>
                <c:pt idx="350">
                  <c:v>0.90870980000000001</c:v>
                </c:pt>
                <c:pt idx="351">
                  <c:v>0.9196472</c:v>
                </c:pt>
                <c:pt idx="352">
                  <c:v>0.86090999999999995</c:v>
                </c:pt>
                <c:pt idx="353">
                  <c:v>0.84303430000000001</c:v>
                </c:pt>
                <c:pt idx="354">
                  <c:v>0.81901710000000005</c:v>
                </c:pt>
                <c:pt idx="355">
                  <c:v>0.80584040000000001</c:v>
                </c:pt>
                <c:pt idx="356">
                  <c:v>0.84741520000000004</c:v>
                </c:pt>
                <c:pt idx="357">
                  <c:v>0.83759589999999995</c:v>
                </c:pt>
                <c:pt idx="358">
                  <c:v>0.87485020000000002</c:v>
                </c:pt>
                <c:pt idx="359">
                  <c:v>0.92398690000000006</c:v>
                </c:pt>
                <c:pt idx="360">
                  <c:v>0.91442380000000001</c:v>
                </c:pt>
                <c:pt idx="361">
                  <c:v>0.95973059999999999</c:v>
                </c:pt>
                <c:pt idx="362">
                  <c:v>1.0056259999999999</c:v>
                </c:pt>
                <c:pt idx="363">
                  <c:v>1.025282</c:v>
                </c:pt>
                <c:pt idx="364">
                  <c:v>1.0447070000000001</c:v>
                </c:pt>
                <c:pt idx="365">
                  <c:v>1.046314</c:v>
                </c:pt>
                <c:pt idx="366">
                  <c:v>1.0581160000000001</c:v>
                </c:pt>
                <c:pt idx="367">
                  <c:v>1.0745929999999999</c:v>
                </c:pt>
                <c:pt idx="368">
                  <c:v>1.081024</c:v>
                </c:pt>
                <c:pt idx="369">
                  <c:v>1.0728059999999999</c:v>
                </c:pt>
                <c:pt idx="370">
                  <c:v>1.1010089999999999</c:v>
                </c:pt>
                <c:pt idx="371">
                  <c:v>1.0764959999999999</c:v>
                </c:pt>
                <c:pt idx="372">
                  <c:v>1.0759430000000001</c:v>
                </c:pt>
                <c:pt idx="373">
                  <c:v>1.0504990000000001</c:v>
                </c:pt>
                <c:pt idx="374">
                  <c:v>1.0611459999999999</c:v>
                </c:pt>
                <c:pt idx="375">
                  <c:v>1.0755110000000001</c:v>
                </c:pt>
                <c:pt idx="376">
                  <c:v>1.0560389999999999</c:v>
                </c:pt>
                <c:pt idx="377">
                  <c:v>1.027876</c:v>
                </c:pt>
                <c:pt idx="378">
                  <c:v>1.02044</c:v>
                </c:pt>
                <c:pt idx="379">
                  <c:v>1.067048</c:v>
                </c:pt>
                <c:pt idx="380">
                  <c:v>1.046719</c:v>
                </c:pt>
                <c:pt idx="381">
                  <c:v>1.0268360000000001</c:v>
                </c:pt>
                <c:pt idx="382">
                  <c:v>1.0170319999999999</c:v>
                </c:pt>
                <c:pt idx="383">
                  <c:v>1.019118</c:v>
                </c:pt>
                <c:pt idx="384">
                  <c:v>0.99499689999999996</c:v>
                </c:pt>
                <c:pt idx="385">
                  <c:v>0.99495800000000001</c:v>
                </c:pt>
                <c:pt idx="386">
                  <c:v>0.98498129999999995</c:v>
                </c:pt>
                <c:pt idx="387">
                  <c:v>0.99026610000000004</c:v>
                </c:pt>
                <c:pt idx="388">
                  <c:v>0.97439989999999999</c:v>
                </c:pt>
                <c:pt idx="389">
                  <c:v>0.93770750000000003</c:v>
                </c:pt>
                <c:pt idx="390">
                  <c:v>0.94833140000000005</c:v>
                </c:pt>
                <c:pt idx="391">
                  <c:v>0.94444289999999997</c:v>
                </c:pt>
                <c:pt idx="392">
                  <c:v>0.92391540000000005</c:v>
                </c:pt>
                <c:pt idx="393">
                  <c:v>0.90428470000000005</c:v>
                </c:pt>
                <c:pt idx="394">
                  <c:v>0.86950450000000001</c:v>
                </c:pt>
                <c:pt idx="395">
                  <c:v>0.8789901</c:v>
                </c:pt>
                <c:pt idx="396">
                  <c:v>0.88744909999999999</c:v>
                </c:pt>
                <c:pt idx="397">
                  <c:v>0.9031361</c:v>
                </c:pt>
                <c:pt idx="398">
                  <c:v>0.91318940000000004</c:v>
                </c:pt>
                <c:pt idx="399">
                  <c:v>0.94035179999999996</c:v>
                </c:pt>
                <c:pt idx="400">
                  <c:v>0.9496462</c:v>
                </c:pt>
                <c:pt idx="401">
                  <c:v>0.96511829999999998</c:v>
                </c:pt>
                <c:pt idx="402">
                  <c:v>1.008775</c:v>
                </c:pt>
                <c:pt idx="403">
                  <c:v>1.0653170000000001</c:v>
                </c:pt>
                <c:pt idx="404">
                  <c:v>1.058073</c:v>
                </c:pt>
                <c:pt idx="405">
                  <c:v>1.08212</c:v>
                </c:pt>
                <c:pt idx="406">
                  <c:v>1.0870949999999999</c:v>
                </c:pt>
                <c:pt idx="407">
                  <c:v>1.1166199999999999</c:v>
                </c:pt>
                <c:pt idx="408">
                  <c:v>1.088843</c:v>
                </c:pt>
                <c:pt idx="409">
                  <c:v>1.1154580000000001</c:v>
                </c:pt>
                <c:pt idx="410">
                  <c:v>1.110036</c:v>
                </c:pt>
                <c:pt idx="411">
                  <c:v>1.0777429999999999</c:v>
                </c:pt>
                <c:pt idx="412">
                  <c:v>1.082095</c:v>
                </c:pt>
                <c:pt idx="413">
                  <c:v>1.073701</c:v>
                </c:pt>
                <c:pt idx="414">
                  <c:v>1.043482</c:v>
                </c:pt>
                <c:pt idx="415">
                  <c:v>1.0330239999999999</c:v>
                </c:pt>
                <c:pt idx="416">
                  <c:v>1.021196</c:v>
                </c:pt>
                <c:pt idx="417">
                  <c:v>0.99141590000000002</c:v>
                </c:pt>
                <c:pt idx="418">
                  <c:v>1.016839</c:v>
                </c:pt>
                <c:pt idx="419">
                  <c:v>1.0087140000000001</c:v>
                </c:pt>
                <c:pt idx="420">
                  <c:v>1.001474</c:v>
                </c:pt>
                <c:pt idx="421">
                  <c:v>1.0044690000000001</c:v>
                </c:pt>
                <c:pt idx="422">
                  <c:v>1.0013460000000001</c:v>
                </c:pt>
                <c:pt idx="423">
                  <c:v>0.98150369999999998</c:v>
                </c:pt>
                <c:pt idx="424">
                  <c:v>0.9676572</c:v>
                </c:pt>
                <c:pt idx="425">
                  <c:v>0.9539299</c:v>
                </c:pt>
                <c:pt idx="426">
                  <c:v>0.95483580000000001</c:v>
                </c:pt>
                <c:pt idx="427">
                  <c:v>0.96166010000000002</c:v>
                </c:pt>
                <c:pt idx="428">
                  <c:v>0.94910550000000005</c:v>
                </c:pt>
                <c:pt idx="429">
                  <c:v>0.96175480000000002</c:v>
                </c:pt>
                <c:pt idx="430">
                  <c:v>0.91923940000000004</c:v>
                </c:pt>
                <c:pt idx="431">
                  <c:v>0.90352699999999997</c:v>
                </c:pt>
                <c:pt idx="432">
                  <c:v>0.9188887</c:v>
                </c:pt>
                <c:pt idx="433">
                  <c:v>0.91581389999999996</c:v>
                </c:pt>
                <c:pt idx="434">
                  <c:v>0.90796790000000005</c:v>
                </c:pt>
                <c:pt idx="435">
                  <c:v>0.91944650000000006</c:v>
                </c:pt>
                <c:pt idx="436">
                  <c:v>0.91467370000000003</c:v>
                </c:pt>
                <c:pt idx="437">
                  <c:v>0.91428140000000002</c:v>
                </c:pt>
                <c:pt idx="438">
                  <c:v>0.94172500000000003</c:v>
                </c:pt>
                <c:pt idx="439">
                  <c:v>0.98557640000000002</c:v>
                </c:pt>
                <c:pt idx="440">
                  <c:v>1.001431</c:v>
                </c:pt>
                <c:pt idx="441">
                  <c:v>1.033649</c:v>
                </c:pt>
                <c:pt idx="442">
                  <c:v>1.0635330000000001</c:v>
                </c:pt>
                <c:pt idx="443">
                  <c:v>1.083391</c:v>
                </c:pt>
                <c:pt idx="444">
                  <c:v>1.1180730000000001</c:v>
                </c:pt>
                <c:pt idx="445">
                  <c:v>1.0913759999999999</c:v>
                </c:pt>
                <c:pt idx="446">
                  <c:v>1.1382099999999999</c:v>
                </c:pt>
                <c:pt idx="447">
                  <c:v>1.145057</c:v>
                </c:pt>
                <c:pt idx="448">
                  <c:v>1.136725</c:v>
                </c:pt>
                <c:pt idx="449">
                  <c:v>1.118609</c:v>
                </c:pt>
                <c:pt idx="450">
                  <c:v>1.0869180000000001</c:v>
                </c:pt>
                <c:pt idx="451">
                  <c:v>1.092228</c:v>
                </c:pt>
                <c:pt idx="452">
                  <c:v>1.059674</c:v>
                </c:pt>
                <c:pt idx="453">
                  <c:v>1.0288029999999999</c:v>
                </c:pt>
                <c:pt idx="454">
                  <c:v>1.0127280000000001</c:v>
                </c:pt>
                <c:pt idx="455">
                  <c:v>0.99033230000000005</c:v>
                </c:pt>
                <c:pt idx="456">
                  <c:v>1.0021469999999999</c:v>
                </c:pt>
                <c:pt idx="457">
                  <c:v>0.9360735</c:v>
                </c:pt>
                <c:pt idx="458">
                  <c:v>0.91943730000000001</c:v>
                </c:pt>
                <c:pt idx="459">
                  <c:v>0.92024139999999999</c:v>
                </c:pt>
                <c:pt idx="460">
                  <c:v>0.9200064</c:v>
                </c:pt>
                <c:pt idx="461">
                  <c:v>0.92944660000000001</c:v>
                </c:pt>
                <c:pt idx="462">
                  <c:v>0.91731819999999997</c:v>
                </c:pt>
                <c:pt idx="463">
                  <c:v>0.94300589999999995</c:v>
                </c:pt>
                <c:pt idx="464">
                  <c:v>0.91983979999999999</c:v>
                </c:pt>
                <c:pt idx="465">
                  <c:v>0.94160679999999997</c:v>
                </c:pt>
                <c:pt idx="466">
                  <c:v>0.93990580000000001</c:v>
                </c:pt>
                <c:pt idx="467">
                  <c:v>0.94119039999999998</c:v>
                </c:pt>
                <c:pt idx="468">
                  <c:v>0.9459166</c:v>
                </c:pt>
                <c:pt idx="469">
                  <c:v>0.95010190000000005</c:v>
                </c:pt>
                <c:pt idx="470">
                  <c:v>0.96355829999999998</c:v>
                </c:pt>
                <c:pt idx="471">
                  <c:v>0.99251469999999997</c:v>
                </c:pt>
                <c:pt idx="472">
                  <c:v>0.97859960000000001</c:v>
                </c:pt>
                <c:pt idx="473">
                  <c:v>0.99819539999999995</c:v>
                </c:pt>
                <c:pt idx="474">
                  <c:v>1.0240450000000001</c:v>
                </c:pt>
                <c:pt idx="475">
                  <c:v>1.026627</c:v>
                </c:pt>
                <c:pt idx="476">
                  <c:v>1.0240800000000001</c:v>
                </c:pt>
                <c:pt idx="477">
                  <c:v>0.99568100000000004</c:v>
                </c:pt>
                <c:pt idx="478">
                  <c:v>1.0041690000000001</c:v>
                </c:pt>
                <c:pt idx="479">
                  <c:v>1.047353</c:v>
                </c:pt>
                <c:pt idx="480">
                  <c:v>1.034384</c:v>
                </c:pt>
                <c:pt idx="481">
                  <c:v>1.046794</c:v>
                </c:pt>
                <c:pt idx="482">
                  <c:v>1.0413760000000001</c:v>
                </c:pt>
                <c:pt idx="483">
                  <c:v>1.049768</c:v>
                </c:pt>
                <c:pt idx="484">
                  <c:v>1.065634</c:v>
                </c:pt>
                <c:pt idx="485">
                  <c:v>1.0465180000000001</c:v>
                </c:pt>
                <c:pt idx="486">
                  <c:v>1.0697399999999999</c:v>
                </c:pt>
                <c:pt idx="487">
                  <c:v>1.06399</c:v>
                </c:pt>
                <c:pt idx="488">
                  <c:v>1.067679</c:v>
                </c:pt>
                <c:pt idx="489">
                  <c:v>1.067855</c:v>
                </c:pt>
                <c:pt idx="490">
                  <c:v>1.0505770000000001</c:v>
                </c:pt>
                <c:pt idx="491">
                  <c:v>1.0558959999999999</c:v>
                </c:pt>
                <c:pt idx="492">
                  <c:v>1.0367</c:v>
                </c:pt>
                <c:pt idx="493">
                  <c:v>1.0356270000000001</c:v>
                </c:pt>
                <c:pt idx="494">
                  <c:v>1.0139879999999999</c:v>
                </c:pt>
                <c:pt idx="495">
                  <c:v>1.00224</c:v>
                </c:pt>
                <c:pt idx="496">
                  <c:v>0.98294649999999995</c:v>
                </c:pt>
                <c:pt idx="497">
                  <c:v>0.95868299999999995</c:v>
                </c:pt>
                <c:pt idx="498">
                  <c:v>0.96052289999999996</c:v>
                </c:pt>
                <c:pt idx="499">
                  <c:v>0.95958500000000002</c:v>
                </c:pt>
                <c:pt idx="500">
                  <c:v>0.90722639999999999</c:v>
                </c:pt>
                <c:pt idx="501">
                  <c:v>0.90174529999999997</c:v>
                </c:pt>
                <c:pt idx="502">
                  <c:v>0.91564520000000005</c:v>
                </c:pt>
                <c:pt idx="503">
                  <c:v>0.87362220000000002</c:v>
                </c:pt>
                <c:pt idx="504">
                  <c:v>0.89547030000000005</c:v>
                </c:pt>
                <c:pt idx="505">
                  <c:v>0.89901439999999999</c:v>
                </c:pt>
                <c:pt idx="506">
                  <c:v>0.91634559999999998</c:v>
                </c:pt>
                <c:pt idx="507">
                  <c:v>0.93297149999999995</c:v>
                </c:pt>
                <c:pt idx="508">
                  <c:v>0.94750080000000003</c:v>
                </c:pt>
                <c:pt idx="509">
                  <c:v>0.98198070000000004</c:v>
                </c:pt>
                <c:pt idx="510">
                  <c:v>1.004243</c:v>
                </c:pt>
                <c:pt idx="511">
                  <c:v>1.0230060000000001</c:v>
                </c:pt>
                <c:pt idx="512">
                  <c:v>1.0246690000000001</c:v>
                </c:pt>
                <c:pt idx="513">
                  <c:v>1.0455239999999999</c:v>
                </c:pt>
                <c:pt idx="514">
                  <c:v>1.060605</c:v>
                </c:pt>
                <c:pt idx="515">
                  <c:v>1.0642590000000001</c:v>
                </c:pt>
                <c:pt idx="516">
                  <c:v>1.0695049999999999</c:v>
                </c:pt>
              </c:numCache>
            </c:numRef>
          </c:yVal>
          <c:smooth val="1"/>
          <c:extLst>
            <c:ext xmlns:c16="http://schemas.microsoft.com/office/drawing/2014/chart" uri="{C3380CC4-5D6E-409C-BE32-E72D297353CC}">
              <c16:uniqueId val="{00000004-8DD4-48FF-9190-97E9B7BA265F}"/>
            </c:ext>
          </c:extLst>
        </c:ser>
        <c:ser>
          <c:idx val="5"/>
          <c:order val="5"/>
          <c:tx>
            <c:strRef>
              <c:f>Sheet1!$H$1</c:f>
              <c:strCache>
                <c:ptCount val="1"/>
                <c:pt idx="0">
                  <c:v>Ti-Cu</c:v>
                </c:pt>
              </c:strCache>
            </c:strRef>
          </c:tx>
          <c:spPr>
            <a:ln w="19050" cap="rnd">
              <a:solidFill>
                <a:schemeClr val="accent6"/>
              </a:solidFill>
              <a:round/>
            </a:ln>
            <a:effectLst/>
          </c:spPr>
          <c:marker>
            <c:symbol val="none"/>
          </c:marker>
          <c:xVal>
            <c:numRef>
              <c:f>Sheet1!$B$2:$B$1550</c:f>
              <c:numCache>
                <c:formatCode>0.00E+00</c:formatCode>
                <c:ptCount val="517"/>
                <c:pt idx="0">
                  <c:v>0.06</c:v>
                </c:pt>
                <c:pt idx="1">
                  <c:v>0.12</c:v>
                </c:pt>
                <c:pt idx="2">
                  <c:v>0.18</c:v>
                </c:pt>
                <c:pt idx="3">
                  <c:v>0.24</c:v>
                </c:pt>
                <c:pt idx="4">
                  <c:v>0.3</c:v>
                </c:pt>
                <c:pt idx="5">
                  <c:v>0.36</c:v>
                </c:pt>
                <c:pt idx="6">
                  <c:v>0.42</c:v>
                </c:pt>
                <c:pt idx="7">
                  <c:v>0.48</c:v>
                </c:pt>
                <c:pt idx="8">
                  <c:v>0.54</c:v>
                </c:pt>
                <c:pt idx="9">
                  <c:v>0.6</c:v>
                </c:pt>
                <c:pt idx="10">
                  <c:v>0.66</c:v>
                </c:pt>
                <c:pt idx="11">
                  <c:v>0.72</c:v>
                </c:pt>
                <c:pt idx="12">
                  <c:v>0.78</c:v>
                </c:pt>
                <c:pt idx="13">
                  <c:v>0.84</c:v>
                </c:pt>
                <c:pt idx="14">
                  <c:v>0.9</c:v>
                </c:pt>
                <c:pt idx="15">
                  <c:v>0.96</c:v>
                </c:pt>
                <c:pt idx="16" formatCode="General">
                  <c:v>1.02</c:v>
                </c:pt>
                <c:pt idx="17" formatCode="General">
                  <c:v>1.08</c:v>
                </c:pt>
                <c:pt idx="18" formatCode="General">
                  <c:v>1.1399999999999999</c:v>
                </c:pt>
                <c:pt idx="19" formatCode="General">
                  <c:v>1.2</c:v>
                </c:pt>
                <c:pt idx="20" formatCode="General">
                  <c:v>1.26</c:v>
                </c:pt>
                <c:pt idx="21" formatCode="General">
                  <c:v>1.32</c:v>
                </c:pt>
                <c:pt idx="22" formatCode="General">
                  <c:v>1.38</c:v>
                </c:pt>
                <c:pt idx="23" formatCode="General">
                  <c:v>1.44</c:v>
                </c:pt>
                <c:pt idx="24" formatCode="General">
                  <c:v>1.5</c:v>
                </c:pt>
                <c:pt idx="25" formatCode="General">
                  <c:v>1.56</c:v>
                </c:pt>
                <c:pt idx="26" formatCode="General">
                  <c:v>1.62</c:v>
                </c:pt>
                <c:pt idx="27" formatCode="General">
                  <c:v>1.68</c:v>
                </c:pt>
                <c:pt idx="28" formatCode="General">
                  <c:v>1.74</c:v>
                </c:pt>
                <c:pt idx="29" formatCode="General">
                  <c:v>1.8</c:v>
                </c:pt>
                <c:pt idx="30" formatCode="General">
                  <c:v>1.86</c:v>
                </c:pt>
                <c:pt idx="31" formatCode="General">
                  <c:v>1.92</c:v>
                </c:pt>
                <c:pt idx="32" formatCode="General">
                  <c:v>1.98</c:v>
                </c:pt>
                <c:pt idx="33" formatCode="General">
                  <c:v>2.04</c:v>
                </c:pt>
                <c:pt idx="34" formatCode="General">
                  <c:v>2.1</c:v>
                </c:pt>
                <c:pt idx="35" formatCode="General">
                  <c:v>2.16</c:v>
                </c:pt>
                <c:pt idx="36" formatCode="General">
                  <c:v>2.2200000000000002</c:v>
                </c:pt>
                <c:pt idx="37" formatCode="General">
                  <c:v>2.2799999999999998</c:v>
                </c:pt>
                <c:pt idx="38" formatCode="General">
                  <c:v>2.34</c:v>
                </c:pt>
                <c:pt idx="39" formatCode="General">
                  <c:v>2.4</c:v>
                </c:pt>
                <c:pt idx="40" formatCode="General">
                  <c:v>2.46</c:v>
                </c:pt>
                <c:pt idx="41" formatCode="General">
                  <c:v>2.52</c:v>
                </c:pt>
                <c:pt idx="42" formatCode="General">
                  <c:v>2.58</c:v>
                </c:pt>
                <c:pt idx="43" formatCode="General">
                  <c:v>2.64</c:v>
                </c:pt>
                <c:pt idx="44" formatCode="General">
                  <c:v>2.7</c:v>
                </c:pt>
                <c:pt idx="45" formatCode="General">
                  <c:v>2.76</c:v>
                </c:pt>
                <c:pt idx="46" formatCode="General">
                  <c:v>2.82</c:v>
                </c:pt>
                <c:pt idx="47" formatCode="General">
                  <c:v>2.88</c:v>
                </c:pt>
                <c:pt idx="48" formatCode="General">
                  <c:v>2.94</c:v>
                </c:pt>
                <c:pt idx="49" formatCode="General">
                  <c:v>3</c:v>
                </c:pt>
                <c:pt idx="50" formatCode="General">
                  <c:v>3.06</c:v>
                </c:pt>
                <c:pt idx="51" formatCode="General">
                  <c:v>3.12</c:v>
                </c:pt>
                <c:pt idx="52" formatCode="General">
                  <c:v>3.18</c:v>
                </c:pt>
                <c:pt idx="53" formatCode="General">
                  <c:v>3.24</c:v>
                </c:pt>
                <c:pt idx="54" formatCode="General">
                  <c:v>3.3</c:v>
                </c:pt>
                <c:pt idx="55" formatCode="General">
                  <c:v>3.36</c:v>
                </c:pt>
                <c:pt idx="56" formatCode="General">
                  <c:v>3.42</c:v>
                </c:pt>
                <c:pt idx="57" formatCode="General">
                  <c:v>3.48</c:v>
                </c:pt>
                <c:pt idx="58" formatCode="General">
                  <c:v>3.54</c:v>
                </c:pt>
                <c:pt idx="59" formatCode="General">
                  <c:v>3.6</c:v>
                </c:pt>
                <c:pt idx="60" formatCode="General">
                  <c:v>3.66</c:v>
                </c:pt>
                <c:pt idx="61" formatCode="General">
                  <c:v>3.72</c:v>
                </c:pt>
                <c:pt idx="62" formatCode="General">
                  <c:v>3.78</c:v>
                </c:pt>
                <c:pt idx="63" formatCode="General">
                  <c:v>3.84</c:v>
                </c:pt>
                <c:pt idx="64" formatCode="General">
                  <c:v>3.9</c:v>
                </c:pt>
                <c:pt idx="65" formatCode="General">
                  <c:v>3.96</c:v>
                </c:pt>
                <c:pt idx="66" formatCode="General">
                  <c:v>4.0199999999999996</c:v>
                </c:pt>
                <c:pt idx="67" formatCode="General">
                  <c:v>4.08</c:v>
                </c:pt>
                <c:pt idx="68" formatCode="General">
                  <c:v>4.1399999999999997</c:v>
                </c:pt>
                <c:pt idx="69" formatCode="General">
                  <c:v>4.2</c:v>
                </c:pt>
                <c:pt idx="70" formatCode="General">
                  <c:v>4.26</c:v>
                </c:pt>
                <c:pt idx="71" formatCode="General">
                  <c:v>4.32</c:v>
                </c:pt>
                <c:pt idx="72" formatCode="General">
                  <c:v>4.38</c:v>
                </c:pt>
                <c:pt idx="73" formatCode="General">
                  <c:v>4.4400000000000004</c:v>
                </c:pt>
                <c:pt idx="74" formatCode="General">
                  <c:v>4.5</c:v>
                </c:pt>
                <c:pt idx="75" formatCode="General">
                  <c:v>4.5599999999999996</c:v>
                </c:pt>
                <c:pt idx="76" formatCode="General">
                  <c:v>4.62</c:v>
                </c:pt>
                <c:pt idx="77" formatCode="General">
                  <c:v>4.68</c:v>
                </c:pt>
                <c:pt idx="78" formatCode="General">
                  <c:v>4.74</c:v>
                </c:pt>
                <c:pt idx="79" formatCode="General">
                  <c:v>4.8</c:v>
                </c:pt>
                <c:pt idx="80" formatCode="General">
                  <c:v>4.8600000000000003</c:v>
                </c:pt>
                <c:pt idx="81" formatCode="General">
                  <c:v>4.92</c:v>
                </c:pt>
                <c:pt idx="82" formatCode="General">
                  <c:v>4.9800000000000004</c:v>
                </c:pt>
                <c:pt idx="83" formatCode="General">
                  <c:v>5.04</c:v>
                </c:pt>
                <c:pt idx="84" formatCode="General">
                  <c:v>5.0999999999999996</c:v>
                </c:pt>
                <c:pt idx="85" formatCode="General">
                  <c:v>5.16</c:v>
                </c:pt>
                <c:pt idx="86" formatCode="General">
                  <c:v>5.22</c:v>
                </c:pt>
                <c:pt idx="87" formatCode="General">
                  <c:v>5.28</c:v>
                </c:pt>
                <c:pt idx="88" formatCode="General">
                  <c:v>5.34</c:v>
                </c:pt>
                <c:pt idx="89" formatCode="General">
                  <c:v>5.4</c:v>
                </c:pt>
                <c:pt idx="90" formatCode="General">
                  <c:v>5.46</c:v>
                </c:pt>
                <c:pt idx="91" formatCode="General">
                  <c:v>5.52</c:v>
                </c:pt>
                <c:pt idx="92" formatCode="General">
                  <c:v>5.58</c:v>
                </c:pt>
                <c:pt idx="93" formatCode="General">
                  <c:v>5.64</c:v>
                </c:pt>
                <c:pt idx="94" formatCode="General">
                  <c:v>5.7</c:v>
                </c:pt>
                <c:pt idx="95" formatCode="General">
                  <c:v>5.76</c:v>
                </c:pt>
                <c:pt idx="96" formatCode="General">
                  <c:v>5.82</c:v>
                </c:pt>
                <c:pt idx="97" formatCode="General">
                  <c:v>5.88</c:v>
                </c:pt>
                <c:pt idx="98" formatCode="General">
                  <c:v>5.94</c:v>
                </c:pt>
                <c:pt idx="99" formatCode="General">
                  <c:v>6</c:v>
                </c:pt>
                <c:pt idx="100" formatCode="General">
                  <c:v>6.06</c:v>
                </c:pt>
                <c:pt idx="101" formatCode="General">
                  <c:v>6.12</c:v>
                </c:pt>
                <c:pt idx="102" formatCode="General">
                  <c:v>6.18</c:v>
                </c:pt>
                <c:pt idx="103" formatCode="General">
                  <c:v>6.24</c:v>
                </c:pt>
                <c:pt idx="104" formatCode="General">
                  <c:v>6.3</c:v>
                </c:pt>
                <c:pt idx="105" formatCode="General">
                  <c:v>6.36</c:v>
                </c:pt>
                <c:pt idx="106" formatCode="General">
                  <c:v>6.42</c:v>
                </c:pt>
                <c:pt idx="107" formatCode="General">
                  <c:v>6.48</c:v>
                </c:pt>
                <c:pt idx="108" formatCode="General">
                  <c:v>6.54</c:v>
                </c:pt>
                <c:pt idx="109" formatCode="General">
                  <c:v>6.6</c:v>
                </c:pt>
                <c:pt idx="110" formatCode="General">
                  <c:v>6.66</c:v>
                </c:pt>
                <c:pt idx="111" formatCode="General">
                  <c:v>6.72</c:v>
                </c:pt>
                <c:pt idx="112" formatCode="General">
                  <c:v>6.78</c:v>
                </c:pt>
                <c:pt idx="113" formatCode="General">
                  <c:v>6.84</c:v>
                </c:pt>
                <c:pt idx="114" formatCode="General">
                  <c:v>6.9</c:v>
                </c:pt>
                <c:pt idx="115" formatCode="General">
                  <c:v>6.96</c:v>
                </c:pt>
                <c:pt idx="116" formatCode="General">
                  <c:v>7.02</c:v>
                </c:pt>
                <c:pt idx="117" formatCode="General">
                  <c:v>7.08</c:v>
                </c:pt>
                <c:pt idx="118" formatCode="General">
                  <c:v>7.14</c:v>
                </c:pt>
                <c:pt idx="119" formatCode="General">
                  <c:v>7.2</c:v>
                </c:pt>
                <c:pt idx="120" formatCode="General">
                  <c:v>7.26</c:v>
                </c:pt>
                <c:pt idx="121" formatCode="General">
                  <c:v>7.32</c:v>
                </c:pt>
                <c:pt idx="122" formatCode="General">
                  <c:v>7.38</c:v>
                </c:pt>
                <c:pt idx="123" formatCode="General">
                  <c:v>7.44</c:v>
                </c:pt>
                <c:pt idx="124" formatCode="General">
                  <c:v>7.5</c:v>
                </c:pt>
                <c:pt idx="125" formatCode="General">
                  <c:v>7.56</c:v>
                </c:pt>
                <c:pt idx="126" formatCode="General">
                  <c:v>7.62</c:v>
                </c:pt>
                <c:pt idx="127" formatCode="General">
                  <c:v>7.68</c:v>
                </c:pt>
                <c:pt idx="128" formatCode="General">
                  <c:v>7.74</c:v>
                </c:pt>
                <c:pt idx="129" formatCode="General">
                  <c:v>7.8</c:v>
                </c:pt>
                <c:pt idx="130" formatCode="General">
                  <c:v>7.86</c:v>
                </c:pt>
                <c:pt idx="131" formatCode="General">
                  <c:v>7.92</c:v>
                </c:pt>
                <c:pt idx="132" formatCode="General">
                  <c:v>7.98</c:v>
                </c:pt>
                <c:pt idx="133" formatCode="General">
                  <c:v>8.0399999999999991</c:v>
                </c:pt>
                <c:pt idx="134" formatCode="General">
                  <c:v>8.0999990000000004</c:v>
                </c:pt>
                <c:pt idx="135" formatCode="General">
                  <c:v>8.16</c:v>
                </c:pt>
                <c:pt idx="136" formatCode="General">
                  <c:v>8.2200000000000006</c:v>
                </c:pt>
                <c:pt idx="137" formatCode="General">
                  <c:v>8.2799999999999994</c:v>
                </c:pt>
                <c:pt idx="138" formatCode="General">
                  <c:v>8.34</c:v>
                </c:pt>
                <c:pt idx="139" formatCode="General">
                  <c:v>8.4</c:v>
                </c:pt>
                <c:pt idx="140" formatCode="General">
                  <c:v>8.4600000000000009</c:v>
                </c:pt>
                <c:pt idx="141" formatCode="General">
                  <c:v>8.52</c:v>
                </c:pt>
                <c:pt idx="142" formatCode="General">
                  <c:v>8.58</c:v>
                </c:pt>
                <c:pt idx="143" formatCode="General">
                  <c:v>8.6399989999999995</c:v>
                </c:pt>
                <c:pt idx="144" formatCode="General">
                  <c:v>8.6999999999999993</c:v>
                </c:pt>
                <c:pt idx="145" formatCode="General">
                  <c:v>8.76</c:v>
                </c:pt>
                <c:pt idx="146" formatCode="General">
                  <c:v>8.82</c:v>
                </c:pt>
                <c:pt idx="147" formatCode="General">
                  <c:v>8.8800000000000008</c:v>
                </c:pt>
                <c:pt idx="148" formatCode="General">
                  <c:v>8.94</c:v>
                </c:pt>
                <c:pt idx="149" formatCode="General">
                  <c:v>9</c:v>
                </c:pt>
                <c:pt idx="150" formatCode="General">
                  <c:v>9.0599989999999995</c:v>
                </c:pt>
                <c:pt idx="151" formatCode="General">
                  <c:v>9.1199999999999992</c:v>
                </c:pt>
                <c:pt idx="152" formatCode="General">
                  <c:v>9.1799990000000005</c:v>
                </c:pt>
                <c:pt idx="153" formatCode="General">
                  <c:v>9.24</c:v>
                </c:pt>
                <c:pt idx="154" formatCode="General">
                  <c:v>9.3000000000000007</c:v>
                </c:pt>
                <c:pt idx="155" formatCode="General">
                  <c:v>9.36</c:v>
                </c:pt>
                <c:pt idx="156" formatCode="General">
                  <c:v>9.42</c:v>
                </c:pt>
                <c:pt idx="157" formatCode="General">
                  <c:v>9.48</c:v>
                </c:pt>
                <c:pt idx="158" formatCode="General">
                  <c:v>9.5399999999999991</c:v>
                </c:pt>
                <c:pt idx="159" formatCode="General">
                  <c:v>9.5999990000000004</c:v>
                </c:pt>
                <c:pt idx="160" formatCode="General">
                  <c:v>9.66</c:v>
                </c:pt>
                <c:pt idx="161" formatCode="General">
                  <c:v>9.7199989999999996</c:v>
                </c:pt>
                <c:pt idx="162" formatCode="General">
                  <c:v>9.7799999999999994</c:v>
                </c:pt>
                <c:pt idx="163" formatCode="General">
                  <c:v>9.84</c:v>
                </c:pt>
                <c:pt idx="164" formatCode="General">
                  <c:v>9.9</c:v>
                </c:pt>
                <c:pt idx="165" formatCode="General">
                  <c:v>9.9600000000000009</c:v>
                </c:pt>
                <c:pt idx="166" formatCode="General">
                  <c:v>10.02</c:v>
                </c:pt>
                <c:pt idx="167" formatCode="General">
                  <c:v>10.08</c:v>
                </c:pt>
                <c:pt idx="168" formatCode="General">
                  <c:v>10.14</c:v>
                </c:pt>
                <c:pt idx="169" formatCode="General">
                  <c:v>10.199999999999999</c:v>
                </c:pt>
                <c:pt idx="170" formatCode="General">
                  <c:v>10.26</c:v>
                </c:pt>
                <c:pt idx="171" formatCode="General">
                  <c:v>10.32</c:v>
                </c:pt>
                <c:pt idx="172" formatCode="General">
                  <c:v>10.38</c:v>
                </c:pt>
                <c:pt idx="173" formatCode="General">
                  <c:v>10.44</c:v>
                </c:pt>
                <c:pt idx="174" formatCode="General">
                  <c:v>10.5</c:v>
                </c:pt>
                <c:pt idx="175" formatCode="General">
                  <c:v>10.56</c:v>
                </c:pt>
                <c:pt idx="176" formatCode="General">
                  <c:v>10.62</c:v>
                </c:pt>
                <c:pt idx="177" formatCode="General">
                  <c:v>10.68</c:v>
                </c:pt>
                <c:pt idx="178" formatCode="General">
                  <c:v>10.74</c:v>
                </c:pt>
                <c:pt idx="179" formatCode="General">
                  <c:v>10.8</c:v>
                </c:pt>
                <c:pt idx="180" formatCode="General">
                  <c:v>10.86</c:v>
                </c:pt>
                <c:pt idx="181" formatCode="General">
                  <c:v>10.92</c:v>
                </c:pt>
                <c:pt idx="182" formatCode="General">
                  <c:v>10.98</c:v>
                </c:pt>
                <c:pt idx="183" formatCode="General">
                  <c:v>11.04</c:v>
                </c:pt>
                <c:pt idx="184" formatCode="General">
                  <c:v>11.1</c:v>
                </c:pt>
                <c:pt idx="185" formatCode="General">
                  <c:v>11.16</c:v>
                </c:pt>
                <c:pt idx="186" formatCode="General">
                  <c:v>11.22</c:v>
                </c:pt>
                <c:pt idx="187" formatCode="General">
                  <c:v>11.28</c:v>
                </c:pt>
                <c:pt idx="188" formatCode="General">
                  <c:v>11.34</c:v>
                </c:pt>
                <c:pt idx="189" formatCode="General">
                  <c:v>11.4</c:v>
                </c:pt>
                <c:pt idx="190" formatCode="General">
                  <c:v>11.46</c:v>
                </c:pt>
                <c:pt idx="191" formatCode="General">
                  <c:v>11.52</c:v>
                </c:pt>
                <c:pt idx="192" formatCode="General">
                  <c:v>11.58</c:v>
                </c:pt>
                <c:pt idx="193" formatCode="General">
                  <c:v>11.64</c:v>
                </c:pt>
                <c:pt idx="194" formatCode="General">
                  <c:v>11.7</c:v>
                </c:pt>
                <c:pt idx="195" formatCode="General">
                  <c:v>11.76</c:v>
                </c:pt>
                <c:pt idx="196" formatCode="General">
                  <c:v>11.82</c:v>
                </c:pt>
                <c:pt idx="197" formatCode="General">
                  <c:v>11.88</c:v>
                </c:pt>
                <c:pt idx="198" formatCode="General">
                  <c:v>11.94</c:v>
                </c:pt>
                <c:pt idx="199" formatCode="General">
                  <c:v>12</c:v>
                </c:pt>
                <c:pt idx="200" formatCode="General">
                  <c:v>12.06</c:v>
                </c:pt>
                <c:pt idx="201" formatCode="General">
                  <c:v>12.12</c:v>
                </c:pt>
                <c:pt idx="202" formatCode="General">
                  <c:v>12.18</c:v>
                </c:pt>
                <c:pt idx="203" formatCode="General">
                  <c:v>12.24</c:v>
                </c:pt>
                <c:pt idx="204" formatCode="General">
                  <c:v>12.3</c:v>
                </c:pt>
                <c:pt idx="205" formatCode="General">
                  <c:v>12.36</c:v>
                </c:pt>
                <c:pt idx="206" formatCode="General">
                  <c:v>12.42</c:v>
                </c:pt>
                <c:pt idx="207" formatCode="General">
                  <c:v>12.48</c:v>
                </c:pt>
                <c:pt idx="208" formatCode="General">
                  <c:v>12.54</c:v>
                </c:pt>
                <c:pt idx="209" formatCode="General">
                  <c:v>12.6</c:v>
                </c:pt>
                <c:pt idx="210" formatCode="General">
                  <c:v>12.66</c:v>
                </c:pt>
                <c:pt idx="211" formatCode="General">
                  <c:v>12.72</c:v>
                </c:pt>
                <c:pt idx="212" formatCode="General">
                  <c:v>12.78</c:v>
                </c:pt>
                <c:pt idx="213" formatCode="General">
                  <c:v>12.84</c:v>
                </c:pt>
                <c:pt idx="214" formatCode="General">
                  <c:v>12.9</c:v>
                </c:pt>
                <c:pt idx="215" formatCode="General">
                  <c:v>12.96</c:v>
                </c:pt>
                <c:pt idx="216" formatCode="General">
                  <c:v>13.02</c:v>
                </c:pt>
                <c:pt idx="217" formatCode="General">
                  <c:v>13.08</c:v>
                </c:pt>
                <c:pt idx="218" formatCode="General">
                  <c:v>13.14</c:v>
                </c:pt>
                <c:pt idx="219" formatCode="General">
                  <c:v>13.2</c:v>
                </c:pt>
                <c:pt idx="220" formatCode="General">
                  <c:v>13.26</c:v>
                </c:pt>
                <c:pt idx="221" formatCode="General">
                  <c:v>13.32</c:v>
                </c:pt>
                <c:pt idx="222" formatCode="General">
                  <c:v>13.38</c:v>
                </c:pt>
                <c:pt idx="223" formatCode="General">
                  <c:v>13.44</c:v>
                </c:pt>
                <c:pt idx="224" formatCode="General">
                  <c:v>13.5</c:v>
                </c:pt>
                <c:pt idx="225" formatCode="General">
                  <c:v>13.56</c:v>
                </c:pt>
                <c:pt idx="226" formatCode="General">
                  <c:v>13.62</c:v>
                </c:pt>
                <c:pt idx="227" formatCode="General">
                  <c:v>13.68</c:v>
                </c:pt>
                <c:pt idx="228" formatCode="General">
                  <c:v>13.74</c:v>
                </c:pt>
                <c:pt idx="229" formatCode="General">
                  <c:v>13.8</c:v>
                </c:pt>
                <c:pt idx="230" formatCode="General">
                  <c:v>13.86</c:v>
                </c:pt>
                <c:pt idx="231" formatCode="General">
                  <c:v>13.92</c:v>
                </c:pt>
                <c:pt idx="232" formatCode="General">
                  <c:v>13.98</c:v>
                </c:pt>
                <c:pt idx="233" formatCode="General">
                  <c:v>14.04</c:v>
                </c:pt>
                <c:pt idx="234" formatCode="General">
                  <c:v>14.1</c:v>
                </c:pt>
                <c:pt idx="235" formatCode="General">
                  <c:v>14.16</c:v>
                </c:pt>
                <c:pt idx="236" formatCode="General">
                  <c:v>14.22</c:v>
                </c:pt>
                <c:pt idx="237" formatCode="General">
                  <c:v>14.28</c:v>
                </c:pt>
                <c:pt idx="238" formatCode="General">
                  <c:v>14.34</c:v>
                </c:pt>
                <c:pt idx="239" formatCode="General">
                  <c:v>14.4</c:v>
                </c:pt>
                <c:pt idx="240" formatCode="General">
                  <c:v>14.46</c:v>
                </c:pt>
                <c:pt idx="241" formatCode="General">
                  <c:v>14.52</c:v>
                </c:pt>
                <c:pt idx="242" formatCode="General">
                  <c:v>14.58</c:v>
                </c:pt>
                <c:pt idx="243" formatCode="General">
                  <c:v>14.64</c:v>
                </c:pt>
                <c:pt idx="244" formatCode="General">
                  <c:v>14.7</c:v>
                </c:pt>
                <c:pt idx="245" formatCode="General">
                  <c:v>14.76</c:v>
                </c:pt>
                <c:pt idx="246" formatCode="General">
                  <c:v>14.82</c:v>
                </c:pt>
                <c:pt idx="247" formatCode="General">
                  <c:v>14.88</c:v>
                </c:pt>
                <c:pt idx="248" formatCode="General">
                  <c:v>14.94</c:v>
                </c:pt>
                <c:pt idx="249" formatCode="General">
                  <c:v>15</c:v>
                </c:pt>
                <c:pt idx="250" formatCode="General">
                  <c:v>15.06</c:v>
                </c:pt>
                <c:pt idx="251" formatCode="General">
                  <c:v>15.12</c:v>
                </c:pt>
                <c:pt idx="252" formatCode="General">
                  <c:v>15.18</c:v>
                </c:pt>
                <c:pt idx="253" formatCode="General">
                  <c:v>15.24</c:v>
                </c:pt>
                <c:pt idx="254" formatCode="General">
                  <c:v>15.3</c:v>
                </c:pt>
                <c:pt idx="255" formatCode="General">
                  <c:v>15.36</c:v>
                </c:pt>
                <c:pt idx="256" formatCode="General">
                  <c:v>15.42</c:v>
                </c:pt>
                <c:pt idx="257" formatCode="General">
                  <c:v>15.48</c:v>
                </c:pt>
                <c:pt idx="258" formatCode="General">
                  <c:v>15.54</c:v>
                </c:pt>
                <c:pt idx="259" formatCode="General">
                  <c:v>15.6</c:v>
                </c:pt>
                <c:pt idx="260" formatCode="General">
                  <c:v>15.66</c:v>
                </c:pt>
                <c:pt idx="261" formatCode="General">
                  <c:v>15.72</c:v>
                </c:pt>
                <c:pt idx="262" formatCode="General">
                  <c:v>15.78</c:v>
                </c:pt>
                <c:pt idx="263" formatCode="General">
                  <c:v>15.84</c:v>
                </c:pt>
                <c:pt idx="264" formatCode="General">
                  <c:v>15.9</c:v>
                </c:pt>
                <c:pt idx="265" formatCode="General">
                  <c:v>15.96</c:v>
                </c:pt>
                <c:pt idx="266" formatCode="General">
                  <c:v>16.02</c:v>
                </c:pt>
                <c:pt idx="267" formatCode="General">
                  <c:v>16.079999999999998</c:v>
                </c:pt>
                <c:pt idx="268" formatCode="General">
                  <c:v>16.14</c:v>
                </c:pt>
                <c:pt idx="269" formatCode="General">
                  <c:v>16.2</c:v>
                </c:pt>
                <c:pt idx="270" formatCode="General">
                  <c:v>16.260000000000002</c:v>
                </c:pt>
                <c:pt idx="271" formatCode="General">
                  <c:v>16.32</c:v>
                </c:pt>
                <c:pt idx="272" formatCode="General">
                  <c:v>16.38</c:v>
                </c:pt>
                <c:pt idx="273" formatCode="General">
                  <c:v>16.440000000000001</c:v>
                </c:pt>
                <c:pt idx="274" formatCode="General">
                  <c:v>16.5</c:v>
                </c:pt>
                <c:pt idx="275" formatCode="General">
                  <c:v>16.559999999999999</c:v>
                </c:pt>
                <c:pt idx="276" formatCode="General">
                  <c:v>16.62</c:v>
                </c:pt>
                <c:pt idx="277" formatCode="General">
                  <c:v>16.68</c:v>
                </c:pt>
                <c:pt idx="278" formatCode="General">
                  <c:v>16.739999999999998</c:v>
                </c:pt>
                <c:pt idx="279" formatCode="General">
                  <c:v>16.8</c:v>
                </c:pt>
                <c:pt idx="280" formatCode="General">
                  <c:v>16.86</c:v>
                </c:pt>
                <c:pt idx="281" formatCode="General">
                  <c:v>16.920000000000002</c:v>
                </c:pt>
                <c:pt idx="282" formatCode="General">
                  <c:v>16.98</c:v>
                </c:pt>
                <c:pt idx="283" formatCode="General">
                  <c:v>17.04</c:v>
                </c:pt>
                <c:pt idx="284" formatCode="General">
                  <c:v>17.100000000000001</c:v>
                </c:pt>
                <c:pt idx="285" formatCode="General">
                  <c:v>17.16</c:v>
                </c:pt>
                <c:pt idx="286" formatCode="General">
                  <c:v>17.22</c:v>
                </c:pt>
                <c:pt idx="287" formatCode="General">
                  <c:v>17.28</c:v>
                </c:pt>
                <c:pt idx="288" formatCode="General">
                  <c:v>17.34</c:v>
                </c:pt>
                <c:pt idx="289" formatCode="General">
                  <c:v>17.399999999999999</c:v>
                </c:pt>
                <c:pt idx="290" formatCode="General">
                  <c:v>17.46</c:v>
                </c:pt>
                <c:pt idx="291" formatCode="General">
                  <c:v>17.52</c:v>
                </c:pt>
                <c:pt idx="292" formatCode="General">
                  <c:v>17.579999999999998</c:v>
                </c:pt>
                <c:pt idx="293" formatCode="General">
                  <c:v>17.64</c:v>
                </c:pt>
                <c:pt idx="294" formatCode="General">
                  <c:v>17.7</c:v>
                </c:pt>
                <c:pt idx="295" formatCode="General">
                  <c:v>17.760000000000002</c:v>
                </c:pt>
                <c:pt idx="296" formatCode="General">
                  <c:v>17.82</c:v>
                </c:pt>
                <c:pt idx="297" formatCode="General">
                  <c:v>17.88</c:v>
                </c:pt>
                <c:pt idx="298" formatCode="General">
                  <c:v>17.940000000000001</c:v>
                </c:pt>
                <c:pt idx="299" formatCode="General">
                  <c:v>18</c:v>
                </c:pt>
                <c:pt idx="300" formatCode="General">
                  <c:v>18.059999999999999</c:v>
                </c:pt>
                <c:pt idx="301" formatCode="General">
                  <c:v>18.12</c:v>
                </c:pt>
                <c:pt idx="302" formatCode="General">
                  <c:v>18.18</c:v>
                </c:pt>
                <c:pt idx="303" formatCode="General">
                  <c:v>18.239999999999998</c:v>
                </c:pt>
                <c:pt idx="304" formatCode="General">
                  <c:v>18.3</c:v>
                </c:pt>
                <c:pt idx="305" formatCode="General">
                  <c:v>18.36</c:v>
                </c:pt>
                <c:pt idx="306" formatCode="General">
                  <c:v>18.420000000000002</c:v>
                </c:pt>
                <c:pt idx="307" formatCode="General">
                  <c:v>18.48</c:v>
                </c:pt>
                <c:pt idx="308" formatCode="General">
                  <c:v>18.54</c:v>
                </c:pt>
                <c:pt idx="309" formatCode="General">
                  <c:v>18.600000000000001</c:v>
                </c:pt>
                <c:pt idx="310" formatCode="General">
                  <c:v>18.66</c:v>
                </c:pt>
                <c:pt idx="311" formatCode="General">
                  <c:v>18.72</c:v>
                </c:pt>
                <c:pt idx="312" formatCode="General">
                  <c:v>18.78</c:v>
                </c:pt>
                <c:pt idx="313" formatCode="General">
                  <c:v>18.84</c:v>
                </c:pt>
                <c:pt idx="314" formatCode="General">
                  <c:v>18.899999999999999</c:v>
                </c:pt>
                <c:pt idx="315" formatCode="General">
                  <c:v>18.96</c:v>
                </c:pt>
                <c:pt idx="316" formatCode="General">
                  <c:v>19.02</c:v>
                </c:pt>
                <c:pt idx="317" formatCode="General">
                  <c:v>19.079999999999998</c:v>
                </c:pt>
                <c:pt idx="318" formatCode="General">
                  <c:v>19.14</c:v>
                </c:pt>
                <c:pt idx="319" formatCode="General">
                  <c:v>19.2</c:v>
                </c:pt>
                <c:pt idx="320" formatCode="General">
                  <c:v>19.260000000000002</c:v>
                </c:pt>
                <c:pt idx="321" formatCode="General">
                  <c:v>19.32</c:v>
                </c:pt>
                <c:pt idx="322" formatCode="General">
                  <c:v>19.38</c:v>
                </c:pt>
                <c:pt idx="323" formatCode="General">
                  <c:v>19.440000000000001</c:v>
                </c:pt>
                <c:pt idx="324" formatCode="General">
                  <c:v>19.5</c:v>
                </c:pt>
                <c:pt idx="325" formatCode="General">
                  <c:v>19.559999999999999</c:v>
                </c:pt>
                <c:pt idx="326" formatCode="General">
                  <c:v>19.62</c:v>
                </c:pt>
                <c:pt idx="327" formatCode="General">
                  <c:v>19.68</c:v>
                </c:pt>
                <c:pt idx="328" formatCode="General">
                  <c:v>19.739999999999998</c:v>
                </c:pt>
                <c:pt idx="329" formatCode="General">
                  <c:v>19.8</c:v>
                </c:pt>
                <c:pt idx="330" formatCode="General">
                  <c:v>19.86</c:v>
                </c:pt>
                <c:pt idx="331" formatCode="General">
                  <c:v>19.920000000000002</c:v>
                </c:pt>
                <c:pt idx="332" formatCode="General">
                  <c:v>19.98</c:v>
                </c:pt>
                <c:pt idx="333" formatCode="General">
                  <c:v>20.04</c:v>
                </c:pt>
                <c:pt idx="334" formatCode="General">
                  <c:v>20.100000000000001</c:v>
                </c:pt>
                <c:pt idx="335" formatCode="General">
                  <c:v>20.16</c:v>
                </c:pt>
                <c:pt idx="336" formatCode="General">
                  <c:v>20.22</c:v>
                </c:pt>
                <c:pt idx="337" formatCode="General">
                  <c:v>20.28</c:v>
                </c:pt>
                <c:pt idx="338" formatCode="General">
                  <c:v>20.34</c:v>
                </c:pt>
                <c:pt idx="339" formatCode="General">
                  <c:v>20.399999999999999</c:v>
                </c:pt>
                <c:pt idx="340" formatCode="General">
                  <c:v>20.46</c:v>
                </c:pt>
                <c:pt idx="341" formatCode="General">
                  <c:v>20.52</c:v>
                </c:pt>
                <c:pt idx="342" formatCode="General">
                  <c:v>20.58</c:v>
                </c:pt>
                <c:pt idx="343" formatCode="General">
                  <c:v>20.64</c:v>
                </c:pt>
                <c:pt idx="344" formatCode="General">
                  <c:v>20.7</c:v>
                </c:pt>
                <c:pt idx="345" formatCode="General">
                  <c:v>20.76</c:v>
                </c:pt>
                <c:pt idx="346" formatCode="General">
                  <c:v>20.82</c:v>
                </c:pt>
                <c:pt idx="347" formatCode="General">
                  <c:v>20.88</c:v>
                </c:pt>
                <c:pt idx="348" formatCode="General">
                  <c:v>20.94</c:v>
                </c:pt>
                <c:pt idx="349" formatCode="General">
                  <c:v>21</c:v>
                </c:pt>
                <c:pt idx="350" formatCode="General">
                  <c:v>21.06</c:v>
                </c:pt>
                <c:pt idx="351" formatCode="General">
                  <c:v>21.12</c:v>
                </c:pt>
                <c:pt idx="352" formatCode="General">
                  <c:v>21.18</c:v>
                </c:pt>
                <c:pt idx="353" formatCode="General">
                  <c:v>21.24</c:v>
                </c:pt>
                <c:pt idx="354" formatCode="General">
                  <c:v>21.3</c:v>
                </c:pt>
                <c:pt idx="355" formatCode="General">
                  <c:v>21.36</c:v>
                </c:pt>
                <c:pt idx="356" formatCode="General">
                  <c:v>21.42</c:v>
                </c:pt>
                <c:pt idx="357" formatCode="General">
                  <c:v>21.48</c:v>
                </c:pt>
                <c:pt idx="358" formatCode="General">
                  <c:v>21.54</c:v>
                </c:pt>
                <c:pt idx="359" formatCode="General">
                  <c:v>21.6</c:v>
                </c:pt>
                <c:pt idx="360" formatCode="General">
                  <c:v>21.66</c:v>
                </c:pt>
                <c:pt idx="361" formatCode="General">
                  <c:v>21.72</c:v>
                </c:pt>
                <c:pt idx="362" formatCode="General">
                  <c:v>21.78</c:v>
                </c:pt>
                <c:pt idx="363" formatCode="General">
                  <c:v>21.84</c:v>
                </c:pt>
                <c:pt idx="364" formatCode="General">
                  <c:v>21.9</c:v>
                </c:pt>
                <c:pt idx="365" formatCode="General">
                  <c:v>21.96</c:v>
                </c:pt>
                <c:pt idx="366" formatCode="General">
                  <c:v>22.02</c:v>
                </c:pt>
                <c:pt idx="367" formatCode="General">
                  <c:v>22.08</c:v>
                </c:pt>
                <c:pt idx="368" formatCode="General">
                  <c:v>22.14</c:v>
                </c:pt>
                <c:pt idx="369" formatCode="General">
                  <c:v>22.2</c:v>
                </c:pt>
                <c:pt idx="370" formatCode="General">
                  <c:v>22.26</c:v>
                </c:pt>
                <c:pt idx="371" formatCode="General">
                  <c:v>22.32</c:v>
                </c:pt>
                <c:pt idx="372" formatCode="General">
                  <c:v>22.38</c:v>
                </c:pt>
                <c:pt idx="373" formatCode="General">
                  <c:v>22.44</c:v>
                </c:pt>
                <c:pt idx="374" formatCode="General">
                  <c:v>22.5</c:v>
                </c:pt>
                <c:pt idx="375" formatCode="General">
                  <c:v>22.56</c:v>
                </c:pt>
                <c:pt idx="376" formatCode="General">
                  <c:v>22.62</c:v>
                </c:pt>
                <c:pt idx="377" formatCode="General">
                  <c:v>22.68</c:v>
                </c:pt>
                <c:pt idx="378" formatCode="General">
                  <c:v>22.74</c:v>
                </c:pt>
                <c:pt idx="379" formatCode="General">
                  <c:v>22.8</c:v>
                </c:pt>
                <c:pt idx="380" formatCode="General">
                  <c:v>22.86</c:v>
                </c:pt>
                <c:pt idx="381" formatCode="General">
                  <c:v>22.92</c:v>
                </c:pt>
                <c:pt idx="382" formatCode="General">
                  <c:v>22.98</c:v>
                </c:pt>
                <c:pt idx="383" formatCode="General">
                  <c:v>23.04</c:v>
                </c:pt>
                <c:pt idx="384" formatCode="General">
                  <c:v>23.1</c:v>
                </c:pt>
                <c:pt idx="385" formatCode="General">
                  <c:v>23.16</c:v>
                </c:pt>
                <c:pt idx="386" formatCode="General">
                  <c:v>23.22</c:v>
                </c:pt>
                <c:pt idx="387" formatCode="General">
                  <c:v>23.28</c:v>
                </c:pt>
                <c:pt idx="388" formatCode="General">
                  <c:v>23.34</c:v>
                </c:pt>
                <c:pt idx="389" formatCode="General">
                  <c:v>23.4</c:v>
                </c:pt>
                <c:pt idx="390" formatCode="General">
                  <c:v>23.46</c:v>
                </c:pt>
                <c:pt idx="391" formatCode="General">
                  <c:v>23.52</c:v>
                </c:pt>
                <c:pt idx="392" formatCode="General">
                  <c:v>23.58</c:v>
                </c:pt>
                <c:pt idx="393" formatCode="General">
                  <c:v>23.64</c:v>
                </c:pt>
                <c:pt idx="394" formatCode="General">
                  <c:v>23.7</c:v>
                </c:pt>
                <c:pt idx="395" formatCode="General">
                  <c:v>23.76</c:v>
                </c:pt>
                <c:pt idx="396" formatCode="General">
                  <c:v>23.82</c:v>
                </c:pt>
                <c:pt idx="397" formatCode="General">
                  <c:v>23.88</c:v>
                </c:pt>
                <c:pt idx="398" formatCode="General">
                  <c:v>23.94</c:v>
                </c:pt>
                <c:pt idx="399" formatCode="General">
                  <c:v>24</c:v>
                </c:pt>
                <c:pt idx="400" formatCode="General">
                  <c:v>24.06</c:v>
                </c:pt>
                <c:pt idx="401" formatCode="General">
                  <c:v>24.12</c:v>
                </c:pt>
                <c:pt idx="402" formatCode="General">
                  <c:v>24.18</c:v>
                </c:pt>
                <c:pt idx="403" formatCode="General">
                  <c:v>24.24</c:v>
                </c:pt>
                <c:pt idx="404" formatCode="General">
                  <c:v>24.3</c:v>
                </c:pt>
                <c:pt idx="405" formatCode="General">
                  <c:v>24.36</c:v>
                </c:pt>
                <c:pt idx="406" formatCode="General">
                  <c:v>24.42</c:v>
                </c:pt>
                <c:pt idx="407" formatCode="General">
                  <c:v>24.48</c:v>
                </c:pt>
                <c:pt idx="408" formatCode="General">
                  <c:v>24.54</c:v>
                </c:pt>
                <c:pt idx="409" formatCode="General">
                  <c:v>24.6</c:v>
                </c:pt>
                <c:pt idx="410" formatCode="General">
                  <c:v>24.66</c:v>
                </c:pt>
                <c:pt idx="411" formatCode="General">
                  <c:v>24.72</c:v>
                </c:pt>
                <c:pt idx="412" formatCode="General">
                  <c:v>24.78</c:v>
                </c:pt>
                <c:pt idx="413" formatCode="General">
                  <c:v>24.84</c:v>
                </c:pt>
                <c:pt idx="414" formatCode="General">
                  <c:v>24.9</c:v>
                </c:pt>
                <c:pt idx="415" formatCode="General">
                  <c:v>24.96</c:v>
                </c:pt>
                <c:pt idx="416" formatCode="General">
                  <c:v>25.02</c:v>
                </c:pt>
                <c:pt idx="417" formatCode="General">
                  <c:v>25.08</c:v>
                </c:pt>
                <c:pt idx="418" formatCode="General">
                  <c:v>25.14</c:v>
                </c:pt>
                <c:pt idx="419" formatCode="General">
                  <c:v>25.2</c:v>
                </c:pt>
                <c:pt idx="420" formatCode="General">
                  <c:v>25.26</c:v>
                </c:pt>
                <c:pt idx="421" formatCode="General">
                  <c:v>25.32</c:v>
                </c:pt>
                <c:pt idx="422" formatCode="General">
                  <c:v>25.38</c:v>
                </c:pt>
                <c:pt idx="423" formatCode="General">
                  <c:v>25.44</c:v>
                </c:pt>
                <c:pt idx="424" formatCode="General">
                  <c:v>25.5</c:v>
                </c:pt>
                <c:pt idx="425" formatCode="General">
                  <c:v>25.56</c:v>
                </c:pt>
                <c:pt idx="426" formatCode="General">
                  <c:v>25.62</c:v>
                </c:pt>
                <c:pt idx="427" formatCode="General">
                  <c:v>25.68</c:v>
                </c:pt>
                <c:pt idx="428" formatCode="General">
                  <c:v>25.74</c:v>
                </c:pt>
                <c:pt idx="429" formatCode="General">
                  <c:v>25.8</c:v>
                </c:pt>
                <c:pt idx="430" formatCode="General">
                  <c:v>25.86</c:v>
                </c:pt>
                <c:pt idx="431" formatCode="General">
                  <c:v>25.92</c:v>
                </c:pt>
                <c:pt idx="432" formatCode="General">
                  <c:v>25.98</c:v>
                </c:pt>
                <c:pt idx="433" formatCode="General">
                  <c:v>26.04</c:v>
                </c:pt>
                <c:pt idx="434" formatCode="General">
                  <c:v>26.1</c:v>
                </c:pt>
                <c:pt idx="435" formatCode="General">
                  <c:v>26.16</c:v>
                </c:pt>
                <c:pt idx="436" formatCode="General">
                  <c:v>26.22</c:v>
                </c:pt>
                <c:pt idx="437" formatCode="General">
                  <c:v>26.28</c:v>
                </c:pt>
                <c:pt idx="438" formatCode="General">
                  <c:v>26.34</c:v>
                </c:pt>
                <c:pt idx="439" formatCode="General">
                  <c:v>26.4</c:v>
                </c:pt>
                <c:pt idx="440" formatCode="General">
                  <c:v>26.46</c:v>
                </c:pt>
                <c:pt idx="441" formatCode="General">
                  <c:v>26.52</c:v>
                </c:pt>
                <c:pt idx="442" formatCode="General">
                  <c:v>26.58</c:v>
                </c:pt>
                <c:pt idx="443" formatCode="General">
                  <c:v>26.64</c:v>
                </c:pt>
                <c:pt idx="444" formatCode="General">
                  <c:v>26.7</c:v>
                </c:pt>
                <c:pt idx="445" formatCode="General">
                  <c:v>26.76</c:v>
                </c:pt>
                <c:pt idx="446" formatCode="General">
                  <c:v>26.82</c:v>
                </c:pt>
                <c:pt idx="447" formatCode="General">
                  <c:v>26.88</c:v>
                </c:pt>
                <c:pt idx="448" formatCode="General">
                  <c:v>26.94</c:v>
                </c:pt>
                <c:pt idx="449" formatCode="General">
                  <c:v>27</c:v>
                </c:pt>
                <c:pt idx="450" formatCode="General">
                  <c:v>27.06</c:v>
                </c:pt>
                <c:pt idx="451" formatCode="General">
                  <c:v>27.12</c:v>
                </c:pt>
                <c:pt idx="452" formatCode="General">
                  <c:v>27.18</c:v>
                </c:pt>
                <c:pt idx="453" formatCode="General">
                  <c:v>27.24</c:v>
                </c:pt>
                <c:pt idx="454" formatCode="General">
                  <c:v>27.3</c:v>
                </c:pt>
                <c:pt idx="455" formatCode="General">
                  <c:v>27.36</c:v>
                </c:pt>
                <c:pt idx="456" formatCode="General">
                  <c:v>27.42</c:v>
                </c:pt>
                <c:pt idx="457" formatCode="General">
                  <c:v>27.48</c:v>
                </c:pt>
                <c:pt idx="458" formatCode="General">
                  <c:v>27.54</c:v>
                </c:pt>
                <c:pt idx="459" formatCode="General">
                  <c:v>27.6</c:v>
                </c:pt>
                <c:pt idx="460" formatCode="General">
                  <c:v>27.66</c:v>
                </c:pt>
                <c:pt idx="461" formatCode="General">
                  <c:v>27.72</c:v>
                </c:pt>
                <c:pt idx="462" formatCode="General">
                  <c:v>27.78</c:v>
                </c:pt>
                <c:pt idx="463" formatCode="General">
                  <c:v>27.84</c:v>
                </c:pt>
                <c:pt idx="464" formatCode="General">
                  <c:v>27.9</c:v>
                </c:pt>
                <c:pt idx="465" formatCode="General">
                  <c:v>27.96</c:v>
                </c:pt>
                <c:pt idx="466" formatCode="General">
                  <c:v>28.02</c:v>
                </c:pt>
                <c:pt idx="467" formatCode="General">
                  <c:v>28.08</c:v>
                </c:pt>
                <c:pt idx="468" formatCode="General">
                  <c:v>28.14</c:v>
                </c:pt>
                <c:pt idx="469" formatCode="General">
                  <c:v>28.2</c:v>
                </c:pt>
                <c:pt idx="470" formatCode="General">
                  <c:v>28.26</c:v>
                </c:pt>
                <c:pt idx="471" formatCode="General">
                  <c:v>28.32</c:v>
                </c:pt>
                <c:pt idx="472" formatCode="General">
                  <c:v>28.38</c:v>
                </c:pt>
                <c:pt idx="473" formatCode="General">
                  <c:v>28.44</c:v>
                </c:pt>
                <c:pt idx="474" formatCode="General">
                  <c:v>28.5</c:v>
                </c:pt>
                <c:pt idx="475" formatCode="General">
                  <c:v>28.56</c:v>
                </c:pt>
                <c:pt idx="476" formatCode="General">
                  <c:v>28.62</c:v>
                </c:pt>
                <c:pt idx="477" formatCode="General">
                  <c:v>28.68</c:v>
                </c:pt>
                <c:pt idx="478" formatCode="General">
                  <c:v>28.74</c:v>
                </c:pt>
                <c:pt idx="479" formatCode="General">
                  <c:v>28.8</c:v>
                </c:pt>
                <c:pt idx="480" formatCode="General">
                  <c:v>28.86</c:v>
                </c:pt>
                <c:pt idx="481" formatCode="General">
                  <c:v>28.92</c:v>
                </c:pt>
                <c:pt idx="482" formatCode="General">
                  <c:v>28.98</c:v>
                </c:pt>
                <c:pt idx="483" formatCode="General">
                  <c:v>29.04</c:v>
                </c:pt>
                <c:pt idx="484" formatCode="General">
                  <c:v>29.1</c:v>
                </c:pt>
                <c:pt idx="485" formatCode="General">
                  <c:v>29.16</c:v>
                </c:pt>
                <c:pt idx="486" formatCode="General">
                  <c:v>29.22</c:v>
                </c:pt>
                <c:pt idx="487" formatCode="General">
                  <c:v>29.28</c:v>
                </c:pt>
                <c:pt idx="488" formatCode="General">
                  <c:v>29.34</c:v>
                </c:pt>
                <c:pt idx="489" formatCode="General">
                  <c:v>29.4</c:v>
                </c:pt>
                <c:pt idx="490" formatCode="General">
                  <c:v>29.46</c:v>
                </c:pt>
                <c:pt idx="491" formatCode="General">
                  <c:v>29.52</c:v>
                </c:pt>
                <c:pt idx="492" formatCode="General">
                  <c:v>29.58</c:v>
                </c:pt>
                <c:pt idx="493" formatCode="General">
                  <c:v>29.64</c:v>
                </c:pt>
                <c:pt idx="494" formatCode="General">
                  <c:v>29.7</c:v>
                </c:pt>
                <c:pt idx="495" formatCode="General">
                  <c:v>29.76</c:v>
                </c:pt>
                <c:pt idx="496" formatCode="General">
                  <c:v>29.82</c:v>
                </c:pt>
                <c:pt idx="497" formatCode="General">
                  <c:v>29.88</c:v>
                </c:pt>
                <c:pt idx="498" formatCode="General">
                  <c:v>29.94</c:v>
                </c:pt>
                <c:pt idx="499" formatCode="General">
                  <c:v>30</c:v>
                </c:pt>
                <c:pt idx="500" formatCode="General">
                  <c:v>30.06</c:v>
                </c:pt>
                <c:pt idx="501" formatCode="General">
                  <c:v>30.12</c:v>
                </c:pt>
                <c:pt idx="502" formatCode="General">
                  <c:v>30.18</c:v>
                </c:pt>
                <c:pt idx="503" formatCode="General">
                  <c:v>30.24</c:v>
                </c:pt>
                <c:pt idx="504" formatCode="General">
                  <c:v>30.3</c:v>
                </c:pt>
                <c:pt idx="505" formatCode="General">
                  <c:v>30.36</c:v>
                </c:pt>
                <c:pt idx="506" formatCode="General">
                  <c:v>30.42</c:v>
                </c:pt>
                <c:pt idx="507" formatCode="General">
                  <c:v>30.48</c:v>
                </c:pt>
                <c:pt idx="508" formatCode="General">
                  <c:v>30.54</c:v>
                </c:pt>
                <c:pt idx="509" formatCode="General">
                  <c:v>30.6</c:v>
                </c:pt>
                <c:pt idx="510" formatCode="General">
                  <c:v>30.66</c:v>
                </c:pt>
                <c:pt idx="511" formatCode="General">
                  <c:v>30.72</c:v>
                </c:pt>
                <c:pt idx="512" formatCode="General">
                  <c:v>30.78</c:v>
                </c:pt>
                <c:pt idx="513" formatCode="General">
                  <c:v>30.84</c:v>
                </c:pt>
                <c:pt idx="514" formatCode="General">
                  <c:v>30.9</c:v>
                </c:pt>
                <c:pt idx="515" formatCode="General">
                  <c:v>30.96</c:v>
                </c:pt>
                <c:pt idx="516" formatCode="General">
                  <c:v>31.02</c:v>
                </c:pt>
              </c:numCache>
            </c:numRef>
          </c:xVal>
          <c:yVal>
            <c:numRef>
              <c:f>Sheet1!$H$2:$H$1550</c:f>
              <c:numCache>
                <c:formatCode>0.00E+00</c:formatCode>
                <c:ptCount val="517"/>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1.3896850000000001E-2</c:v>
                </c:pt>
                <c:pt idx="40">
                  <c:v>9.9204429999999996E-2</c:v>
                </c:pt>
                <c:pt idx="41">
                  <c:v>1.027301</c:v>
                </c:pt>
                <c:pt idx="42">
                  <c:v>4.6237979999999999</c:v>
                </c:pt>
                <c:pt idx="43">
                  <c:v>7.3791799999999999</c:v>
                </c:pt>
                <c:pt idx="44">
                  <c:v>6.4619350000000004</c:v>
                </c:pt>
                <c:pt idx="45">
                  <c:v>4.0824170000000004</c:v>
                </c:pt>
                <c:pt idx="46">
                  <c:v>2.5516719999999999</c:v>
                </c:pt>
                <c:pt idx="47">
                  <c:v>1.6647540000000001</c:v>
                </c:pt>
                <c:pt idx="48">
                  <c:v>1.176131</c:v>
                </c:pt>
                <c:pt idx="49">
                  <c:v>0.74710880000000002</c:v>
                </c:pt>
                <c:pt idx="50">
                  <c:v>0.70954980000000001</c:v>
                </c:pt>
                <c:pt idx="51">
                  <c:v>0.69485739999999996</c:v>
                </c:pt>
                <c:pt idx="52">
                  <c:v>0.4986949</c:v>
                </c:pt>
                <c:pt idx="53">
                  <c:v>0.50708500000000001</c:v>
                </c:pt>
                <c:pt idx="54">
                  <c:v>0.43368430000000002</c:v>
                </c:pt>
                <c:pt idx="55">
                  <c:v>0.38642739999999998</c:v>
                </c:pt>
                <c:pt idx="56">
                  <c:v>0.43800410000000001</c:v>
                </c:pt>
                <c:pt idx="57">
                  <c:v>0.34701769999999998</c:v>
                </c:pt>
                <c:pt idx="58">
                  <c:v>0.36409900000000001</c:v>
                </c:pt>
                <c:pt idx="59">
                  <c:v>0.37676999999999999</c:v>
                </c:pt>
                <c:pt idx="60">
                  <c:v>0.27787060000000002</c:v>
                </c:pt>
                <c:pt idx="61">
                  <c:v>0.35574709999999998</c:v>
                </c:pt>
                <c:pt idx="62">
                  <c:v>0.2913212</c:v>
                </c:pt>
                <c:pt idx="63">
                  <c:v>0.36643249999999999</c:v>
                </c:pt>
                <c:pt idx="64">
                  <c:v>0.41839920000000003</c:v>
                </c:pt>
                <c:pt idx="65">
                  <c:v>0.44154910000000003</c:v>
                </c:pt>
                <c:pt idx="66">
                  <c:v>0.52505800000000002</c:v>
                </c:pt>
                <c:pt idx="67">
                  <c:v>0.59628669999999995</c:v>
                </c:pt>
                <c:pt idx="68">
                  <c:v>0.67954190000000003</c:v>
                </c:pt>
                <c:pt idx="69">
                  <c:v>0.88035390000000002</c:v>
                </c:pt>
                <c:pt idx="70">
                  <c:v>0.88219610000000004</c:v>
                </c:pt>
                <c:pt idx="71">
                  <c:v>0.88788639999999996</c:v>
                </c:pt>
                <c:pt idx="72">
                  <c:v>0.96595640000000005</c:v>
                </c:pt>
                <c:pt idx="73">
                  <c:v>1.0963590000000001</c:v>
                </c:pt>
                <c:pt idx="74">
                  <c:v>1.1799789999999999</c:v>
                </c:pt>
                <c:pt idx="75">
                  <c:v>1.2626980000000001</c:v>
                </c:pt>
                <c:pt idx="76">
                  <c:v>1.246991</c:v>
                </c:pt>
                <c:pt idx="77">
                  <c:v>1.350449</c:v>
                </c:pt>
                <c:pt idx="78">
                  <c:v>1.3699209999999999</c:v>
                </c:pt>
                <c:pt idx="79">
                  <c:v>1.288983</c:v>
                </c:pt>
                <c:pt idx="80">
                  <c:v>1.3454699999999999</c:v>
                </c:pt>
                <c:pt idx="81">
                  <c:v>1.542686</c:v>
                </c:pt>
                <c:pt idx="82">
                  <c:v>1.478302</c:v>
                </c:pt>
                <c:pt idx="83">
                  <c:v>1.637121</c:v>
                </c:pt>
                <c:pt idx="84">
                  <c:v>1.6157550000000001</c:v>
                </c:pt>
                <c:pt idx="85">
                  <c:v>1.631011</c:v>
                </c:pt>
                <c:pt idx="86">
                  <c:v>1.6686460000000001</c:v>
                </c:pt>
                <c:pt idx="87">
                  <c:v>1.5648960000000001</c:v>
                </c:pt>
                <c:pt idx="88">
                  <c:v>1.3755310000000001</c:v>
                </c:pt>
                <c:pt idx="89">
                  <c:v>1.327291</c:v>
                </c:pt>
                <c:pt idx="90">
                  <c:v>1.2660579999999999</c:v>
                </c:pt>
                <c:pt idx="91">
                  <c:v>1.1598710000000001</c:v>
                </c:pt>
                <c:pt idx="92">
                  <c:v>0.88054089999999996</c:v>
                </c:pt>
                <c:pt idx="93">
                  <c:v>0.72727229999999998</c:v>
                </c:pt>
                <c:pt idx="94">
                  <c:v>0.53341559999999999</c:v>
                </c:pt>
                <c:pt idx="95">
                  <c:v>0.4789312</c:v>
                </c:pt>
                <c:pt idx="96">
                  <c:v>0.44192979999999998</c:v>
                </c:pt>
                <c:pt idx="97">
                  <c:v>0.39359719999999998</c:v>
                </c:pt>
                <c:pt idx="98">
                  <c:v>0.37774540000000001</c:v>
                </c:pt>
                <c:pt idx="99">
                  <c:v>0.35355140000000002</c:v>
                </c:pt>
                <c:pt idx="100">
                  <c:v>0.36947279999999999</c:v>
                </c:pt>
                <c:pt idx="101">
                  <c:v>0.41462640000000001</c:v>
                </c:pt>
                <c:pt idx="102">
                  <c:v>0.4139504</c:v>
                </c:pt>
                <c:pt idx="103">
                  <c:v>0.52937849999999997</c:v>
                </c:pt>
                <c:pt idx="104">
                  <c:v>0.63732979999999995</c:v>
                </c:pt>
                <c:pt idx="105">
                  <c:v>0.66988890000000001</c:v>
                </c:pt>
                <c:pt idx="106">
                  <c:v>0.8497015</c:v>
                </c:pt>
                <c:pt idx="107">
                  <c:v>0.99798739999999997</c:v>
                </c:pt>
                <c:pt idx="108">
                  <c:v>1.1145119999999999</c:v>
                </c:pt>
                <c:pt idx="109">
                  <c:v>1.250543</c:v>
                </c:pt>
                <c:pt idx="110">
                  <c:v>1.3454200000000001</c:v>
                </c:pt>
                <c:pt idx="111">
                  <c:v>1.4331780000000001</c:v>
                </c:pt>
                <c:pt idx="112">
                  <c:v>1.441011</c:v>
                </c:pt>
                <c:pt idx="113">
                  <c:v>1.466315</c:v>
                </c:pt>
                <c:pt idx="114">
                  <c:v>1.5661860000000001</c:v>
                </c:pt>
                <c:pt idx="115">
                  <c:v>1.504597</c:v>
                </c:pt>
                <c:pt idx="116">
                  <c:v>1.4026430000000001</c:v>
                </c:pt>
                <c:pt idx="117">
                  <c:v>1.2903389999999999</c:v>
                </c:pt>
                <c:pt idx="118">
                  <c:v>1.1808110000000001</c:v>
                </c:pt>
                <c:pt idx="119">
                  <c:v>1.1280129999999999</c:v>
                </c:pt>
                <c:pt idx="120">
                  <c:v>1.0684389999999999</c:v>
                </c:pt>
                <c:pt idx="121">
                  <c:v>1.0121530000000001</c:v>
                </c:pt>
                <c:pt idx="122">
                  <c:v>1.0369159999999999</c:v>
                </c:pt>
                <c:pt idx="123">
                  <c:v>0.97542810000000002</c:v>
                </c:pt>
                <c:pt idx="124">
                  <c:v>1.030327</c:v>
                </c:pt>
                <c:pt idx="125">
                  <c:v>1.007735</c:v>
                </c:pt>
                <c:pt idx="126">
                  <c:v>1.060171</c:v>
                </c:pt>
                <c:pt idx="127">
                  <c:v>1.055885</c:v>
                </c:pt>
                <c:pt idx="128">
                  <c:v>1.0081770000000001</c:v>
                </c:pt>
                <c:pt idx="129">
                  <c:v>1.0196989999999999</c:v>
                </c:pt>
                <c:pt idx="130">
                  <c:v>1.01326</c:v>
                </c:pt>
                <c:pt idx="131">
                  <c:v>0.98584260000000001</c:v>
                </c:pt>
                <c:pt idx="132">
                  <c:v>0.96478839999999999</c:v>
                </c:pt>
                <c:pt idx="133">
                  <c:v>0.92877109999999996</c:v>
                </c:pt>
                <c:pt idx="134">
                  <c:v>0.88639060000000003</c:v>
                </c:pt>
                <c:pt idx="135">
                  <c:v>0.8373372</c:v>
                </c:pt>
                <c:pt idx="136">
                  <c:v>0.77421499999999999</c:v>
                </c:pt>
                <c:pt idx="137">
                  <c:v>0.73209340000000001</c:v>
                </c:pt>
                <c:pt idx="138">
                  <c:v>0.69225040000000004</c:v>
                </c:pt>
                <c:pt idx="139">
                  <c:v>0.62964260000000005</c:v>
                </c:pt>
                <c:pt idx="140">
                  <c:v>0.65094160000000001</c:v>
                </c:pt>
                <c:pt idx="141">
                  <c:v>0.64456250000000004</c:v>
                </c:pt>
                <c:pt idx="142">
                  <c:v>0.69157979999999997</c:v>
                </c:pt>
                <c:pt idx="143">
                  <c:v>0.69433979999999995</c:v>
                </c:pt>
                <c:pt idx="144">
                  <c:v>0.75988540000000004</c:v>
                </c:pt>
                <c:pt idx="145">
                  <c:v>0.81366620000000001</c:v>
                </c:pt>
                <c:pt idx="146">
                  <c:v>0.91016580000000002</c:v>
                </c:pt>
                <c:pt idx="147">
                  <c:v>1.0100830000000001</c:v>
                </c:pt>
                <c:pt idx="148">
                  <c:v>1.1598280000000001</c:v>
                </c:pt>
                <c:pt idx="149">
                  <c:v>1.2649840000000001</c:v>
                </c:pt>
                <c:pt idx="150">
                  <c:v>1.308748</c:v>
                </c:pt>
                <c:pt idx="151">
                  <c:v>1.3575109999999999</c:v>
                </c:pt>
                <c:pt idx="152">
                  <c:v>1.425789</c:v>
                </c:pt>
                <c:pt idx="153">
                  <c:v>1.4415549999999999</c:v>
                </c:pt>
                <c:pt idx="154">
                  <c:v>1.460499</c:v>
                </c:pt>
                <c:pt idx="155">
                  <c:v>1.3787879999999999</c:v>
                </c:pt>
                <c:pt idx="156">
                  <c:v>1.274678</c:v>
                </c:pt>
                <c:pt idx="157">
                  <c:v>1.1962429999999999</c:v>
                </c:pt>
                <c:pt idx="158">
                  <c:v>1.1293500000000001</c:v>
                </c:pt>
                <c:pt idx="159">
                  <c:v>1.090522</c:v>
                </c:pt>
                <c:pt idx="160">
                  <c:v>1.029407</c:v>
                </c:pt>
                <c:pt idx="161">
                  <c:v>0.97225530000000004</c:v>
                </c:pt>
                <c:pt idx="162">
                  <c:v>0.93943949999999998</c:v>
                </c:pt>
                <c:pt idx="163">
                  <c:v>0.91437670000000004</c:v>
                </c:pt>
                <c:pt idx="164">
                  <c:v>0.92047869999999998</c:v>
                </c:pt>
                <c:pt idx="165">
                  <c:v>0.91426370000000001</c:v>
                </c:pt>
                <c:pt idx="166">
                  <c:v>0.9376314</c:v>
                </c:pt>
                <c:pt idx="167">
                  <c:v>0.92453269999999999</c:v>
                </c:pt>
                <c:pt idx="168">
                  <c:v>0.89182459999999997</c:v>
                </c:pt>
                <c:pt idx="169">
                  <c:v>0.90675410000000001</c:v>
                </c:pt>
                <c:pt idx="170">
                  <c:v>0.90416450000000004</c:v>
                </c:pt>
                <c:pt idx="171">
                  <c:v>0.8335515</c:v>
                </c:pt>
                <c:pt idx="172">
                  <c:v>0.80425460000000004</c:v>
                </c:pt>
                <c:pt idx="173">
                  <c:v>0.8310246</c:v>
                </c:pt>
                <c:pt idx="174">
                  <c:v>0.75112500000000004</c:v>
                </c:pt>
                <c:pt idx="175">
                  <c:v>0.74369059999999998</c:v>
                </c:pt>
                <c:pt idx="176">
                  <c:v>0.78251009999999999</c:v>
                </c:pt>
                <c:pt idx="177">
                  <c:v>0.80392030000000003</c:v>
                </c:pt>
                <c:pt idx="178">
                  <c:v>0.81439470000000003</c:v>
                </c:pt>
                <c:pt idx="179">
                  <c:v>0.86130430000000002</c:v>
                </c:pt>
                <c:pt idx="180">
                  <c:v>0.85215289999999999</c:v>
                </c:pt>
                <c:pt idx="181">
                  <c:v>0.93948120000000002</c:v>
                </c:pt>
                <c:pt idx="182">
                  <c:v>0.98070029999999997</c:v>
                </c:pt>
                <c:pt idx="183">
                  <c:v>1.023269</c:v>
                </c:pt>
                <c:pt idx="184">
                  <c:v>1.0697350000000001</c:v>
                </c:pt>
                <c:pt idx="185">
                  <c:v>1.130571</c:v>
                </c:pt>
                <c:pt idx="186">
                  <c:v>1.163341</c:v>
                </c:pt>
                <c:pt idx="187">
                  <c:v>1.1771069999999999</c:v>
                </c:pt>
                <c:pt idx="188">
                  <c:v>1.147877</c:v>
                </c:pt>
                <c:pt idx="189">
                  <c:v>1.199578</c:v>
                </c:pt>
                <c:pt idx="190">
                  <c:v>1.1925349999999999</c:v>
                </c:pt>
                <c:pt idx="191">
                  <c:v>1.2145269999999999</c:v>
                </c:pt>
                <c:pt idx="192">
                  <c:v>1.2112270000000001</c:v>
                </c:pt>
                <c:pt idx="193">
                  <c:v>1.2622850000000001</c:v>
                </c:pt>
                <c:pt idx="194">
                  <c:v>1.2514190000000001</c:v>
                </c:pt>
                <c:pt idx="195">
                  <c:v>1.219581</c:v>
                </c:pt>
                <c:pt idx="196">
                  <c:v>1.184598</c:v>
                </c:pt>
                <c:pt idx="197">
                  <c:v>1.1868430000000001</c:v>
                </c:pt>
                <c:pt idx="198">
                  <c:v>1.1126180000000001</c:v>
                </c:pt>
                <c:pt idx="199">
                  <c:v>1.0384249999999999</c:v>
                </c:pt>
                <c:pt idx="200">
                  <c:v>0.96564919999999999</c:v>
                </c:pt>
                <c:pt idx="201">
                  <c:v>0.91333359999999997</c:v>
                </c:pt>
                <c:pt idx="202">
                  <c:v>0.86226919999999996</c:v>
                </c:pt>
                <c:pt idx="203">
                  <c:v>0.8511647</c:v>
                </c:pt>
                <c:pt idx="204">
                  <c:v>0.7796516</c:v>
                </c:pt>
                <c:pt idx="205">
                  <c:v>0.76948059999999996</c:v>
                </c:pt>
                <c:pt idx="206">
                  <c:v>0.78671369999999996</c:v>
                </c:pt>
                <c:pt idx="207">
                  <c:v>0.76529029999999998</c:v>
                </c:pt>
                <c:pt idx="208">
                  <c:v>0.798709</c:v>
                </c:pt>
                <c:pt idx="209">
                  <c:v>0.81028069999999996</c:v>
                </c:pt>
                <c:pt idx="210">
                  <c:v>0.8610544</c:v>
                </c:pt>
                <c:pt idx="211">
                  <c:v>0.89228300000000005</c:v>
                </c:pt>
                <c:pt idx="212">
                  <c:v>0.90646990000000005</c:v>
                </c:pt>
                <c:pt idx="213">
                  <c:v>0.94463039999999998</c:v>
                </c:pt>
                <c:pt idx="214">
                  <c:v>0.96689069999999999</c:v>
                </c:pt>
                <c:pt idx="215">
                  <c:v>0.97082690000000005</c:v>
                </c:pt>
                <c:pt idx="216">
                  <c:v>1.0235240000000001</c:v>
                </c:pt>
                <c:pt idx="217">
                  <c:v>0.99777899999999997</c:v>
                </c:pt>
                <c:pt idx="218">
                  <c:v>1.0097830000000001</c:v>
                </c:pt>
                <c:pt idx="219">
                  <c:v>1.0359989999999999</c:v>
                </c:pt>
                <c:pt idx="220">
                  <c:v>1.045539</c:v>
                </c:pt>
                <c:pt idx="221">
                  <c:v>1.063437</c:v>
                </c:pt>
                <c:pt idx="222">
                  <c:v>1.0702419999999999</c:v>
                </c:pt>
                <c:pt idx="223">
                  <c:v>1.047191</c:v>
                </c:pt>
                <c:pt idx="224">
                  <c:v>1.0870979999999999</c:v>
                </c:pt>
                <c:pt idx="225">
                  <c:v>1.0907770000000001</c:v>
                </c:pt>
                <c:pt idx="226">
                  <c:v>1.0706150000000001</c:v>
                </c:pt>
                <c:pt idx="227">
                  <c:v>1.074932</c:v>
                </c:pt>
                <c:pt idx="228">
                  <c:v>1.048392</c:v>
                </c:pt>
                <c:pt idx="229">
                  <c:v>1.0697700000000001</c:v>
                </c:pt>
                <c:pt idx="230">
                  <c:v>1.1057410000000001</c:v>
                </c:pt>
                <c:pt idx="231">
                  <c:v>1.104079</c:v>
                </c:pt>
                <c:pt idx="232">
                  <c:v>1.109982</c:v>
                </c:pt>
                <c:pt idx="233">
                  <c:v>1.1210230000000001</c:v>
                </c:pt>
                <c:pt idx="234">
                  <c:v>1.126199</c:v>
                </c:pt>
                <c:pt idx="235">
                  <c:v>1.1520079999999999</c:v>
                </c:pt>
                <c:pt idx="236">
                  <c:v>1.117564</c:v>
                </c:pt>
                <c:pt idx="237">
                  <c:v>1.0958270000000001</c:v>
                </c:pt>
                <c:pt idx="238">
                  <c:v>1.070716</c:v>
                </c:pt>
                <c:pt idx="239">
                  <c:v>1.0214700000000001</c:v>
                </c:pt>
                <c:pt idx="240">
                  <c:v>1.0099480000000001</c:v>
                </c:pt>
                <c:pt idx="241">
                  <c:v>0.96611789999999997</c:v>
                </c:pt>
                <c:pt idx="242">
                  <c:v>0.90659259999999997</c:v>
                </c:pt>
                <c:pt idx="243">
                  <c:v>0.8530508</c:v>
                </c:pt>
                <c:pt idx="244">
                  <c:v>0.8316538</c:v>
                </c:pt>
                <c:pt idx="245">
                  <c:v>0.82545740000000001</c:v>
                </c:pt>
                <c:pt idx="246">
                  <c:v>0.78489109999999995</c:v>
                </c:pt>
                <c:pt idx="247">
                  <c:v>0.75109720000000002</c:v>
                </c:pt>
                <c:pt idx="248">
                  <c:v>0.78649939999999996</c:v>
                </c:pt>
                <c:pt idx="249">
                  <c:v>0.77826320000000004</c:v>
                </c:pt>
                <c:pt idx="250">
                  <c:v>0.79731010000000002</c:v>
                </c:pt>
                <c:pt idx="251">
                  <c:v>0.84877000000000002</c:v>
                </c:pt>
                <c:pt idx="252">
                  <c:v>0.88653950000000004</c:v>
                </c:pt>
                <c:pt idx="253">
                  <c:v>0.91541729999999999</c:v>
                </c:pt>
                <c:pt idx="254">
                  <c:v>0.97493430000000003</c:v>
                </c:pt>
                <c:pt idx="255">
                  <c:v>1.004316</c:v>
                </c:pt>
                <c:pt idx="256">
                  <c:v>1.060144</c:v>
                </c:pt>
                <c:pt idx="257">
                  <c:v>1.0788329999999999</c:v>
                </c:pt>
                <c:pt idx="258">
                  <c:v>1.120738</c:v>
                </c:pt>
                <c:pt idx="259">
                  <c:v>1.163448</c:v>
                </c:pt>
                <c:pt idx="260">
                  <c:v>1.154549</c:v>
                </c:pt>
                <c:pt idx="261">
                  <c:v>1.168266</c:v>
                </c:pt>
                <c:pt idx="262">
                  <c:v>1.2000660000000001</c:v>
                </c:pt>
                <c:pt idx="263">
                  <c:v>1.171211</c:v>
                </c:pt>
                <c:pt idx="264">
                  <c:v>1.1660299999999999</c:v>
                </c:pt>
                <c:pt idx="265">
                  <c:v>1.170164</c:v>
                </c:pt>
                <c:pt idx="266">
                  <c:v>1.111664</c:v>
                </c:pt>
                <c:pt idx="267">
                  <c:v>1.0905359999999999</c:v>
                </c:pt>
                <c:pt idx="268">
                  <c:v>1.0521739999999999</c:v>
                </c:pt>
                <c:pt idx="269">
                  <c:v>1.0418019999999999</c:v>
                </c:pt>
                <c:pt idx="270">
                  <c:v>1.026559</c:v>
                </c:pt>
                <c:pt idx="271">
                  <c:v>0.98220649999999998</c:v>
                </c:pt>
                <c:pt idx="272">
                  <c:v>0.97054859999999998</c:v>
                </c:pt>
                <c:pt idx="273">
                  <c:v>0.96999329999999995</c:v>
                </c:pt>
                <c:pt idx="274">
                  <c:v>0.95177849999999997</c:v>
                </c:pt>
                <c:pt idx="275">
                  <c:v>0.97101939999999998</c:v>
                </c:pt>
                <c:pt idx="276">
                  <c:v>0.96604970000000001</c:v>
                </c:pt>
                <c:pt idx="277">
                  <c:v>0.97321049999999998</c:v>
                </c:pt>
                <c:pt idx="278">
                  <c:v>0.98952790000000002</c:v>
                </c:pt>
                <c:pt idx="279">
                  <c:v>0.96162610000000004</c:v>
                </c:pt>
                <c:pt idx="280">
                  <c:v>0.93860160000000004</c:v>
                </c:pt>
                <c:pt idx="281">
                  <c:v>0.94244209999999995</c:v>
                </c:pt>
                <c:pt idx="282">
                  <c:v>0.9138598</c:v>
                </c:pt>
                <c:pt idx="283">
                  <c:v>0.89930270000000001</c:v>
                </c:pt>
                <c:pt idx="284">
                  <c:v>0.86904890000000001</c:v>
                </c:pt>
                <c:pt idx="285">
                  <c:v>0.86189479999999996</c:v>
                </c:pt>
                <c:pt idx="286">
                  <c:v>0.84091649999999996</c:v>
                </c:pt>
                <c:pt idx="287">
                  <c:v>0.84661459999999999</c:v>
                </c:pt>
                <c:pt idx="288">
                  <c:v>0.86872039999999995</c:v>
                </c:pt>
                <c:pt idx="289">
                  <c:v>0.8693495</c:v>
                </c:pt>
                <c:pt idx="290">
                  <c:v>0.92351720000000004</c:v>
                </c:pt>
                <c:pt idx="291">
                  <c:v>0.93845710000000004</c:v>
                </c:pt>
                <c:pt idx="292">
                  <c:v>0.97933230000000004</c:v>
                </c:pt>
                <c:pt idx="293">
                  <c:v>1.036481</c:v>
                </c:pt>
                <c:pt idx="294">
                  <c:v>1.059361</c:v>
                </c:pt>
                <c:pt idx="295">
                  <c:v>1.109699</c:v>
                </c:pt>
                <c:pt idx="296">
                  <c:v>1.133119</c:v>
                </c:pt>
                <c:pt idx="297">
                  <c:v>1.1295329999999999</c:v>
                </c:pt>
                <c:pt idx="298">
                  <c:v>1.1641490000000001</c:v>
                </c:pt>
                <c:pt idx="299">
                  <c:v>1.190496</c:v>
                </c:pt>
                <c:pt idx="300">
                  <c:v>1.156093</c:v>
                </c:pt>
                <c:pt idx="301">
                  <c:v>1.144914</c:v>
                </c:pt>
                <c:pt idx="302">
                  <c:v>1.1475420000000001</c:v>
                </c:pt>
                <c:pt idx="303">
                  <c:v>1.138922</c:v>
                </c:pt>
                <c:pt idx="304">
                  <c:v>1.091666</c:v>
                </c:pt>
                <c:pt idx="305">
                  <c:v>1.078606</c:v>
                </c:pt>
                <c:pt idx="306">
                  <c:v>1.046111</c:v>
                </c:pt>
                <c:pt idx="307">
                  <c:v>0.99959790000000004</c:v>
                </c:pt>
                <c:pt idx="308">
                  <c:v>1.0060640000000001</c:v>
                </c:pt>
                <c:pt idx="309">
                  <c:v>0.97100730000000002</c:v>
                </c:pt>
                <c:pt idx="310">
                  <c:v>0.96247400000000005</c:v>
                </c:pt>
                <c:pt idx="311">
                  <c:v>0.92536209999999997</c:v>
                </c:pt>
                <c:pt idx="312">
                  <c:v>0.93920519999999996</c:v>
                </c:pt>
                <c:pt idx="313">
                  <c:v>0.92669219999999997</c:v>
                </c:pt>
                <c:pt idx="314">
                  <c:v>0.93347939999999996</c:v>
                </c:pt>
                <c:pt idx="315">
                  <c:v>0.93971680000000002</c:v>
                </c:pt>
                <c:pt idx="316">
                  <c:v>0.95581450000000001</c:v>
                </c:pt>
                <c:pt idx="317">
                  <c:v>0.94728389999999996</c:v>
                </c:pt>
                <c:pt idx="318">
                  <c:v>0.93272290000000002</c:v>
                </c:pt>
                <c:pt idx="319">
                  <c:v>0.94764020000000004</c:v>
                </c:pt>
                <c:pt idx="320">
                  <c:v>0.95113239999999999</c:v>
                </c:pt>
                <c:pt idx="321">
                  <c:v>0.93783499999999997</c:v>
                </c:pt>
                <c:pt idx="322">
                  <c:v>0.93214350000000001</c:v>
                </c:pt>
                <c:pt idx="323">
                  <c:v>0.91400689999999996</c:v>
                </c:pt>
                <c:pt idx="324">
                  <c:v>0.93470589999999998</c:v>
                </c:pt>
                <c:pt idx="325">
                  <c:v>0.91600800000000004</c:v>
                </c:pt>
                <c:pt idx="326">
                  <c:v>0.93037740000000002</c:v>
                </c:pt>
                <c:pt idx="327">
                  <c:v>0.92957020000000001</c:v>
                </c:pt>
                <c:pt idx="328">
                  <c:v>0.95977570000000001</c:v>
                </c:pt>
                <c:pt idx="329">
                  <c:v>0.96284990000000004</c:v>
                </c:pt>
                <c:pt idx="330">
                  <c:v>0.98657099999999998</c:v>
                </c:pt>
                <c:pt idx="331">
                  <c:v>1.016445</c:v>
                </c:pt>
                <c:pt idx="332">
                  <c:v>1.0074419999999999</c:v>
                </c:pt>
                <c:pt idx="333">
                  <c:v>1.061515</c:v>
                </c:pt>
                <c:pt idx="334">
                  <c:v>1.070246</c:v>
                </c:pt>
                <c:pt idx="335">
                  <c:v>1.084762</c:v>
                </c:pt>
                <c:pt idx="336">
                  <c:v>1.102417</c:v>
                </c:pt>
                <c:pt idx="337">
                  <c:v>1.106414</c:v>
                </c:pt>
                <c:pt idx="338">
                  <c:v>1.113537</c:v>
                </c:pt>
                <c:pt idx="339">
                  <c:v>1.1264240000000001</c:v>
                </c:pt>
                <c:pt idx="340">
                  <c:v>1.136082</c:v>
                </c:pt>
                <c:pt idx="341">
                  <c:v>1.12517</c:v>
                </c:pt>
                <c:pt idx="342">
                  <c:v>1.1140829999999999</c:v>
                </c:pt>
                <c:pt idx="343">
                  <c:v>1.1007560000000001</c:v>
                </c:pt>
                <c:pt idx="344">
                  <c:v>1.0814010000000001</c:v>
                </c:pt>
                <c:pt idx="345">
                  <c:v>1.0741369999999999</c:v>
                </c:pt>
                <c:pt idx="346">
                  <c:v>1.060476</c:v>
                </c:pt>
                <c:pt idx="347">
                  <c:v>1.0348349999999999</c:v>
                </c:pt>
                <c:pt idx="348">
                  <c:v>1.001803</c:v>
                </c:pt>
                <c:pt idx="349">
                  <c:v>0.9603275</c:v>
                </c:pt>
                <c:pt idx="350">
                  <c:v>0.93916100000000002</c:v>
                </c:pt>
                <c:pt idx="351">
                  <c:v>0.90466990000000003</c:v>
                </c:pt>
                <c:pt idx="352">
                  <c:v>0.86457589999999995</c:v>
                </c:pt>
                <c:pt idx="353">
                  <c:v>0.85064879999999998</c:v>
                </c:pt>
                <c:pt idx="354">
                  <c:v>0.82592520000000003</c:v>
                </c:pt>
                <c:pt idx="355">
                  <c:v>0.82611659999999998</c:v>
                </c:pt>
                <c:pt idx="356">
                  <c:v>0.83824410000000005</c:v>
                </c:pt>
                <c:pt idx="357">
                  <c:v>0.85187170000000001</c:v>
                </c:pt>
                <c:pt idx="358">
                  <c:v>0.87861959999999995</c:v>
                </c:pt>
                <c:pt idx="359">
                  <c:v>0.9048003</c:v>
                </c:pt>
                <c:pt idx="360">
                  <c:v>0.93195740000000005</c:v>
                </c:pt>
                <c:pt idx="361">
                  <c:v>0.97763599999999995</c:v>
                </c:pt>
                <c:pt idx="362">
                  <c:v>0.99486960000000002</c:v>
                </c:pt>
                <c:pt idx="363">
                  <c:v>1.0165979999999999</c:v>
                </c:pt>
                <c:pt idx="364">
                  <c:v>1.016794</c:v>
                </c:pt>
                <c:pt idx="365">
                  <c:v>1.0611269999999999</c:v>
                </c:pt>
                <c:pt idx="366">
                  <c:v>1.0836650000000001</c:v>
                </c:pt>
                <c:pt idx="367">
                  <c:v>1.0671930000000001</c:v>
                </c:pt>
                <c:pt idx="368">
                  <c:v>1.0762780000000001</c:v>
                </c:pt>
                <c:pt idx="369">
                  <c:v>1.0697369999999999</c:v>
                </c:pt>
                <c:pt idx="370">
                  <c:v>1.077064</c:v>
                </c:pt>
                <c:pt idx="371">
                  <c:v>1.0584260000000001</c:v>
                </c:pt>
                <c:pt idx="372">
                  <c:v>1.047644</c:v>
                </c:pt>
                <c:pt idx="373">
                  <c:v>1.0591390000000001</c:v>
                </c:pt>
                <c:pt idx="374">
                  <c:v>1.0558689999999999</c:v>
                </c:pt>
                <c:pt idx="375">
                  <c:v>1.0493950000000001</c:v>
                </c:pt>
                <c:pt idx="376">
                  <c:v>1.065739</c:v>
                </c:pt>
                <c:pt idx="377">
                  <c:v>1.0559829999999999</c:v>
                </c:pt>
                <c:pt idx="378">
                  <c:v>1.0645830000000001</c:v>
                </c:pt>
                <c:pt idx="379">
                  <c:v>1.0515950000000001</c:v>
                </c:pt>
                <c:pt idx="380">
                  <c:v>1.047231</c:v>
                </c:pt>
                <c:pt idx="381">
                  <c:v>1.036041</c:v>
                </c:pt>
                <c:pt idx="382">
                  <c:v>1.015631</c:v>
                </c:pt>
                <c:pt idx="383">
                  <c:v>1.0222610000000001</c:v>
                </c:pt>
                <c:pt idx="384">
                  <c:v>1.004507</c:v>
                </c:pt>
                <c:pt idx="385">
                  <c:v>0.98901110000000003</c:v>
                </c:pt>
                <c:pt idx="386">
                  <c:v>1.0042469999999999</c:v>
                </c:pt>
                <c:pt idx="387">
                  <c:v>0.96938820000000003</c:v>
                </c:pt>
                <c:pt idx="388">
                  <c:v>0.96764349999999999</c:v>
                </c:pt>
                <c:pt idx="389">
                  <c:v>0.94704480000000002</c:v>
                </c:pt>
                <c:pt idx="390">
                  <c:v>0.95340619999999998</c:v>
                </c:pt>
                <c:pt idx="391">
                  <c:v>0.91316750000000002</c:v>
                </c:pt>
                <c:pt idx="392">
                  <c:v>0.89780040000000005</c:v>
                </c:pt>
                <c:pt idx="393">
                  <c:v>0.90492300000000003</c:v>
                </c:pt>
                <c:pt idx="394">
                  <c:v>0.87369629999999998</c:v>
                </c:pt>
                <c:pt idx="395">
                  <c:v>0.90963070000000001</c:v>
                </c:pt>
                <c:pt idx="396">
                  <c:v>0.88897040000000005</c:v>
                </c:pt>
                <c:pt idx="397">
                  <c:v>0.90795150000000002</c:v>
                </c:pt>
                <c:pt idx="398">
                  <c:v>0.91087870000000004</c:v>
                </c:pt>
                <c:pt idx="399">
                  <c:v>0.9477447</c:v>
                </c:pt>
                <c:pt idx="400">
                  <c:v>0.95788910000000005</c:v>
                </c:pt>
                <c:pt idx="401">
                  <c:v>0.97301210000000005</c:v>
                </c:pt>
                <c:pt idx="402">
                  <c:v>1.016383</c:v>
                </c:pt>
                <c:pt idx="403">
                  <c:v>1.0467109999999999</c:v>
                </c:pt>
                <c:pt idx="404">
                  <c:v>1.063172</c:v>
                </c:pt>
                <c:pt idx="405">
                  <c:v>1.095442</c:v>
                </c:pt>
                <c:pt idx="406">
                  <c:v>1.096174</c:v>
                </c:pt>
                <c:pt idx="407">
                  <c:v>1.1065689999999999</c:v>
                </c:pt>
                <c:pt idx="408">
                  <c:v>1.1117319999999999</c:v>
                </c:pt>
                <c:pt idx="409">
                  <c:v>1.0946089999999999</c:v>
                </c:pt>
                <c:pt idx="410">
                  <c:v>1.0936330000000001</c:v>
                </c:pt>
                <c:pt idx="411">
                  <c:v>1.0679609999999999</c:v>
                </c:pt>
                <c:pt idx="412">
                  <c:v>1.065207</c:v>
                </c:pt>
                <c:pt idx="413">
                  <c:v>1.046899</c:v>
                </c:pt>
                <c:pt idx="414">
                  <c:v>1.031531</c:v>
                </c:pt>
                <c:pt idx="415">
                  <c:v>1.0321670000000001</c:v>
                </c:pt>
                <c:pt idx="416">
                  <c:v>1.02345</c:v>
                </c:pt>
                <c:pt idx="417">
                  <c:v>1.0257499999999999</c:v>
                </c:pt>
                <c:pt idx="418">
                  <c:v>1.0099670000000001</c:v>
                </c:pt>
                <c:pt idx="419">
                  <c:v>1.01342</c:v>
                </c:pt>
                <c:pt idx="420">
                  <c:v>1.0099910000000001</c:v>
                </c:pt>
                <c:pt idx="421">
                  <c:v>0.98804119999999995</c:v>
                </c:pt>
                <c:pt idx="422">
                  <c:v>0.98374799999999996</c:v>
                </c:pt>
                <c:pt idx="423">
                  <c:v>0.98282389999999997</c:v>
                </c:pt>
                <c:pt idx="424">
                  <c:v>0.97986620000000002</c:v>
                </c:pt>
                <c:pt idx="425">
                  <c:v>0.96791950000000004</c:v>
                </c:pt>
                <c:pt idx="426">
                  <c:v>0.95473240000000004</c:v>
                </c:pt>
                <c:pt idx="427">
                  <c:v>0.96132240000000002</c:v>
                </c:pt>
                <c:pt idx="428">
                  <c:v>0.95364420000000005</c:v>
                </c:pt>
                <c:pt idx="429">
                  <c:v>0.9398936</c:v>
                </c:pt>
                <c:pt idx="430">
                  <c:v>0.93829039999999997</c:v>
                </c:pt>
                <c:pt idx="431">
                  <c:v>0.92340679999999997</c:v>
                </c:pt>
                <c:pt idx="432">
                  <c:v>0.92021390000000003</c:v>
                </c:pt>
                <c:pt idx="433">
                  <c:v>0.90517630000000004</c:v>
                </c:pt>
                <c:pt idx="434">
                  <c:v>0.89931550000000005</c:v>
                </c:pt>
                <c:pt idx="435">
                  <c:v>0.90063420000000005</c:v>
                </c:pt>
                <c:pt idx="436">
                  <c:v>0.92213339999999999</c:v>
                </c:pt>
                <c:pt idx="437">
                  <c:v>0.93322720000000003</c:v>
                </c:pt>
                <c:pt idx="438">
                  <c:v>0.94323000000000001</c:v>
                </c:pt>
                <c:pt idx="439">
                  <c:v>0.96226319999999999</c:v>
                </c:pt>
                <c:pt idx="440">
                  <c:v>0.99317659999999997</c:v>
                </c:pt>
                <c:pt idx="441">
                  <c:v>1.036662</c:v>
                </c:pt>
                <c:pt idx="442">
                  <c:v>1.066092</c:v>
                </c:pt>
                <c:pt idx="443">
                  <c:v>1.0958110000000001</c:v>
                </c:pt>
                <c:pt idx="444">
                  <c:v>1.119076</c:v>
                </c:pt>
                <c:pt idx="445">
                  <c:v>1.125578</c:v>
                </c:pt>
                <c:pt idx="446">
                  <c:v>1.1315649999999999</c:v>
                </c:pt>
                <c:pt idx="447">
                  <c:v>1.13649</c:v>
                </c:pt>
                <c:pt idx="448">
                  <c:v>1.1328119999999999</c:v>
                </c:pt>
                <c:pt idx="449">
                  <c:v>1.1103229999999999</c:v>
                </c:pt>
                <c:pt idx="450">
                  <c:v>1.0887880000000001</c:v>
                </c:pt>
                <c:pt idx="451">
                  <c:v>1.0728740000000001</c:v>
                </c:pt>
                <c:pt idx="452">
                  <c:v>1.046092</c:v>
                </c:pt>
                <c:pt idx="453">
                  <c:v>1.024875</c:v>
                </c:pt>
                <c:pt idx="454">
                  <c:v>1.0013099999999999</c:v>
                </c:pt>
                <c:pt idx="455">
                  <c:v>0.99200379999999999</c:v>
                </c:pt>
                <c:pt idx="456">
                  <c:v>0.97047229999999995</c:v>
                </c:pt>
                <c:pt idx="457">
                  <c:v>0.96252879999999996</c:v>
                </c:pt>
                <c:pt idx="458">
                  <c:v>0.95015970000000005</c:v>
                </c:pt>
                <c:pt idx="459">
                  <c:v>0.94225000000000003</c:v>
                </c:pt>
                <c:pt idx="460">
                  <c:v>0.94130550000000002</c:v>
                </c:pt>
                <c:pt idx="461">
                  <c:v>0.92515040000000004</c:v>
                </c:pt>
                <c:pt idx="462">
                  <c:v>0.92582609999999999</c:v>
                </c:pt>
                <c:pt idx="463">
                  <c:v>0.94043049999999995</c:v>
                </c:pt>
                <c:pt idx="464">
                  <c:v>0.93011690000000002</c:v>
                </c:pt>
                <c:pt idx="465">
                  <c:v>0.94312720000000005</c:v>
                </c:pt>
                <c:pt idx="466">
                  <c:v>0.94536290000000001</c:v>
                </c:pt>
                <c:pt idx="467">
                  <c:v>0.94589570000000001</c:v>
                </c:pt>
                <c:pt idx="468">
                  <c:v>0.96916100000000005</c:v>
                </c:pt>
                <c:pt idx="469">
                  <c:v>0.95663609999999999</c:v>
                </c:pt>
                <c:pt idx="470">
                  <c:v>0.97011919999999996</c:v>
                </c:pt>
                <c:pt idx="471">
                  <c:v>0.96551390000000004</c:v>
                </c:pt>
                <c:pt idx="472">
                  <c:v>0.9843944</c:v>
                </c:pt>
                <c:pt idx="473">
                  <c:v>0.9822246</c:v>
                </c:pt>
                <c:pt idx="474">
                  <c:v>1.004653</c:v>
                </c:pt>
                <c:pt idx="475">
                  <c:v>1.0015160000000001</c:v>
                </c:pt>
                <c:pt idx="476">
                  <c:v>1.0193589999999999</c:v>
                </c:pt>
                <c:pt idx="477">
                  <c:v>1.0153909999999999</c:v>
                </c:pt>
                <c:pt idx="478">
                  <c:v>1.0186660000000001</c:v>
                </c:pt>
                <c:pt idx="479">
                  <c:v>1.023595</c:v>
                </c:pt>
                <c:pt idx="480">
                  <c:v>1.02338</c:v>
                </c:pt>
                <c:pt idx="481">
                  <c:v>1.035744</c:v>
                </c:pt>
                <c:pt idx="482">
                  <c:v>1.038751</c:v>
                </c:pt>
                <c:pt idx="483">
                  <c:v>1.043528</c:v>
                </c:pt>
                <c:pt idx="484">
                  <c:v>1.052038</c:v>
                </c:pt>
                <c:pt idx="485">
                  <c:v>1.0512440000000001</c:v>
                </c:pt>
                <c:pt idx="486">
                  <c:v>1.0525089999999999</c:v>
                </c:pt>
                <c:pt idx="487">
                  <c:v>1.053803</c:v>
                </c:pt>
                <c:pt idx="488">
                  <c:v>1.0689789999999999</c:v>
                </c:pt>
                <c:pt idx="489">
                  <c:v>1.065037</c:v>
                </c:pt>
                <c:pt idx="490">
                  <c:v>1.0624089999999999</c:v>
                </c:pt>
                <c:pt idx="491">
                  <c:v>1.0524</c:v>
                </c:pt>
                <c:pt idx="492">
                  <c:v>1.0533950000000001</c:v>
                </c:pt>
                <c:pt idx="493">
                  <c:v>1.0274030000000001</c:v>
                </c:pt>
                <c:pt idx="494">
                  <c:v>1.016087</c:v>
                </c:pt>
                <c:pt idx="495">
                  <c:v>1.002413</c:v>
                </c:pt>
                <c:pt idx="496">
                  <c:v>0.98307960000000005</c:v>
                </c:pt>
                <c:pt idx="497">
                  <c:v>0.97312810000000005</c:v>
                </c:pt>
                <c:pt idx="498">
                  <c:v>0.94833520000000004</c:v>
                </c:pt>
                <c:pt idx="499">
                  <c:v>0.93654059999999995</c:v>
                </c:pt>
                <c:pt idx="500">
                  <c:v>0.92044749999999997</c:v>
                </c:pt>
                <c:pt idx="501">
                  <c:v>0.91890170000000004</c:v>
                </c:pt>
                <c:pt idx="502">
                  <c:v>0.90773729999999997</c:v>
                </c:pt>
                <c:pt idx="503">
                  <c:v>0.90448890000000004</c:v>
                </c:pt>
                <c:pt idx="504">
                  <c:v>0.90801639999999995</c:v>
                </c:pt>
                <c:pt idx="505">
                  <c:v>0.91876089999999999</c:v>
                </c:pt>
                <c:pt idx="506">
                  <c:v>0.91743249999999998</c:v>
                </c:pt>
                <c:pt idx="507">
                  <c:v>0.93596849999999998</c:v>
                </c:pt>
                <c:pt idx="508">
                  <c:v>0.9613469</c:v>
                </c:pt>
                <c:pt idx="509">
                  <c:v>0.97587559999999995</c:v>
                </c:pt>
                <c:pt idx="510">
                  <c:v>1.002418</c:v>
                </c:pt>
                <c:pt idx="511">
                  <c:v>1.0155559999999999</c:v>
                </c:pt>
                <c:pt idx="512">
                  <c:v>1.031541</c:v>
                </c:pt>
                <c:pt idx="513">
                  <c:v>1.035401</c:v>
                </c:pt>
                <c:pt idx="514">
                  <c:v>1.044546</c:v>
                </c:pt>
                <c:pt idx="515">
                  <c:v>1.0643860000000001</c:v>
                </c:pt>
                <c:pt idx="516">
                  <c:v>1.053534</c:v>
                </c:pt>
              </c:numCache>
            </c:numRef>
          </c:yVal>
          <c:smooth val="1"/>
          <c:extLst>
            <c:ext xmlns:c16="http://schemas.microsoft.com/office/drawing/2014/chart" uri="{C3380CC4-5D6E-409C-BE32-E72D297353CC}">
              <c16:uniqueId val="{00000005-8DD4-48FF-9190-97E9B7BA265F}"/>
            </c:ext>
          </c:extLst>
        </c:ser>
        <c:ser>
          <c:idx val="6"/>
          <c:order val="6"/>
          <c:tx>
            <c:strRef>
              <c:f>Sheet1!$I$1</c:f>
              <c:strCache>
                <c:ptCount val="1"/>
                <c:pt idx="0">
                  <c:v>Ti-Be</c:v>
                </c:pt>
              </c:strCache>
            </c:strRef>
          </c:tx>
          <c:spPr>
            <a:ln w="19050" cap="rnd">
              <a:solidFill>
                <a:schemeClr val="accent1">
                  <a:lumMod val="60000"/>
                </a:schemeClr>
              </a:solidFill>
              <a:round/>
            </a:ln>
            <a:effectLst/>
          </c:spPr>
          <c:marker>
            <c:symbol val="none"/>
          </c:marker>
          <c:xVal>
            <c:numRef>
              <c:f>Sheet1!$B$2:$B$1550</c:f>
              <c:numCache>
                <c:formatCode>0.00E+00</c:formatCode>
                <c:ptCount val="517"/>
                <c:pt idx="0">
                  <c:v>0.06</c:v>
                </c:pt>
                <c:pt idx="1">
                  <c:v>0.12</c:v>
                </c:pt>
                <c:pt idx="2">
                  <c:v>0.18</c:v>
                </c:pt>
                <c:pt idx="3">
                  <c:v>0.24</c:v>
                </c:pt>
                <c:pt idx="4">
                  <c:v>0.3</c:v>
                </c:pt>
                <c:pt idx="5">
                  <c:v>0.36</c:v>
                </c:pt>
                <c:pt idx="6">
                  <c:v>0.42</c:v>
                </c:pt>
                <c:pt idx="7">
                  <c:v>0.48</c:v>
                </c:pt>
                <c:pt idx="8">
                  <c:v>0.54</c:v>
                </c:pt>
                <c:pt idx="9">
                  <c:v>0.6</c:v>
                </c:pt>
                <c:pt idx="10">
                  <c:v>0.66</c:v>
                </c:pt>
                <c:pt idx="11">
                  <c:v>0.72</c:v>
                </c:pt>
                <c:pt idx="12">
                  <c:v>0.78</c:v>
                </c:pt>
                <c:pt idx="13">
                  <c:v>0.84</c:v>
                </c:pt>
                <c:pt idx="14">
                  <c:v>0.9</c:v>
                </c:pt>
                <c:pt idx="15">
                  <c:v>0.96</c:v>
                </c:pt>
                <c:pt idx="16" formatCode="General">
                  <c:v>1.02</c:v>
                </c:pt>
                <c:pt idx="17" formatCode="General">
                  <c:v>1.08</c:v>
                </c:pt>
                <c:pt idx="18" formatCode="General">
                  <c:v>1.1399999999999999</c:v>
                </c:pt>
                <c:pt idx="19" formatCode="General">
                  <c:v>1.2</c:v>
                </c:pt>
                <c:pt idx="20" formatCode="General">
                  <c:v>1.26</c:v>
                </c:pt>
                <c:pt idx="21" formatCode="General">
                  <c:v>1.32</c:v>
                </c:pt>
                <c:pt idx="22" formatCode="General">
                  <c:v>1.38</c:v>
                </c:pt>
                <c:pt idx="23" formatCode="General">
                  <c:v>1.44</c:v>
                </c:pt>
                <c:pt idx="24" formatCode="General">
                  <c:v>1.5</c:v>
                </c:pt>
                <c:pt idx="25" formatCode="General">
                  <c:v>1.56</c:v>
                </c:pt>
                <c:pt idx="26" formatCode="General">
                  <c:v>1.62</c:v>
                </c:pt>
                <c:pt idx="27" formatCode="General">
                  <c:v>1.68</c:v>
                </c:pt>
                <c:pt idx="28" formatCode="General">
                  <c:v>1.74</c:v>
                </c:pt>
                <c:pt idx="29" formatCode="General">
                  <c:v>1.8</c:v>
                </c:pt>
                <c:pt idx="30" formatCode="General">
                  <c:v>1.86</c:v>
                </c:pt>
                <c:pt idx="31" formatCode="General">
                  <c:v>1.92</c:v>
                </c:pt>
                <c:pt idx="32" formatCode="General">
                  <c:v>1.98</c:v>
                </c:pt>
                <c:pt idx="33" formatCode="General">
                  <c:v>2.04</c:v>
                </c:pt>
                <c:pt idx="34" formatCode="General">
                  <c:v>2.1</c:v>
                </c:pt>
                <c:pt idx="35" formatCode="General">
                  <c:v>2.16</c:v>
                </c:pt>
                <c:pt idx="36" formatCode="General">
                  <c:v>2.2200000000000002</c:v>
                </c:pt>
                <c:pt idx="37" formatCode="General">
                  <c:v>2.2799999999999998</c:v>
                </c:pt>
                <c:pt idx="38" formatCode="General">
                  <c:v>2.34</c:v>
                </c:pt>
                <c:pt idx="39" formatCode="General">
                  <c:v>2.4</c:v>
                </c:pt>
                <c:pt idx="40" formatCode="General">
                  <c:v>2.46</c:v>
                </c:pt>
                <c:pt idx="41" formatCode="General">
                  <c:v>2.52</c:v>
                </c:pt>
                <c:pt idx="42" formatCode="General">
                  <c:v>2.58</c:v>
                </c:pt>
                <c:pt idx="43" formatCode="General">
                  <c:v>2.64</c:v>
                </c:pt>
                <c:pt idx="44" formatCode="General">
                  <c:v>2.7</c:v>
                </c:pt>
                <c:pt idx="45" formatCode="General">
                  <c:v>2.76</c:v>
                </c:pt>
                <c:pt idx="46" formatCode="General">
                  <c:v>2.82</c:v>
                </c:pt>
                <c:pt idx="47" formatCode="General">
                  <c:v>2.88</c:v>
                </c:pt>
                <c:pt idx="48" formatCode="General">
                  <c:v>2.94</c:v>
                </c:pt>
                <c:pt idx="49" formatCode="General">
                  <c:v>3</c:v>
                </c:pt>
                <c:pt idx="50" formatCode="General">
                  <c:v>3.06</c:v>
                </c:pt>
                <c:pt idx="51" formatCode="General">
                  <c:v>3.12</c:v>
                </c:pt>
                <c:pt idx="52" formatCode="General">
                  <c:v>3.18</c:v>
                </c:pt>
                <c:pt idx="53" formatCode="General">
                  <c:v>3.24</c:v>
                </c:pt>
                <c:pt idx="54" formatCode="General">
                  <c:v>3.3</c:v>
                </c:pt>
                <c:pt idx="55" formatCode="General">
                  <c:v>3.36</c:v>
                </c:pt>
                <c:pt idx="56" formatCode="General">
                  <c:v>3.42</c:v>
                </c:pt>
                <c:pt idx="57" formatCode="General">
                  <c:v>3.48</c:v>
                </c:pt>
                <c:pt idx="58" formatCode="General">
                  <c:v>3.54</c:v>
                </c:pt>
                <c:pt idx="59" formatCode="General">
                  <c:v>3.6</c:v>
                </c:pt>
                <c:pt idx="60" formatCode="General">
                  <c:v>3.66</c:v>
                </c:pt>
                <c:pt idx="61" formatCode="General">
                  <c:v>3.72</c:v>
                </c:pt>
                <c:pt idx="62" formatCode="General">
                  <c:v>3.78</c:v>
                </c:pt>
                <c:pt idx="63" formatCode="General">
                  <c:v>3.84</c:v>
                </c:pt>
                <c:pt idx="64" formatCode="General">
                  <c:v>3.9</c:v>
                </c:pt>
                <c:pt idx="65" formatCode="General">
                  <c:v>3.96</c:v>
                </c:pt>
                <c:pt idx="66" formatCode="General">
                  <c:v>4.0199999999999996</c:v>
                </c:pt>
                <c:pt idx="67" formatCode="General">
                  <c:v>4.08</c:v>
                </c:pt>
                <c:pt idx="68" formatCode="General">
                  <c:v>4.1399999999999997</c:v>
                </c:pt>
                <c:pt idx="69" formatCode="General">
                  <c:v>4.2</c:v>
                </c:pt>
                <c:pt idx="70" formatCode="General">
                  <c:v>4.26</c:v>
                </c:pt>
                <c:pt idx="71" formatCode="General">
                  <c:v>4.32</c:v>
                </c:pt>
                <c:pt idx="72" formatCode="General">
                  <c:v>4.38</c:v>
                </c:pt>
                <c:pt idx="73" formatCode="General">
                  <c:v>4.4400000000000004</c:v>
                </c:pt>
                <c:pt idx="74" formatCode="General">
                  <c:v>4.5</c:v>
                </c:pt>
                <c:pt idx="75" formatCode="General">
                  <c:v>4.5599999999999996</c:v>
                </c:pt>
                <c:pt idx="76" formatCode="General">
                  <c:v>4.62</c:v>
                </c:pt>
                <c:pt idx="77" formatCode="General">
                  <c:v>4.68</c:v>
                </c:pt>
                <c:pt idx="78" formatCode="General">
                  <c:v>4.74</c:v>
                </c:pt>
                <c:pt idx="79" formatCode="General">
                  <c:v>4.8</c:v>
                </c:pt>
                <c:pt idx="80" formatCode="General">
                  <c:v>4.8600000000000003</c:v>
                </c:pt>
                <c:pt idx="81" formatCode="General">
                  <c:v>4.92</c:v>
                </c:pt>
                <c:pt idx="82" formatCode="General">
                  <c:v>4.9800000000000004</c:v>
                </c:pt>
                <c:pt idx="83" formatCode="General">
                  <c:v>5.04</c:v>
                </c:pt>
                <c:pt idx="84" formatCode="General">
                  <c:v>5.0999999999999996</c:v>
                </c:pt>
                <c:pt idx="85" formatCode="General">
                  <c:v>5.16</c:v>
                </c:pt>
                <c:pt idx="86" formatCode="General">
                  <c:v>5.22</c:v>
                </c:pt>
                <c:pt idx="87" formatCode="General">
                  <c:v>5.28</c:v>
                </c:pt>
                <c:pt idx="88" formatCode="General">
                  <c:v>5.34</c:v>
                </c:pt>
                <c:pt idx="89" formatCode="General">
                  <c:v>5.4</c:v>
                </c:pt>
                <c:pt idx="90" formatCode="General">
                  <c:v>5.46</c:v>
                </c:pt>
                <c:pt idx="91" formatCode="General">
                  <c:v>5.52</c:v>
                </c:pt>
                <c:pt idx="92" formatCode="General">
                  <c:v>5.58</c:v>
                </c:pt>
                <c:pt idx="93" formatCode="General">
                  <c:v>5.64</c:v>
                </c:pt>
                <c:pt idx="94" formatCode="General">
                  <c:v>5.7</c:v>
                </c:pt>
                <c:pt idx="95" formatCode="General">
                  <c:v>5.76</c:v>
                </c:pt>
                <c:pt idx="96" formatCode="General">
                  <c:v>5.82</c:v>
                </c:pt>
                <c:pt idx="97" formatCode="General">
                  <c:v>5.88</c:v>
                </c:pt>
                <c:pt idx="98" formatCode="General">
                  <c:v>5.94</c:v>
                </c:pt>
                <c:pt idx="99" formatCode="General">
                  <c:v>6</c:v>
                </c:pt>
                <c:pt idx="100" formatCode="General">
                  <c:v>6.06</c:v>
                </c:pt>
                <c:pt idx="101" formatCode="General">
                  <c:v>6.12</c:v>
                </c:pt>
                <c:pt idx="102" formatCode="General">
                  <c:v>6.18</c:v>
                </c:pt>
                <c:pt idx="103" formatCode="General">
                  <c:v>6.24</c:v>
                </c:pt>
                <c:pt idx="104" formatCode="General">
                  <c:v>6.3</c:v>
                </c:pt>
                <c:pt idx="105" formatCode="General">
                  <c:v>6.36</c:v>
                </c:pt>
                <c:pt idx="106" formatCode="General">
                  <c:v>6.42</c:v>
                </c:pt>
                <c:pt idx="107" formatCode="General">
                  <c:v>6.48</c:v>
                </c:pt>
                <c:pt idx="108" formatCode="General">
                  <c:v>6.54</c:v>
                </c:pt>
                <c:pt idx="109" formatCode="General">
                  <c:v>6.6</c:v>
                </c:pt>
                <c:pt idx="110" formatCode="General">
                  <c:v>6.66</c:v>
                </c:pt>
                <c:pt idx="111" formatCode="General">
                  <c:v>6.72</c:v>
                </c:pt>
                <c:pt idx="112" formatCode="General">
                  <c:v>6.78</c:v>
                </c:pt>
                <c:pt idx="113" formatCode="General">
                  <c:v>6.84</c:v>
                </c:pt>
                <c:pt idx="114" formatCode="General">
                  <c:v>6.9</c:v>
                </c:pt>
                <c:pt idx="115" formatCode="General">
                  <c:v>6.96</c:v>
                </c:pt>
                <c:pt idx="116" formatCode="General">
                  <c:v>7.02</c:v>
                </c:pt>
                <c:pt idx="117" formatCode="General">
                  <c:v>7.08</c:v>
                </c:pt>
                <c:pt idx="118" formatCode="General">
                  <c:v>7.14</c:v>
                </c:pt>
                <c:pt idx="119" formatCode="General">
                  <c:v>7.2</c:v>
                </c:pt>
                <c:pt idx="120" formatCode="General">
                  <c:v>7.26</c:v>
                </c:pt>
                <c:pt idx="121" formatCode="General">
                  <c:v>7.32</c:v>
                </c:pt>
                <c:pt idx="122" formatCode="General">
                  <c:v>7.38</c:v>
                </c:pt>
                <c:pt idx="123" formatCode="General">
                  <c:v>7.44</c:v>
                </c:pt>
                <c:pt idx="124" formatCode="General">
                  <c:v>7.5</c:v>
                </c:pt>
                <c:pt idx="125" formatCode="General">
                  <c:v>7.56</c:v>
                </c:pt>
                <c:pt idx="126" formatCode="General">
                  <c:v>7.62</c:v>
                </c:pt>
                <c:pt idx="127" formatCode="General">
                  <c:v>7.68</c:v>
                </c:pt>
                <c:pt idx="128" formatCode="General">
                  <c:v>7.74</c:v>
                </c:pt>
                <c:pt idx="129" formatCode="General">
                  <c:v>7.8</c:v>
                </c:pt>
                <c:pt idx="130" formatCode="General">
                  <c:v>7.86</c:v>
                </c:pt>
                <c:pt idx="131" formatCode="General">
                  <c:v>7.92</c:v>
                </c:pt>
                <c:pt idx="132" formatCode="General">
                  <c:v>7.98</c:v>
                </c:pt>
                <c:pt idx="133" formatCode="General">
                  <c:v>8.0399999999999991</c:v>
                </c:pt>
                <c:pt idx="134" formatCode="General">
                  <c:v>8.0999990000000004</c:v>
                </c:pt>
                <c:pt idx="135" formatCode="General">
                  <c:v>8.16</c:v>
                </c:pt>
                <c:pt idx="136" formatCode="General">
                  <c:v>8.2200000000000006</c:v>
                </c:pt>
                <c:pt idx="137" formatCode="General">
                  <c:v>8.2799999999999994</c:v>
                </c:pt>
                <c:pt idx="138" formatCode="General">
                  <c:v>8.34</c:v>
                </c:pt>
                <c:pt idx="139" formatCode="General">
                  <c:v>8.4</c:v>
                </c:pt>
                <c:pt idx="140" formatCode="General">
                  <c:v>8.4600000000000009</c:v>
                </c:pt>
                <c:pt idx="141" formatCode="General">
                  <c:v>8.52</c:v>
                </c:pt>
                <c:pt idx="142" formatCode="General">
                  <c:v>8.58</c:v>
                </c:pt>
                <c:pt idx="143" formatCode="General">
                  <c:v>8.6399989999999995</c:v>
                </c:pt>
                <c:pt idx="144" formatCode="General">
                  <c:v>8.6999999999999993</c:v>
                </c:pt>
                <c:pt idx="145" formatCode="General">
                  <c:v>8.76</c:v>
                </c:pt>
                <c:pt idx="146" formatCode="General">
                  <c:v>8.82</c:v>
                </c:pt>
                <c:pt idx="147" formatCode="General">
                  <c:v>8.8800000000000008</c:v>
                </c:pt>
                <c:pt idx="148" formatCode="General">
                  <c:v>8.94</c:v>
                </c:pt>
                <c:pt idx="149" formatCode="General">
                  <c:v>9</c:v>
                </c:pt>
                <c:pt idx="150" formatCode="General">
                  <c:v>9.0599989999999995</c:v>
                </c:pt>
                <c:pt idx="151" formatCode="General">
                  <c:v>9.1199999999999992</c:v>
                </c:pt>
                <c:pt idx="152" formatCode="General">
                  <c:v>9.1799990000000005</c:v>
                </c:pt>
                <c:pt idx="153" formatCode="General">
                  <c:v>9.24</c:v>
                </c:pt>
                <c:pt idx="154" formatCode="General">
                  <c:v>9.3000000000000007</c:v>
                </c:pt>
                <c:pt idx="155" formatCode="General">
                  <c:v>9.36</c:v>
                </c:pt>
                <c:pt idx="156" formatCode="General">
                  <c:v>9.42</c:v>
                </c:pt>
                <c:pt idx="157" formatCode="General">
                  <c:v>9.48</c:v>
                </c:pt>
                <c:pt idx="158" formatCode="General">
                  <c:v>9.5399999999999991</c:v>
                </c:pt>
                <c:pt idx="159" formatCode="General">
                  <c:v>9.5999990000000004</c:v>
                </c:pt>
                <c:pt idx="160" formatCode="General">
                  <c:v>9.66</c:v>
                </c:pt>
                <c:pt idx="161" formatCode="General">
                  <c:v>9.7199989999999996</c:v>
                </c:pt>
                <c:pt idx="162" formatCode="General">
                  <c:v>9.7799999999999994</c:v>
                </c:pt>
                <c:pt idx="163" formatCode="General">
                  <c:v>9.84</c:v>
                </c:pt>
                <c:pt idx="164" formatCode="General">
                  <c:v>9.9</c:v>
                </c:pt>
                <c:pt idx="165" formatCode="General">
                  <c:v>9.9600000000000009</c:v>
                </c:pt>
                <c:pt idx="166" formatCode="General">
                  <c:v>10.02</c:v>
                </c:pt>
                <c:pt idx="167" formatCode="General">
                  <c:v>10.08</c:v>
                </c:pt>
                <c:pt idx="168" formatCode="General">
                  <c:v>10.14</c:v>
                </c:pt>
                <c:pt idx="169" formatCode="General">
                  <c:v>10.199999999999999</c:v>
                </c:pt>
                <c:pt idx="170" formatCode="General">
                  <c:v>10.26</c:v>
                </c:pt>
                <c:pt idx="171" formatCode="General">
                  <c:v>10.32</c:v>
                </c:pt>
                <c:pt idx="172" formatCode="General">
                  <c:v>10.38</c:v>
                </c:pt>
                <c:pt idx="173" formatCode="General">
                  <c:v>10.44</c:v>
                </c:pt>
                <c:pt idx="174" formatCode="General">
                  <c:v>10.5</c:v>
                </c:pt>
                <c:pt idx="175" formatCode="General">
                  <c:v>10.56</c:v>
                </c:pt>
                <c:pt idx="176" formatCode="General">
                  <c:v>10.62</c:v>
                </c:pt>
                <c:pt idx="177" formatCode="General">
                  <c:v>10.68</c:v>
                </c:pt>
                <c:pt idx="178" formatCode="General">
                  <c:v>10.74</c:v>
                </c:pt>
                <c:pt idx="179" formatCode="General">
                  <c:v>10.8</c:v>
                </c:pt>
                <c:pt idx="180" formatCode="General">
                  <c:v>10.86</c:v>
                </c:pt>
                <c:pt idx="181" formatCode="General">
                  <c:v>10.92</c:v>
                </c:pt>
                <c:pt idx="182" formatCode="General">
                  <c:v>10.98</c:v>
                </c:pt>
                <c:pt idx="183" formatCode="General">
                  <c:v>11.04</c:v>
                </c:pt>
                <c:pt idx="184" formatCode="General">
                  <c:v>11.1</c:v>
                </c:pt>
                <c:pt idx="185" formatCode="General">
                  <c:v>11.16</c:v>
                </c:pt>
                <c:pt idx="186" formatCode="General">
                  <c:v>11.22</c:v>
                </c:pt>
                <c:pt idx="187" formatCode="General">
                  <c:v>11.28</c:v>
                </c:pt>
                <c:pt idx="188" formatCode="General">
                  <c:v>11.34</c:v>
                </c:pt>
                <c:pt idx="189" formatCode="General">
                  <c:v>11.4</c:v>
                </c:pt>
                <c:pt idx="190" formatCode="General">
                  <c:v>11.46</c:v>
                </c:pt>
                <c:pt idx="191" formatCode="General">
                  <c:v>11.52</c:v>
                </c:pt>
                <c:pt idx="192" formatCode="General">
                  <c:v>11.58</c:v>
                </c:pt>
                <c:pt idx="193" formatCode="General">
                  <c:v>11.64</c:v>
                </c:pt>
                <c:pt idx="194" formatCode="General">
                  <c:v>11.7</c:v>
                </c:pt>
                <c:pt idx="195" formatCode="General">
                  <c:v>11.76</c:v>
                </c:pt>
                <c:pt idx="196" formatCode="General">
                  <c:v>11.82</c:v>
                </c:pt>
                <c:pt idx="197" formatCode="General">
                  <c:v>11.88</c:v>
                </c:pt>
                <c:pt idx="198" formatCode="General">
                  <c:v>11.94</c:v>
                </c:pt>
                <c:pt idx="199" formatCode="General">
                  <c:v>12</c:v>
                </c:pt>
                <c:pt idx="200" formatCode="General">
                  <c:v>12.06</c:v>
                </c:pt>
                <c:pt idx="201" formatCode="General">
                  <c:v>12.12</c:v>
                </c:pt>
                <c:pt idx="202" formatCode="General">
                  <c:v>12.18</c:v>
                </c:pt>
                <c:pt idx="203" formatCode="General">
                  <c:v>12.24</c:v>
                </c:pt>
                <c:pt idx="204" formatCode="General">
                  <c:v>12.3</c:v>
                </c:pt>
                <c:pt idx="205" formatCode="General">
                  <c:v>12.36</c:v>
                </c:pt>
                <c:pt idx="206" formatCode="General">
                  <c:v>12.42</c:v>
                </c:pt>
                <c:pt idx="207" formatCode="General">
                  <c:v>12.48</c:v>
                </c:pt>
                <c:pt idx="208" formatCode="General">
                  <c:v>12.54</c:v>
                </c:pt>
                <c:pt idx="209" formatCode="General">
                  <c:v>12.6</c:v>
                </c:pt>
                <c:pt idx="210" formatCode="General">
                  <c:v>12.66</c:v>
                </c:pt>
                <c:pt idx="211" formatCode="General">
                  <c:v>12.72</c:v>
                </c:pt>
                <c:pt idx="212" formatCode="General">
                  <c:v>12.78</c:v>
                </c:pt>
                <c:pt idx="213" formatCode="General">
                  <c:v>12.84</c:v>
                </c:pt>
                <c:pt idx="214" formatCode="General">
                  <c:v>12.9</c:v>
                </c:pt>
                <c:pt idx="215" formatCode="General">
                  <c:v>12.96</c:v>
                </c:pt>
                <c:pt idx="216" formatCode="General">
                  <c:v>13.02</c:v>
                </c:pt>
                <c:pt idx="217" formatCode="General">
                  <c:v>13.08</c:v>
                </c:pt>
                <c:pt idx="218" formatCode="General">
                  <c:v>13.14</c:v>
                </c:pt>
                <c:pt idx="219" formatCode="General">
                  <c:v>13.2</c:v>
                </c:pt>
                <c:pt idx="220" formatCode="General">
                  <c:v>13.26</c:v>
                </c:pt>
                <c:pt idx="221" formatCode="General">
                  <c:v>13.32</c:v>
                </c:pt>
                <c:pt idx="222" formatCode="General">
                  <c:v>13.38</c:v>
                </c:pt>
                <c:pt idx="223" formatCode="General">
                  <c:v>13.44</c:v>
                </c:pt>
                <c:pt idx="224" formatCode="General">
                  <c:v>13.5</c:v>
                </c:pt>
                <c:pt idx="225" formatCode="General">
                  <c:v>13.56</c:v>
                </c:pt>
                <c:pt idx="226" formatCode="General">
                  <c:v>13.62</c:v>
                </c:pt>
                <c:pt idx="227" formatCode="General">
                  <c:v>13.68</c:v>
                </c:pt>
                <c:pt idx="228" formatCode="General">
                  <c:v>13.74</c:v>
                </c:pt>
                <c:pt idx="229" formatCode="General">
                  <c:v>13.8</c:v>
                </c:pt>
                <c:pt idx="230" formatCode="General">
                  <c:v>13.86</c:v>
                </c:pt>
                <c:pt idx="231" formatCode="General">
                  <c:v>13.92</c:v>
                </c:pt>
                <c:pt idx="232" formatCode="General">
                  <c:v>13.98</c:v>
                </c:pt>
                <c:pt idx="233" formatCode="General">
                  <c:v>14.04</c:v>
                </c:pt>
                <c:pt idx="234" formatCode="General">
                  <c:v>14.1</c:v>
                </c:pt>
                <c:pt idx="235" formatCode="General">
                  <c:v>14.16</c:v>
                </c:pt>
                <c:pt idx="236" formatCode="General">
                  <c:v>14.22</c:v>
                </c:pt>
                <c:pt idx="237" formatCode="General">
                  <c:v>14.28</c:v>
                </c:pt>
                <c:pt idx="238" formatCode="General">
                  <c:v>14.34</c:v>
                </c:pt>
                <c:pt idx="239" formatCode="General">
                  <c:v>14.4</c:v>
                </c:pt>
                <c:pt idx="240" formatCode="General">
                  <c:v>14.46</c:v>
                </c:pt>
                <c:pt idx="241" formatCode="General">
                  <c:v>14.52</c:v>
                </c:pt>
                <c:pt idx="242" formatCode="General">
                  <c:v>14.58</c:v>
                </c:pt>
                <c:pt idx="243" formatCode="General">
                  <c:v>14.64</c:v>
                </c:pt>
                <c:pt idx="244" formatCode="General">
                  <c:v>14.7</c:v>
                </c:pt>
                <c:pt idx="245" formatCode="General">
                  <c:v>14.76</c:v>
                </c:pt>
                <c:pt idx="246" formatCode="General">
                  <c:v>14.82</c:v>
                </c:pt>
                <c:pt idx="247" formatCode="General">
                  <c:v>14.88</c:v>
                </c:pt>
                <c:pt idx="248" formatCode="General">
                  <c:v>14.94</c:v>
                </c:pt>
                <c:pt idx="249" formatCode="General">
                  <c:v>15</c:v>
                </c:pt>
                <c:pt idx="250" formatCode="General">
                  <c:v>15.06</c:v>
                </c:pt>
                <c:pt idx="251" formatCode="General">
                  <c:v>15.12</c:v>
                </c:pt>
                <c:pt idx="252" formatCode="General">
                  <c:v>15.18</c:v>
                </c:pt>
                <c:pt idx="253" formatCode="General">
                  <c:v>15.24</c:v>
                </c:pt>
                <c:pt idx="254" formatCode="General">
                  <c:v>15.3</c:v>
                </c:pt>
                <c:pt idx="255" formatCode="General">
                  <c:v>15.36</c:v>
                </c:pt>
                <c:pt idx="256" formatCode="General">
                  <c:v>15.42</c:v>
                </c:pt>
                <c:pt idx="257" formatCode="General">
                  <c:v>15.48</c:v>
                </c:pt>
                <c:pt idx="258" formatCode="General">
                  <c:v>15.54</c:v>
                </c:pt>
                <c:pt idx="259" formatCode="General">
                  <c:v>15.6</c:v>
                </c:pt>
                <c:pt idx="260" formatCode="General">
                  <c:v>15.66</c:v>
                </c:pt>
                <c:pt idx="261" formatCode="General">
                  <c:v>15.72</c:v>
                </c:pt>
                <c:pt idx="262" formatCode="General">
                  <c:v>15.78</c:v>
                </c:pt>
                <c:pt idx="263" formatCode="General">
                  <c:v>15.84</c:v>
                </c:pt>
                <c:pt idx="264" formatCode="General">
                  <c:v>15.9</c:v>
                </c:pt>
                <c:pt idx="265" formatCode="General">
                  <c:v>15.96</c:v>
                </c:pt>
                <c:pt idx="266" formatCode="General">
                  <c:v>16.02</c:v>
                </c:pt>
                <c:pt idx="267" formatCode="General">
                  <c:v>16.079999999999998</c:v>
                </c:pt>
                <c:pt idx="268" formatCode="General">
                  <c:v>16.14</c:v>
                </c:pt>
                <c:pt idx="269" formatCode="General">
                  <c:v>16.2</c:v>
                </c:pt>
                <c:pt idx="270" formatCode="General">
                  <c:v>16.260000000000002</c:v>
                </c:pt>
                <c:pt idx="271" formatCode="General">
                  <c:v>16.32</c:v>
                </c:pt>
                <c:pt idx="272" formatCode="General">
                  <c:v>16.38</c:v>
                </c:pt>
                <c:pt idx="273" formatCode="General">
                  <c:v>16.440000000000001</c:v>
                </c:pt>
                <c:pt idx="274" formatCode="General">
                  <c:v>16.5</c:v>
                </c:pt>
                <c:pt idx="275" formatCode="General">
                  <c:v>16.559999999999999</c:v>
                </c:pt>
                <c:pt idx="276" formatCode="General">
                  <c:v>16.62</c:v>
                </c:pt>
                <c:pt idx="277" formatCode="General">
                  <c:v>16.68</c:v>
                </c:pt>
                <c:pt idx="278" formatCode="General">
                  <c:v>16.739999999999998</c:v>
                </c:pt>
                <c:pt idx="279" formatCode="General">
                  <c:v>16.8</c:v>
                </c:pt>
                <c:pt idx="280" formatCode="General">
                  <c:v>16.86</c:v>
                </c:pt>
                <c:pt idx="281" formatCode="General">
                  <c:v>16.920000000000002</c:v>
                </c:pt>
                <c:pt idx="282" formatCode="General">
                  <c:v>16.98</c:v>
                </c:pt>
                <c:pt idx="283" formatCode="General">
                  <c:v>17.04</c:v>
                </c:pt>
                <c:pt idx="284" formatCode="General">
                  <c:v>17.100000000000001</c:v>
                </c:pt>
                <c:pt idx="285" formatCode="General">
                  <c:v>17.16</c:v>
                </c:pt>
                <c:pt idx="286" formatCode="General">
                  <c:v>17.22</c:v>
                </c:pt>
                <c:pt idx="287" formatCode="General">
                  <c:v>17.28</c:v>
                </c:pt>
                <c:pt idx="288" formatCode="General">
                  <c:v>17.34</c:v>
                </c:pt>
                <c:pt idx="289" formatCode="General">
                  <c:v>17.399999999999999</c:v>
                </c:pt>
                <c:pt idx="290" formatCode="General">
                  <c:v>17.46</c:v>
                </c:pt>
                <c:pt idx="291" formatCode="General">
                  <c:v>17.52</c:v>
                </c:pt>
                <c:pt idx="292" formatCode="General">
                  <c:v>17.579999999999998</c:v>
                </c:pt>
                <c:pt idx="293" formatCode="General">
                  <c:v>17.64</c:v>
                </c:pt>
                <c:pt idx="294" formatCode="General">
                  <c:v>17.7</c:v>
                </c:pt>
                <c:pt idx="295" formatCode="General">
                  <c:v>17.760000000000002</c:v>
                </c:pt>
                <c:pt idx="296" formatCode="General">
                  <c:v>17.82</c:v>
                </c:pt>
                <c:pt idx="297" formatCode="General">
                  <c:v>17.88</c:v>
                </c:pt>
                <c:pt idx="298" formatCode="General">
                  <c:v>17.940000000000001</c:v>
                </c:pt>
                <c:pt idx="299" formatCode="General">
                  <c:v>18</c:v>
                </c:pt>
                <c:pt idx="300" formatCode="General">
                  <c:v>18.059999999999999</c:v>
                </c:pt>
                <c:pt idx="301" formatCode="General">
                  <c:v>18.12</c:v>
                </c:pt>
                <c:pt idx="302" formatCode="General">
                  <c:v>18.18</c:v>
                </c:pt>
                <c:pt idx="303" formatCode="General">
                  <c:v>18.239999999999998</c:v>
                </c:pt>
                <c:pt idx="304" formatCode="General">
                  <c:v>18.3</c:v>
                </c:pt>
                <c:pt idx="305" formatCode="General">
                  <c:v>18.36</c:v>
                </c:pt>
                <c:pt idx="306" formatCode="General">
                  <c:v>18.420000000000002</c:v>
                </c:pt>
                <c:pt idx="307" formatCode="General">
                  <c:v>18.48</c:v>
                </c:pt>
                <c:pt idx="308" formatCode="General">
                  <c:v>18.54</c:v>
                </c:pt>
                <c:pt idx="309" formatCode="General">
                  <c:v>18.600000000000001</c:v>
                </c:pt>
                <c:pt idx="310" formatCode="General">
                  <c:v>18.66</c:v>
                </c:pt>
                <c:pt idx="311" formatCode="General">
                  <c:v>18.72</c:v>
                </c:pt>
                <c:pt idx="312" formatCode="General">
                  <c:v>18.78</c:v>
                </c:pt>
                <c:pt idx="313" formatCode="General">
                  <c:v>18.84</c:v>
                </c:pt>
                <c:pt idx="314" formatCode="General">
                  <c:v>18.899999999999999</c:v>
                </c:pt>
                <c:pt idx="315" formatCode="General">
                  <c:v>18.96</c:v>
                </c:pt>
                <c:pt idx="316" formatCode="General">
                  <c:v>19.02</c:v>
                </c:pt>
                <c:pt idx="317" formatCode="General">
                  <c:v>19.079999999999998</c:v>
                </c:pt>
                <c:pt idx="318" formatCode="General">
                  <c:v>19.14</c:v>
                </c:pt>
                <c:pt idx="319" formatCode="General">
                  <c:v>19.2</c:v>
                </c:pt>
                <c:pt idx="320" formatCode="General">
                  <c:v>19.260000000000002</c:v>
                </c:pt>
                <c:pt idx="321" formatCode="General">
                  <c:v>19.32</c:v>
                </c:pt>
                <c:pt idx="322" formatCode="General">
                  <c:v>19.38</c:v>
                </c:pt>
                <c:pt idx="323" formatCode="General">
                  <c:v>19.440000000000001</c:v>
                </c:pt>
                <c:pt idx="324" formatCode="General">
                  <c:v>19.5</c:v>
                </c:pt>
                <c:pt idx="325" formatCode="General">
                  <c:v>19.559999999999999</c:v>
                </c:pt>
                <c:pt idx="326" formatCode="General">
                  <c:v>19.62</c:v>
                </c:pt>
                <c:pt idx="327" formatCode="General">
                  <c:v>19.68</c:v>
                </c:pt>
                <c:pt idx="328" formatCode="General">
                  <c:v>19.739999999999998</c:v>
                </c:pt>
                <c:pt idx="329" formatCode="General">
                  <c:v>19.8</c:v>
                </c:pt>
                <c:pt idx="330" formatCode="General">
                  <c:v>19.86</c:v>
                </c:pt>
                <c:pt idx="331" formatCode="General">
                  <c:v>19.920000000000002</c:v>
                </c:pt>
                <c:pt idx="332" formatCode="General">
                  <c:v>19.98</c:v>
                </c:pt>
                <c:pt idx="333" formatCode="General">
                  <c:v>20.04</c:v>
                </c:pt>
                <c:pt idx="334" formatCode="General">
                  <c:v>20.100000000000001</c:v>
                </c:pt>
                <c:pt idx="335" formatCode="General">
                  <c:v>20.16</c:v>
                </c:pt>
                <c:pt idx="336" formatCode="General">
                  <c:v>20.22</c:v>
                </c:pt>
                <c:pt idx="337" formatCode="General">
                  <c:v>20.28</c:v>
                </c:pt>
                <c:pt idx="338" formatCode="General">
                  <c:v>20.34</c:v>
                </c:pt>
                <c:pt idx="339" formatCode="General">
                  <c:v>20.399999999999999</c:v>
                </c:pt>
                <c:pt idx="340" formatCode="General">
                  <c:v>20.46</c:v>
                </c:pt>
                <c:pt idx="341" formatCode="General">
                  <c:v>20.52</c:v>
                </c:pt>
                <c:pt idx="342" formatCode="General">
                  <c:v>20.58</c:v>
                </c:pt>
                <c:pt idx="343" formatCode="General">
                  <c:v>20.64</c:v>
                </c:pt>
                <c:pt idx="344" formatCode="General">
                  <c:v>20.7</c:v>
                </c:pt>
                <c:pt idx="345" formatCode="General">
                  <c:v>20.76</c:v>
                </c:pt>
                <c:pt idx="346" formatCode="General">
                  <c:v>20.82</c:v>
                </c:pt>
                <c:pt idx="347" formatCode="General">
                  <c:v>20.88</c:v>
                </c:pt>
                <c:pt idx="348" formatCode="General">
                  <c:v>20.94</c:v>
                </c:pt>
                <c:pt idx="349" formatCode="General">
                  <c:v>21</c:v>
                </c:pt>
                <c:pt idx="350" formatCode="General">
                  <c:v>21.06</c:v>
                </c:pt>
                <c:pt idx="351" formatCode="General">
                  <c:v>21.12</c:v>
                </c:pt>
                <c:pt idx="352" formatCode="General">
                  <c:v>21.18</c:v>
                </c:pt>
                <c:pt idx="353" formatCode="General">
                  <c:v>21.24</c:v>
                </c:pt>
                <c:pt idx="354" formatCode="General">
                  <c:v>21.3</c:v>
                </c:pt>
                <c:pt idx="355" formatCode="General">
                  <c:v>21.36</c:v>
                </c:pt>
                <c:pt idx="356" formatCode="General">
                  <c:v>21.42</c:v>
                </c:pt>
                <c:pt idx="357" formatCode="General">
                  <c:v>21.48</c:v>
                </c:pt>
                <c:pt idx="358" formatCode="General">
                  <c:v>21.54</c:v>
                </c:pt>
                <c:pt idx="359" formatCode="General">
                  <c:v>21.6</c:v>
                </c:pt>
                <c:pt idx="360" formatCode="General">
                  <c:v>21.66</c:v>
                </c:pt>
                <c:pt idx="361" formatCode="General">
                  <c:v>21.72</c:v>
                </c:pt>
                <c:pt idx="362" formatCode="General">
                  <c:v>21.78</c:v>
                </c:pt>
                <c:pt idx="363" formatCode="General">
                  <c:v>21.84</c:v>
                </c:pt>
                <c:pt idx="364" formatCode="General">
                  <c:v>21.9</c:v>
                </c:pt>
                <c:pt idx="365" formatCode="General">
                  <c:v>21.96</c:v>
                </c:pt>
                <c:pt idx="366" formatCode="General">
                  <c:v>22.02</c:v>
                </c:pt>
                <c:pt idx="367" formatCode="General">
                  <c:v>22.08</c:v>
                </c:pt>
                <c:pt idx="368" formatCode="General">
                  <c:v>22.14</c:v>
                </c:pt>
                <c:pt idx="369" formatCode="General">
                  <c:v>22.2</c:v>
                </c:pt>
                <c:pt idx="370" formatCode="General">
                  <c:v>22.26</c:v>
                </c:pt>
                <c:pt idx="371" formatCode="General">
                  <c:v>22.32</c:v>
                </c:pt>
                <c:pt idx="372" formatCode="General">
                  <c:v>22.38</c:v>
                </c:pt>
                <c:pt idx="373" formatCode="General">
                  <c:v>22.44</c:v>
                </c:pt>
                <c:pt idx="374" formatCode="General">
                  <c:v>22.5</c:v>
                </c:pt>
                <c:pt idx="375" formatCode="General">
                  <c:v>22.56</c:v>
                </c:pt>
                <c:pt idx="376" formatCode="General">
                  <c:v>22.62</c:v>
                </c:pt>
                <c:pt idx="377" formatCode="General">
                  <c:v>22.68</c:v>
                </c:pt>
                <c:pt idx="378" formatCode="General">
                  <c:v>22.74</c:v>
                </c:pt>
                <c:pt idx="379" formatCode="General">
                  <c:v>22.8</c:v>
                </c:pt>
                <c:pt idx="380" formatCode="General">
                  <c:v>22.86</c:v>
                </c:pt>
                <c:pt idx="381" formatCode="General">
                  <c:v>22.92</c:v>
                </c:pt>
                <c:pt idx="382" formatCode="General">
                  <c:v>22.98</c:v>
                </c:pt>
                <c:pt idx="383" formatCode="General">
                  <c:v>23.04</c:v>
                </c:pt>
                <c:pt idx="384" formatCode="General">
                  <c:v>23.1</c:v>
                </c:pt>
                <c:pt idx="385" formatCode="General">
                  <c:v>23.16</c:v>
                </c:pt>
                <c:pt idx="386" formatCode="General">
                  <c:v>23.22</c:v>
                </c:pt>
                <c:pt idx="387" formatCode="General">
                  <c:v>23.28</c:v>
                </c:pt>
                <c:pt idx="388" formatCode="General">
                  <c:v>23.34</c:v>
                </c:pt>
                <c:pt idx="389" formatCode="General">
                  <c:v>23.4</c:v>
                </c:pt>
                <c:pt idx="390" formatCode="General">
                  <c:v>23.46</c:v>
                </c:pt>
                <c:pt idx="391" formatCode="General">
                  <c:v>23.52</c:v>
                </c:pt>
                <c:pt idx="392" formatCode="General">
                  <c:v>23.58</c:v>
                </c:pt>
                <c:pt idx="393" formatCode="General">
                  <c:v>23.64</c:v>
                </c:pt>
                <c:pt idx="394" formatCode="General">
                  <c:v>23.7</c:v>
                </c:pt>
                <c:pt idx="395" formatCode="General">
                  <c:v>23.76</c:v>
                </c:pt>
                <c:pt idx="396" formatCode="General">
                  <c:v>23.82</c:v>
                </c:pt>
                <c:pt idx="397" formatCode="General">
                  <c:v>23.88</c:v>
                </c:pt>
                <c:pt idx="398" formatCode="General">
                  <c:v>23.94</c:v>
                </c:pt>
                <c:pt idx="399" formatCode="General">
                  <c:v>24</c:v>
                </c:pt>
                <c:pt idx="400" formatCode="General">
                  <c:v>24.06</c:v>
                </c:pt>
                <c:pt idx="401" formatCode="General">
                  <c:v>24.12</c:v>
                </c:pt>
                <c:pt idx="402" formatCode="General">
                  <c:v>24.18</c:v>
                </c:pt>
                <c:pt idx="403" formatCode="General">
                  <c:v>24.24</c:v>
                </c:pt>
                <c:pt idx="404" formatCode="General">
                  <c:v>24.3</c:v>
                </c:pt>
                <c:pt idx="405" formatCode="General">
                  <c:v>24.36</c:v>
                </c:pt>
                <c:pt idx="406" formatCode="General">
                  <c:v>24.42</c:v>
                </c:pt>
                <c:pt idx="407" formatCode="General">
                  <c:v>24.48</c:v>
                </c:pt>
                <c:pt idx="408" formatCode="General">
                  <c:v>24.54</c:v>
                </c:pt>
                <c:pt idx="409" formatCode="General">
                  <c:v>24.6</c:v>
                </c:pt>
                <c:pt idx="410" formatCode="General">
                  <c:v>24.66</c:v>
                </c:pt>
                <c:pt idx="411" formatCode="General">
                  <c:v>24.72</c:v>
                </c:pt>
                <c:pt idx="412" formatCode="General">
                  <c:v>24.78</c:v>
                </c:pt>
                <c:pt idx="413" formatCode="General">
                  <c:v>24.84</c:v>
                </c:pt>
                <c:pt idx="414" formatCode="General">
                  <c:v>24.9</c:v>
                </c:pt>
                <c:pt idx="415" formatCode="General">
                  <c:v>24.96</c:v>
                </c:pt>
                <c:pt idx="416" formatCode="General">
                  <c:v>25.02</c:v>
                </c:pt>
                <c:pt idx="417" formatCode="General">
                  <c:v>25.08</c:v>
                </c:pt>
                <c:pt idx="418" formatCode="General">
                  <c:v>25.14</c:v>
                </c:pt>
                <c:pt idx="419" formatCode="General">
                  <c:v>25.2</c:v>
                </c:pt>
                <c:pt idx="420" formatCode="General">
                  <c:v>25.26</c:v>
                </c:pt>
                <c:pt idx="421" formatCode="General">
                  <c:v>25.32</c:v>
                </c:pt>
                <c:pt idx="422" formatCode="General">
                  <c:v>25.38</c:v>
                </c:pt>
                <c:pt idx="423" formatCode="General">
                  <c:v>25.44</c:v>
                </c:pt>
                <c:pt idx="424" formatCode="General">
                  <c:v>25.5</c:v>
                </c:pt>
                <c:pt idx="425" formatCode="General">
                  <c:v>25.56</c:v>
                </c:pt>
                <c:pt idx="426" formatCode="General">
                  <c:v>25.62</c:v>
                </c:pt>
                <c:pt idx="427" formatCode="General">
                  <c:v>25.68</c:v>
                </c:pt>
                <c:pt idx="428" formatCode="General">
                  <c:v>25.74</c:v>
                </c:pt>
                <c:pt idx="429" formatCode="General">
                  <c:v>25.8</c:v>
                </c:pt>
                <c:pt idx="430" formatCode="General">
                  <c:v>25.86</c:v>
                </c:pt>
                <c:pt idx="431" formatCode="General">
                  <c:v>25.92</c:v>
                </c:pt>
                <c:pt idx="432" formatCode="General">
                  <c:v>25.98</c:v>
                </c:pt>
                <c:pt idx="433" formatCode="General">
                  <c:v>26.04</c:v>
                </c:pt>
                <c:pt idx="434" formatCode="General">
                  <c:v>26.1</c:v>
                </c:pt>
                <c:pt idx="435" formatCode="General">
                  <c:v>26.16</c:v>
                </c:pt>
                <c:pt idx="436" formatCode="General">
                  <c:v>26.22</c:v>
                </c:pt>
                <c:pt idx="437" formatCode="General">
                  <c:v>26.28</c:v>
                </c:pt>
                <c:pt idx="438" formatCode="General">
                  <c:v>26.34</c:v>
                </c:pt>
                <c:pt idx="439" formatCode="General">
                  <c:v>26.4</c:v>
                </c:pt>
                <c:pt idx="440" formatCode="General">
                  <c:v>26.46</c:v>
                </c:pt>
                <c:pt idx="441" formatCode="General">
                  <c:v>26.52</c:v>
                </c:pt>
                <c:pt idx="442" formatCode="General">
                  <c:v>26.58</c:v>
                </c:pt>
                <c:pt idx="443" formatCode="General">
                  <c:v>26.64</c:v>
                </c:pt>
                <c:pt idx="444" formatCode="General">
                  <c:v>26.7</c:v>
                </c:pt>
                <c:pt idx="445" formatCode="General">
                  <c:v>26.76</c:v>
                </c:pt>
                <c:pt idx="446" formatCode="General">
                  <c:v>26.82</c:v>
                </c:pt>
                <c:pt idx="447" formatCode="General">
                  <c:v>26.88</c:v>
                </c:pt>
                <c:pt idx="448" formatCode="General">
                  <c:v>26.94</c:v>
                </c:pt>
                <c:pt idx="449" formatCode="General">
                  <c:v>27</c:v>
                </c:pt>
                <c:pt idx="450" formatCode="General">
                  <c:v>27.06</c:v>
                </c:pt>
                <c:pt idx="451" formatCode="General">
                  <c:v>27.12</c:v>
                </c:pt>
                <c:pt idx="452" formatCode="General">
                  <c:v>27.18</c:v>
                </c:pt>
                <c:pt idx="453" formatCode="General">
                  <c:v>27.24</c:v>
                </c:pt>
                <c:pt idx="454" formatCode="General">
                  <c:v>27.3</c:v>
                </c:pt>
                <c:pt idx="455" formatCode="General">
                  <c:v>27.36</c:v>
                </c:pt>
                <c:pt idx="456" formatCode="General">
                  <c:v>27.42</c:v>
                </c:pt>
                <c:pt idx="457" formatCode="General">
                  <c:v>27.48</c:v>
                </c:pt>
                <c:pt idx="458" formatCode="General">
                  <c:v>27.54</c:v>
                </c:pt>
                <c:pt idx="459" formatCode="General">
                  <c:v>27.6</c:v>
                </c:pt>
                <c:pt idx="460" formatCode="General">
                  <c:v>27.66</c:v>
                </c:pt>
                <c:pt idx="461" formatCode="General">
                  <c:v>27.72</c:v>
                </c:pt>
                <c:pt idx="462" formatCode="General">
                  <c:v>27.78</c:v>
                </c:pt>
                <c:pt idx="463" formatCode="General">
                  <c:v>27.84</c:v>
                </c:pt>
                <c:pt idx="464" formatCode="General">
                  <c:v>27.9</c:v>
                </c:pt>
                <c:pt idx="465" formatCode="General">
                  <c:v>27.96</c:v>
                </c:pt>
                <c:pt idx="466" formatCode="General">
                  <c:v>28.02</c:v>
                </c:pt>
                <c:pt idx="467" formatCode="General">
                  <c:v>28.08</c:v>
                </c:pt>
                <c:pt idx="468" formatCode="General">
                  <c:v>28.14</c:v>
                </c:pt>
                <c:pt idx="469" formatCode="General">
                  <c:v>28.2</c:v>
                </c:pt>
                <c:pt idx="470" formatCode="General">
                  <c:v>28.26</c:v>
                </c:pt>
                <c:pt idx="471" formatCode="General">
                  <c:v>28.32</c:v>
                </c:pt>
                <c:pt idx="472" formatCode="General">
                  <c:v>28.38</c:v>
                </c:pt>
                <c:pt idx="473" formatCode="General">
                  <c:v>28.44</c:v>
                </c:pt>
                <c:pt idx="474" formatCode="General">
                  <c:v>28.5</c:v>
                </c:pt>
                <c:pt idx="475" formatCode="General">
                  <c:v>28.56</c:v>
                </c:pt>
                <c:pt idx="476" formatCode="General">
                  <c:v>28.62</c:v>
                </c:pt>
                <c:pt idx="477" formatCode="General">
                  <c:v>28.68</c:v>
                </c:pt>
                <c:pt idx="478" formatCode="General">
                  <c:v>28.74</c:v>
                </c:pt>
                <c:pt idx="479" formatCode="General">
                  <c:v>28.8</c:v>
                </c:pt>
                <c:pt idx="480" formatCode="General">
                  <c:v>28.86</c:v>
                </c:pt>
                <c:pt idx="481" formatCode="General">
                  <c:v>28.92</c:v>
                </c:pt>
                <c:pt idx="482" formatCode="General">
                  <c:v>28.98</c:v>
                </c:pt>
                <c:pt idx="483" formatCode="General">
                  <c:v>29.04</c:v>
                </c:pt>
                <c:pt idx="484" formatCode="General">
                  <c:v>29.1</c:v>
                </c:pt>
                <c:pt idx="485" formatCode="General">
                  <c:v>29.16</c:v>
                </c:pt>
                <c:pt idx="486" formatCode="General">
                  <c:v>29.22</c:v>
                </c:pt>
                <c:pt idx="487" formatCode="General">
                  <c:v>29.28</c:v>
                </c:pt>
                <c:pt idx="488" formatCode="General">
                  <c:v>29.34</c:v>
                </c:pt>
                <c:pt idx="489" formatCode="General">
                  <c:v>29.4</c:v>
                </c:pt>
                <c:pt idx="490" formatCode="General">
                  <c:v>29.46</c:v>
                </c:pt>
                <c:pt idx="491" formatCode="General">
                  <c:v>29.52</c:v>
                </c:pt>
                <c:pt idx="492" formatCode="General">
                  <c:v>29.58</c:v>
                </c:pt>
                <c:pt idx="493" formatCode="General">
                  <c:v>29.64</c:v>
                </c:pt>
                <c:pt idx="494" formatCode="General">
                  <c:v>29.7</c:v>
                </c:pt>
                <c:pt idx="495" formatCode="General">
                  <c:v>29.76</c:v>
                </c:pt>
                <c:pt idx="496" formatCode="General">
                  <c:v>29.82</c:v>
                </c:pt>
                <c:pt idx="497" formatCode="General">
                  <c:v>29.88</c:v>
                </c:pt>
                <c:pt idx="498" formatCode="General">
                  <c:v>29.94</c:v>
                </c:pt>
                <c:pt idx="499" formatCode="General">
                  <c:v>30</c:v>
                </c:pt>
                <c:pt idx="500" formatCode="General">
                  <c:v>30.06</c:v>
                </c:pt>
                <c:pt idx="501" formatCode="General">
                  <c:v>30.12</c:v>
                </c:pt>
                <c:pt idx="502" formatCode="General">
                  <c:v>30.18</c:v>
                </c:pt>
                <c:pt idx="503" formatCode="General">
                  <c:v>30.24</c:v>
                </c:pt>
                <c:pt idx="504" formatCode="General">
                  <c:v>30.3</c:v>
                </c:pt>
                <c:pt idx="505" formatCode="General">
                  <c:v>30.36</c:v>
                </c:pt>
                <c:pt idx="506" formatCode="General">
                  <c:v>30.42</c:v>
                </c:pt>
                <c:pt idx="507" formatCode="General">
                  <c:v>30.48</c:v>
                </c:pt>
                <c:pt idx="508" formatCode="General">
                  <c:v>30.54</c:v>
                </c:pt>
                <c:pt idx="509" formatCode="General">
                  <c:v>30.6</c:v>
                </c:pt>
                <c:pt idx="510" formatCode="General">
                  <c:v>30.66</c:v>
                </c:pt>
                <c:pt idx="511" formatCode="General">
                  <c:v>30.72</c:v>
                </c:pt>
                <c:pt idx="512" formatCode="General">
                  <c:v>30.78</c:v>
                </c:pt>
                <c:pt idx="513" formatCode="General">
                  <c:v>30.84</c:v>
                </c:pt>
                <c:pt idx="514" formatCode="General">
                  <c:v>30.9</c:v>
                </c:pt>
                <c:pt idx="515" formatCode="General">
                  <c:v>30.96</c:v>
                </c:pt>
                <c:pt idx="516" formatCode="General">
                  <c:v>31.02</c:v>
                </c:pt>
              </c:numCache>
            </c:numRef>
          </c:xVal>
          <c:yVal>
            <c:numRef>
              <c:f>Sheet1!$I$2:$I$1550</c:f>
              <c:numCache>
                <c:formatCode>0.00E+00</c:formatCode>
                <c:ptCount val="517"/>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4.3855829999999998E-2</c:v>
                </c:pt>
                <c:pt idx="39">
                  <c:v>0.72263630000000001</c:v>
                </c:pt>
                <c:pt idx="40">
                  <c:v>3.5713590000000002</c:v>
                </c:pt>
                <c:pt idx="41">
                  <c:v>6.2646430000000004</c:v>
                </c:pt>
                <c:pt idx="42">
                  <c:v>6.0548310000000001</c:v>
                </c:pt>
                <c:pt idx="43">
                  <c:v>4.2667169999999999</c:v>
                </c:pt>
                <c:pt idx="44">
                  <c:v>2.9976349999999998</c:v>
                </c:pt>
                <c:pt idx="45">
                  <c:v>1.686558</c:v>
                </c:pt>
                <c:pt idx="46">
                  <c:v>1.318616</c:v>
                </c:pt>
                <c:pt idx="47">
                  <c:v>0.94577310000000003</c:v>
                </c:pt>
                <c:pt idx="48">
                  <c:v>0.72697829999999997</c:v>
                </c:pt>
                <c:pt idx="49">
                  <c:v>0.5959082</c:v>
                </c:pt>
                <c:pt idx="50">
                  <c:v>0.57276910000000003</c:v>
                </c:pt>
                <c:pt idx="51">
                  <c:v>0.49750139999999998</c:v>
                </c:pt>
                <c:pt idx="52">
                  <c:v>0.52244230000000003</c:v>
                </c:pt>
                <c:pt idx="53">
                  <c:v>0.56046240000000003</c:v>
                </c:pt>
                <c:pt idx="54">
                  <c:v>0.48881370000000002</c:v>
                </c:pt>
                <c:pt idx="55">
                  <c:v>0.56368770000000001</c:v>
                </c:pt>
                <c:pt idx="56">
                  <c:v>0.59198989999999996</c:v>
                </c:pt>
                <c:pt idx="57">
                  <c:v>0.38667679999999999</c:v>
                </c:pt>
                <c:pt idx="58">
                  <c:v>0.44075140000000002</c:v>
                </c:pt>
                <c:pt idx="59">
                  <c:v>0.4725066</c:v>
                </c:pt>
                <c:pt idx="60">
                  <c:v>0.37945770000000001</c:v>
                </c:pt>
                <c:pt idx="61">
                  <c:v>0.34417809999999999</c:v>
                </c:pt>
                <c:pt idx="62">
                  <c:v>0.39216319999999999</c:v>
                </c:pt>
                <c:pt idx="63">
                  <c:v>0.35286099999999998</c:v>
                </c:pt>
                <c:pt idx="64">
                  <c:v>0.47892240000000003</c:v>
                </c:pt>
                <c:pt idx="65">
                  <c:v>0.48493829999999999</c:v>
                </c:pt>
                <c:pt idx="66">
                  <c:v>0.4854309</c:v>
                </c:pt>
                <c:pt idx="67">
                  <c:v>0.65880050000000001</c:v>
                </c:pt>
                <c:pt idx="68">
                  <c:v>0.7332514</c:v>
                </c:pt>
                <c:pt idx="69">
                  <c:v>0.87127810000000006</c:v>
                </c:pt>
                <c:pt idx="70">
                  <c:v>0.93953889999999995</c:v>
                </c:pt>
                <c:pt idx="71">
                  <c:v>1.136666</c:v>
                </c:pt>
                <c:pt idx="72">
                  <c:v>1.2538659999999999</c:v>
                </c:pt>
                <c:pt idx="73">
                  <c:v>1.2364489999999999</c:v>
                </c:pt>
                <c:pt idx="74">
                  <c:v>1.2728759999999999</c:v>
                </c:pt>
                <c:pt idx="75">
                  <c:v>1.2607729999999999</c:v>
                </c:pt>
                <c:pt idx="76">
                  <c:v>1.2901199999999999</c:v>
                </c:pt>
                <c:pt idx="77">
                  <c:v>1.306592</c:v>
                </c:pt>
                <c:pt idx="78">
                  <c:v>1.2986629999999999</c:v>
                </c:pt>
                <c:pt idx="79">
                  <c:v>1.2802979999999999</c:v>
                </c:pt>
                <c:pt idx="80">
                  <c:v>1.325135</c:v>
                </c:pt>
                <c:pt idx="81">
                  <c:v>1.364112</c:v>
                </c:pt>
                <c:pt idx="82">
                  <c:v>1.4928269999999999</c:v>
                </c:pt>
                <c:pt idx="83">
                  <c:v>1.5252490000000001</c:v>
                </c:pt>
                <c:pt idx="84">
                  <c:v>1.5295810000000001</c:v>
                </c:pt>
                <c:pt idx="85">
                  <c:v>1.5242819999999999</c:v>
                </c:pt>
                <c:pt idx="86">
                  <c:v>1.5526040000000001</c:v>
                </c:pt>
                <c:pt idx="87">
                  <c:v>1.43712</c:v>
                </c:pt>
                <c:pt idx="88">
                  <c:v>1.341845</c:v>
                </c:pt>
                <c:pt idx="89">
                  <c:v>1.312192</c:v>
                </c:pt>
                <c:pt idx="90">
                  <c:v>1.1358269999999999</c:v>
                </c:pt>
                <c:pt idx="91">
                  <c:v>0.99699009999999999</c:v>
                </c:pt>
                <c:pt idx="92">
                  <c:v>0.81241140000000001</c:v>
                </c:pt>
                <c:pt idx="93">
                  <c:v>0.70965670000000003</c:v>
                </c:pt>
                <c:pt idx="94">
                  <c:v>0.55682180000000003</c:v>
                </c:pt>
                <c:pt idx="95">
                  <c:v>0.53563090000000002</c:v>
                </c:pt>
                <c:pt idx="96">
                  <c:v>0.46319919999999998</c:v>
                </c:pt>
                <c:pt idx="97">
                  <c:v>0.41443469999999999</c:v>
                </c:pt>
                <c:pt idx="98">
                  <c:v>0.44580769999999997</c:v>
                </c:pt>
                <c:pt idx="99">
                  <c:v>0.47918440000000001</c:v>
                </c:pt>
                <c:pt idx="100">
                  <c:v>0.48500110000000002</c:v>
                </c:pt>
                <c:pt idx="101">
                  <c:v>0.52896920000000003</c:v>
                </c:pt>
                <c:pt idx="102">
                  <c:v>0.53446760000000004</c:v>
                </c:pt>
                <c:pt idx="103">
                  <c:v>0.66403590000000001</c:v>
                </c:pt>
                <c:pt idx="104">
                  <c:v>0.66657440000000001</c:v>
                </c:pt>
                <c:pt idx="105">
                  <c:v>0.76685950000000003</c:v>
                </c:pt>
                <c:pt idx="106">
                  <c:v>0.86329670000000003</c:v>
                </c:pt>
                <c:pt idx="107">
                  <c:v>0.98083010000000004</c:v>
                </c:pt>
                <c:pt idx="108">
                  <c:v>1.091118</c:v>
                </c:pt>
                <c:pt idx="109">
                  <c:v>1.250543</c:v>
                </c:pt>
                <c:pt idx="110">
                  <c:v>1.3733930000000001</c:v>
                </c:pt>
                <c:pt idx="111">
                  <c:v>1.3764540000000001</c:v>
                </c:pt>
                <c:pt idx="112">
                  <c:v>1.430563</c:v>
                </c:pt>
                <c:pt idx="113">
                  <c:v>1.468882</c:v>
                </c:pt>
                <c:pt idx="114">
                  <c:v>1.4308369999999999</c:v>
                </c:pt>
                <c:pt idx="115">
                  <c:v>1.427756</c:v>
                </c:pt>
                <c:pt idx="116">
                  <c:v>1.352287</c:v>
                </c:pt>
                <c:pt idx="117">
                  <c:v>1.240035</c:v>
                </c:pt>
                <c:pt idx="118">
                  <c:v>1.1274230000000001</c:v>
                </c:pt>
                <c:pt idx="119">
                  <c:v>1.1187480000000001</c:v>
                </c:pt>
                <c:pt idx="120">
                  <c:v>1.013765</c:v>
                </c:pt>
                <c:pt idx="121">
                  <c:v>1.0226109999999999</c:v>
                </c:pt>
                <c:pt idx="122">
                  <c:v>0.9979671</c:v>
                </c:pt>
                <c:pt idx="123">
                  <c:v>0.95590509999999995</c:v>
                </c:pt>
                <c:pt idx="124">
                  <c:v>1.0659050000000001</c:v>
                </c:pt>
                <c:pt idx="125">
                  <c:v>1.014038</c:v>
                </c:pt>
                <c:pt idx="126">
                  <c:v>1.0236369999999999</c:v>
                </c:pt>
                <c:pt idx="127">
                  <c:v>1.003633</c:v>
                </c:pt>
                <c:pt idx="128">
                  <c:v>1.035569</c:v>
                </c:pt>
                <c:pt idx="129">
                  <c:v>1.0137780000000001</c:v>
                </c:pt>
                <c:pt idx="130">
                  <c:v>0.99965519999999997</c:v>
                </c:pt>
                <c:pt idx="131">
                  <c:v>0.93479570000000001</c:v>
                </c:pt>
                <c:pt idx="132">
                  <c:v>0.92707680000000003</c:v>
                </c:pt>
                <c:pt idx="133">
                  <c:v>0.94053549999999997</c:v>
                </c:pt>
                <c:pt idx="134">
                  <c:v>0.87723989999999996</c:v>
                </c:pt>
                <c:pt idx="135">
                  <c:v>0.82591619999999999</c:v>
                </c:pt>
                <c:pt idx="136">
                  <c:v>0.78132330000000005</c:v>
                </c:pt>
                <c:pt idx="137">
                  <c:v>0.72683920000000002</c:v>
                </c:pt>
                <c:pt idx="138">
                  <c:v>0.73943619999999999</c:v>
                </c:pt>
                <c:pt idx="139">
                  <c:v>0.71813289999999996</c:v>
                </c:pt>
                <c:pt idx="140">
                  <c:v>0.65877070000000004</c:v>
                </c:pt>
                <c:pt idx="141">
                  <c:v>0.67599120000000001</c:v>
                </c:pt>
                <c:pt idx="142">
                  <c:v>0.76606600000000002</c:v>
                </c:pt>
                <c:pt idx="143">
                  <c:v>0.71364190000000005</c:v>
                </c:pt>
                <c:pt idx="144">
                  <c:v>0.81593819999999995</c:v>
                </c:pt>
                <c:pt idx="145">
                  <c:v>0.89920540000000004</c:v>
                </c:pt>
                <c:pt idx="146">
                  <c:v>0.9667618</c:v>
                </c:pt>
                <c:pt idx="147">
                  <c:v>0.99840859999999998</c:v>
                </c:pt>
                <c:pt idx="148">
                  <c:v>1.093723</c:v>
                </c:pt>
                <c:pt idx="149">
                  <c:v>1.2111229999999999</c:v>
                </c:pt>
                <c:pt idx="150">
                  <c:v>1.2955829999999999</c:v>
                </c:pt>
                <c:pt idx="151">
                  <c:v>1.305059</c:v>
                </c:pt>
                <c:pt idx="152">
                  <c:v>1.308003</c:v>
                </c:pt>
                <c:pt idx="153">
                  <c:v>1.3431070000000001</c:v>
                </c:pt>
                <c:pt idx="154">
                  <c:v>1.349434</c:v>
                </c:pt>
                <c:pt idx="155">
                  <c:v>1.3436110000000001</c:v>
                </c:pt>
                <c:pt idx="156">
                  <c:v>1.3058000000000001</c:v>
                </c:pt>
                <c:pt idx="157">
                  <c:v>1.169967</c:v>
                </c:pt>
                <c:pt idx="158">
                  <c:v>1.1284700000000001</c:v>
                </c:pt>
                <c:pt idx="159">
                  <c:v>1.0714129999999999</c:v>
                </c:pt>
                <c:pt idx="160">
                  <c:v>1.0422750000000001</c:v>
                </c:pt>
                <c:pt idx="161">
                  <c:v>0.97776260000000004</c:v>
                </c:pt>
                <c:pt idx="162">
                  <c:v>0.94027640000000001</c:v>
                </c:pt>
                <c:pt idx="163">
                  <c:v>0.94207249999999998</c:v>
                </c:pt>
                <c:pt idx="164">
                  <c:v>0.95723250000000004</c:v>
                </c:pt>
                <c:pt idx="165">
                  <c:v>0.94613780000000003</c:v>
                </c:pt>
                <c:pt idx="166">
                  <c:v>0.93005700000000002</c:v>
                </c:pt>
                <c:pt idx="167">
                  <c:v>0.92532060000000005</c:v>
                </c:pt>
                <c:pt idx="168">
                  <c:v>0.90700630000000004</c:v>
                </c:pt>
                <c:pt idx="169">
                  <c:v>0.96484479999999995</c:v>
                </c:pt>
                <c:pt idx="170">
                  <c:v>0.86614250000000004</c:v>
                </c:pt>
                <c:pt idx="171">
                  <c:v>0.85910679999999995</c:v>
                </c:pt>
                <c:pt idx="172">
                  <c:v>0.85589029999999999</c:v>
                </c:pt>
                <c:pt idx="173">
                  <c:v>0.8324935</c:v>
                </c:pt>
                <c:pt idx="174">
                  <c:v>0.78815489999999999</c:v>
                </c:pt>
                <c:pt idx="175">
                  <c:v>0.80578450000000001</c:v>
                </c:pt>
                <c:pt idx="176">
                  <c:v>0.77079900000000001</c:v>
                </c:pt>
                <c:pt idx="177">
                  <c:v>0.83058900000000002</c:v>
                </c:pt>
                <c:pt idx="178">
                  <c:v>0.82792750000000004</c:v>
                </c:pt>
                <c:pt idx="179">
                  <c:v>0.86851049999999996</c:v>
                </c:pt>
                <c:pt idx="180">
                  <c:v>0.91799030000000004</c:v>
                </c:pt>
                <c:pt idx="181">
                  <c:v>0.90155289999999999</c:v>
                </c:pt>
                <c:pt idx="182">
                  <c:v>0.98933199999999999</c:v>
                </c:pt>
                <c:pt idx="183">
                  <c:v>1.0275380000000001</c:v>
                </c:pt>
                <c:pt idx="184">
                  <c:v>1.036276</c:v>
                </c:pt>
                <c:pt idx="185">
                  <c:v>1.0894360000000001</c:v>
                </c:pt>
                <c:pt idx="186">
                  <c:v>1.103251</c:v>
                </c:pt>
                <c:pt idx="187">
                  <c:v>1.1135649999999999</c:v>
                </c:pt>
                <c:pt idx="188">
                  <c:v>1.1771339999999999</c:v>
                </c:pt>
                <c:pt idx="189">
                  <c:v>1.184795</c:v>
                </c:pt>
                <c:pt idx="190">
                  <c:v>1.205945</c:v>
                </c:pt>
                <c:pt idx="191">
                  <c:v>1.157224</c:v>
                </c:pt>
                <c:pt idx="192">
                  <c:v>1.2022729999999999</c:v>
                </c:pt>
                <c:pt idx="193">
                  <c:v>1.2011350000000001</c:v>
                </c:pt>
                <c:pt idx="194">
                  <c:v>1.2327060000000001</c:v>
                </c:pt>
                <c:pt idx="195">
                  <c:v>1.1538839999999999</c:v>
                </c:pt>
                <c:pt idx="196">
                  <c:v>1.170561</c:v>
                </c:pt>
                <c:pt idx="197">
                  <c:v>1.161036</c:v>
                </c:pt>
                <c:pt idx="198">
                  <c:v>1.089316</c:v>
                </c:pt>
                <c:pt idx="199">
                  <c:v>1.0200800000000001</c:v>
                </c:pt>
                <c:pt idx="200">
                  <c:v>0.99179249999999997</c:v>
                </c:pt>
                <c:pt idx="201">
                  <c:v>0.93322419999999995</c:v>
                </c:pt>
                <c:pt idx="202">
                  <c:v>0.9140701</c:v>
                </c:pt>
                <c:pt idx="203">
                  <c:v>0.83780679999999996</c:v>
                </c:pt>
                <c:pt idx="204">
                  <c:v>0.83494420000000003</c:v>
                </c:pt>
                <c:pt idx="205">
                  <c:v>0.82423769999999996</c:v>
                </c:pt>
                <c:pt idx="206">
                  <c:v>0.80980649999999998</c:v>
                </c:pt>
                <c:pt idx="207">
                  <c:v>0.81257489999999999</c:v>
                </c:pt>
                <c:pt idx="208">
                  <c:v>0.81474429999999998</c:v>
                </c:pt>
                <c:pt idx="209">
                  <c:v>0.84255080000000004</c:v>
                </c:pt>
                <c:pt idx="210">
                  <c:v>0.86380129999999999</c:v>
                </c:pt>
                <c:pt idx="211">
                  <c:v>0.86037160000000001</c:v>
                </c:pt>
                <c:pt idx="212">
                  <c:v>0.91676239999999998</c:v>
                </c:pt>
                <c:pt idx="213">
                  <c:v>0.90602950000000004</c:v>
                </c:pt>
                <c:pt idx="214">
                  <c:v>0.93874979999999997</c:v>
                </c:pt>
                <c:pt idx="215">
                  <c:v>0.97320989999999996</c:v>
                </c:pt>
                <c:pt idx="216">
                  <c:v>0.99188540000000003</c:v>
                </c:pt>
                <c:pt idx="217">
                  <c:v>1.0185999999999999</c:v>
                </c:pt>
                <c:pt idx="218">
                  <c:v>1.029023</c:v>
                </c:pt>
                <c:pt idx="219">
                  <c:v>1.0309459999999999</c:v>
                </c:pt>
                <c:pt idx="220">
                  <c:v>1.0453110000000001</c:v>
                </c:pt>
                <c:pt idx="221">
                  <c:v>1.0557669999999999</c:v>
                </c:pt>
                <c:pt idx="222">
                  <c:v>1.0550390000000001</c:v>
                </c:pt>
                <c:pt idx="223">
                  <c:v>1.0943879999999999</c:v>
                </c:pt>
                <c:pt idx="224">
                  <c:v>1.07985</c:v>
                </c:pt>
                <c:pt idx="225">
                  <c:v>1.0740160000000001</c:v>
                </c:pt>
                <c:pt idx="226">
                  <c:v>1.0641419999999999</c:v>
                </c:pt>
                <c:pt idx="227">
                  <c:v>1.064025</c:v>
                </c:pt>
                <c:pt idx="228">
                  <c:v>1.069169</c:v>
                </c:pt>
                <c:pt idx="229">
                  <c:v>1.0743940000000001</c:v>
                </c:pt>
                <c:pt idx="230">
                  <c:v>1.1084499999999999</c:v>
                </c:pt>
                <c:pt idx="231">
                  <c:v>1.096023</c:v>
                </c:pt>
                <c:pt idx="232">
                  <c:v>1.0927789999999999</c:v>
                </c:pt>
                <c:pt idx="233">
                  <c:v>1.1173679999999999</c:v>
                </c:pt>
                <c:pt idx="234">
                  <c:v>1.0903640000000001</c:v>
                </c:pt>
                <c:pt idx="235">
                  <c:v>1.0785480000000001</c:v>
                </c:pt>
                <c:pt idx="236">
                  <c:v>1.100344</c:v>
                </c:pt>
                <c:pt idx="237">
                  <c:v>1.0656000000000001</c:v>
                </c:pt>
                <c:pt idx="238">
                  <c:v>1.0512520000000001</c:v>
                </c:pt>
                <c:pt idx="239">
                  <c:v>1.0259100000000001</c:v>
                </c:pt>
                <c:pt idx="240">
                  <c:v>0.98659459999999999</c:v>
                </c:pt>
                <c:pt idx="241">
                  <c:v>0.95206939999999995</c:v>
                </c:pt>
                <c:pt idx="242">
                  <c:v>0.90809890000000004</c:v>
                </c:pt>
                <c:pt idx="243">
                  <c:v>0.87116499999999997</c:v>
                </c:pt>
                <c:pt idx="244">
                  <c:v>0.82628239999999997</c:v>
                </c:pt>
                <c:pt idx="245">
                  <c:v>0.81976210000000005</c:v>
                </c:pt>
                <c:pt idx="246">
                  <c:v>0.82771660000000002</c:v>
                </c:pt>
                <c:pt idx="247">
                  <c:v>0.81617419999999996</c:v>
                </c:pt>
                <c:pt idx="248">
                  <c:v>0.81680450000000004</c:v>
                </c:pt>
                <c:pt idx="249">
                  <c:v>0.80565799999999999</c:v>
                </c:pt>
                <c:pt idx="250">
                  <c:v>0.83260489999999998</c:v>
                </c:pt>
                <c:pt idx="251">
                  <c:v>0.86400160000000004</c:v>
                </c:pt>
                <c:pt idx="252">
                  <c:v>0.90060879999999999</c:v>
                </c:pt>
                <c:pt idx="253">
                  <c:v>0.93971579999999999</c:v>
                </c:pt>
                <c:pt idx="254">
                  <c:v>0.99562300000000004</c:v>
                </c:pt>
                <c:pt idx="255">
                  <c:v>0.99040459999999997</c:v>
                </c:pt>
                <c:pt idx="256">
                  <c:v>1.0419639999999999</c:v>
                </c:pt>
                <c:pt idx="257">
                  <c:v>1.082174</c:v>
                </c:pt>
                <c:pt idx="258">
                  <c:v>1.1124510000000001</c:v>
                </c:pt>
                <c:pt idx="259">
                  <c:v>1.140422</c:v>
                </c:pt>
                <c:pt idx="260">
                  <c:v>1.139534</c:v>
                </c:pt>
                <c:pt idx="261">
                  <c:v>1.170858</c:v>
                </c:pt>
                <c:pt idx="262">
                  <c:v>1.1505590000000001</c:v>
                </c:pt>
                <c:pt idx="263">
                  <c:v>1.1707320000000001</c:v>
                </c:pt>
                <c:pt idx="264">
                  <c:v>1.137532</c:v>
                </c:pt>
                <c:pt idx="265">
                  <c:v>1.107939</c:v>
                </c:pt>
                <c:pt idx="266">
                  <c:v>1.1072979999999999</c:v>
                </c:pt>
                <c:pt idx="267">
                  <c:v>1.086511</c:v>
                </c:pt>
                <c:pt idx="268">
                  <c:v>1.0480259999999999</c:v>
                </c:pt>
                <c:pt idx="269">
                  <c:v>1.0393619999999999</c:v>
                </c:pt>
                <c:pt idx="270">
                  <c:v>1.012934</c:v>
                </c:pt>
                <c:pt idx="271">
                  <c:v>0.98881859999999999</c:v>
                </c:pt>
                <c:pt idx="272">
                  <c:v>0.97069780000000006</c:v>
                </c:pt>
                <c:pt idx="273">
                  <c:v>0.97843440000000004</c:v>
                </c:pt>
                <c:pt idx="274">
                  <c:v>0.98029949999999999</c:v>
                </c:pt>
                <c:pt idx="275">
                  <c:v>0.9682463</c:v>
                </c:pt>
                <c:pt idx="276">
                  <c:v>0.97604780000000002</c:v>
                </c:pt>
                <c:pt idx="277">
                  <c:v>0.97421749999999996</c:v>
                </c:pt>
                <c:pt idx="278">
                  <c:v>0.97595909999999997</c:v>
                </c:pt>
                <c:pt idx="279">
                  <c:v>0.9478704</c:v>
                </c:pt>
                <c:pt idx="280">
                  <c:v>0.95718769999999997</c:v>
                </c:pt>
                <c:pt idx="281">
                  <c:v>0.93265560000000003</c:v>
                </c:pt>
                <c:pt idx="282">
                  <c:v>0.92107850000000002</c:v>
                </c:pt>
                <c:pt idx="283">
                  <c:v>0.92576890000000001</c:v>
                </c:pt>
                <c:pt idx="284">
                  <c:v>0.89245529999999995</c:v>
                </c:pt>
                <c:pt idx="285">
                  <c:v>0.90022539999999995</c:v>
                </c:pt>
                <c:pt idx="286">
                  <c:v>0.86669739999999995</c:v>
                </c:pt>
                <c:pt idx="287">
                  <c:v>0.88387850000000001</c:v>
                </c:pt>
                <c:pt idx="288">
                  <c:v>0.86645729999999999</c:v>
                </c:pt>
                <c:pt idx="289">
                  <c:v>0.89222020000000002</c:v>
                </c:pt>
                <c:pt idx="290">
                  <c:v>0.91747780000000001</c:v>
                </c:pt>
                <c:pt idx="291">
                  <c:v>0.97183839999999999</c:v>
                </c:pt>
                <c:pt idx="292">
                  <c:v>0.99034040000000001</c:v>
                </c:pt>
                <c:pt idx="293">
                  <c:v>1.011784</c:v>
                </c:pt>
                <c:pt idx="294">
                  <c:v>1.073286</c:v>
                </c:pt>
                <c:pt idx="295">
                  <c:v>1.0792440000000001</c:v>
                </c:pt>
                <c:pt idx="296">
                  <c:v>1.102365</c:v>
                </c:pt>
                <c:pt idx="297">
                  <c:v>1.1341650000000001</c:v>
                </c:pt>
                <c:pt idx="298">
                  <c:v>1.134053</c:v>
                </c:pt>
                <c:pt idx="299">
                  <c:v>1.123664</c:v>
                </c:pt>
                <c:pt idx="300">
                  <c:v>1.1412439999999999</c:v>
                </c:pt>
                <c:pt idx="301">
                  <c:v>1.1516189999999999</c:v>
                </c:pt>
                <c:pt idx="302">
                  <c:v>1.1330100000000001</c:v>
                </c:pt>
                <c:pt idx="303">
                  <c:v>1.1004240000000001</c:v>
                </c:pt>
                <c:pt idx="304">
                  <c:v>1.090471</c:v>
                </c:pt>
                <c:pt idx="305">
                  <c:v>1.072076</c:v>
                </c:pt>
                <c:pt idx="306">
                  <c:v>1.0310109999999999</c:v>
                </c:pt>
                <c:pt idx="307">
                  <c:v>1.015889</c:v>
                </c:pt>
                <c:pt idx="308">
                  <c:v>0.97706939999999998</c:v>
                </c:pt>
                <c:pt idx="309">
                  <c:v>0.9784117</c:v>
                </c:pt>
                <c:pt idx="310">
                  <c:v>0.96649719999999995</c:v>
                </c:pt>
                <c:pt idx="311">
                  <c:v>0.93883939999999999</c:v>
                </c:pt>
                <c:pt idx="312">
                  <c:v>0.9452199</c:v>
                </c:pt>
                <c:pt idx="313">
                  <c:v>0.94360679999999997</c:v>
                </c:pt>
                <c:pt idx="314">
                  <c:v>0.94446019999999997</c:v>
                </c:pt>
                <c:pt idx="315">
                  <c:v>0.93515179999999998</c:v>
                </c:pt>
                <c:pt idx="316">
                  <c:v>0.94729529999999995</c:v>
                </c:pt>
                <c:pt idx="317">
                  <c:v>0.95761870000000004</c:v>
                </c:pt>
                <c:pt idx="318">
                  <c:v>0.93425239999999998</c:v>
                </c:pt>
                <c:pt idx="319">
                  <c:v>0.9361313</c:v>
                </c:pt>
                <c:pt idx="320">
                  <c:v>0.94854280000000002</c:v>
                </c:pt>
                <c:pt idx="321">
                  <c:v>0.92625409999999997</c:v>
                </c:pt>
                <c:pt idx="322">
                  <c:v>0.93395510000000004</c:v>
                </c:pt>
                <c:pt idx="323">
                  <c:v>0.90913500000000003</c:v>
                </c:pt>
                <c:pt idx="324">
                  <c:v>0.94607390000000002</c:v>
                </c:pt>
                <c:pt idx="325">
                  <c:v>0.9150665</c:v>
                </c:pt>
                <c:pt idx="326">
                  <c:v>0.94878119999999999</c:v>
                </c:pt>
                <c:pt idx="327">
                  <c:v>0.94796519999999995</c:v>
                </c:pt>
                <c:pt idx="328">
                  <c:v>0.96008380000000004</c:v>
                </c:pt>
                <c:pt idx="329">
                  <c:v>0.97989959999999998</c:v>
                </c:pt>
                <c:pt idx="330">
                  <c:v>1.0064610000000001</c:v>
                </c:pt>
                <c:pt idx="331">
                  <c:v>0.99475820000000004</c:v>
                </c:pt>
                <c:pt idx="332">
                  <c:v>1.034713</c:v>
                </c:pt>
                <c:pt idx="333">
                  <c:v>1.0435760000000001</c:v>
                </c:pt>
                <c:pt idx="334">
                  <c:v>1.064103</c:v>
                </c:pt>
                <c:pt idx="335">
                  <c:v>1.0755049999999999</c:v>
                </c:pt>
                <c:pt idx="336">
                  <c:v>1.0728519999999999</c:v>
                </c:pt>
                <c:pt idx="337">
                  <c:v>1.102716</c:v>
                </c:pt>
                <c:pt idx="338">
                  <c:v>1.1027020000000001</c:v>
                </c:pt>
                <c:pt idx="339">
                  <c:v>1.1175759999999999</c:v>
                </c:pt>
                <c:pt idx="340">
                  <c:v>1.098123</c:v>
                </c:pt>
                <c:pt idx="341">
                  <c:v>1.1218429999999999</c:v>
                </c:pt>
                <c:pt idx="342">
                  <c:v>1.1175790000000001</c:v>
                </c:pt>
                <c:pt idx="343">
                  <c:v>1.089952</c:v>
                </c:pt>
                <c:pt idx="344">
                  <c:v>1.075329</c:v>
                </c:pt>
                <c:pt idx="345">
                  <c:v>1.0672649999999999</c:v>
                </c:pt>
                <c:pt idx="346">
                  <c:v>1.038408</c:v>
                </c:pt>
                <c:pt idx="347">
                  <c:v>1.025746</c:v>
                </c:pt>
                <c:pt idx="348">
                  <c:v>1.0075540000000001</c:v>
                </c:pt>
                <c:pt idx="349">
                  <c:v>0.96649910000000006</c:v>
                </c:pt>
                <c:pt idx="350">
                  <c:v>0.94349269999999996</c:v>
                </c:pt>
                <c:pt idx="351">
                  <c:v>0.92728219999999995</c:v>
                </c:pt>
                <c:pt idx="352">
                  <c:v>0.88759549999999998</c:v>
                </c:pt>
                <c:pt idx="353">
                  <c:v>0.87291750000000001</c:v>
                </c:pt>
                <c:pt idx="354">
                  <c:v>0.85274430000000001</c:v>
                </c:pt>
                <c:pt idx="355">
                  <c:v>0.84155639999999998</c:v>
                </c:pt>
                <c:pt idx="356">
                  <c:v>0.87863400000000003</c:v>
                </c:pt>
                <c:pt idx="357">
                  <c:v>0.87251789999999996</c:v>
                </c:pt>
                <c:pt idx="358">
                  <c:v>0.89846079999999995</c:v>
                </c:pt>
                <c:pt idx="359">
                  <c:v>0.91346479999999997</c:v>
                </c:pt>
                <c:pt idx="360">
                  <c:v>0.93485810000000003</c:v>
                </c:pt>
                <c:pt idx="361">
                  <c:v>0.95659519999999998</c:v>
                </c:pt>
                <c:pt idx="362">
                  <c:v>0.98854140000000001</c:v>
                </c:pt>
                <c:pt idx="363">
                  <c:v>1.015172</c:v>
                </c:pt>
                <c:pt idx="364">
                  <c:v>1.031398</c:v>
                </c:pt>
                <c:pt idx="365">
                  <c:v>1.053823</c:v>
                </c:pt>
                <c:pt idx="366">
                  <c:v>1.0797859999999999</c:v>
                </c:pt>
                <c:pt idx="367">
                  <c:v>1.0810679999999999</c:v>
                </c:pt>
                <c:pt idx="368">
                  <c:v>1.046964</c:v>
                </c:pt>
                <c:pt idx="369">
                  <c:v>1.05853</c:v>
                </c:pt>
                <c:pt idx="370">
                  <c:v>1.0632509999999999</c:v>
                </c:pt>
                <c:pt idx="371">
                  <c:v>1.0690310000000001</c:v>
                </c:pt>
                <c:pt idx="372">
                  <c:v>1.048843</c:v>
                </c:pt>
                <c:pt idx="373">
                  <c:v>1.0473749999999999</c:v>
                </c:pt>
                <c:pt idx="374">
                  <c:v>1.066384</c:v>
                </c:pt>
                <c:pt idx="375">
                  <c:v>1.033903</c:v>
                </c:pt>
                <c:pt idx="376">
                  <c:v>1.075204</c:v>
                </c:pt>
                <c:pt idx="377">
                  <c:v>1.0601849999999999</c:v>
                </c:pt>
                <c:pt idx="378">
                  <c:v>1.046238</c:v>
                </c:pt>
                <c:pt idx="379">
                  <c:v>1.0443579999999999</c:v>
                </c:pt>
                <c:pt idx="380">
                  <c:v>1.0424059999999999</c:v>
                </c:pt>
                <c:pt idx="381">
                  <c:v>1.0334509999999999</c:v>
                </c:pt>
                <c:pt idx="382">
                  <c:v>1.021846</c:v>
                </c:pt>
                <c:pt idx="383">
                  <c:v>1.0189440000000001</c:v>
                </c:pt>
                <c:pt idx="384">
                  <c:v>1.004432</c:v>
                </c:pt>
                <c:pt idx="385">
                  <c:v>1.0122180000000001</c:v>
                </c:pt>
                <c:pt idx="386">
                  <c:v>0.97484990000000005</c:v>
                </c:pt>
                <c:pt idx="387">
                  <c:v>0.98504499999999995</c:v>
                </c:pt>
                <c:pt idx="388">
                  <c:v>0.96683529999999995</c:v>
                </c:pt>
                <c:pt idx="389">
                  <c:v>0.96663480000000002</c:v>
                </c:pt>
                <c:pt idx="390">
                  <c:v>0.94817010000000002</c:v>
                </c:pt>
                <c:pt idx="391">
                  <c:v>0.9342222</c:v>
                </c:pt>
                <c:pt idx="392">
                  <c:v>0.9251549</c:v>
                </c:pt>
                <c:pt idx="393">
                  <c:v>0.91609580000000002</c:v>
                </c:pt>
                <c:pt idx="394">
                  <c:v>0.90170079999999997</c:v>
                </c:pt>
                <c:pt idx="395">
                  <c:v>0.88928269999999998</c:v>
                </c:pt>
                <c:pt idx="396">
                  <c:v>0.90956859999999995</c:v>
                </c:pt>
                <c:pt idx="397">
                  <c:v>0.90458260000000001</c:v>
                </c:pt>
                <c:pt idx="398">
                  <c:v>0.92100499999999996</c:v>
                </c:pt>
                <c:pt idx="399">
                  <c:v>0.93481990000000004</c:v>
                </c:pt>
                <c:pt idx="400">
                  <c:v>0.9612079</c:v>
                </c:pt>
                <c:pt idx="401">
                  <c:v>1.0010129999999999</c:v>
                </c:pt>
                <c:pt idx="402">
                  <c:v>1.006799</c:v>
                </c:pt>
                <c:pt idx="403">
                  <c:v>1.035404</c:v>
                </c:pt>
                <c:pt idx="404">
                  <c:v>1.05497</c:v>
                </c:pt>
                <c:pt idx="405">
                  <c:v>1.07541</c:v>
                </c:pt>
                <c:pt idx="406">
                  <c:v>1.089126</c:v>
                </c:pt>
                <c:pt idx="407">
                  <c:v>1.0941460000000001</c:v>
                </c:pt>
                <c:pt idx="408">
                  <c:v>1.099038</c:v>
                </c:pt>
                <c:pt idx="409">
                  <c:v>1.0791329999999999</c:v>
                </c:pt>
                <c:pt idx="410">
                  <c:v>1.087051</c:v>
                </c:pt>
                <c:pt idx="411">
                  <c:v>1.0682229999999999</c:v>
                </c:pt>
                <c:pt idx="412">
                  <c:v>1.0645549999999999</c:v>
                </c:pt>
                <c:pt idx="413">
                  <c:v>1.052478</c:v>
                </c:pt>
                <c:pt idx="414">
                  <c:v>1.051091</c:v>
                </c:pt>
                <c:pt idx="415">
                  <c:v>1.0316529999999999</c:v>
                </c:pt>
                <c:pt idx="416">
                  <c:v>1.040713</c:v>
                </c:pt>
                <c:pt idx="417">
                  <c:v>1.009142</c:v>
                </c:pt>
                <c:pt idx="418">
                  <c:v>1.017123</c:v>
                </c:pt>
                <c:pt idx="419">
                  <c:v>1.000688</c:v>
                </c:pt>
                <c:pt idx="420">
                  <c:v>1.0006440000000001</c:v>
                </c:pt>
                <c:pt idx="421">
                  <c:v>0.97817710000000002</c:v>
                </c:pt>
                <c:pt idx="422">
                  <c:v>0.99176370000000003</c:v>
                </c:pt>
                <c:pt idx="423">
                  <c:v>0.98140150000000004</c:v>
                </c:pt>
                <c:pt idx="424">
                  <c:v>0.97451100000000002</c:v>
                </c:pt>
                <c:pt idx="425">
                  <c:v>0.97128910000000002</c:v>
                </c:pt>
                <c:pt idx="426">
                  <c:v>0.9675378</c:v>
                </c:pt>
                <c:pt idx="427">
                  <c:v>0.9607154</c:v>
                </c:pt>
                <c:pt idx="428">
                  <c:v>0.96778030000000004</c:v>
                </c:pt>
                <c:pt idx="429">
                  <c:v>0.95438489999999998</c:v>
                </c:pt>
                <c:pt idx="430">
                  <c:v>0.93350230000000001</c:v>
                </c:pt>
                <c:pt idx="431">
                  <c:v>0.92495570000000005</c:v>
                </c:pt>
                <c:pt idx="432">
                  <c:v>0.92709269999999999</c:v>
                </c:pt>
                <c:pt idx="433">
                  <c:v>0.91881139999999994</c:v>
                </c:pt>
                <c:pt idx="434">
                  <c:v>0.91600210000000004</c:v>
                </c:pt>
                <c:pt idx="435">
                  <c:v>0.9260758</c:v>
                </c:pt>
                <c:pt idx="436">
                  <c:v>0.9152053</c:v>
                </c:pt>
                <c:pt idx="437">
                  <c:v>0.95240990000000003</c:v>
                </c:pt>
                <c:pt idx="438">
                  <c:v>0.95967159999999996</c:v>
                </c:pt>
                <c:pt idx="439">
                  <c:v>0.9774815</c:v>
                </c:pt>
                <c:pt idx="440">
                  <c:v>0.99963659999999999</c:v>
                </c:pt>
                <c:pt idx="441">
                  <c:v>1.02915</c:v>
                </c:pt>
                <c:pt idx="442">
                  <c:v>1.055328</c:v>
                </c:pt>
                <c:pt idx="443">
                  <c:v>1.069304</c:v>
                </c:pt>
                <c:pt idx="444">
                  <c:v>1.091172</c:v>
                </c:pt>
                <c:pt idx="445">
                  <c:v>1.099532</c:v>
                </c:pt>
                <c:pt idx="446">
                  <c:v>1.1097520000000001</c:v>
                </c:pt>
                <c:pt idx="447">
                  <c:v>1.1128910000000001</c:v>
                </c:pt>
                <c:pt idx="448">
                  <c:v>1.1064510000000001</c:v>
                </c:pt>
                <c:pt idx="449">
                  <c:v>1.0851770000000001</c:v>
                </c:pt>
                <c:pt idx="450">
                  <c:v>1.074959</c:v>
                </c:pt>
                <c:pt idx="451">
                  <c:v>1.064929</c:v>
                </c:pt>
                <c:pt idx="452">
                  <c:v>1.0399689999999999</c:v>
                </c:pt>
                <c:pt idx="453">
                  <c:v>1.0363640000000001</c:v>
                </c:pt>
                <c:pt idx="454">
                  <c:v>1.015649</c:v>
                </c:pt>
                <c:pt idx="455">
                  <c:v>0.98783330000000003</c:v>
                </c:pt>
                <c:pt idx="456">
                  <c:v>0.98654929999999996</c:v>
                </c:pt>
                <c:pt idx="457">
                  <c:v>0.95298830000000001</c:v>
                </c:pt>
                <c:pt idx="458">
                  <c:v>0.9511096</c:v>
                </c:pt>
                <c:pt idx="459">
                  <c:v>0.94288050000000001</c:v>
                </c:pt>
                <c:pt idx="460">
                  <c:v>0.94020689999999996</c:v>
                </c:pt>
                <c:pt idx="461">
                  <c:v>0.9421313</c:v>
                </c:pt>
                <c:pt idx="462">
                  <c:v>0.94662369999999996</c:v>
                </c:pt>
                <c:pt idx="463">
                  <c:v>0.92984420000000001</c:v>
                </c:pt>
                <c:pt idx="464">
                  <c:v>0.93222499999999997</c:v>
                </c:pt>
                <c:pt idx="465">
                  <c:v>0.9384169</c:v>
                </c:pt>
                <c:pt idx="466">
                  <c:v>0.95336659999999995</c:v>
                </c:pt>
                <c:pt idx="467">
                  <c:v>0.95503289999999996</c:v>
                </c:pt>
                <c:pt idx="468">
                  <c:v>0.95986059999999995</c:v>
                </c:pt>
                <c:pt idx="469">
                  <c:v>0.96267579999999997</c:v>
                </c:pt>
                <c:pt idx="470">
                  <c:v>0.97904009999999997</c:v>
                </c:pt>
                <c:pt idx="471">
                  <c:v>0.98148349999999995</c:v>
                </c:pt>
                <c:pt idx="472">
                  <c:v>0.99005960000000004</c:v>
                </c:pt>
                <c:pt idx="473">
                  <c:v>0.98212569999999999</c:v>
                </c:pt>
                <c:pt idx="474">
                  <c:v>0.99883880000000003</c:v>
                </c:pt>
                <c:pt idx="475">
                  <c:v>1.017366</c:v>
                </c:pt>
                <c:pt idx="476">
                  <c:v>1.0082180000000001</c:v>
                </c:pt>
                <c:pt idx="477">
                  <c:v>1.022106</c:v>
                </c:pt>
                <c:pt idx="478">
                  <c:v>1.0149349999999999</c:v>
                </c:pt>
                <c:pt idx="479">
                  <c:v>1.024608</c:v>
                </c:pt>
                <c:pt idx="480">
                  <c:v>1.0321739999999999</c:v>
                </c:pt>
                <c:pt idx="481">
                  <c:v>1.0315799999999999</c:v>
                </c:pt>
                <c:pt idx="482">
                  <c:v>1.043612</c:v>
                </c:pt>
                <c:pt idx="483">
                  <c:v>1.051407</c:v>
                </c:pt>
                <c:pt idx="484">
                  <c:v>1.0376700000000001</c:v>
                </c:pt>
                <c:pt idx="485">
                  <c:v>1.059105</c:v>
                </c:pt>
                <c:pt idx="486">
                  <c:v>1.066948</c:v>
                </c:pt>
                <c:pt idx="487">
                  <c:v>1.0436719999999999</c:v>
                </c:pt>
                <c:pt idx="488">
                  <c:v>1.042802</c:v>
                </c:pt>
                <c:pt idx="489">
                  <c:v>1.055498</c:v>
                </c:pt>
                <c:pt idx="490">
                  <c:v>1.051064</c:v>
                </c:pt>
                <c:pt idx="491">
                  <c:v>1.0327869999999999</c:v>
                </c:pt>
                <c:pt idx="492">
                  <c:v>1.02572</c:v>
                </c:pt>
                <c:pt idx="493">
                  <c:v>1.0278130000000001</c:v>
                </c:pt>
                <c:pt idx="494">
                  <c:v>1.015134</c:v>
                </c:pt>
                <c:pt idx="495">
                  <c:v>0.99717060000000002</c:v>
                </c:pt>
                <c:pt idx="496">
                  <c:v>0.99352200000000002</c:v>
                </c:pt>
                <c:pt idx="497">
                  <c:v>0.96958650000000002</c:v>
                </c:pt>
                <c:pt idx="498">
                  <c:v>0.9577118</c:v>
                </c:pt>
                <c:pt idx="499">
                  <c:v>0.95255060000000003</c:v>
                </c:pt>
                <c:pt idx="500">
                  <c:v>0.93152120000000005</c:v>
                </c:pt>
                <c:pt idx="501">
                  <c:v>0.9288284</c:v>
                </c:pt>
                <c:pt idx="502">
                  <c:v>0.91235129999999998</c:v>
                </c:pt>
                <c:pt idx="503">
                  <c:v>0.91503730000000005</c:v>
                </c:pt>
                <c:pt idx="504">
                  <c:v>0.91882819999999998</c:v>
                </c:pt>
                <c:pt idx="505">
                  <c:v>0.92588239999999999</c:v>
                </c:pt>
                <c:pt idx="506">
                  <c:v>0.93879939999999995</c:v>
                </c:pt>
                <c:pt idx="507">
                  <c:v>0.93855350000000004</c:v>
                </c:pt>
                <c:pt idx="508">
                  <c:v>0.95877210000000002</c:v>
                </c:pt>
                <c:pt idx="509">
                  <c:v>0.97207120000000002</c:v>
                </c:pt>
                <c:pt idx="510">
                  <c:v>0.99756429999999996</c:v>
                </c:pt>
                <c:pt idx="511">
                  <c:v>1.020052</c:v>
                </c:pt>
                <c:pt idx="512">
                  <c:v>1.0183180000000001</c:v>
                </c:pt>
                <c:pt idx="513">
                  <c:v>1.0401560000000001</c:v>
                </c:pt>
                <c:pt idx="514">
                  <c:v>1.0425340000000001</c:v>
                </c:pt>
                <c:pt idx="515">
                  <c:v>1.0539890000000001</c:v>
                </c:pt>
                <c:pt idx="516">
                  <c:v>1.0340259999999999</c:v>
                </c:pt>
              </c:numCache>
            </c:numRef>
          </c:yVal>
          <c:smooth val="1"/>
          <c:extLst>
            <c:ext xmlns:c16="http://schemas.microsoft.com/office/drawing/2014/chart" uri="{C3380CC4-5D6E-409C-BE32-E72D297353CC}">
              <c16:uniqueId val="{00000006-8DD4-48FF-9190-97E9B7BA265F}"/>
            </c:ext>
          </c:extLst>
        </c:ser>
        <c:ser>
          <c:idx val="7"/>
          <c:order val="7"/>
          <c:tx>
            <c:strRef>
              <c:f>Sheet1!$J$1</c:f>
              <c:strCache>
                <c:ptCount val="1"/>
                <c:pt idx="0">
                  <c:v>Cu-Cu</c:v>
                </c:pt>
              </c:strCache>
            </c:strRef>
          </c:tx>
          <c:spPr>
            <a:ln w="19050" cap="rnd">
              <a:solidFill>
                <a:schemeClr val="accent2">
                  <a:lumMod val="60000"/>
                </a:schemeClr>
              </a:solidFill>
              <a:round/>
            </a:ln>
            <a:effectLst/>
          </c:spPr>
          <c:marker>
            <c:symbol val="none"/>
          </c:marker>
          <c:xVal>
            <c:numRef>
              <c:f>Sheet1!$B$2:$B$1550</c:f>
              <c:numCache>
                <c:formatCode>0.00E+00</c:formatCode>
                <c:ptCount val="517"/>
                <c:pt idx="0">
                  <c:v>0.06</c:v>
                </c:pt>
                <c:pt idx="1">
                  <c:v>0.12</c:v>
                </c:pt>
                <c:pt idx="2">
                  <c:v>0.18</c:v>
                </c:pt>
                <c:pt idx="3">
                  <c:v>0.24</c:v>
                </c:pt>
                <c:pt idx="4">
                  <c:v>0.3</c:v>
                </c:pt>
                <c:pt idx="5">
                  <c:v>0.36</c:v>
                </c:pt>
                <c:pt idx="6">
                  <c:v>0.42</c:v>
                </c:pt>
                <c:pt idx="7">
                  <c:v>0.48</c:v>
                </c:pt>
                <c:pt idx="8">
                  <c:v>0.54</c:v>
                </c:pt>
                <c:pt idx="9">
                  <c:v>0.6</c:v>
                </c:pt>
                <c:pt idx="10">
                  <c:v>0.66</c:v>
                </c:pt>
                <c:pt idx="11">
                  <c:v>0.72</c:v>
                </c:pt>
                <c:pt idx="12">
                  <c:v>0.78</c:v>
                </c:pt>
                <c:pt idx="13">
                  <c:v>0.84</c:v>
                </c:pt>
                <c:pt idx="14">
                  <c:v>0.9</c:v>
                </c:pt>
                <c:pt idx="15">
                  <c:v>0.96</c:v>
                </c:pt>
                <c:pt idx="16" formatCode="General">
                  <c:v>1.02</c:v>
                </c:pt>
                <c:pt idx="17" formatCode="General">
                  <c:v>1.08</c:v>
                </c:pt>
                <c:pt idx="18" formatCode="General">
                  <c:v>1.1399999999999999</c:v>
                </c:pt>
                <c:pt idx="19" formatCode="General">
                  <c:v>1.2</c:v>
                </c:pt>
                <c:pt idx="20" formatCode="General">
                  <c:v>1.26</c:v>
                </c:pt>
                <c:pt idx="21" formatCode="General">
                  <c:v>1.32</c:v>
                </c:pt>
                <c:pt idx="22" formatCode="General">
                  <c:v>1.38</c:v>
                </c:pt>
                <c:pt idx="23" formatCode="General">
                  <c:v>1.44</c:v>
                </c:pt>
                <c:pt idx="24" formatCode="General">
                  <c:v>1.5</c:v>
                </c:pt>
                <c:pt idx="25" formatCode="General">
                  <c:v>1.56</c:v>
                </c:pt>
                <c:pt idx="26" formatCode="General">
                  <c:v>1.62</c:v>
                </c:pt>
                <c:pt idx="27" formatCode="General">
                  <c:v>1.68</c:v>
                </c:pt>
                <c:pt idx="28" formatCode="General">
                  <c:v>1.74</c:v>
                </c:pt>
                <c:pt idx="29" formatCode="General">
                  <c:v>1.8</c:v>
                </c:pt>
                <c:pt idx="30" formatCode="General">
                  <c:v>1.86</c:v>
                </c:pt>
                <c:pt idx="31" formatCode="General">
                  <c:v>1.92</c:v>
                </c:pt>
                <c:pt idx="32" formatCode="General">
                  <c:v>1.98</c:v>
                </c:pt>
                <c:pt idx="33" formatCode="General">
                  <c:v>2.04</c:v>
                </c:pt>
                <c:pt idx="34" formatCode="General">
                  <c:v>2.1</c:v>
                </c:pt>
                <c:pt idx="35" formatCode="General">
                  <c:v>2.16</c:v>
                </c:pt>
                <c:pt idx="36" formatCode="General">
                  <c:v>2.2200000000000002</c:v>
                </c:pt>
                <c:pt idx="37" formatCode="General">
                  <c:v>2.2799999999999998</c:v>
                </c:pt>
                <c:pt idx="38" formatCode="General">
                  <c:v>2.34</c:v>
                </c:pt>
                <c:pt idx="39" formatCode="General">
                  <c:v>2.4</c:v>
                </c:pt>
                <c:pt idx="40" formatCode="General">
                  <c:v>2.46</c:v>
                </c:pt>
                <c:pt idx="41" formatCode="General">
                  <c:v>2.52</c:v>
                </c:pt>
                <c:pt idx="42" formatCode="General">
                  <c:v>2.58</c:v>
                </c:pt>
                <c:pt idx="43" formatCode="General">
                  <c:v>2.64</c:v>
                </c:pt>
                <c:pt idx="44" formatCode="General">
                  <c:v>2.7</c:v>
                </c:pt>
                <c:pt idx="45" formatCode="General">
                  <c:v>2.76</c:v>
                </c:pt>
                <c:pt idx="46" formatCode="General">
                  <c:v>2.82</c:v>
                </c:pt>
                <c:pt idx="47" formatCode="General">
                  <c:v>2.88</c:v>
                </c:pt>
                <c:pt idx="48" formatCode="General">
                  <c:v>2.94</c:v>
                </c:pt>
                <c:pt idx="49" formatCode="General">
                  <c:v>3</c:v>
                </c:pt>
                <c:pt idx="50" formatCode="General">
                  <c:v>3.06</c:v>
                </c:pt>
                <c:pt idx="51" formatCode="General">
                  <c:v>3.12</c:v>
                </c:pt>
                <c:pt idx="52" formatCode="General">
                  <c:v>3.18</c:v>
                </c:pt>
                <c:pt idx="53" formatCode="General">
                  <c:v>3.24</c:v>
                </c:pt>
                <c:pt idx="54" formatCode="General">
                  <c:v>3.3</c:v>
                </c:pt>
                <c:pt idx="55" formatCode="General">
                  <c:v>3.36</c:v>
                </c:pt>
                <c:pt idx="56" formatCode="General">
                  <c:v>3.42</c:v>
                </c:pt>
                <c:pt idx="57" formatCode="General">
                  <c:v>3.48</c:v>
                </c:pt>
                <c:pt idx="58" formatCode="General">
                  <c:v>3.54</c:v>
                </c:pt>
                <c:pt idx="59" formatCode="General">
                  <c:v>3.6</c:v>
                </c:pt>
                <c:pt idx="60" formatCode="General">
                  <c:v>3.66</c:v>
                </c:pt>
                <c:pt idx="61" formatCode="General">
                  <c:v>3.72</c:v>
                </c:pt>
                <c:pt idx="62" formatCode="General">
                  <c:v>3.78</c:v>
                </c:pt>
                <c:pt idx="63" formatCode="General">
                  <c:v>3.84</c:v>
                </c:pt>
                <c:pt idx="64" formatCode="General">
                  <c:v>3.9</c:v>
                </c:pt>
                <c:pt idx="65" formatCode="General">
                  <c:v>3.96</c:v>
                </c:pt>
                <c:pt idx="66" formatCode="General">
                  <c:v>4.0199999999999996</c:v>
                </c:pt>
                <c:pt idx="67" formatCode="General">
                  <c:v>4.08</c:v>
                </c:pt>
                <c:pt idx="68" formatCode="General">
                  <c:v>4.1399999999999997</c:v>
                </c:pt>
                <c:pt idx="69" formatCode="General">
                  <c:v>4.2</c:v>
                </c:pt>
                <c:pt idx="70" formatCode="General">
                  <c:v>4.26</c:v>
                </c:pt>
                <c:pt idx="71" formatCode="General">
                  <c:v>4.32</c:v>
                </c:pt>
                <c:pt idx="72" formatCode="General">
                  <c:v>4.38</c:v>
                </c:pt>
                <c:pt idx="73" formatCode="General">
                  <c:v>4.4400000000000004</c:v>
                </c:pt>
                <c:pt idx="74" formatCode="General">
                  <c:v>4.5</c:v>
                </c:pt>
                <c:pt idx="75" formatCode="General">
                  <c:v>4.5599999999999996</c:v>
                </c:pt>
                <c:pt idx="76" formatCode="General">
                  <c:v>4.62</c:v>
                </c:pt>
                <c:pt idx="77" formatCode="General">
                  <c:v>4.68</c:v>
                </c:pt>
                <c:pt idx="78" formatCode="General">
                  <c:v>4.74</c:v>
                </c:pt>
                <c:pt idx="79" formatCode="General">
                  <c:v>4.8</c:v>
                </c:pt>
                <c:pt idx="80" formatCode="General">
                  <c:v>4.8600000000000003</c:v>
                </c:pt>
                <c:pt idx="81" formatCode="General">
                  <c:v>4.92</c:v>
                </c:pt>
                <c:pt idx="82" formatCode="General">
                  <c:v>4.9800000000000004</c:v>
                </c:pt>
                <c:pt idx="83" formatCode="General">
                  <c:v>5.04</c:v>
                </c:pt>
                <c:pt idx="84" formatCode="General">
                  <c:v>5.0999999999999996</c:v>
                </c:pt>
                <c:pt idx="85" formatCode="General">
                  <c:v>5.16</c:v>
                </c:pt>
                <c:pt idx="86" formatCode="General">
                  <c:v>5.22</c:v>
                </c:pt>
                <c:pt idx="87" formatCode="General">
                  <c:v>5.28</c:v>
                </c:pt>
                <c:pt idx="88" formatCode="General">
                  <c:v>5.34</c:v>
                </c:pt>
                <c:pt idx="89" formatCode="General">
                  <c:v>5.4</c:v>
                </c:pt>
                <c:pt idx="90" formatCode="General">
                  <c:v>5.46</c:v>
                </c:pt>
                <c:pt idx="91" formatCode="General">
                  <c:v>5.52</c:v>
                </c:pt>
                <c:pt idx="92" formatCode="General">
                  <c:v>5.58</c:v>
                </c:pt>
                <c:pt idx="93" formatCode="General">
                  <c:v>5.64</c:v>
                </c:pt>
                <c:pt idx="94" formatCode="General">
                  <c:v>5.7</c:v>
                </c:pt>
                <c:pt idx="95" formatCode="General">
                  <c:v>5.76</c:v>
                </c:pt>
                <c:pt idx="96" formatCode="General">
                  <c:v>5.82</c:v>
                </c:pt>
                <c:pt idx="97" formatCode="General">
                  <c:v>5.88</c:v>
                </c:pt>
                <c:pt idx="98" formatCode="General">
                  <c:v>5.94</c:v>
                </c:pt>
                <c:pt idx="99" formatCode="General">
                  <c:v>6</c:v>
                </c:pt>
                <c:pt idx="100" formatCode="General">
                  <c:v>6.06</c:v>
                </c:pt>
                <c:pt idx="101" formatCode="General">
                  <c:v>6.12</c:v>
                </c:pt>
                <c:pt idx="102" formatCode="General">
                  <c:v>6.18</c:v>
                </c:pt>
                <c:pt idx="103" formatCode="General">
                  <c:v>6.24</c:v>
                </c:pt>
                <c:pt idx="104" formatCode="General">
                  <c:v>6.3</c:v>
                </c:pt>
                <c:pt idx="105" formatCode="General">
                  <c:v>6.36</c:v>
                </c:pt>
                <c:pt idx="106" formatCode="General">
                  <c:v>6.42</c:v>
                </c:pt>
                <c:pt idx="107" formatCode="General">
                  <c:v>6.48</c:v>
                </c:pt>
                <c:pt idx="108" formatCode="General">
                  <c:v>6.54</c:v>
                </c:pt>
                <c:pt idx="109" formatCode="General">
                  <c:v>6.6</c:v>
                </c:pt>
                <c:pt idx="110" formatCode="General">
                  <c:v>6.66</c:v>
                </c:pt>
                <c:pt idx="111" formatCode="General">
                  <c:v>6.72</c:v>
                </c:pt>
                <c:pt idx="112" formatCode="General">
                  <c:v>6.78</c:v>
                </c:pt>
                <c:pt idx="113" formatCode="General">
                  <c:v>6.84</c:v>
                </c:pt>
                <c:pt idx="114" formatCode="General">
                  <c:v>6.9</c:v>
                </c:pt>
                <c:pt idx="115" formatCode="General">
                  <c:v>6.96</c:v>
                </c:pt>
                <c:pt idx="116" formatCode="General">
                  <c:v>7.02</c:v>
                </c:pt>
                <c:pt idx="117" formatCode="General">
                  <c:v>7.08</c:v>
                </c:pt>
                <c:pt idx="118" formatCode="General">
                  <c:v>7.14</c:v>
                </c:pt>
                <c:pt idx="119" formatCode="General">
                  <c:v>7.2</c:v>
                </c:pt>
                <c:pt idx="120" formatCode="General">
                  <c:v>7.26</c:v>
                </c:pt>
                <c:pt idx="121" formatCode="General">
                  <c:v>7.32</c:v>
                </c:pt>
                <c:pt idx="122" formatCode="General">
                  <c:v>7.38</c:v>
                </c:pt>
                <c:pt idx="123" formatCode="General">
                  <c:v>7.44</c:v>
                </c:pt>
                <c:pt idx="124" formatCode="General">
                  <c:v>7.5</c:v>
                </c:pt>
                <c:pt idx="125" formatCode="General">
                  <c:v>7.56</c:v>
                </c:pt>
                <c:pt idx="126" formatCode="General">
                  <c:v>7.62</c:v>
                </c:pt>
                <c:pt idx="127" formatCode="General">
                  <c:v>7.68</c:v>
                </c:pt>
                <c:pt idx="128" formatCode="General">
                  <c:v>7.74</c:v>
                </c:pt>
                <c:pt idx="129" formatCode="General">
                  <c:v>7.8</c:v>
                </c:pt>
                <c:pt idx="130" formatCode="General">
                  <c:v>7.86</c:v>
                </c:pt>
                <c:pt idx="131" formatCode="General">
                  <c:v>7.92</c:v>
                </c:pt>
                <c:pt idx="132" formatCode="General">
                  <c:v>7.98</c:v>
                </c:pt>
                <c:pt idx="133" formatCode="General">
                  <c:v>8.0399999999999991</c:v>
                </c:pt>
                <c:pt idx="134" formatCode="General">
                  <c:v>8.0999990000000004</c:v>
                </c:pt>
                <c:pt idx="135" formatCode="General">
                  <c:v>8.16</c:v>
                </c:pt>
                <c:pt idx="136" formatCode="General">
                  <c:v>8.2200000000000006</c:v>
                </c:pt>
                <c:pt idx="137" formatCode="General">
                  <c:v>8.2799999999999994</c:v>
                </c:pt>
                <c:pt idx="138" formatCode="General">
                  <c:v>8.34</c:v>
                </c:pt>
                <c:pt idx="139" formatCode="General">
                  <c:v>8.4</c:v>
                </c:pt>
                <c:pt idx="140" formatCode="General">
                  <c:v>8.4600000000000009</c:v>
                </c:pt>
                <c:pt idx="141" formatCode="General">
                  <c:v>8.52</c:v>
                </c:pt>
                <c:pt idx="142" formatCode="General">
                  <c:v>8.58</c:v>
                </c:pt>
                <c:pt idx="143" formatCode="General">
                  <c:v>8.6399989999999995</c:v>
                </c:pt>
                <c:pt idx="144" formatCode="General">
                  <c:v>8.6999999999999993</c:v>
                </c:pt>
                <c:pt idx="145" formatCode="General">
                  <c:v>8.76</c:v>
                </c:pt>
                <c:pt idx="146" formatCode="General">
                  <c:v>8.82</c:v>
                </c:pt>
                <c:pt idx="147" formatCode="General">
                  <c:v>8.8800000000000008</c:v>
                </c:pt>
                <c:pt idx="148" formatCode="General">
                  <c:v>8.94</c:v>
                </c:pt>
                <c:pt idx="149" formatCode="General">
                  <c:v>9</c:v>
                </c:pt>
                <c:pt idx="150" formatCode="General">
                  <c:v>9.0599989999999995</c:v>
                </c:pt>
                <c:pt idx="151" formatCode="General">
                  <c:v>9.1199999999999992</c:v>
                </c:pt>
                <c:pt idx="152" formatCode="General">
                  <c:v>9.1799990000000005</c:v>
                </c:pt>
                <c:pt idx="153" formatCode="General">
                  <c:v>9.24</c:v>
                </c:pt>
                <c:pt idx="154" formatCode="General">
                  <c:v>9.3000000000000007</c:v>
                </c:pt>
                <c:pt idx="155" formatCode="General">
                  <c:v>9.36</c:v>
                </c:pt>
                <c:pt idx="156" formatCode="General">
                  <c:v>9.42</c:v>
                </c:pt>
                <c:pt idx="157" formatCode="General">
                  <c:v>9.48</c:v>
                </c:pt>
                <c:pt idx="158" formatCode="General">
                  <c:v>9.5399999999999991</c:v>
                </c:pt>
                <c:pt idx="159" formatCode="General">
                  <c:v>9.5999990000000004</c:v>
                </c:pt>
                <c:pt idx="160" formatCode="General">
                  <c:v>9.66</c:v>
                </c:pt>
                <c:pt idx="161" formatCode="General">
                  <c:v>9.7199989999999996</c:v>
                </c:pt>
                <c:pt idx="162" formatCode="General">
                  <c:v>9.7799999999999994</c:v>
                </c:pt>
                <c:pt idx="163" formatCode="General">
                  <c:v>9.84</c:v>
                </c:pt>
                <c:pt idx="164" formatCode="General">
                  <c:v>9.9</c:v>
                </c:pt>
                <c:pt idx="165" formatCode="General">
                  <c:v>9.9600000000000009</c:v>
                </c:pt>
                <c:pt idx="166" formatCode="General">
                  <c:v>10.02</c:v>
                </c:pt>
                <c:pt idx="167" formatCode="General">
                  <c:v>10.08</c:v>
                </c:pt>
                <c:pt idx="168" formatCode="General">
                  <c:v>10.14</c:v>
                </c:pt>
                <c:pt idx="169" formatCode="General">
                  <c:v>10.199999999999999</c:v>
                </c:pt>
                <c:pt idx="170" formatCode="General">
                  <c:v>10.26</c:v>
                </c:pt>
                <c:pt idx="171" formatCode="General">
                  <c:v>10.32</c:v>
                </c:pt>
                <c:pt idx="172" formatCode="General">
                  <c:v>10.38</c:v>
                </c:pt>
                <c:pt idx="173" formatCode="General">
                  <c:v>10.44</c:v>
                </c:pt>
                <c:pt idx="174" formatCode="General">
                  <c:v>10.5</c:v>
                </c:pt>
                <c:pt idx="175" formatCode="General">
                  <c:v>10.56</c:v>
                </c:pt>
                <c:pt idx="176" formatCode="General">
                  <c:v>10.62</c:v>
                </c:pt>
                <c:pt idx="177" formatCode="General">
                  <c:v>10.68</c:v>
                </c:pt>
                <c:pt idx="178" formatCode="General">
                  <c:v>10.74</c:v>
                </c:pt>
                <c:pt idx="179" formatCode="General">
                  <c:v>10.8</c:v>
                </c:pt>
                <c:pt idx="180" formatCode="General">
                  <c:v>10.86</c:v>
                </c:pt>
                <c:pt idx="181" formatCode="General">
                  <c:v>10.92</c:v>
                </c:pt>
                <c:pt idx="182" formatCode="General">
                  <c:v>10.98</c:v>
                </c:pt>
                <c:pt idx="183" formatCode="General">
                  <c:v>11.04</c:v>
                </c:pt>
                <c:pt idx="184" formatCode="General">
                  <c:v>11.1</c:v>
                </c:pt>
                <c:pt idx="185" formatCode="General">
                  <c:v>11.16</c:v>
                </c:pt>
                <c:pt idx="186" formatCode="General">
                  <c:v>11.22</c:v>
                </c:pt>
                <c:pt idx="187" formatCode="General">
                  <c:v>11.28</c:v>
                </c:pt>
                <c:pt idx="188" formatCode="General">
                  <c:v>11.34</c:v>
                </c:pt>
                <c:pt idx="189" formatCode="General">
                  <c:v>11.4</c:v>
                </c:pt>
                <c:pt idx="190" formatCode="General">
                  <c:v>11.46</c:v>
                </c:pt>
                <c:pt idx="191" formatCode="General">
                  <c:v>11.52</c:v>
                </c:pt>
                <c:pt idx="192" formatCode="General">
                  <c:v>11.58</c:v>
                </c:pt>
                <c:pt idx="193" formatCode="General">
                  <c:v>11.64</c:v>
                </c:pt>
                <c:pt idx="194" formatCode="General">
                  <c:v>11.7</c:v>
                </c:pt>
                <c:pt idx="195" formatCode="General">
                  <c:v>11.76</c:v>
                </c:pt>
                <c:pt idx="196" formatCode="General">
                  <c:v>11.82</c:v>
                </c:pt>
                <c:pt idx="197" formatCode="General">
                  <c:v>11.88</c:v>
                </c:pt>
                <c:pt idx="198" formatCode="General">
                  <c:v>11.94</c:v>
                </c:pt>
                <c:pt idx="199" formatCode="General">
                  <c:v>12</c:v>
                </c:pt>
                <c:pt idx="200" formatCode="General">
                  <c:v>12.06</c:v>
                </c:pt>
                <c:pt idx="201" formatCode="General">
                  <c:v>12.12</c:v>
                </c:pt>
                <c:pt idx="202" formatCode="General">
                  <c:v>12.18</c:v>
                </c:pt>
                <c:pt idx="203" formatCode="General">
                  <c:v>12.24</c:v>
                </c:pt>
                <c:pt idx="204" formatCode="General">
                  <c:v>12.3</c:v>
                </c:pt>
                <c:pt idx="205" formatCode="General">
                  <c:v>12.36</c:v>
                </c:pt>
                <c:pt idx="206" formatCode="General">
                  <c:v>12.42</c:v>
                </c:pt>
                <c:pt idx="207" formatCode="General">
                  <c:v>12.48</c:v>
                </c:pt>
                <c:pt idx="208" formatCode="General">
                  <c:v>12.54</c:v>
                </c:pt>
                <c:pt idx="209" formatCode="General">
                  <c:v>12.6</c:v>
                </c:pt>
                <c:pt idx="210" formatCode="General">
                  <c:v>12.66</c:v>
                </c:pt>
                <c:pt idx="211" formatCode="General">
                  <c:v>12.72</c:v>
                </c:pt>
                <c:pt idx="212" formatCode="General">
                  <c:v>12.78</c:v>
                </c:pt>
                <c:pt idx="213" formatCode="General">
                  <c:v>12.84</c:v>
                </c:pt>
                <c:pt idx="214" formatCode="General">
                  <c:v>12.9</c:v>
                </c:pt>
                <c:pt idx="215" formatCode="General">
                  <c:v>12.96</c:v>
                </c:pt>
                <c:pt idx="216" formatCode="General">
                  <c:v>13.02</c:v>
                </c:pt>
                <c:pt idx="217" formatCode="General">
                  <c:v>13.08</c:v>
                </c:pt>
                <c:pt idx="218" formatCode="General">
                  <c:v>13.14</c:v>
                </c:pt>
                <c:pt idx="219" formatCode="General">
                  <c:v>13.2</c:v>
                </c:pt>
                <c:pt idx="220" formatCode="General">
                  <c:v>13.26</c:v>
                </c:pt>
                <c:pt idx="221" formatCode="General">
                  <c:v>13.32</c:v>
                </c:pt>
                <c:pt idx="222" formatCode="General">
                  <c:v>13.38</c:v>
                </c:pt>
                <c:pt idx="223" formatCode="General">
                  <c:v>13.44</c:v>
                </c:pt>
                <c:pt idx="224" formatCode="General">
                  <c:v>13.5</c:v>
                </c:pt>
                <c:pt idx="225" formatCode="General">
                  <c:v>13.56</c:v>
                </c:pt>
                <c:pt idx="226" formatCode="General">
                  <c:v>13.62</c:v>
                </c:pt>
                <c:pt idx="227" formatCode="General">
                  <c:v>13.68</c:v>
                </c:pt>
                <c:pt idx="228" formatCode="General">
                  <c:v>13.74</c:v>
                </c:pt>
                <c:pt idx="229" formatCode="General">
                  <c:v>13.8</c:v>
                </c:pt>
                <c:pt idx="230" formatCode="General">
                  <c:v>13.86</c:v>
                </c:pt>
                <c:pt idx="231" formatCode="General">
                  <c:v>13.92</c:v>
                </c:pt>
                <c:pt idx="232" formatCode="General">
                  <c:v>13.98</c:v>
                </c:pt>
                <c:pt idx="233" formatCode="General">
                  <c:v>14.04</c:v>
                </c:pt>
                <c:pt idx="234" formatCode="General">
                  <c:v>14.1</c:v>
                </c:pt>
                <c:pt idx="235" formatCode="General">
                  <c:v>14.16</c:v>
                </c:pt>
                <c:pt idx="236" formatCode="General">
                  <c:v>14.22</c:v>
                </c:pt>
                <c:pt idx="237" formatCode="General">
                  <c:v>14.28</c:v>
                </c:pt>
                <c:pt idx="238" formatCode="General">
                  <c:v>14.34</c:v>
                </c:pt>
                <c:pt idx="239" formatCode="General">
                  <c:v>14.4</c:v>
                </c:pt>
                <c:pt idx="240" formatCode="General">
                  <c:v>14.46</c:v>
                </c:pt>
                <c:pt idx="241" formatCode="General">
                  <c:v>14.52</c:v>
                </c:pt>
                <c:pt idx="242" formatCode="General">
                  <c:v>14.58</c:v>
                </c:pt>
                <c:pt idx="243" formatCode="General">
                  <c:v>14.64</c:v>
                </c:pt>
                <c:pt idx="244" formatCode="General">
                  <c:v>14.7</c:v>
                </c:pt>
                <c:pt idx="245" formatCode="General">
                  <c:v>14.76</c:v>
                </c:pt>
                <c:pt idx="246" formatCode="General">
                  <c:v>14.82</c:v>
                </c:pt>
                <c:pt idx="247" formatCode="General">
                  <c:v>14.88</c:v>
                </c:pt>
                <c:pt idx="248" formatCode="General">
                  <c:v>14.94</c:v>
                </c:pt>
                <c:pt idx="249" formatCode="General">
                  <c:v>15</c:v>
                </c:pt>
                <c:pt idx="250" formatCode="General">
                  <c:v>15.06</c:v>
                </c:pt>
                <c:pt idx="251" formatCode="General">
                  <c:v>15.12</c:v>
                </c:pt>
                <c:pt idx="252" formatCode="General">
                  <c:v>15.18</c:v>
                </c:pt>
                <c:pt idx="253" formatCode="General">
                  <c:v>15.24</c:v>
                </c:pt>
                <c:pt idx="254" formatCode="General">
                  <c:v>15.3</c:v>
                </c:pt>
                <c:pt idx="255" formatCode="General">
                  <c:v>15.36</c:v>
                </c:pt>
                <c:pt idx="256" formatCode="General">
                  <c:v>15.42</c:v>
                </c:pt>
                <c:pt idx="257" formatCode="General">
                  <c:v>15.48</c:v>
                </c:pt>
                <c:pt idx="258" formatCode="General">
                  <c:v>15.54</c:v>
                </c:pt>
                <c:pt idx="259" formatCode="General">
                  <c:v>15.6</c:v>
                </c:pt>
                <c:pt idx="260" formatCode="General">
                  <c:v>15.66</c:v>
                </c:pt>
                <c:pt idx="261" formatCode="General">
                  <c:v>15.72</c:v>
                </c:pt>
                <c:pt idx="262" formatCode="General">
                  <c:v>15.78</c:v>
                </c:pt>
                <c:pt idx="263" formatCode="General">
                  <c:v>15.84</c:v>
                </c:pt>
                <c:pt idx="264" formatCode="General">
                  <c:v>15.9</c:v>
                </c:pt>
                <c:pt idx="265" formatCode="General">
                  <c:v>15.96</c:v>
                </c:pt>
                <c:pt idx="266" formatCode="General">
                  <c:v>16.02</c:v>
                </c:pt>
                <c:pt idx="267" formatCode="General">
                  <c:v>16.079999999999998</c:v>
                </c:pt>
                <c:pt idx="268" formatCode="General">
                  <c:v>16.14</c:v>
                </c:pt>
                <c:pt idx="269" formatCode="General">
                  <c:v>16.2</c:v>
                </c:pt>
                <c:pt idx="270" formatCode="General">
                  <c:v>16.260000000000002</c:v>
                </c:pt>
                <c:pt idx="271" formatCode="General">
                  <c:v>16.32</c:v>
                </c:pt>
                <c:pt idx="272" formatCode="General">
                  <c:v>16.38</c:v>
                </c:pt>
                <c:pt idx="273" formatCode="General">
                  <c:v>16.440000000000001</c:v>
                </c:pt>
                <c:pt idx="274" formatCode="General">
                  <c:v>16.5</c:v>
                </c:pt>
                <c:pt idx="275" formatCode="General">
                  <c:v>16.559999999999999</c:v>
                </c:pt>
                <c:pt idx="276" formatCode="General">
                  <c:v>16.62</c:v>
                </c:pt>
                <c:pt idx="277" formatCode="General">
                  <c:v>16.68</c:v>
                </c:pt>
                <c:pt idx="278" formatCode="General">
                  <c:v>16.739999999999998</c:v>
                </c:pt>
                <c:pt idx="279" formatCode="General">
                  <c:v>16.8</c:v>
                </c:pt>
                <c:pt idx="280" formatCode="General">
                  <c:v>16.86</c:v>
                </c:pt>
                <c:pt idx="281" formatCode="General">
                  <c:v>16.920000000000002</c:v>
                </c:pt>
                <c:pt idx="282" formatCode="General">
                  <c:v>16.98</c:v>
                </c:pt>
                <c:pt idx="283" formatCode="General">
                  <c:v>17.04</c:v>
                </c:pt>
                <c:pt idx="284" formatCode="General">
                  <c:v>17.100000000000001</c:v>
                </c:pt>
                <c:pt idx="285" formatCode="General">
                  <c:v>17.16</c:v>
                </c:pt>
                <c:pt idx="286" formatCode="General">
                  <c:v>17.22</c:v>
                </c:pt>
                <c:pt idx="287" formatCode="General">
                  <c:v>17.28</c:v>
                </c:pt>
                <c:pt idx="288" formatCode="General">
                  <c:v>17.34</c:v>
                </c:pt>
                <c:pt idx="289" formatCode="General">
                  <c:v>17.399999999999999</c:v>
                </c:pt>
                <c:pt idx="290" formatCode="General">
                  <c:v>17.46</c:v>
                </c:pt>
                <c:pt idx="291" formatCode="General">
                  <c:v>17.52</c:v>
                </c:pt>
                <c:pt idx="292" formatCode="General">
                  <c:v>17.579999999999998</c:v>
                </c:pt>
                <c:pt idx="293" formatCode="General">
                  <c:v>17.64</c:v>
                </c:pt>
                <c:pt idx="294" formatCode="General">
                  <c:v>17.7</c:v>
                </c:pt>
                <c:pt idx="295" formatCode="General">
                  <c:v>17.760000000000002</c:v>
                </c:pt>
                <c:pt idx="296" formatCode="General">
                  <c:v>17.82</c:v>
                </c:pt>
                <c:pt idx="297" formatCode="General">
                  <c:v>17.88</c:v>
                </c:pt>
                <c:pt idx="298" formatCode="General">
                  <c:v>17.940000000000001</c:v>
                </c:pt>
                <c:pt idx="299" formatCode="General">
                  <c:v>18</c:v>
                </c:pt>
                <c:pt idx="300" formatCode="General">
                  <c:v>18.059999999999999</c:v>
                </c:pt>
                <c:pt idx="301" formatCode="General">
                  <c:v>18.12</c:v>
                </c:pt>
                <c:pt idx="302" formatCode="General">
                  <c:v>18.18</c:v>
                </c:pt>
                <c:pt idx="303" formatCode="General">
                  <c:v>18.239999999999998</c:v>
                </c:pt>
                <c:pt idx="304" formatCode="General">
                  <c:v>18.3</c:v>
                </c:pt>
                <c:pt idx="305" formatCode="General">
                  <c:v>18.36</c:v>
                </c:pt>
                <c:pt idx="306" formatCode="General">
                  <c:v>18.420000000000002</c:v>
                </c:pt>
                <c:pt idx="307" formatCode="General">
                  <c:v>18.48</c:v>
                </c:pt>
                <c:pt idx="308" formatCode="General">
                  <c:v>18.54</c:v>
                </c:pt>
                <c:pt idx="309" formatCode="General">
                  <c:v>18.600000000000001</c:v>
                </c:pt>
                <c:pt idx="310" formatCode="General">
                  <c:v>18.66</c:v>
                </c:pt>
                <c:pt idx="311" formatCode="General">
                  <c:v>18.72</c:v>
                </c:pt>
                <c:pt idx="312" formatCode="General">
                  <c:v>18.78</c:v>
                </c:pt>
                <c:pt idx="313" formatCode="General">
                  <c:v>18.84</c:v>
                </c:pt>
                <c:pt idx="314" formatCode="General">
                  <c:v>18.899999999999999</c:v>
                </c:pt>
                <c:pt idx="315" formatCode="General">
                  <c:v>18.96</c:v>
                </c:pt>
                <c:pt idx="316" formatCode="General">
                  <c:v>19.02</c:v>
                </c:pt>
                <c:pt idx="317" formatCode="General">
                  <c:v>19.079999999999998</c:v>
                </c:pt>
                <c:pt idx="318" formatCode="General">
                  <c:v>19.14</c:v>
                </c:pt>
                <c:pt idx="319" formatCode="General">
                  <c:v>19.2</c:v>
                </c:pt>
                <c:pt idx="320" formatCode="General">
                  <c:v>19.260000000000002</c:v>
                </c:pt>
                <c:pt idx="321" formatCode="General">
                  <c:v>19.32</c:v>
                </c:pt>
                <c:pt idx="322" formatCode="General">
                  <c:v>19.38</c:v>
                </c:pt>
                <c:pt idx="323" formatCode="General">
                  <c:v>19.440000000000001</c:v>
                </c:pt>
                <c:pt idx="324" formatCode="General">
                  <c:v>19.5</c:v>
                </c:pt>
                <c:pt idx="325" formatCode="General">
                  <c:v>19.559999999999999</c:v>
                </c:pt>
                <c:pt idx="326" formatCode="General">
                  <c:v>19.62</c:v>
                </c:pt>
                <c:pt idx="327" formatCode="General">
                  <c:v>19.68</c:v>
                </c:pt>
                <c:pt idx="328" formatCode="General">
                  <c:v>19.739999999999998</c:v>
                </c:pt>
                <c:pt idx="329" formatCode="General">
                  <c:v>19.8</c:v>
                </c:pt>
                <c:pt idx="330" formatCode="General">
                  <c:v>19.86</c:v>
                </c:pt>
                <c:pt idx="331" formatCode="General">
                  <c:v>19.920000000000002</c:v>
                </c:pt>
                <c:pt idx="332" formatCode="General">
                  <c:v>19.98</c:v>
                </c:pt>
                <c:pt idx="333" formatCode="General">
                  <c:v>20.04</c:v>
                </c:pt>
                <c:pt idx="334" formatCode="General">
                  <c:v>20.100000000000001</c:v>
                </c:pt>
                <c:pt idx="335" formatCode="General">
                  <c:v>20.16</c:v>
                </c:pt>
                <c:pt idx="336" formatCode="General">
                  <c:v>20.22</c:v>
                </c:pt>
                <c:pt idx="337" formatCode="General">
                  <c:v>20.28</c:v>
                </c:pt>
                <c:pt idx="338" formatCode="General">
                  <c:v>20.34</c:v>
                </c:pt>
                <c:pt idx="339" formatCode="General">
                  <c:v>20.399999999999999</c:v>
                </c:pt>
                <c:pt idx="340" formatCode="General">
                  <c:v>20.46</c:v>
                </c:pt>
                <c:pt idx="341" formatCode="General">
                  <c:v>20.52</c:v>
                </c:pt>
                <c:pt idx="342" formatCode="General">
                  <c:v>20.58</c:v>
                </c:pt>
                <c:pt idx="343" formatCode="General">
                  <c:v>20.64</c:v>
                </c:pt>
                <c:pt idx="344" formatCode="General">
                  <c:v>20.7</c:v>
                </c:pt>
                <c:pt idx="345" formatCode="General">
                  <c:v>20.76</c:v>
                </c:pt>
                <c:pt idx="346" formatCode="General">
                  <c:v>20.82</c:v>
                </c:pt>
                <c:pt idx="347" formatCode="General">
                  <c:v>20.88</c:v>
                </c:pt>
                <c:pt idx="348" formatCode="General">
                  <c:v>20.94</c:v>
                </c:pt>
                <c:pt idx="349" formatCode="General">
                  <c:v>21</c:v>
                </c:pt>
                <c:pt idx="350" formatCode="General">
                  <c:v>21.06</c:v>
                </c:pt>
                <c:pt idx="351" formatCode="General">
                  <c:v>21.12</c:v>
                </c:pt>
                <c:pt idx="352" formatCode="General">
                  <c:v>21.18</c:v>
                </c:pt>
                <c:pt idx="353" formatCode="General">
                  <c:v>21.24</c:v>
                </c:pt>
                <c:pt idx="354" formatCode="General">
                  <c:v>21.3</c:v>
                </c:pt>
                <c:pt idx="355" formatCode="General">
                  <c:v>21.36</c:v>
                </c:pt>
                <c:pt idx="356" formatCode="General">
                  <c:v>21.42</c:v>
                </c:pt>
                <c:pt idx="357" formatCode="General">
                  <c:v>21.48</c:v>
                </c:pt>
                <c:pt idx="358" formatCode="General">
                  <c:v>21.54</c:v>
                </c:pt>
                <c:pt idx="359" formatCode="General">
                  <c:v>21.6</c:v>
                </c:pt>
                <c:pt idx="360" formatCode="General">
                  <c:v>21.66</c:v>
                </c:pt>
                <c:pt idx="361" formatCode="General">
                  <c:v>21.72</c:v>
                </c:pt>
                <c:pt idx="362" formatCode="General">
                  <c:v>21.78</c:v>
                </c:pt>
                <c:pt idx="363" formatCode="General">
                  <c:v>21.84</c:v>
                </c:pt>
                <c:pt idx="364" formatCode="General">
                  <c:v>21.9</c:v>
                </c:pt>
                <c:pt idx="365" formatCode="General">
                  <c:v>21.96</c:v>
                </c:pt>
                <c:pt idx="366" formatCode="General">
                  <c:v>22.02</c:v>
                </c:pt>
                <c:pt idx="367" formatCode="General">
                  <c:v>22.08</c:v>
                </c:pt>
                <c:pt idx="368" formatCode="General">
                  <c:v>22.14</c:v>
                </c:pt>
                <c:pt idx="369" formatCode="General">
                  <c:v>22.2</c:v>
                </c:pt>
                <c:pt idx="370" formatCode="General">
                  <c:v>22.26</c:v>
                </c:pt>
                <c:pt idx="371" formatCode="General">
                  <c:v>22.32</c:v>
                </c:pt>
                <c:pt idx="372" formatCode="General">
                  <c:v>22.38</c:v>
                </c:pt>
                <c:pt idx="373" formatCode="General">
                  <c:v>22.44</c:v>
                </c:pt>
                <c:pt idx="374" formatCode="General">
                  <c:v>22.5</c:v>
                </c:pt>
                <c:pt idx="375" formatCode="General">
                  <c:v>22.56</c:v>
                </c:pt>
                <c:pt idx="376" formatCode="General">
                  <c:v>22.62</c:v>
                </c:pt>
                <c:pt idx="377" formatCode="General">
                  <c:v>22.68</c:v>
                </c:pt>
                <c:pt idx="378" formatCode="General">
                  <c:v>22.74</c:v>
                </c:pt>
                <c:pt idx="379" formatCode="General">
                  <c:v>22.8</c:v>
                </c:pt>
                <c:pt idx="380" formatCode="General">
                  <c:v>22.86</c:v>
                </c:pt>
                <c:pt idx="381" formatCode="General">
                  <c:v>22.92</c:v>
                </c:pt>
                <c:pt idx="382" formatCode="General">
                  <c:v>22.98</c:v>
                </c:pt>
                <c:pt idx="383" formatCode="General">
                  <c:v>23.04</c:v>
                </c:pt>
                <c:pt idx="384" formatCode="General">
                  <c:v>23.1</c:v>
                </c:pt>
                <c:pt idx="385" formatCode="General">
                  <c:v>23.16</c:v>
                </c:pt>
                <c:pt idx="386" formatCode="General">
                  <c:v>23.22</c:v>
                </c:pt>
                <c:pt idx="387" formatCode="General">
                  <c:v>23.28</c:v>
                </c:pt>
                <c:pt idx="388" formatCode="General">
                  <c:v>23.34</c:v>
                </c:pt>
                <c:pt idx="389" formatCode="General">
                  <c:v>23.4</c:v>
                </c:pt>
                <c:pt idx="390" formatCode="General">
                  <c:v>23.46</c:v>
                </c:pt>
                <c:pt idx="391" formatCode="General">
                  <c:v>23.52</c:v>
                </c:pt>
                <c:pt idx="392" formatCode="General">
                  <c:v>23.58</c:v>
                </c:pt>
                <c:pt idx="393" formatCode="General">
                  <c:v>23.64</c:v>
                </c:pt>
                <c:pt idx="394" formatCode="General">
                  <c:v>23.7</c:v>
                </c:pt>
                <c:pt idx="395" formatCode="General">
                  <c:v>23.76</c:v>
                </c:pt>
                <c:pt idx="396" formatCode="General">
                  <c:v>23.82</c:v>
                </c:pt>
                <c:pt idx="397" formatCode="General">
                  <c:v>23.88</c:v>
                </c:pt>
                <c:pt idx="398" formatCode="General">
                  <c:v>23.94</c:v>
                </c:pt>
                <c:pt idx="399" formatCode="General">
                  <c:v>24</c:v>
                </c:pt>
                <c:pt idx="400" formatCode="General">
                  <c:v>24.06</c:v>
                </c:pt>
                <c:pt idx="401" formatCode="General">
                  <c:v>24.12</c:v>
                </c:pt>
                <c:pt idx="402" formatCode="General">
                  <c:v>24.18</c:v>
                </c:pt>
                <c:pt idx="403" formatCode="General">
                  <c:v>24.24</c:v>
                </c:pt>
                <c:pt idx="404" formatCode="General">
                  <c:v>24.3</c:v>
                </c:pt>
                <c:pt idx="405" formatCode="General">
                  <c:v>24.36</c:v>
                </c:pt>
                <c:pt idx="406" formatCode="General">
                  <c:v>24.42</c:v>
                </c:pt>
                <c:pt idx="407" formatCode="General">
                  <c:v>24.48</c:v>
                </c:pt>
                <c:pt idx="408" formatCode="General">
                  <c:v>24.54</c:v>
                </c:pt>
                <c:pt idx="409" formatCode="General">
                  <c:v>24.6</c:v>
                </c:pt>
                <c:pt idx="410" formatCode="General">
                  <c:v>24.66</c:v>
                </c:pt>
                <c:pt idx="411" formatCode="General">
                  <c:v>24.72</c:v>
                </c:pt>
                <c:pt idx="412" formatCode="General">
                  <c:v>24.78</c:v>
                </c:pt>
                <c:pt idx="413" formatCode="General">
                  <c:v>24.84</c:v>
                </c:pt>
                <c:pt idx="414" formatCode="General">
                  <c:v>24.9</c:v>
                </c:pt>
                <c:pt idx="415" formatCode="General">
                  <c:v>24.96</c:v>
                </c:pt>
                <c:pt idx="416" formatCode="General">
                  <c:v>25.02</c:v>
                </c:pt>
                <c:pt idx="417" formatCode="General">
                  <c:v>25.08</c:v>
                </c:pt>
                <c:pt idx="418" formatCode="General">
                  <c:v>25.14</c:v>
                </c:pt>
                <c:pt idx="419" formatCode="General">
                  <c:v>25.2</c:v>
                </c:pt>
                <c:pt idx="420" formatCode="General">
                  <c:v>25.26</c:v>
                </c:pt>
                <c:pt idx="421" formatCode="General">
                  <c:v>25.32</c:v>
                </c:pt>
                <c:pt idx="422" formatCode="General">
                  <c:v>25.38</c:v>
                </c:pt>
                <c:pt idx="423" formatCode="General">
                  <c:v>25.44</c:v>
                </c:pt>
                <c:pt idx="424" formatCode="General">
                  <c:v>25.5</c:v>
                </c:pt>
                <c:pt idx="425" formatCode="General">
                  <c:v>25.56</c:v>
                </c:pt>
                <c:pt idx="426" formatCode="General">
                  <c:v>25.62</c:v>
                </c:pt>
                <c:pt idx="427" formatCode="General">
                  <c:v>25.68</c:v>
                </c:pt>
                <c:pt idx="428" formatCode="General">
                  <c:v>25.74</c:v>
                </c:pt>
                <c:pt idx="429" formatCode="General">
                  <c:v>25.8</c:v>
                </c:pt>
                <c:pt idx="430" formatCode="General">
                  <c:v>25.86</c:v>
                </c:pt>
                <c:pt idx="431" formatCode="General">
                  <c:v>25.92</c:v>
                </c:pt>
                <c:pt idx="432" formatCode="General">
                  <c:v>25.98</c:v>
                </c:pt>
                <c:pt idx="433" formatCode="General">
                  <c:v>26.04</c:v>
                </c:pt>
                <c:pt idx="434" formatCode="General">
                  <c:v>26.1</c:v>
                </c:pt>
                <c:pt idx="435" formatCode="General">
                  <c:v>26.16</c:v>
                </c:pt>
                <c:pt idx="436" formatCode="General">
                  <c:v>26.22</c:v>
                </c:pt>
                <c:pt idx="437" formatCode="General">
                  <c:v>26.28</c:v>
                </c:pt>
                <c:pt idx="438" formatCode="General">
                  <c:v>26.34</c:v>
                </c:pt>
                <c:pt idx="439" formatCode="General">
                  <c:v>26.4</c:v>
                </c:pt>
                <c:pt idx="440" formatCode="General">
                  <c:v>26.46</c:v>
                </c:pt>
                <c:pt idx="441" formatCode="General">
                  <c:v>26.52</c:v>
                </c:pt>
                <c:pt idx="442" formatCode="General">
                  <c:v>26.58</c:v>
                </c:pt>
                <c:pt idx="443" formatCode="General">
                  <c:v>26.64</c:v>
                </c:pt>
                <c:pt idx="444" formatCode="General">
                  <c:v>26.7</c:v>
                </c:pt>
                <c:pt idx="445" formatCode="General">
                  <c:v>26.76</c:v>
                </c:pt>
                <c:pt idx="446" formatCode="General">
                  <c:v>26.82</c:v>
                </c:pt>
                <c:pt idx="447" formatCode="General">
                  <c:v>26.88</c:v>
                </c:pt>
                <c:pt idx="448" formatCode="General">
                  <c:v>26.94</c:v>
                </c:pt>
                <c:pt idx="449" formatCode="General">
                  <c:v>27</c:v>
                </c:pt>
                <c:pt idx="450" formatCode="General">
                  <c:v>27.06</c:v>
                </c:pt>
                <c:pt idx="451" formatCode="General">
                  <c:v>27.12</c:v>
                </c:pt>
                <c:pt idx="452" formatCode="General">
                  <c:v>27.18</c:v>
                </c:pt>
                <c:pt idx="453" formatCode="General">
                  <c:v>27.24</c:v>
                </c:pt>
                <c:pt idx="454" formatCode="General">
                  <c:v>27.3</c:v>
                </c:pt>
                <c:pt idx="455" formatCode="General">
                  <c:v>27.36</c:v>
                </c:pt>
                <c:pt idx="456" formatCode="General">
                  <c:v>27.42</c:v>
                </c:pt>
                <c:pt idx="457" formatCode="General">
                  <c:v>27.48</c:v>
                </c:pt>
                <c:pt idx="458" formatCode="General">
                  <c:v>27.54</c:v>
                </c:pt>
                <c:pt idx="459" formatCode="General">
                  <c:v>27.6</c:v>
                </c:pt>
                <c:pt idx="460" formatCode="General">
                  <c:v>27.66</c:v>
                </c:pt>
                <c:pt idx="461" formatCode="General">
                  <c:v>27.72</c:v>
                </c:pt>
                <c:pt idx="462" formatCode="General">
                  <c:v>27.78</c:v>
                </c:pt>
                <c:pt idx="463" formatCode="General">
                  <c:v>27.84</c:v>
                </c:pt>
                <c:pt idx="464" formatCode="General">
                  <c:v>27.9</c:v>
                </c:pt>
                <c:pt idx="465" formatCode="General">
                  <c:v>27.96</c:v>
                </c:pt>
                <c:pt idx="466" formatCode="General">
                  <c:v>28.02</c:v>
                </c:pt>
                <c:pt idx="467" formatCode="General">
                  <c:v>28.08</c:v>
                </c:pt>
                <c:pt idx="468" formatCode="General">
                  <c:v>28.14</c:v>
                </c:pt>
                <c:pt idx="469" formatCode="General">
                  <c:v>28.2</c:v>
                </c:pt>
                <c:pt idx="470" formatCode="General">
                  <c:v>28.26</c:v>
                </c:pt>
                <c:pt idx="471" formatCode="General">
                  <c:v>28.32</c:v>
                </c:pt>
                <c:pt idx="472" formatCode="General">
                  <c:v>28.38</c:v>
                </c:pt>
                <c:pt idx="473" formatCode="General">
                  <c:v>28.44</c:v>
                </c:pt>
                <c:pt idx="474" formatCode="General">
                  <c:v>28.5</c:v>
                </c:pt>
                <c:pt idx="475" formatCode="General">
                  <c:v>28.56</c:v>
                </c:pt>
                <c:pt idx="476" formatCode="General">
                  <c:v>28.62</c:v>
                </c:pt>
                <c:pt idx="477" formatCode="General">
                  <c:v>28.68</c:v>
                </c:pt>
                <c:pt idx="478" formatCode="General">
                  <c:v>28.74</c:v>
                </c:pt>
                <c:pt idx="479" formatCode="General">
                  <c:v>28.8</c:v>
                </c:pt>
                <c:pt idx="480" formatCode="General">
                  <c:v>28.86</c:v>
                </c:pt>
                <c:pt idx="481" formatCode="General">
                  <c:v>28.92</c:v>
                </c:pt>
                <c:pt idx="482" formatCode="General">
                  <c:v>28.98</c:v>
                </c:pt>
                <c:pt idx="483" formatCode="General">
                  <c:v>29.04</c:v>
                </c:pt>
                <c:pt idx="484" formatCode="General">
                  <c:v>29.1</c:v>
                </c:pt>
                <c:pt idx="485" formatCode="General">
                  <c:v>29.16</c:v>
                </c:pt>
                <c:pt idx="486" formatCode="General">
                  <c:v>29.22</c:v>
                </c:pt>
                <c:pt idx="487" formatCode="General">
                  <c:v>29.28</c:v>
                </c:pt>
                <c:pt idx="488" formatCode="General">
                  <c:v>29.34</c:v>
                </c:pt>
                <c:pt idx="489" formatCode="General">
                  <c:v>29.4</c:v>
                </c:pt>
                <c:pt idx="490" formatCode="General">
                  <c:v>29.46</c:v>
                </c:pt>
                <c:pt idx="491" formatCode="General">
                  <c:v>29.52</c:v>
                </c:pt>
                <c:pt idx="492" formatCode="General">
                  <c:v>29.58</c:v>
                </c:pt>
                <c:pt idx="493" formatCode="General">
                  <c:v>29.64</c:v>
                </c:pt>
                <c:pt idx="494" formatCode="General">
                  <c:v>29.7</c:v>
                </c:pt>
                <c:pt idx="495" formatCode="General">
                  <c:v>29.76</c:v>
                </c:pt>
                <c:pt idx="496" formatCode="General">
                  <c:v>29.82</c:v>
                </c:pt>
                <c:pt idx="497" formatCode="General">
                  <c:v>29.88</c:v>
                </c:pt>
                <c:pt idx="498" formatCode="General">
                  <c:v>29.94</c:v>
                </c:pt>
                <c:pt idx="499" formatCode="General">
                  <c:v>30</c:v>
                </c:pt>
                <c:pt idx="500" formatCode="General">
                  <c:v>30.06</c:v>
                </c:pt>
                <c:pt idx="501" formatCode="General">
                  <c:v>30.12</c:v>
                </c:pt>
                <c:pt idx="502" formatCode="General">
                  <c:v>30.18</c:v>
                </c:pt>
                <c:pt idx="503" formatCode="General">
                  <c:v>30.24</c:v>
                </c:pt>
                <c:pt idx="504" formatCode="General">
                  <c:v>30.3</c:v>
                </c:pt>
                <c:pt idx="505" formatCode="General">
                  <c:v>30.36</c:v>
                </c:pt>
                <c:pt idx="506" formatCode="General">
                  <c:v>30.42</c:v>
                </c:pt>
                <c:pt idx="507" formatCode="General">
                  <c:v>30.48</c:v>
                </c:pt>
                <c:pt idx="508" formatCode="General">
                  <c:v>30.54</c:v>
                </c:pt>
                <c:pt idx="509" formatCode="General">
                  <c:v>30.6</c:v>
                </c:pt>
                <c:pt idx="510" formatCode="General">
                  <c:v>30.66</c:v>
                </c:pt>
                <c:pt idx="511" formatCode="General">
                  <c:v>30.72</c:v>
                </c:pt>
                <c:pt idx="512" formatCode="General">
                  <c:v>30.78</c:v>
                </c:pt>
                <c:pt idx="513" formatCode="General">
                  <c:v>30.84</c:v>
                </c:pt>
                <c:pt idx="514" formatCode="General">
                  <c:v>30.9</c:v>
                </c:pt>
                <c:pt idx="515" formatCode="General">
                  <c:v>30.96</c:v>
                </c:pt>
                <c:pt idx="516" formatCode="General">
                  <c:v>31.02</c:v>
                </c:pt>
              </c:numCache>
            </c:numRef>
          </c:xVal>
          <c:yVal>
            <c:numRef>
              <c:f>Sheet1!$J$2:$J$1550</c:f>
              <c:numCache>
                <c:formatCode>0.00E+00</c:formatCode>
                <c:ptCount val="517"/>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1.888832E-2</c:v>
                </c:pt>
                <c:pt idx="38">
                  <c:v>8.0694719999999998E-2</c:v>
                </c:pt>
                <c:pt idx="39">
                  <c:v>0.12785099999999999</c:v>
                </c:pt>
                <c:pt idx="40">
                  <c:v>0.92484980000000006</c:v>
                </c:pt>
                <c:pt idx="41">
                  <c:v>4.1902100000000004</c:v>
                </c:pt>
                <c:pt idx="42">
                  <c:v>6.8888379999999998</c:v>
                </c:pt>
                <c:pt idx="43">
                  <c:v>6.2552479999999999</c:v>
                </c:pt>
                <c:pt idx="44">
                  <c:v>3.8454640000000002</c:v>
                </c:pt>
                <c:pt idx="45">
                  <c:v>2.4491000000000001</c:v>
                </c:pt>
                <c:pt idx="46">
                  <c:v>1.8212330000000001</c:v>
                </c:pt>
                <c:pt idx="47">
                  <c:v>1.1246339999999999</c:v>
                </c:pt>
                <c:pt idx="48">
                  <c:v>0.98832010000000003</c:v>
                </c:pt>
                <c:pt idx="49">
                  <c:v>0.65460960000000001</c:v>
                </c:pt>
                <c:pt idx="50">
                  <c:v>0.66589390000000004</c:v>
                </c:pt>
                <c:pt idx="51">
                  <c:v>0.60018130000000003</c:v>
                </c:pt>
                <c:pt idx="52">
                  <c:v>0.53890720000000003</c:v>
                </c:pt>
                <c:pt idx="53">
                  <c:v>0.49574859999999998</c:v>
                </c:pt>
                <c:pt idx="54">
                  <c:v>0.53198610000000002</c:v>
                </c:pt>
                <c:pt idx="55">
                  <c:v>0.46097129999999997</c:v>
                </c:pt>
                <c:pt idx="56">
                  <c:v>0.4911121</c:v>
                </c:pt>
                <c:pt idx="57">
                  <c:v>0.48648570000000002</c:v>
                </c:pt>
                <c:pt idx="58">
                  <c:v>0.42312129999999998</c:v>
                </c:pt>
                <c:pt idx="59">
                  <c:v>0.46595950000000003</c:v>
                </c:pt>
                <c:pt idx="60">
                  <c:v>0.43248219999999998</c:v>
                </c:pt>
                <c:pt idx="61">
                  <c:v>0.32994820000000002</c:v>
                </c:pt>
                <c:pt idx="62">
                  <c:v>0.2955043</c:v>
                </c:pt>
                <c:pt idx="63">
                  <c:v>0.34627419999999998</c:v>
                </c:pt>
                <c:pt idx="64">
                  <c:v>0.4002598</c:v>
                </c:pt>
                <c:pt idx="65">
                  <c:v>0.51032520000000003</c:v>
                </c:pt>
                <c:pt idx="66">
                  <c:v>0.44355840000000002</c:v>
                </c:pt>
                <c:pt idx="67">
                  <c:v>0.64886250000000001</c:v>
                </c:pt>
                <c:pt idx="68">
                  <c:v>0.66456559999999998</c:v>
                </c:pt>
                <c:pt idx="69">
                  <c:v>0.81549210000000005</c:v>
                </c:pt>
                <c:pt idx="70">
                  <c:v>0.95230130000000002</c:v>
                </c:pt>
                <c:pt idx="71">
                  <c:v>1.073356</c:v>
                </c:pt>
                <c:pt idx="72">
                  <c:v>1.120927</c:v>
                </c:pt>
                <c:pt idx="73">
                  <c:v>1.155589</c:v>
                </c:pt>
                <c:pt idx="74">
                  <c:v>1.1952910000000001</c:v>
                </c:pt>
                <c:pt idx="75">
                  <c:v>1.336406</c:v>
                </c:pt>
                <c:pt idx="76">
                  <c:v>1.285819</c:v>
                </c:pt>
                <c:pt idx="77">
                  <c:v>1.2373700000000001</c:v>
                </c:pt>
                <c:pt idx="78">
                  <c:v>1.32643</c:v>
                </c:pt>
                <c:pt idx="79">
                  <c:v>1.310524</c:v>
                </c:pt>
                <c:pt idx="80">
                  <c:v>1.461287</c:v>
                </c:pt>
                <c:pt idx="81">
                  <c:v>1.3771850000000001</c:v>
                </c:pt>
                <c:pt idx="82">
                  <c:v>1.46892</c:v>
                </c:pt>
                <c:pt idx="83">
                  <c:v>1.503736</c:v>
                </c:pt>
                <c:pt idx="84">
                  <c:v>1.55728</c:v>
                </c:pt>
                <c:pt idx="85">
                  <c:v>1.6024099999999999</c:v>
                </c:pt>
                <c:pt idx="86">
                  <c:v>1.5261450000000001</c:v>
                </c:pt>
                <c:pt idx="87">
                  <c:v>1.4476290000000001</c:v>
                </c:pt>
                <c:pt idx="88">
                  <c:v>1.4083939999999999</c:v>
                </c:pt>
                <c:pt idx="89">
                  <c:v>1.355383</c:v>
                </c:pt>
                <c:pt idx="90">
                  <c:v>1.1495390000000001</c:v>
                </c:pt>
                <c:pt idx="91">
                  <c:v>0.9603332</c:v>
                </c:pt>
                <c:pt idx="92">
                  <c:v>0.82152970000000003</c:v>
                </c:pt>
                <c:pt idx="93">
                  <c:v>0.75629610000000003</c:v>
                </c:pt>
                <c:pt idx="94">
                  <c:v>0.57121049999999995</c:v>
                </c:pt>
                <c:pt idx="95">
                  <c:v>0.49721989999999999</c:v>
                </c:pt>
                <c:pt idx="96">
                  <c:v>0.47542509999999999</c:v>
                </c:pt>
                <c:pt idx="97">
                  <c:v>0.4032905</c:v>
                </c:pt>
                <c:pt idx="98">
                  <c:v>0.41188239999999998</c:v>
                </c:pt>
                <c:pt idx="99">
                  <c:v>0.40368599999999999</c:v>
                </c:pt>
                <c:pt idx="100">
                  <c:v>0.41845969999999999</c:v>
                </c:pt>
                <c:pt idx="101">
                  <c:v>0.46272869999999999</c:v>
                </c:pt>
                <c:pt idx="102">
                  <c:v>0.46792810000000001</c:v>
                </c:pt>
                <c:pt idx="103">
                  <c:v>0.59389069999999999</c:v>
                </c:pt>
                <c:pt idx="104">
                  <c:v>0.59005450000000004</c:v>
                </c:pt>
                <c:pt idx="105">
                  <c:v>0.80109609999999998</c:v>
                </c:pt>
                <c:pt idx="106">
                  <c:v>0.86123810000000001</c:v>
                </c:pt>
                <c:pt idx="107">
                  <c:v>1.000872</c:v>
                </c:pt>
                <c:pt idx="108">
                  <c:v>1.0813109999999999</c:v>
                </c:pt>
                <c:pt idx="109">
                  <c:v>1.244332</c:v>
                </c:pt>
                <c:pt idx="110">
                  <c:v>1.3504130000000001</c:v>
                </c:pt>
                <c:pt idx="111">
                  <c:v>1.373157</c:v>
                </c:pt>
                <c:pt idx="112">
                  <c:v>1.480332</c:v>
                </c:pt>
                <c:pt idx="113">
                  <c:v>1.3957090000000001</c:v>
                </c:pt>
                <c:pt idx="114">
                  <c:v>1.486008</c:v>
                </c:pt>
                <c:pt idx="115">
                  <c:v>1.4128620000000001</c:v>
                </c:pt>
                <c:pt idx="116">
                  <c:v>1.340992</c:v>
                </c:pt>
                <c:pt idx="117">
                  <c:v>1.259592</c:v>
                </c:pt>
                <c:pt idx="118">
                  <c:v>1.179764</c:v>
                </c:pt>
                <c:pt idx="119">
                  <c:v>1.1336649999999999</c:v>
                </c:pt>
                <c:pt idx="120">
                  <c:v>1.0321009999999999</c:v>
                </c:pt>
                <c:pt idx="121">
                  <c:v>0.99417599999999995</c:v>
                </c:pt>
                <c:pt idx="122">
                  <c:v>0.98438639999999999</c:v>
                </c:pt>
                <c:pt idx="123">
                  <c:v>1.0501750000000001</c:v>
                </c:pt>
                <c:pt idx="124">
                  <c:v>1.0386759999999999</c:v>
                </c:pt>
                <c:pt idx="125">
                  <c:v>1.0299860000000001</c:v>
                </c:pt>
                <c:pt idx="126">
                  <c:v>0.99184530000000004</c:v>
                </c:pt>
                <c:pt idx="127">
                  <c:v>1.033012</c:v>
                </c:pt>
                <c:pt idx="128">
                  <c:v>0.99738910000000003</c:v>
                </c:pt>
                <c:pt idx="129">
                  <c:v>0.95628009999999997</c:v>
                </c:pt>
                <c:pt idx="130">
                  <c:v>1.0522009999999999</c:v>
                </c:pt>
                <c:pt idx="131">
                  <c:v>0.99092179999999996</c:v>
                </c:pt>
                <c:pt idx="132">
                  <c:v>0.95294699999999999</c:v>
                </c:pt>
                <c:pt idx="133">
                  <c:v>0.94561280000000003</c:v>
                </c:pt>
                <c:pt idx="134">
                  <c:v>0.86430700000000005</c:v>
                </c:pt>
                <c:pt idx="135">
                  <c:v>0.84205790000000003</c:v>
                </c:pt>
                <c:pt idx="136">
                  <c:v>0.82981000000000005</c:v>
                </c:pt>
                <c:pt idx="137">
                  <c:v>0.74406530000000004</c:v>
                </c:pt>
                <c:pt idx="138">
                  <c:v>0.6642228</c:v>
                </c:pt>
                <c:pt idx="139">
                  <c:v>0.66172609999999998</c:v>
                </c:pt>
                <c:pt idx="140">
                  <c:v>0.67295280000000002</c:v>
                </c:pt>
                <c:pt idx="141">
                  <c:v>0.6249555</c:v>
                </c:pt>
                <c:pt idx="142">
                  <c:v>0.61424460000000003</c:v>
                </c:pt>
                <c:pt idx="143">
                  <c:v>0.70768690000000001</c:v>
                </c:pt>
                <c:pt idx="144">
                  <c:v>0.7706094</c:v>
                </c:pt>
                <c:pt idx="145">
                  <c:v>0.8874107</c:v>
                </c:pt>
                <c:pt idx="146">
                  <c:v>0.98014590000000001</c:v>
                </c:pt>
                <c:pt idx="147">
                  <c:v>1.0354350000000001</c:v>
                </c:pt>
                <c:pt idx="148">
                  <c:v>1.118028</c:v>
                </c:pt>
                <c:pt idx="149">
                  <c:v>1.225611</c:v>
                </c:pt>
                <c:pt idx="150">
                  <c:v>1.313507</c:v>
                </c:pt>
                <c:pt idx="151">
                  <c:v>1.388957</c:v>
                </c:pt>
                <c:pt idx="152">
                  <c:v>1.375521</c:v>
                </c:pt>
                <c:pt idx="153">
                  <c:v>1.397969</c:v>
                </c:pt>
                <c:pt idx="154">
                  <c:v>1.3941809999999999</c:v>
                </c:pt>
                <c:pt idx="155">
                  <c:v>1.3309709999999999</c:v>
                </c:pt>
                <c:pt idx="156">
                  <c:v>1.2349490000000001</c:v>
                </c:pt>
                <c:pt idx="157">
                  <c:v>1.277822</c:v>
                </c:pt>
                <c:pt idx="158">
                  <c:v>1.172248</c:v>
                </c:pt>
                <c:pt idx="159">
                  <c:v>1.0574859999999999</c:v>
                </c:pt>
                <c:pt idx="160">
                  <c:v>1.016505</c:v>
                </c:pt>
                <c:pt idx="161">
                  <c:v>0.98060950000000002</c:v>
                </c:pt>
                <c:pt idx="162">
                  <c:v>0.96604780000000001</c:v>
                </c:pt>
                <c:pt idx="163">
                  <c:v>0.92692110000000005</c:v>
                </c:pt>
                <c:pt idx="164">
                  <c:v>0.91672160000000003</c:v>
                </c:pt>
                <c:pt idx="165">
                  <c:v>0.9235274</c:v>
                </c:pt>
                <c:pt idx="166">
                  <c:v>0.9252146</c:v>
                </c:pt>
                <c:pt idx="167">
                  <c:v>0.9340446</c:v>
                </c:pt>
                <c:pt idx="168">
                  <c:v>0.90440069999999995</c:v>
                </c:pt>
                <c:pt idx="169">
                  <c:v>0.94900519999999999</c:v>
                </c:pt>
                <c:pt idx="170">
                  <c:v>0.90435710000000002</c:v>
                </c:pt>
                <c:pt idx="171">
                  <c:v>0.84177930000000001</c:v>
                </c:pt>
                <c:pt idx="172">
                  <c:v>0.80746910000000005</c:v>
                </c:pt>
                <c:pt idx="173">
                  <c:v>0.79641269999999997</c:v>
                </c:pt>
                <c:pt idx="174">
                  <c:v>0.80960319999999997</c:v>
                </c:pt>
                <c:pt idx="175">
                  <c:v>0.80175019999999997</c:v>
                </c:pt>
                <c:pt idx="176">
                  <c:v>0.8388603</c:v>
                </c:pt>
                <c:pt idx="177">
                  <c:v>0.78469540000000004</c:v>
                </c:pt>
                <c:pt idx="178">
                  <c:v>0.81724010000000002</c:v>
                </c:pt>
                <c:pt idx="179">
                  <c:v>0.85280330000000004</c:v>
                </c:pt>
                <c:pt idx="180">
                  <c:v>0.87879099999999999</c:v>
                </c:pt>
                <c:pt idx="181">
                  <c:v>0.92680260000000003</c:v>
                </c:pt>
                <c:pt idx="182">
                  <c:v>0.99244829999999995</c:v>
                </c:pt>
                <c:pt idx="183">
                  <c:v>1.0558099999999999</c:v>
                </c:pt>
                <c:pt idx="184">
                  <c:v>1.0472159999999999</c:v>
                </c:pt>
                <c:pt idx="185">
                  <c:v>1.067917</c:v>
                </c:pt>
                <c:pt idx="186">
                  <c:v>1.1138570000000001</c:v>
                </c:pt>
                <c:pt idx="187">
                  <c:v>1.1375390000000001</c:v>
                </c:pt>
                <c:pt idx="188">
                  <c:v>1.1877660000000001</c:v>
                </c:pt>
                <c:pt idx="189">
                  <c:v>1.17303</c:v>
                </c:pt>
                <c:pt idx="190">
                  <c:v>1.2422759999999999</c:v>
                </c:pt>
                <c:pt idx="191">
                  <c:v>1.232329</c:v>
                </c:pt>
                <c:pt idx="192">
                  <c:v>1.200553</c:v>
                </c:pt>
                <c:pt idx="193">
                  <c:v>1.188933</c:v>
                </c:pt>
                <c:pt idx="194">
                  <c:v>1.2560340000000001</c:v>
                </c:pt>
                <c:pt idx="195">
                  <c:v>1.2301150000000001</c:v>
                </c:pt>
                <c:pt idx="196">
                  <c:v>1.195519</c:v>
                </c:pt>
                <c:pt idx="197">
                  <c:v>1.1399889999999999</c:v>
                </c:pt>
                <c:pt idx="198">
                  <c:v>1.112719</c:v>
                </c:pt>
                <c:pt idx="199">
                  <c:v>1.0136540000000001</c:v>
                </c:pt>
                <c:pt idx="200">
                  <c:v>0.9911027</c:v>
                </c:pt>
                <c:pt idx="201">
                  <c:v>0.9154698</c:v>
                </c:pt>
                <c:pt idx="202">
                  <c:v>0.88926320000000003</c:v>
                </c:pt>
                <c:pt idx="203">
                  <c:v>0.81993930000000004</c:v>
                </c:pt>
                <c:pt idx="204">
                  <c:v>0.7730165</c:v>
                </c:pt>
                <c:pt idx="205">
                  <c:v>0.79863200000000001</c:v>
                </c:pt>
                <c:pt idx="206">
                  <c:v>0.81034969999999995</c:v>
                </c:pt>
                <c:pt idx="207">
                  <c:v>0.78555419999999998</c:v>
                </c:pt>
                <c:pt idx="208">
                  <c:v>0.80927709999999997</c:v>
                </c:pt>
                <c:pt idx="209">
                  <c:v>0.82756529999999995</c:v>
                </c:pt>
                <c:pt idx="210">
                  <c:v>0.86568929999999999</c:v>
                </c:pt>
                <c:pt idx="211">
                  <c:v>0.88454840000000001</c:v>
                </c:pt>
                <c:pt idx="212">
                  <c:v>0.89790590000000003</c:v>
                </c:pt>
                <c:pt idx="213">
                  <c:v>0.96130409999999999</c:v>
                </c:pt>
                <c:pt idx="214">
                  <c:v>0.95326759999999999</c:v>
                </c:pt>
                <c:pt idx="215">
                  <c:v>0.98187760000000002</c:v>
                </c:pt>
                <c:pt idx="216">
                  <c:v>0.99080559999999995</c:v>
                </c:pt>
                <c:pt idx="217">
                  <c:v>0.99321550000000003</c:v>
                </c:pt>
                <c:pt idx="218">
                  <c:v>1.02227</c:v>
                </c:pt>
                <c:pt idx="219">
                  <c:v>1.022578</c:v>
                </c:pt>
                <c:pt idx="220">
                  <c:v>1.0770109999999999</c:v>
                </c:pt>
                <c:pt idx="221">
                  <c:v>1.060411</c:v>
                </c:pt>
                <c:pt idx="222">
                  <c:v>1.0956250000000001</c:v>
                </c:pt>
                <c:pt idx="223">
                  <c:v>1.0605869999999999</c:v>
                </c:pt>
                <c:pt idx="224">
                  <c:v>1.0770420000000001</c:v>
                </c:pt>
                <c:pt idx="225">
                  <c:v>1.069401</c:v>
                </c:pt>
                <c:pt idx="226">
                  <c:v>1.0787910000000001</c:v>
                </c:pt>
                <c:pt idx="227">
                  <c:v>1.054657</c:v>
                </c:pt>
                <c:pt idx="228">
                  <c:v>1.0875969999999999</c:v>
                </c:pt>
                <c:pt idx="229">
                  <c:v>1.07816</c:v>
                </c:pt>
                <c:pt idx="230">
                  <c:v>1.104627</c:v>
                </c:pt>
                <c:pt idx="231">
                  <c:v>1.090311</c:v>
                </c:pt>
                <c:pt idx="232">
                  <c:v>1.1113690000000001</c:v>
                </c:pt>
                <c:pt idx="233">
                  <c:v>1.1208199999999999</c:v>
                </c:pt>
                <c:pt idx="234">
                  <c:v>1.102411</c:v>
                </c:pt>
                <c:pt idx="235">
                  <c:v>1.1048420000000001</c:v>
                </c:pt>
                <c:pt idx="236">
                  <c:v>1.1081639999999999</c:v>
                </c:pt>
                <c:pt idx="237">
                  <c:v>1.0909260000000001</c:v>
                </c:pt>
                <c:pt idx="238">
                  <c:v>1.0507770000000001</c:v>
                </c:pt>
                <c:pt idx="239">
                  <c:v>1.0375399999999999</c:v>
                </c:pt>
                <c:pt idx="240">
                  <c:v>0.97188819999999998</c:v>
                </c:pt>
                <c:pt idx="241">
                  <c:v>0.94337959999999998</c:v>
                </c:pt>
                <c:pt idx="242">
                  <c:v>0.91669230000000002</c:v>
                </c:pt>
                <c:pt idx="243">
                  <c:v>0.88949350000000005</c:v>
                </c:pt>
                <c:pt idx="244">
                  <c:v>0.84634819999999999</c:v>
                </c:pt>
                <c:pt idx="245">
                  <c:v>0.79598610000000003</c:v>
                </c:pt>
                <c:pt idx="246">
                  <c:v>0.79246000000000005</c:v>
                </c:pt>
                <c:pt idx="247">
                  <c:v>0.77499490000000004</c:v>
                </c:pt>
                <c:pt idx="248">
                  <c:v>0.78769960000000006</c:v>
                </c:pt>
                <c:pt idx="249">
                  <c:v>0.79079370000000004</c:v>
                </c:pt>
                <c:pt idx="250">
                  <c:v>0.8061526</c:v>
                </c:pt>
                <c:pt idx="251">
                  <c:v>0.8616182</c:v>
                </c:pt>
                <c:pt idx="252">
                  <c:v>0.89274620000000005</c:v>
                </c:pt>
                <c:pt idx="253">
                  <c:v>0.94597719999999996</c:v>
                </c:pt>
                <c:pt idx="254">
                  <c:v>0.96395050000000004</c:v>
                </c:pt>
                <c:pt idx="255">
                  <c:v>1.012205</c:v>
                </c:pt>
                <c:pt idx="256">
                  <c:v>1.0536939999999999</c:v>
                </c:pt>
                <c:pt idx="257">
                  <c:v>1.105164</c:v>
                </c:pt>
                <c:pt idx="258">
                  <c:v>1.1031519999999999</c:v>
                </c:pt>
                <c:pt idx="259">
                  <c:v>1.153189</c:v>
                </c:pt>
                <c:pt idx="260">
                  <c:v>1.1573830000000001</c:v>
                </c:pt>
                <c:pt idx="261">
                  <c:v>1.17638</c:v>
                </c:pt>
                <c:pt idx="262">
                  <c:v>1.1631130000000001</c:v>
                </c:pt>
                <c:pt idx="263">
                  <c:v>1.1699729999999999</c:v>
                </c:pt>
                <c:pt idx="264">
                  <c:v>1.140185</c:v>
                </c:pt>
                <c:pt idx="265">
                  <c:v>1.115245</c:v>
                </c:pt>
                <c:pt idx="266">
                  <c:v>1.1158980000000001</c:v>
                </c:pt>
                <c:pt idx="267">
                  <c:v>1.0732170000000001</c:v>
                </c:pt>
                <c:pt idx="268">
                  <c:v>1.0373589999999999</c:v>
                </c:pt>
                <c:pt idx="269">
                  <c:v>1.0283789999999999</c:v>
                </c:pt>
                <c:pt idx="270">
                  <c:v>1.0284180000000001</c:v>
                </c:pt>
                <c:pt idx="271">
                  <c:v>0.96814860000000003</c:v>
                </c:pt>
                <c:pt idx="272">
                  <c:v>0.97113340000000004</c:v>
                </c:pt>
                <c:pt idx="273">
                  <c:v>0.96787259999999997</c:v>
                </c:pt>
                <c:pt idx="274">
                  <c:v>0.97527350000000002</c:v>
                </c:pt>
                <c:pt idx="275">
                  <c:v>0.9703676</c:v>
                </c:pt>
                <c:pt idx="276">
                  <c:v>0.95697509999999997</c:v>
                </c:pt>
                <c:pt idx="277">
                  <c:v>0.96686729999999999</c:v>
                </c:pt>
                <c:pt idx="278">
                  <c:v>0.97081139999999999</c:v>
                </c:pt>
                <c:pt idx="279">
                  <c:v>0.98058920000000005</c:v>
                </c:pt>
                <c:pt idx="280">
                  <c:v>0.94270549999999997</c:v>
                </c:pt>
                <c:pt idx="281">
                  <c:v>0.934145</c:v>
                </c:pt>
                <c:pt idx="282">
                  <c:v>0.91818920000000004</c:v>
                </c:pt>
                <c:pt idx="283">
                  <c:v>0.89381089999999996</c:v>
                </c:pt>
                <c:pt idx="284">
                  <c:v>0.8863742</c:v>
                </c:pt>
                <c:pt idx="285">
                  <c:v>0.87535130000000005</c:v>
                </c:pt>
                <c:pt idx="286">
                  <c:v>0.85998980000000003</c:v>
                </c:pt>
                <c:pt idx="287">
                  <c:v>0.85797429999999997</c:v>
                </c:pt>
                <c:pt idx="288">
                  <c:v>0.86723300000000003</c:v>
                </c:pt>
                <c:pt idx="289">
                  <c:v>0.89093869999999997</c:v>
                </c:pt>
                <c:pt idx="290">
                  <c:v>0.90318600000000004</c:v>
                </c:pt>
                <c:pt idx="291">
                  <c:v>0.96243069999999997</c:v>
                </c:pt>
                <c:pt idx="292">
                  <c:v>0.96715169999999995</c:v>
                </c:pt>
                <c:pt idx="293">
                  <c:v>1.020383</c:v>
                </c:pt>
                <c:pt idx="294">
                  <c:v>1.04294</c:v>
                </c:pt>
                <c:pt idx="295">
                  <c:v>1.0939650000000001</c:v>
                </c:pt>
                <c:pt idx="296">
                  <c:v>1.1014539999999999</c:v>
                </c:pt>
                <c:pt idx="297">
                  <c:v>1.1587289999999999</c:v>
                </c:pt>
                <c:pt idx="298">
                  <c:v>1.1557200000000001</c:v>
                </c:pt>
                <c:pt idx="299">
                  <c:v>1.163637</c:v>
                </c:pt>
                <c:pt idx="300">
                  <c:v>1.1616379999999999</c:v>
                </c:pt>
                <c:pt idx="301">
                  <c:v>1.14364</c:v>
                </c:pt>
                <c:pt idx="302">
                  <c:v>1.1346179999999999</c:v>
                </c:pt>
                <c:pt idx="303">
                  <c:v>1.113146</c:v>
                </c:pt>
                <c:pt idx="304">
                  <c:v>1.0796159999999999</c:v>
                </c:pt>
                <c:pt idx="305">
                  <c:v>1.0550930000000001</c:v>
                </c:pt>
                <c:pt idx="306">
                  <c:v>1.0352079999999999</c:v>
                </c:pt>
                <c:pt idx="307">
                  <c:v>1.024902</c:v>
                </c:pt>
                <c:pt idx="308">
                  <c:v>1.0091380000000001</c:v>
                </c:pt>
                <c:pt idx="309">
                  <c:v>0.9802149</c:v>
                </c:pt>
                <c:pt idx="310">
                  <c:v>0.93852919999999995</c:v>
                </c:pt>
                <c:pt idx="311">
                  <c:v>0.93280280000000004</c:v>
                </c:pt>
                <c:pt idx="312">
                  <c:v>0.94494900000000004</c:v>
                </c:pt>
                <c:pt idx="313">
                  <c:v>0.94295130000000005</c:v>
                </c:pt>
                <c:pt idx="314">
                  <c:v>0.93175079999999999</c:v>
                </c:pt>
                <c:pt idx="315">
                  <c:v>0.94225239999999999</c:v>
                </c:pt>
                <c:pt idx="316">
                  <c:v>0.9519244</c:v>
                </c:pt>
                <c:pt idx="317">
                  <c:v>0.94513769999999997</c:v>
                </c:pt>
                <c:pt idx="318">
                  <c:v>0.95061329999999999</c:v>
                </c:pt>
                <c:pt idx="319">
                  <c:v>0.94454800000000005</c:v>
                </c:pt>
                <c:pt idx="320">
                  <c:v>0.93364259999999999</c:v>
                </c:pt>
                <c:pt idx="321">
                  <c:v>0.93048330000000001</c:v>
                </c:pt>
                <c:pt idx="322">
                  <c:v>0.94760710000000004</c:v>
                </c:pt>
                <c:pt idx="323">
                  <c:v>0.93436149999999996</c:v>
                </c:pt>
                <c:pt idx="324">
                  <c:v>0.92823310000000003</c:v>
                </c:pt>
                <c:pt idx="325">
                  <c:v>0.91613069999999996</c:v>
                </c:pt>
                <c:pt idx="326">
                  <c:v>0.9356622</c:v>
                </c:pt>
                <c:pt idx="327">
                  <c:v>0.92565549999999996</c:v>
                </c:pt>
                <c:pt idx="328">
                  <c:v>0.95002450000000005</c:v>
                </c:pt>
                <c:pt idx="329">
                  <c:v>0.95279159999999996</c:v>
                </c:pt>
                <c:pt idx="330">
                  <c:v>0.98177309999999995</c:v>
                </c:pt>
                <c:pt idx="331">
                  <c:v>1.015833</c:v>
                </c:pt>
                <c:pt idx="332">
                  <c:v>1.0155209999999999</c:v>
                </c:pt>
                <c:pt idx="333">
                  <c:v>1.0466150000000001</c:v>
                </c:pt>
                <c:pt idx="334">
                  <c:v>1.069299</c:v>
                </c:pt>
                <c:pt idx="335">
                  <c:v>1.091936</c:v>
                </c:pt>
                <c:pt idx="336">
                  <c:v>1.0785</c:v>
                </c:pt>
                <c:pt idx="337">
                  <c:v>1.101972</c:v>
                </c:pt>
                <c:pt idx="338">
                  <c:v>1.123013</c:v>
                </c:pt>
                <c:pt idx="339">
                  <c:v>1.1146469999999999</c:v>
                </c:pt>
                <c:pt idx="340">
                  <c:v>1.110347</c:v>
                </c:pt>
                <c:pt idx="341">
                  <c:v>1.129283</c:v>
                </c:pt>
                <c:pt idx="342">
                  <c:v>1.099871</c:v>
                </c:pt>
                <c:pt idx="343">
                  <c:v>1.1140000000000001</c:v>
                </c:pt>
                <c:pt idx="344">
                  <c:v>1.092541</c:v>
                </c:pt>
                <c:pt idx="345">
                  <c:v>1.0801970000000001</c:v>
                </c:pt>
                <c:pt idx="346">
                  <c:v>1.059822</c:v>
                </c:pt>
                <c:pt idx="347">
                  <c:v>1.0179279999999999</c:v>
                </c:pt>
                <c:pt idx="348">
                  <c:v>1.002138</c:v>
                </c:pt>
                <c:pt idx="349">
                  <c:v>0.98951699999999998</c:v>
                </c:pt>
                <c:pt idx="350">
                  <c:v>0.93318690000000004</c:v>
                </c:pt>
                <c:pt idx="351">
                  <c:v>0.93438639999999995</c:v>
                </c:pt>
                <c:pt idx="352">
                  <c:v>0.89166889999999999</c:v>
                </c:pt>
                <c:pt idx="353">
                  <c:v>0.85681890000000005</c:v>
                </c:pt>
                <c:pt idx="354">
                  <c:v>0.85070000000000001</c:v>
                </c:pt>
                <c:pt idx="355">
                  <c:v>0.83731860000000002</c:v>
                </c:pt>
                <c:pt idx="356">
                  <c:v>0.83488150000000005</c:v>
                </c:pt>
                <c:pt idx="357">
                  <c:v>0.85459220000000002</c:v>
                </c:pt>
                <c:pt idx="358">
                  <c:v>0.85735099999999997</c:v>
                </c:pt>
                <c:pt idx="359">
                  <c:v>0.91720740000000001</c:v>
                </c:pt>
                <c:pt idx="360">
                  <c:v>0.93034209999999995</c:v>
                </c:pt>
                <c:pt idx="361">
                  <c:v>0.96975250000000002</c:v>
                </c:pt>
                <c:pt idx="362">
                  <c:v>0.99846849999999998</c:v>
                </c:pt>
                <c:pt idx="363">
                  <c:v>1.010386</c:v>
                </c:pt>
                <c:pt idx="364">
                  <c:v>1.0176529999999999</c:v>
                </c:pt>
                <c:pt idx="365">
                  <c:v>1.066263</c:v>
                </c:pt>
                <c:pt idx="366">
                  <c:v>1.038589</c:v>
                </c:pt>
                <c:pt idx="367">
                  <c:v>1.078773</c:v>
                </c:pt>
                <c:pt idx="368">
                  <c:v>1.068427</c:v>
                </c:pt>
                <c:pt idx="369">
                  <c:v>1.0766070000000001</c:v>
                </c:pt>
                <c:pt idx="370">
                  <c:v>1.0590200000000001</c:v>
                </c:pt>
                <c:pt idx="371">
                  <c:v>1.0586549999999999</c:v>
                </c:pt>
                <c:pt idx="372">
                  <c:v>1.0702389999999999</c:v>
                </c:pt>
                <c:pt idx="373">
                  <c:v>1.078856</c:v>
                </c:pt>
                <c:pt idx="374">
                  <c:v>1.0566230000000001</c:v>
                </c:pt>
                <c:pt idx="375">
                  <c:v>1.066155</c:v>
                </c:pt>
                <c:pt idx="376">
                  <c:v>1.059355</c:v>
                </c:pt>
                <c:pt idx="377">
                  <c:v>1.0465040000000001</c:v>
                </c:pt>
                <c:pt idx="378">
                  <c:v>1.0679529999999999</c:v>
                </c:pt>
                <c:pt idx="379">
                  <c:v>1.0285280000000001</c:v>
                </c:pt>
                <c:pt idx="380">
                  <c:v>1.033377</c:v>
                </c:pt>
                <c:pt idx="381">
                  <c:v>1.0293749999999999</c:v>
                </c:pt>
                <c:pt idx="382">
                  <c:v>1.0171269999999999</c:v>
                </c:pt>
                <c:pt idx="383">
                  <c:v>0.99139600000000005</c:v>
                </c:pt>
                <c:pt idx="384">
                  <c:v>1.018456</c:v>
                </c:pt>
                <c:pt idx="385">
                  <c:v>1.0131859999999999</c:v>
                </c:pt>
                <c:pt idx="386">
                  <c:v>1.002038</c:v>
                </c:pt>
                <c:pt idx="387">
                  <c:v>0.97848889999999999</c:v>
                </c:pt>
                <c:pt idx="388">
                  <c:v>0.97373500000000002</c:v>
                </c:pt>
                <c:pt idx="389">
                  <c:v>0.93593020000000005</c:v>
                </c:pt>
                <c:pt idx="390">
                  <c:v>0.93400360000000004</c:v>
                </c:pt>
                <c:pt idx="391">
                  <c:v>0.93882969999999999</c:v>
                </c:pt>
                <c:pt idx="392">
                  <c:v>0.92231379999999996</c:v>
                </c:pt>
                <c:pt idx="393">
                  <c:v>0.89593800000000001</c:v>
                </c:pt>
                <c:pt idx="394">
                  <c:v>0.89673930000000002</c:v>
                </c:pt>
                <c:pt idx="395">
                  <c:v>0.89439029999999997</c:v>
                </c:pt>
                <c:pt idx="396">
                  <c:v>0.89084209999999997</c:v>
                </c:pt>
                <c:pt idx="397">
                  <c:v>0.9023852</c:v>
                </c:pt>
                <c:pt idx="398">
                  <c:v>0.92528080000000001</c:v>
                </c:pt>
                <c:pt idx="399">
                  <c:v>0.93097399999999997</c:v>
                </c:pt>
                <c:pt idx="400">
                  <c:v>0.96730159999999998</c:v>
                </c:pt>
                <c:pt idx="401">
                  <c:v>0.96452059999999995</c:v>
                </c:pt>
                <c:pt idx="402">
                  <c:v>1.023056</c:v>
                </c:pt>
                <c:pt idx="403">
                  <c:v>1.0410600000000001</c:v>
                </c:pt>
                <c:pt idx="404">
                  <c:v>1.059456</c:v>
                </c:pt>
                <c:pt idx="405">
                  <c:v>1.0918060000000001</c:v>
                </c:pt>
                <c:pt idx="406">
                  <c:v>1.087683</c:v>
                </c:pt>
                <c:pt idx="407">
                  <c:v>1.081866</c:v>
                </c:pt>
                <c:pt idx="408">
                  <c:v>1.102671</c:v>
                </c:pt>
                <c:pt idx="409">
                  <c:v>1.1106860000000001</c:v>
                </c:pt>
                <c:pt idx="410">
                  <c:v>1.0944689999999999</c:v>
                </c:pt>
                <c:pt idx="411">
                  <c:v>1.068031</c:v>
                </c:pt>
                <c:pt idx="412">
                  <c:v>1.0663039999999999</c:v>
                </c:pt>
                <c:pt idx="413">
                  <c:v>1.066092</c:v>
                </c:pt>
                <c:pt idx="414">
                  <c:v>1.023425</c:v>
                </c:pt>
                <c:pt idx="415">
                  <c:v>1.031199</c:v>
                </c:pt>
                <c:pt idx="416">
                  <c:v>1.0108870000000001</c:v>
                </c:pt>
                <c:pt idx="417">
                  <c:v>0.99270829999999999</c:v>
                </c:pt>
                <c:pt idx="418">
                  <c:v>1.022078</c:v>
                </c:pt>
                <c:pt idx="419">
                  <c:v>0.99827540000000003</c:v>
                </c:pt>
                <c:pt idx="420">
                  <c:v>0.99746290000000004</c:v>
                </c:pt>
                <c:pt idx="421">
                  <c:v>0.99320059999999999</c:v>
                </c:pt>
                <c:pt idx="422">
                  <c:v>0.97837280000000004</c:v>
                </c:pt>
                <c:pt idx="423">
                  <c:v>1.0008459999999999</c:v>
                </c:pt>
                <c:pt idx="424">
                  <c:v>0.97643480000000005</c:v>
                </c:pt>
                <c:pt idx="425">
                  <c:v>0.97689110000000001</c:v>
                </c:pt>
                <c:pt idx="426">
                  <c:v>0.97710810000000003</c:v>
                </c:pt>
                <c:pt idx="427">
                  <c:v>0.95110570000000005</c:v>
                </c:pt>
                <c:pt idx="428">
                  <c:v>0.9461581</c:v>
                </c:pt>
                <c:pt idx="429">
                  <c:v>0.94294259999999996</c:v>
                </c:pt>
                <c:pt idx="430">
                  <c:v>0.9330657</c:v>
                </c:pt>
                <c:pt idx="431">
                  <c:v>0.93145489999999997</c:v>
                </c:pt>
                <c:pt idx="432">
                  <c:v>0.91646459999999996</c:v>
                </c:pt>
                <c:pt idx="433">
                  <c:v>0.89827170000000001</c:v>
                </c:pt>
                <c:pt idx="434">
                  <c:v>0.91829119999999997</c:v>
                </c:pt>
                <c:pt idx="435">
                  <c:v>0.91480110000000003</c:v>
                </c:pt>
                <c:pt idx="436">
                  <c:v>0.90754840000000003</c:v>
                </c:pt>
                <c:pt idx="437">
                  <c:v>0.92466479999999995</c:v>
                </c:pt>
                <c:pt idx="438">
                  <c:v>0.95867089999999999</c:v>
                </c:pt>
                <c:pt idx="439">
                  <c:v>0.97580389999999995</c:v>
                </c:pt>
                <c:pt idx="440">
                  <c:v>1.0099530000000001</c:v>
                </c:pt>
                <c:pt idx="441">
                  <c:v>1.0422469999999999</c:v>
                </c:pt>
                <c:pt idx="442">
                  <c:v>1.0621480000000001</c:v>
                </c:pt>
                <c:pt idx="443">
                  <c:v>1.0786770000000001</c:v>
                </c:pt>
                <c:pt idx="444">
                  <c:v>1.095942</c:v>
                </c:pt>
                <c:pt idx="445">
                  <c:v>1.105362</c:v>
                </c:pt>
                <c:pt idx="446">
                  <c:v>1.117691</c:v>
                </c:pt>
                <c:pt idx="447">
                  <c:v>1.119774</c:v>
                </c:pt>
                <c:pt idx="448">
                  <c:v>1.1206769999999999</c:v>
                </c:pt>
                <c:pt idx="449">
                  <c:v>1.0912539999999999</c:v>
                </c:pt>
                <c:pt idx="450">
                  <c:v>1.1011040000000001</c:v>
                </c:pt>
                <c:pt idx="451">
                  <c:v>1.065998</c:v>
                </c:pt>
                <c:pt idx="452">
                  <c:v>1.0510619999999999</c:v>
                </c:pt>
                <c:pt idx="453">
                  <c:v>1.0452459999999999</c:v>
                </c:pt>
                <c:pt idx="454">
                  <c:v>1.020564</c:v>
                </c:pt>
                <c:pt idx="455">
                  <c:v>0.98618430000000001</c:v>
                </c:pt>
                <c:pt idx="456">
                  <c:v>0.97286150000000005</c:v>
                </c:pt>
                <c:pt idx="457">
                  <c:v>0.97134849999999995</c:v>
                </c:pt>
                <c:pt idx="458">
                  <c:v>0.94329870000000005</c:v>
                </c:pt>
                <c:pt idx="459">
                  <c:v>0.93707490000000004</c:v>
                </c:pt>
                <c:pt idx="460">
                  <c:v>0.95233000000000001</c:v>
                </c:pt>
                <c:pt idx="461">
                  <c:v>0.92680680000000004</c:v>
                </c:pt>
                <c:pt idx="462">
                  <c:v>0.91809980000000002</c:v>
                </c:pt>
                <c:pt idx="463">
                  <c:v>0.93049000000000004</c:v>
                </c:pt>
                <c:pt idx="464">
                  <c:v>0.94585589999999997</c:v>
                </c:pt>
                <c:pt idx="465">
                  <c:v>0.92735590000000001</c:v>
                </c:pt>
                <c:pt idx="466">
                  <c:v>0.95159179999999999</c:v>
                </c:pt>
                <c:pt idx="467">
                  <c:v>0.96210030000000002</c:v>
                </c:pt>
                <c:pt idx="468">
                  <c:v>0.95223559999999996</c:v>
                </c:pt>
                <c:pt idx="469">
                  <c:v>0.95763399999999999</c:v>
                </c:pt>
                <c:pt idx="470">
                  <c:v>0.97957669999999997</c:v>
                </c:pt>
                <c:pt idx="471">
                  <c:v>0.97989919999999997</c:v>
                </c:pt>
                <c:pt idx="472">
                  <c:v>0.99959489999999995</c:v>
                </c:pt>
                <c:pt idx="473">
                  <c:v>0.98421259999999999</c:v>
                </c:pt>
                <c:pt idx="474">
                  <c:v>1.0015309999999999</c:v>
                </c:pt>
                <c:pt idx="475">
                  <c:v>1.0124359999999999</c:v>
                </c:pt>
                <c:pt idx="476">
                  <c:v>1.018445</c:v>
                </c:pt>
                <c:pt idx="477">
                  <c:v>1.0259469999999999</c:v>
                </c:pt>
                <c:pt idx="478">
                  <c:v>1.011206</c:v>
                </c:pt>
                <c:pt idx="479">
                  <c:v>1.0335160000000001</c:v>
                </c:pt>
                <c:pt idx="480">
                  <c:v>1.0312859999999999</c:v>
                </c:pt>
                <c:pt idx="481">
                  <c:v>1.0299469999999999</c:v>
                </c:pt>
                <c:pt idx="482">
                  <c:v>1.0413539999999999</c:v>
                </c:pt>
                <c:pt idx="483">
                  <c:v>1.0461370000000001</c:v>
                </c:pt>
                <c:pt idx="484">
                  <c:v>1.041944</c:v>
                </c:pt>
                <c:pt idx="485">
                  <c:v>1.0499590000000001</c:v>
                </c:pt>
                <c:pt idx="486">
                  <c:v>1.054737</c:v>
                </c:pt>
                <c:pt idx="487">
                  <c:v>1.058837</c:v>
                </c:pt>
                <c:pt idx="488">
                  <c:v>1.0629519999999999</c:v>
                </c:pt>
                <c:pt idx="489">
                  <c:v>1.0643549999999999</c:v>
                </c:pt>
                <c:pt idx="490">
                  <c:v>1.0514250000000001</c:v>
                </c:pt>
                <c:pt idx="491">
                  <c:v>1.042761</c:v>
                </c:pt>
                <c:pt idx="492">
                  <c:v>1.035898</c:v>
                </c:pt>
                <c:pt idx="493">
                  <c:v>1.024834</c:v>
                </c:pt>
                <c:pt idx="494">
                  <c:v>1.0053350000000001</c:v>
                </c:pt>
                <c:pt idx="495">
                  <c:v>0.99989969999999995</c:v>
                </c:pt>
                <c:pt idx="496">
                  <c:v>0.98660420000000004</c:v>
                </c:pt>
                <c:pt idx="497">
                  <c:v>0.97582690000000005</c:v>
                </c:pt>
                <c:pt idx="498">
                  <c:v>0.95965089999999997</c:v>
                </c:pt>
                <c:pt idx="499">
                  <c:v>0.93705000000000005</c:v>
                </c:pt>
                <c:pt idx="500">
                  <c:v>0.9373882</c:v>
                </c:pt>
                <c:pt idx="501">
                  <c:v>0.91455330000000001</c:v>
                </c:pt>
                <c:pt idx="502">
                  <c:v>0.91361570000000003</c:v>
                </c:pt>
                <c:pt idx="503">
                  <c:v>0.90435639999999995</c:v>
                </c:pt>
                <c:pt idx="504">
                  <c:v>0.9145221</c:v>
                </c:pt>
                <c:pt idx="505">
                  <c:v>0.90734210000000004</c:v>
                </c:pt>
                <c:pt idx="506">
                  <c:v>0.92467080000000001</c:v>
                </c:pt>
                <c:pt idx="507">
                  <c:v>0.94122170000000005</c:v>
                </c:pt>
                <c:pt idx="508">
                  <c:v>0.96363679999999996</c:v>
                </c:pt>
                <c:pt idx="509">
                  <c:v>0.96594389999999997</c:v>
                </c:pt>
                <c:pt idx="510">
                  <c:v>1.0066139999999999</c:v>
                </c:pt>
                <c:pt idx="511">
                  <c:v>1.0160039999999999</c:v>
                </c:pt>
                <c:pt idx="512">
                  <c:v>1.0363</c:v>
                </c:pt>
                <c:pt idx="513">
                  <c:v>1.0381050000000001</c:v>
                </c:pt>
                <c:pt idx="514">
                  <c:v>1.0512010000000001</c:v>
                </c:pt>
                <c:pt idx="515">
                  <c:v>1.0499989999999999</c:v>
                </c:pt>
                <c:pt idx="516">
                  <c:v>1.0626260000000001</c:v>
                </c:pt>
              </c:numCache>
            </c:numRef>
          </c:yVal>
          <c:smooth val="1"/>
          <c:extLst>
            <c:ext xmlns:c16="http://schemas.microsoft.com/office/drawing/2014/chart" uri="{C3380CC4-5D6E-409C-BE32-E72D297353CC}">
              <c16:uniqueId val="{00000007-8DD4-48FF-9190-97E9B7BA265F}"/>
            </c:ext>
          </c:extLst>
        </c:ser>
        <c:ser>
          <c:idx val="8"/>
          <c:order val="8"/>
          <c:tx>
            <c:strRef>
              <c:f>Sheet1!$K$1</c:f>
              <c:strCache>
                <c:ptCount val="1"/>
                <c:pt idx="0">
                  <c:v>Cu-Be</c:v>
                </c:pt>
              </c:strCache>
            </c:strRef>
          </c:tx>
          <c:spPr>
            <a:ln w="19050" cap="rnd">
              <a:solidFill>
                <a:schemeClr val="accent3">
                  <a:lumMod val="60000"/>
                </a:schemeClr>
              </a:solidFill>
              <a:round/>
            </a:ln>
            <a:effectLst/>
          </c:spPr>
          <c:marker>
            <c:symbol val="none"/>
          </c:marker>
          <c:xVal>
            <c:numRef>
              <c:f>Sheet1!$B$2:$B$1550</c:f>
              <c:numCache>
                <c:formatCode>0.00E+00</c:formatCode>
                <c:ptCount val="517"/>
                <c:pt idx="0">
                  <c:v>0.06</c:v>
                </c:pt>
                <c:pt idx="1">
                  <c:v>0.12</c:v>
                </c:pt>
                <c:pt idx="2">
                  <c:v>0.18</c:v>
                </c:pt>
                <c:pt idx="3">
                  <c:v>0.24</c:v>
                </c:pt>
                <c:pt idx="4">
                  <c:v>0.3</c:v>
                </c:pt>
                <c:pt idx="5">
                  <c:v>0.36</c:v>
                </c:pt>
                <c:pt idx="6">
                  <c:v>0.42</c:v>
                </c:pt>
                <c:pt idx="7">
                  <c:v>0.48</c:v>
                </c:pt>
                <c:pt idx="8">
                  <c:v>0.54</c:v>
                </c:pt>
                <c:pt idx="9">
                  <c:v>0.6</c:v>
                </c:pt>
                <c:pt idx="10">
                  <c:v>0.66</c:v>
                </c:pt>
                <c:pt idx="11">
                  <c:v>0.72</c:v>
                </c:pt>
                <c:pt idx="12">
                  <c:v>0.78</c:v>
                </c:pt>
                <c:pt idx="13">
                  <c:v>0.84</c:v>
                </c:pt>
                <c:pt idx="14">
                  <c:v>0.9</c:v>
                </c:pt>
                <c:pt idx="15">
                  <c:v>0.96</c:v>
                </c:pt>
                <c:pt idx="16" formatCode="General">
                  <c:v>1.02</c:v>
                </c:pt>
                <c:pt idx="17" formatCode="General">
                  <c:v>1.08</c:v>
                </c:pt>
                <c:pt idx="18" formatCode="General">
                  <c:v>1.1399999999999999</c:v>
                </c:pt>
                <c:pt idx="19" formatCode="General">
                  <c:v>1.2</c:v>
                </c:pt>
                <c:pt idx="20" formatCode="General">
                  <c:v>1.26</c:v>
                </c:pt>
                <c:pt idx="21" formatCode="General">
                  <c:v>1.32</c:v>
                </c:pt>
                <c:pt idx="22" formatCode="General">
                  <c:v>1.38</c:v>
                </c:pt>
                <c:pt idx="23" formatCode="General">
                  <c:v>1.44</c:v>
                </c:pt>
                <c:pt idx="24" formatCode="General">
                  <c:v>1.5</c:v>
                </c:pt>
                <c:pt idx="25" formatCode="General">
                  <c:v>1.56</c:v>
                </c:pt>
                <c:pt idx="26" formatCode="General">
                  <c:v>1.62</c:v>
                </c:pt>
                <c:pt idx="27" formatCode="General">
                  <c:v>1.68</c:v>
                </c:pt>
                <c:pt idx="28" formatCode="General">
                  <c:v>1.74</c:v>
                </c:pt>
                <c:pt idx="29" formatCode="General">
                  <c:v>1.8</c:v>
                </c:pt>
                <c:pt idx="30" formatCode="General">
                  <c:v>1.86</c:v>
                </c:pt>
                <c:pt idx="31" formatCode="General">
                  <c:v>1.92</c:v>
                </c:pt>
                <c:pt idx="32" formatCode="General">
                  <c:v>1.98</c:v>
                </c:pt>
                <c:pt idx="33" formatCode="General">
                  <c:v>2.04</c:v>
                </c:pt>
                <c:pt idx="34" formatCode="General">
                  <c:v>2.1</c:v>
                </c:pt>
                <c:pt idx="35" formatCode="General">
                  <c:v>2.16</c:v>
                </c:pt>
                <c:pt idx="36" formatCode="General">
                  <c:v>2.2200000000000002</c:v>
                </c:pt>
                <c:pt idx="37" formatCode="General">
                  <c:v>2.2799999999999998</c:v>
                </c:pt>
                <c:pt idx="38" formatCode="General">
                  <c:v>2.34</c:v>
                </c:pt>
                <c:pt idx="39" formatCode="General">
                  <c:v>2.4</c:v>
                </c:pt>
                <c:pt idx="40" formatCode="General">
                  <c:v>2.46</c:v>
                </c:pt>
                <c:pt idx="41" formatCode="General">
                  <c:v>2.52</c:v>
                </c:pt>
                <c:pt idx="42" formatCode="General">
                  <c:v>2.58</c:v>
                </c:pt>
                <c:pt idx="43" formatCode="General">
                  <c:v>2.64</c:v>
                </c:pt>
                <c:pt idx="44" formatCode="General">
                  <c:v>2.7</c:v>
                </c:pt>
                <c:pt idx="45" formatCode="General">
                  <c:v>2.76</c:v>
                </c:pt>
                <c:pt idx="46" formatCode="General">
                  <c:v>2.82</c:v>
                </c:pt>
                <c:pt idx="47" formatCode="General">
                  <c:v>2.88</c:v>
                </c:pt>
                <c:pt idx="48" formatCode="General">
                  <c:v>2.94</c:v>
                </c:pt>
                <c:pt idx="49" formatCode="General">
                  <c:v>3</c:v>
                </c:pt>
                <c:pt idx="50" formatCode="General">
                  <c:v>3.06</c:v>
                </c:pt>
                <c:pt idx="51" formatCode="General">
                  <c:v>3.12</c:v>
                </c:pt>
                <c:pt idx="52" formatCode="General">
                  <c:v>3.18</c:v>
                </c:pt>
                <c:pt idx="53" formatCode="General">
                  <c:v>3.24</c:v>
                </c:pt>
                <c:pt idx="54" formatCode="General">
                  <c:v>3.3</c:v>
                </c:pt>
                <c:pt idx="55" formatCode="General">
                  <c:v>3.36</c:v>
                </c:pt>
                <c:pt idx="56" formatCode="General">
                  <c:v>3.42</c:v>
                </c:pt>
                <c:pt idx="57" formatCode="General">
                  <c:v>3.48</c:v>
                </c:pt>
                <c:pt idx="58" formatCode="General">
                  <c:v>3.54</c:v>
                </c:pt>
                <c:pt idx="59" formatCode="General">
                  <c:v>3.6</c:v>
                </c:pt>
                <c:pt idx="60" formatCode="General">
                  <c:v>3.66</c:v>
                </c:pt>
                <c:pt idx="61" formatCode="General">
                  <c:v>3.72</c:v>
                </c:pt>
                <c:pt idx="62" formatCode="General">
                  <c:v>3.78</c:v>
                </c:pt>
                <c:pt idx="63" formatCode="General">
                  <c:v>3.84</c:v>
                </c:pt>
                <c:pt idx="64" formatCode="General">
                  <c:v>3.9</c:v>
                </c:pt>
                <c:pt idx="65" formatCode="General">
                  <c:v>3.96</c:v>
                </c:pt>
                <c:pt idx="66" formatCode="General">
                  <c:v>4.0199999999999996</c:v>
                </c:pt>
                <c:pt idx="67" formatCode="General">
                  <c:v>4.08</c:v>
                </c:pt>
                <c:pt idx="68" formatCode="General">
                  <c:v>4.1399999999999997</c:v>
                </c:pt>
                <c:pt idx="69" formatCode="General">
                  <c:v>4.2</c:v>
                </c:pt>
                <c:pt idx="70" formatCode="General">
                  <c:v>4.26</c:v>
                </c:pt>
                <c:pt idx="71" formatCode="General">
                  <c:v>4.32</c:v>
                </c:pt>
                <c:pt idx="72" formatCode="General">
                  <c:v>4.38</c:v>
                </c:pt>
                <c:pt idx="73" formatCode="General">
                  <c:v>4.4400000000000004</c:v>
                </c:pt>
                <c:pt idx="74" formatCode="General">
                  <c:v>4.5</c:v>
                </c:pt>
                <c:pt idx="75" formatCode="General">
                  <c:v>4.5599999999999996</c:v>
                </c:pt>
                <c:pt idx="76" formatCode="General">
                  <c:v>4.62</c:v>
                </c:pt>
                <c:pt idx="77" formatCode="General">
                  <c:v>4.68</c:v>
                </c:pt>
                <c:pt idx="78" formatCode="General">
                  <c:v>4.74</c:v>
                </c:pt>
                <c:pt idx="79" formatCode="General">
                  <c:v>4.8</c:v>
                </c:pt>
                <c:pt idx="80" formatCode="General">
                  <c:v>4.8600000000000003</c:v>
                </c:pt>
                <c:pt idx="81" formatCode="General">
                  <c:v>4.92</c:v>
                </c:pt>
                <c:pt idx="82" formatCode="General">
                  <c:v>4.9800000000000004</c:v>
                </c:pt>
                <c:pt idx="83" formatCode="General">
                  <c:v>5.04</c:v>
                </c:pt>
                <c:pt idx="84" formatCode="General">
                  <c:v>5.0999999999999996</c:v>
                </c:pt>
                <c:pt idx="85" formatCode="General">
                  <c:v>5.16</c:v>
                </c:pt>
                <c:pt idx="86" formatCode="General">
                  <c:v>5.22</c:v>
                </c:pt>
                <c:pt idx="87" formatCode="General">
                  <c:v>5.28</c:v>
                </c:pt>
                <c:pt idx="88" formatCode="General">
                  <c:v>5.34</c:v>
                </c:pt>
                <c:pt idx="89" formatCode="General">
                  <c:v>5.4</c:v>
                </c:pt>
                <c:pt idx="90" formatCode="General">
                  <c:v>5.46</c:v>
                </c:pt>
                <c:pt idx="91" formatCode="General">
                  <c:v>5.52</c:v>
                </c:pt>
                <c:pt idx="92" formatCode="General">
                  <c:v>5.58</c:v>
                </c:pt>
                <c:pt idx="93" formatCode="General">
                  <c:v>5.64</c:v>
                </c:pt>
                <c:pt idx="94" formatCode="General">
                  <c:v>5.7</c:v>
                </c:pt>
                <c:pt idx="95" formatCode="General">
                  <c:v>5.76</c:v>
                </c:pt>
                <c:pt idx="96" formatCode="General">
                  <c:v>5.82</c:v>
                </c:pt>
                <c:pt idx="97" formatCode="General">
                  <c:v>5.88</c:v>
                </c:pt>
                <c:pt idx="98" formatCode="General">
                  <c:v>5.94</c:v>
                </c:pt>
                <c:pt idx="99" formatCode="General">
                  <c:v>6</c:v>
                </c:pt>
                <c:pt idx="100" formatCode="General">
                  <c:v>6.06</c:v>
                </c:pt>
                <c:pt idx="101" formatCode="General">
                  <c:v>6.12</c:v>
                </c:pt>
                <c:pt idx="102" formatCode="General">
                  <c:v>6.18</c:v>
                </c:pt>
                <c:pt idx="103" formatCode="General">
                  <c:v>6.24</c:v>
                </c:pt>
                <c:pt idx="104" formatCode="General">
                  <c:v>6.3</c:v>
                </c:pt>
                <c:pt idx="105" formatCode="General">
                  <c:v>6.36</c:v>
                </c:pt>
                <c:pt idx="106" formatCode="General">
                  <c:v>6.42</c:v>
                </c:pt>
                <c:pt idx="107" formatCode="General">
                  <c:v>6.48</c:v>
                </c:pt>
                <c:pt idx="108" formatCode="General">
                  <c:v>6.54</c:v>
                </c:pt>
                <c:pt idx="109" formatCode="General">
                  <c:v>6.6</c:v>
                </c:pt>
                <c:pt idx="110" formatCode="General">
                  <c:v>6.66</c:v>
                </c:pt>
                <c:pt idx="111" formatCode="General">
                  <c:v>6.72</c:v>
                </c:pt>
                <c:pt idx="112" formatCode="General">
                  <c:v>6.78</c:v>
                </c:pt>
                <c:pt idx="113" formatCode="General">
                  <c:v>6.84</c:v>
                </c:pt>
                <c:pt idx="114" formatCode="General">
                  <c:v>6.9</c:v>
                </c:pt>
                <c:pt idx="115" formatCode="General">
                  <c:v>6.96</c:v>
                </c:pt>
                <c:pt idx="116" formatCode="General">
                  <c:v>7.02</c:v>
                </c:pt>
                <c:pt idx="117" formatCode="General">
                  <c:v>7.08</c:v>
                </c:pt>
                <c:pt idx="118" formatCode="General">
                  <c:v>7.14</c:v>
                </c:pt>
                <c:pt idx="119" formatCode="General">
                  <c:v>7.2</c:v>
                </c:pt>
                <c:pt idx="120" formatCode="General">
                  <c:v>7.26</c:v>
                </c:pt>
                <c:pt idx="121" formatCode="General">
                  <c:v>7.32</c:v>
                </c:pt>
                <c:pt idx="122" formatCode="General">
                  <c:v>7.38</c:v>
                </c:pt>
                <c:pt idx="123" formatCode="General">
                  <c:v>7.44</c:v>
                </c:pt>
                <c:pt idx="124" formatCode="General">
                  <c:v>7.5</c:v>
                </c:pt>
                <c:pt idx="125" formatCode="General">
                  <c:v>7.56</c:v>
                </c:pt>
                <c:pt idx="126" formatCode="General">
                  <c:v>7.62</c:v>
                </c:pt>
                <c:pt idx="127" formatCode="General">
                  <c:v>7.68</c:v>
                </c:pt>
                <c:pt idx="128" formatCode="General">
                  <c:v>7.74</c:v>
                </c:pt>
                <c:pt idx="129" formatCode="General">
                  <c:v>7.8</c:v>
                </c:pt>
                <c:pt idx="130" formatCode="General">
                  <c:v>7.86</c:v>
                </c:pt>
                <c:pt idx="131" formatCode="General">
                  <c:v>7.92</c:v>
                </c:pt>
                <c:pt idx="132" formatCode="General">
                  <c:v>7.98</c:v>
                </c:pt>
                <c:pt idx="133" formatCode="General">
                  <c:v>8.0399999999999991</c:v>
                </c:pt>
                <c:pt idx="134" formatCode="General">
                  <c:v>8.0999990000000004</c:v>
                </c:pt>
                <c:pt idx="135" formatCode="General">
                  <c:v>8.16</c:v>
                </c:pt>
                <c:pt idx="136" formatCode="General">
                  <c:v>8.2200000000000006</c:v>
                </c:pt>
                <c:pt idx="137" formatCode="General">
                  <c:v>8.2799999999999994</c:v>
                </c:pt>
                <c:pt idx="138" formatCode="General">
                  <c:v>8.34</c:v>
                </c:pt>
                <c:pt idx="139" formatCode="General">
                  <c:v>8.4</c:v>
                </c:pt>
                <c:pt idx="140" formatCode="General">
                  <c:v>8.4600000000000009</c:v>
                </c:pt>
                <c:pt idx="141" formatCode="General">
                  <c:v>8.52</c:v>
                </c:pt>
                <c:pt idx="142" formatCode="General">
                  <c:v>8.58</c:v>
                </c:pt>
                <c:pt idx="143" formatCode="General">
                  <c:v>8.6399989999999995</c:v>
                </c:pt>
                <c:pt idx="144" formatCode="General">
                  <c:v>8.6999999999999993</c:v>
                </c:pt>
                <c:pt idx="145" formatCode="General">
                  <c:v>8.76</c:v>
                </c:pt>
                <c:pt idx="146" formatCode="General">
                  <c:v>8.82</c:v>
                </c:pt>
                <c:pt idx="147" formatCode="General">
                  <c:v>8.8800000000000008</c:v>
                </c:pt>
                <c:pt idx="148" formatCode="General">
                  <c:v>8.94</c:v>
                </c:pt>
                <c:pt idx="149" formatCode="General">
                  <c:v>9</c:v>
                </c:pt>
                <c:pt idx="150" formatCode="General">
                  <c:v>9.0599989999999995</c:v>
                </c:pt>
                <c:pt idx="151" formatCode="General">
                  <c:v>9.1199999999999992</c:v>
                </c:pt>
                <c:pt idx="152" formatCode="General">
                  <c:v>9.1799990000000005</c:v>
                </c:pt>
                <c:pt idx="153" formatCode="General">
                  <c:v>9.24</c:v>
                </c:pt>
                <c:pt idx="154" formatCode="General">
                  <c:v>9.3000000000000007</c:v>
                </c:pt>
                <c:pt idx="155" formatCode="General">
                  <c:v>9.36</c:v>
                </c:pt>
                <c:pt idx="156" formatCode="General">
                  <c:v>9.42</c:v>
                </c:pt>
                <c:pt idx="157" formatCode="General">
                  <c:v>9.48</c:v>
                </c:pt>
                <c:pt idx="158" formatCode="General">
                  <c:v>9.5399999999999991</c:v>
                </c:pt>
                <c:pt idx="159" formatCode="General">
                  <c:v>9.5999990000000004</c:v>
                </c:pt>
                <c:pt idx="160" formatCode="General">
                  <c:v>9.66</c:v>
                </c:pt>
                <c:pt idx="161" formatCode="General">
                  <c:v>9.7199989999999996</c:v>
                </c:pt>
                <c:pt idx="162" formatCode="General">
                  <c:v>9.7799999999999994</c:v>
                </c:pt>
                <c:pt idx="163" formatCode="General">
                  <c:v>9.84</c:v>
                </c:pt>
                <c:pt idx="164" formatCode="General">
                  <c:v>9.9</c:v>
                </c:pt>
                <c:pt idx="165" formatCode="General">
                  <c:v>9.9600000000000009</c:v>
                </c:pt>
                <c:pt idx="166" formatCode="General">
                  <c:v>10.02</c:v>
                </c:pt>
                <c:pt idx="167" formatCode="General">
                  <c:v>10.08</c:v>
                </c:pt>
                <c:pt idx="168" formatCode="General">
                  <c:v>10.14</c:v>
                </c:pt>
                <c:pt idx="169" formatCode="General">
                  <c:v>10.199999999999999</c:v>
                </c:pt>
                <c:pt idx="170" formatCode="General">
                  <c:v>10.26</c:v>
                </c:pt>
                <c:pt idx="171" formatCode="General">
                  <c:v>10.32</c:v>
                </c:pt>
                <c:pt idx="172" formatCode="General">
                  <c:v>10.38</c:v>
                </c:pt>
                <c:pt idx="173" formatCode="General">
                  <c:v>10.44</c:v>
                </c:pt>
                <c:pt idx="174" formatCode="General">
                  <c:v>10.5</c:v>
                </c:pt>
                <c:pt idx="175" formatCode="General">
                  <c:v>10.56</c:v>
                </c:pt>
                <c:pt idx="176" formatCode="General">
                  <c:v>10.62</c:v>
                </c:pt>
                <c:pt idx="177" formatCode="General">
                  <c:v>10.68</c:v>
                </c:pt>
                <c:pt idx="178" formatCode="General">
                  <c:v>10.74</c:v>
                </c:pt>
                <c:pt idx="179" formatCode="General">
                  <c:v>10.8</c:v>
                </c:pt>
                <c:pt idx="180" formatCode="General">
                  <c:v>10.86</c:v>
                </c:pt>
                <c:pt idx="181" formatCode="General">
                  <c:v>10.92</c:v>
                </c:pt>
                <c:pt idx="182" formatCode="General">
                  <c:v>10.98</c:v>
                </c:pt>
                <c:pt idx="183" formatCode="General">
                  <c:v>11.04</c:v>
                </c:pt>
                <c:pt idx="184" formatCode="General">
                  <c:v>11.1</c:v>
                </c:pt>
                <c:pt idx="185" formatCode="General">
                  <c:v>11.16</c:v>
                </c:pt>
                <c:pt idx="186" formatCode="General">
                  <c:v>11.22</c:v>
                </c:pt>
                <c:pt idx="187" formatCode="General">
                  <c:v>11.28</c:v>
                </c:pt>
                <c:pt idx="188" formatCode="General">
                  <c:v>11.34</c:v>
                </c:pt>
                <c:pt idx="189" formatCode="General">
                  <c:v>11.4</c:v>
                </c:pt>
                <c:pt idx="190" formatCode="General">
                  <c:v>11.46</c:v>
                </c:pt>
                <c:pt idx="191" formatCode="General">
                  <c:v>11.52</c:v>
                </c:pt>
                <c:pt idx="192" formatCode="General">
                  <c:v>11.58</c:v>
                </c:pt>
                <c:pt idx="193" formatCode="General">
                  <c:v>11.64</c:v>
                </c:pt>
                <c:pt idx="194" formatCode="General">
                  <c:v>11.7</c:v>
                </c:pt>
                <c:pt idx="195" formatCode="General">
                  <c:v>11.76</c:v>
                </c:pt>
                <c:pt idx="196" formatCode="General">
                  <c:v>11.82</c:v>
                </c:pt>
                <c:pt idx="197" formatCode="General">
                  <c:v>11.88</c:v>
                </c:pt>
                <c:pt idx="198" formatCode="General">
                  <c:v>11.94</c:v>
                </c:pt>
                <c:pt idx="199" formatCode="General">
                  <c:v>12</c:v>
                </c:pt>
                <c:pt idx="200" formatCode="General">
                  <c:v>12.06</c:v>
                </c:pt>
                <c:pt idx="201" formatCode="General">
                  <c:v>12.12</c:v>
                </c:pt>
                <c:pt idx="202" formatCode="General">
                  <c:v>12.18</c:v>
                </c:pt>
                <c:pt idx="203" formatCode="General">
                  <c:v>12.24</c:v>
                </c:pt>
                <c:pt idx="204" formatCode="General">
                  <c:v>12.3</c:v>
                </c:pt>
                <c:pt idx="205" formatCode="General">
                  <c:v>12.36</c:v>
                </c:pt>
                <c:pt idx="206" formatCode="General">
                  <c:v>12.42</c:v>
                </c:pt>
                <c:pt idx="207" formatCode="General">
                  <c:v>12.48</c:v>
                </c:pt>
                <c:pt idx="208" formatCode="General">
                  <c:v>12.54</c:v>
                </c:pt>
                <c:pt idx="209" formatCode="General">
                  <c:v>12.6</c:v>
                </c:pt>
                <c:pt idx="210" formatCode="General">
                  <c:v>12.66</c:v>
                </c:pt>
                <c:pt idx="211" formatCode="General">
                  <c:v>12.72</c:v>
                </c:pt>
                <c:pt idx="212" formatCode="General">
                  <c:v>12.78</c:v>
                </c:pt>
                <c:pt idx="213" formatCode="General">
                  <c:v>12.84</c:v>
                </c:pt>
                <c:pt idx="214" formatCode="General">
                  <c:v>12.9</c:v>
                </c:pt>
                <c:pt idx="215" formatCode="General">
                  <c:v>12.96</c:v>
                </c:pt>
                <c:pt idx="216" formatCode="General">
                  <c:v>13.02</c:v>
                </c:pt>
                <c:pt idx="217" formatCode="General">
                  <c:v>13.08</c:v>
                </c:pt>
                <c:pt idx="218" formatCode="General">
                  <c:v>13.14</c:v>
                </c:pt>
                <c:pt idx="219" formatCode="General">
                  <c:v>13.2</c:v>
                </c:pt>
                <c:pt idx="220" formatCode="General">
                  <c:v>13.26</c:v>
                </c:pt>
                <c:pt idx="221" formatCode="General">
                  <c:v>13.32</c:v>
                </c:pt>
                <c:pt idx="222" formatCode="General">
                  <c:v>13.38</c:v>
                </c:pt>
                <c:pt idx="223" formatCode="General">
                  <c:v>13.44</c:v>
                </c:pt>
                <c:pt idx="224" formatCode="General">
                  <c:v>13.5</c:v>
                </c:pt>
                <c:pt idx="225" formatCode="General">
                  <c:v>13.56</c:v>
                </c:pt>
                <c:pt idx="226" formatCode="General">
                  <c:v>13.62</c:v>
                </c:pt>
                <c:pt idx="227" formatCode="General">
                  <c:v>13.68</c:v>
                </c:pt>
                <c:pt idx="228" formatCode="General">
                  <c:v>13.74</c:v>
                </c:pt>
                <c:pt idx="229" formatCode="General">
                  <c:v>13.8</c:v>
                </c:pt>
                <c:pt idx="230" formatCode="General">
                  <c:v>13.86</c:v>
                </c:pt>
                <c:pt idx="231" formatCode="General">
                  <c:v>13.92</c:v>
                </c:pt>
                <c:pt idx="232" formatCode="General">
                  <c:v>13.98</c:v>
                </c:pt>
                <c:pt idx="233" formatCode="General">
                  <c:v>14.04</c:v>
                </c:pt>
                <c:pt idx="234" formatCode="General">
                  <c:v>14.1</c:v>
                </c:pt>
                <c:pt idx="235" formatCode="General">
                  <c:v>14.16</c:v>
                </c:pt>
                <c:pt idx="236" formatCode="General">
                  <c:v>14.22</c:v>
                </c:pt>
                <c:pt idx="237" formatCode="General">
                  <c:v>14.28</c:v>
                </c:pt>
                <c:pt idx="238" formatCode="General">
                  <c:v>14.34</c:v>
                </c:pt>
                <c:pt idx="239" formatCode="General">
                  <c:v>14.4</c:v>
                </c:pt>
                <c:pt idx="240" formatCode="General">
                  <c:v>14.46</c:v>
                </c:pt>
                <c:pt idx="241" formatCode="General">
                  <c:v>14.52</c:v>
                </c:pt>
                <c:pt idx="242" formatCode="General">
                  <c:v>14.58</c:v>
                </c:pt>
                <c:pt idx="243" formatCode="General">
                  <c:v>14.64</c:v>
                </c:pt>
                <c:pt idx="244" formatCode="General">
                  <c:v>14.7</c:v>
                </c:pt>
                <c:pt idx="245" formatCode="General">
                  <c:v>14.76</c:v>
                </c:pt>
                <c:pt idx="246" formatCode="General">
                  <c:v>14.82</c:v>
                </c:pt>
                <c:pt idx="247" formatCode="General">
                  <c:v>14.88</c:v>
                </c:pt>
                <c:pt idx="248" formatCode="General">
                  <c:v>14.94</c:v>
                </c:pt>
                <c:pt idx="249" formatCode="General">
                  <c:v>15</c:v>
                </c:pt>
                <c:pt idx="250" formatCode="General">
                  <c:v>15.06</c:v>
                </c:pt>
                <c:pt idx="251" formatCode="General">
                  <c:v>15.12</c:v>
                </c:pt>
                <c:pt idx="252" formatCode="General">
                  <c:v>15.18</c:v>
                </c:pt>
                <c:pt idx="253" formatCode="General">
                  <c:v>15.24</c:v>
                </c:pt>
                <c:pt idx="254" formatCode="General">
                  <c:v>15.3</c:v>
                </c:pt>
                <c:pt idx="255" formatCode="General">
                  <c:v>15.36</c:v>
                </c:pt>
                <c:pt idx="256" formatCode="General">
                  <c:v>15.42</c:v>
                </c:pt>
                <c:pt idx="257" formatCode="General">
                  <c:v>15.48</c:v>
                </c:pt>
                <c:pt idx="258" formatCode="General">
                  <c:v>15.54</c:v>
                </c:pt>
                <c:pt idx="259" formatCode="General">
                  <c:v>15.6</c:v>
                </c:pt>
                <c:pt idx="260" formatCode="General">
                  <c:v>15.66</c:v>
                </c:pt>
                <c:pt idx="261" formatCode="General">
                  <c:v>15.72</c:v>
                </c:pt>
                <c:pt idx="262" formatCode="General">
                  <c:v>15.78</c:v>
                </c:pt>
                <c:pt idx="263" formatCode="General">
                  <c:v>15.84</c:v>
                </c:pt>
                <c:pt idx="264" formatCode="General">
                  <c:v>15.9</c:v>
                </c:pt>
                <c:pt idx="265" formatCode="General">
                  <c:v>15.96</c:v>
                </c:pt>
                <c:pt idx="266" formatCode="General">
                  <c:v>16.02</c:v>
                </c:pt>
                <c:pt idx="267" formatCode="General">
                  <c:v>16.079999999999998</c:v>
                </c:pt>
                <c:pt idx="268" formatCode="General">
                  <c:v>16.14</c:v>
                </c:pt>
                <c:pt idx="269" formatCode="General">
                  <c:v>16.2</c:v>
                </c:pt>
                <c:pt idx="270" formatCode="General">
                  <c:v>16.260000000000002</c:v>
                </c:pt>
                <c:pt idx="271" formatCode="General">
                  <c:v>16.32</c:v>
                </c:pt>
                <c:pt idx="272" formatCode="General">
                  <c:v>16.38</c:v>
                </c:pt>
                <c:pt idx="273" formatCode="General">
                  <c:v>16.440000000000001</c:v>
                </c:pt>
                <c:pt idx="274" formatCode="General">
                  <c:v>16.5</c:v>
                </c:pt>
                <c:pt idx="275" formatCode="General">
                  <c:v>16.559999999999999</c:v>
                </c:pt>
                <c:pt idx="276" formatCode="General">
                  <c:v>16.62</c:v>
                </c:pt>
                <c:pt idx="277" formatCode="General">
                  <c:v>16.68</c:v>
                </c:pt>
                <c:pt idx="278" formatCode="General">
                  <c:v>16.739999999999998</c:v>
                </c:pt>
                <c:pt idx="279" formatCode="General">
                  <c:v>16.8</c:v>
                </c:pt>
                <c:pt idx="280" formatCode="General">
                  <c:v>16.86</c:v>
                </c:pt>
                <c:pt idx="281" formatCode="General">
                  <c:v>16.920000000000002</c:v>
                </c:pt>
                <c:pt idx="282" formatCode="General">
                  <c:v>16.98</c:v>
                </c:pt>
                <c:pt idx="283" formatCode="General">
                  <c:v>17.04</c:v>
                </c:pt>
                <c:pt idx="284" formatCode="General">
                  <c:v>17.100000000000001</c:v>
                </c:pt>
                <c:pt idx="285" formatCode="General">
                  <c:v>17.16</c:v>
                </c:pt>
                <c:pt idx="286" formatCode="General">
                  <c:v>17.22</c:v>
                </c:pt>
                <c:pt idx="287" formatCode="General">
                  <c:v>17.28</c:v>
                </c:pt>
                <c:pt idx="288" formatCode="General">
                  <c:v>17.34</c:v>
                </c:pt>
                <c:pt idx="289" formatCode="General">
                  <c:v>17.399999999999999</c:v>
                </c:pt>
                <c:pt idx="290" formatCode="General">
                  <c:v>17.46</c:v>
                </c:pt>
                <c:pt idx="291" formatCode="General">
                  <c:v>17.52</c:v>
                </c:pt>
                <c:pt idx="292" formatCode="General">
                  <c:v>17.579999999999998</c:v>
                </c:pt>
                <c:pt idx="293" formatCode="General">
                  <c:v>17.64</c:v>
                </c:pt>
                <c:pt idx="294" formatCode="General">
                  <c:v>17.7</c:v>
                </c:pt>
                <c:pt idx="295" formatCode="General">
                  <c:v>17.760000000000002</c:v>
                </c:pt>
                <c:pt idx="296" formatCode="General">
                  <c:v>17.82</c:v>
                </c:pt>
                <c:pt idx="297" formatCode="General">
                  <c:v>17.88</c:v>
                </c:pt>
                <c:pt idx="298" formatCode="General">
                  <c:v>17.940000000000001</c:v>
                </c:pt>
                <c:pt idx="299" formatCode="General">
                  <c:v>18</c:v>
                </c:pt>
                <c:pt idx="300" formatCode="General">
                  <c:v>18.059999999999999</c:v>
                </c:pt>
                <c:pt idx="301" formatCode="General">
                  <c:v>18.12</c:v>
                </c:pt>
                <c:pt idx="302" formatCode="General">
                  <c:v>18.18</c:v>
                </c:pt>
                <c:pt idx="303" formatCode="General">
                  <c:v>18.239999999999998</c:v>
                </c:pt>
                <c:pt idx="304" formatCode="General">
                  <c:v>18.3</c:v>
                </c:pt>
                <c:pt idx="305" formatCode="General">
                  <c:v>18.36</c:v>
                </c:pt>
                <c:pt idx="306" formatCode="General">
                  <c:v>18.420000000000002</c:v>
                </c:pt>
                <c:pt idx="307" formatCode="General">
                  <c:v>18.48</c:v>
                </c:pt>
                <c:pt idx="308" formatCode="General">
                  <c:v>18.54</c:v>
                </c:pt>
                <c:pt idx="309" formatCode="General">
                  <c:v>18.600000000000001</c:v>
                </c:pt>
                <c:pt idx="310" formatCode="General">
                  <c:v>18.66</c:v>
                </c:pt>
                <c:pt idx="311" formatCode="General">
                  <c:v>18.72</c:v>
                </c:pt>
                <c:pt idx="312" formatCode="General">
                  <c:v>18.78</c:v>
                </c:pt>
                <c:pt idx="313" formatCode="General">
                  <c:v>18.84</c:v>
                </c:pt>
                <c:pt idx="314" formatCode="General">
                  <c:v>18.899999999999999</c:v>
                </c:pt>
                <c:pt idx="315" formatCode="General">
                  <c:v>18.96</c:v>
                </c:pt>
                <c:pt idx="316" formatCode="General">
                  <c:v>19.02</c:v>
                </c:pt>
                <c:pt idx="317" formatCode="General">
                  <c:v>19.079999999999998</c:v>
                </c:pt>
                <c:pt idx="318" formatCode="General">
                  <c:v>19.14</c:v>
                </c:pt>
                <c:pt idx="319" formatCode="General">
                  <c:v>19.2</c:v>
                </c:pt>
                <c:pt idx="320" formatCode="General">
                  <c:v>19.260000000000002</c:v>
                </c:pt>
                <c:pt idx="321" formatCode="General">
                  <c:v>19.32</c:v>
                </c:pt>
                <c:pt idx="322" formatCode="General">
                  <c:v>19.38</c:v>
                </c:pt>
                <c:pt idx="323" formatCode="General">
                  <c:v>19.440000000000001</c:v>
                </c:pt>
                <c:pt idx="324" formatCode="General">
                  <c:v>19.5</c:v>
                </c:pt>
                <c:pt idx="325" formatCode="General">
                  <c:v>19.559999999999999</c:v>
                </c:pt>
                <c:pt idx="326" formatCode="General">
                  <c:v>19.62</c:v>
                </c:pt>
                <c:pt idx="327" formatCode="General">
                  <c:v>19.68</c:v>
                </c:pt>
                <c:pt idx="328" formatCode="General">
                  <c:v>19.739999999999998</c:v>
                </c:pt>
                <c:pt idx="329" formatCode="General">
                  <c:v>19.8</c:v>
                </c:pt>
                <c:pt idx="330" formatCode="General">
                  <c:v>19.86</c:v>
                </c:pt>
                <c:pt idx="331" formatCode="General">
                  <c:v>19.920000000000002</c:v>
                </c:pt>
                <c:pt idx="332" formatCode="General">
                  <c:v>19.98</c:v>
                </c:pt>
                <c:pt idx="333" formatCode="General">
                  <c:v>20.04</c:v>
                </c:pt>
                <c:pt idx="334" formatCode="General">
                  <c:v>20.100000000000001</c:v>
                </c:pt>
                <c:pt idx="335" formatCode="General">
                  <c:v>20.16</c:v>
                </c:pt>
                <c:pt idx="336" formatCode="General">
                  <c:v>20.22</c:v>
                </c:pt>
                <c:pt idx="337" formatCode="General">
                  <c:v>20.28</c:v>
                </c:pt>
                <c:pt idx="338" formatCode="General">
                  <c:v>20.34</c:v>
                </c:pt>
                <c:pt idx="339" formatCode="General">
                  <c:v>20.399999999999999</c:v>
                </c:pt>
                <c:pt idx="340" formatCode="General">
                  <c:v>20.46</c:v>
                </c:pt>
                <c:pt idx="341" formatCode="General">
                  <c:v>20.52</c:v>
                </c:pt>
                <c:pt idx="342" formatCode="General">
                  <c:v>20.58</c:v>
                </c:pt>
                <c:pt idx="343" formatCode="General">
                  <c:v>20.64</c:v>
                </c:pt>
                <c:pt idx="344" formatCode="General">
                  <c:v>20.7</c:v>
                </c:pt>
                <c:pt idx="345" formatCode="General">
                  <c:v>20.76</c:v>
                </c:pt>
                <c:pt idx="346" formatCode="General">
                  <c:v>20.82</c:v>
                </c:pt>
                <c:pt idx="347" formatCode="General">
                  <c:v>20.88</c:v>
                </c:pt>
                <c:pt idx="348" formatCode="General">
                  <c:v>20.94</c:v>
                </c:pt>
                <c:pt idx="349" formatCode="General">
                  <c:v>21</c:v>
                </c:pt>
                <c:pt idx="350" formatCode="General">
                  <c:v>21.06</c:v>
                </c:pt>
                <c:pt idx="351" formatCode="General">
                  <c:v>21.12</c:v>
                </c:pt>
                <c:pt idx="352" formatCode="General">
                  <c:v>21.18</c:v>
                </c:pt>
                <c:pt idx="353" formatCode="General">
                  <c:v>21.24</c:v>
                </c:pt>
                <c:pt idx="354" formatCode="General">
                  <c:v>21.3</c:v>
                </c:pt>
                <c:pt idx="355" formatCode="General">
                  <c:v>21.36</c:v>
                </c:pt>
                <c:pt idx="356" formatCode="General">
                  <c:v>21.42</c:v>
                </c:pt>
                <c:pt idx="357" formatCode="General">
                  <c:v>21.48</c:v>
                </c:pt>
                <c:pt idx="358" formatCode="General">
                  <c:v>21.54</c:v>
                </c:pt>
                <c:pt idx="359" formatCode="General">
                  <c:v>21.6</c:v>
                </c:pt>
                <c:pt idx="360" formatCode="General">
                  <c:v>21.66</c:v>
                </c:pt>
                <c:pt idx="361" formatCode="General">
                  <c:v>21.72</c:v>
                </c:pt>
                <c:pt idx="362" formatCode="General">
                  <c:v>21.78</c:v>
                </c:pt>
                <c:pt idx="363" formatCode="General">
                  <c:v>21.84</c:v>
                </c:pt>
                <c:pt idx="364" formatCode="General">
                  <c:v>21.9</c:v>
                </c:pt>
                <c:pt idx="365" formatCode="General">
                  <c:v>21.96</c:v>
                </c:pt>
                <c:pt idx="366" formatCode="General">
                  <c:v>22.02</c:v>
                </c:pt>
                <c:pt idx="367" formatCode="General">
                  <c:v>22.08</c:v>
                </c:pt>
                <c:pt idx="368" formatCode="General">
                  <c:v>22.14</c:v>
                </c:pt>
                <c:pt idx="369" formatCode="General">
                  <c:v>22.2</c:v>
                </c:pt>
                <c:pt idx="370" formatCode="General">
                  <c:v>22.26</c:v>
                </c:pt>
                <c:pt idx="371" formatCode="General">
                  <c:v>22.32</c:v>
                </c:pt>
                <c:pt idx="372" formatCode="General">
                  <c:v>22.38</c:v>
                </c:pt>
                <c:pt idx="373" formatCode="General">
                  <c:v>22.44</c:v>
                </c:pt>
                <c:pt idx="374" formatCode="General">
                  <c:v>22.5</c:v>
                </c:pt>
                <c:pt idx="375" formatCode="General">
                  <c:v>22.56</c:v>
                </c:pt>
                <c:pt idx="376" formatCode="General">
                  <c:v>22.62</c:v>
                </c:pt>
                <c:pt idx="377" formatCode="General">
                  <c:v>22.68</c:v>
                </c:pt>
                <c:pt idx="378" formatCode="General">
                  <c:v>22.74</c:v>
                </c:pt>
                <c:pt idx="379" formatCode="General">
                  <c:v>22.8</c:v>
                </c:pt>
                <c:pt idx="380" formatCode="General">
                  <c:v>22.86</c:v>
                </c:pt>
                <c:pt idx="381" formatCode="General">
                  <c:v>22.92</c:v>
                </c:pt>
                <c:pt idx="382" formatCode="General">
                  <c:v>22.98</c:v>
                </c:pt>
                <c:pt idx="383" formatCode="General">
                  <c:v>23.04</c:v>
                </c:pt>
                <c:pt idx="384" formatCode="General">
                  <c:v>23.1</c:v>
                </c:pt>
                <c:pt idx="385" formatCode="General">
                  <c:v>23.16</c:v>
                </c:pt>
                <c:pt idx="386" formatCode="General">
                  <c:v>23.22</c:v>
                </c:pt>
                <c:pt idx="387" formatCode="General">
                  <c:v>23.28</c:v>
                </c:pt>
                <c:pt idx="388" formatCode="General">
                  <c:v>23.34</c:v>
                </c:pt>
                <c:pt idx="389" formatCode="General">
                  <c:v>23.4</c:v>
                </c:pt>
                <c:pt idx="390" formatCode="General">
                  <c:v>23.46</c:v>
                </c:pt>
                <c:pt idx="391" formatCode="General">
                  <c:v>23.52</c:v>
                </c:pt>
                <c:pt idx="392" formatCode="General">
                  <c:v>23.58</c:v>
                </c:pt>
                <c:pt idx="393" formatCode="General">
                  <c:v>23.64</c:v>
                </c:pt>
                <c:pt idx="394" formatCode="General">
                  <c:v>23.7</c:v>
                </c:pt>
                <c:pt idx="395" formatCode="General">
                  <c:v>23.76</c:v>
                </c:pt>
                <c:pt idx="396" formatCode="General">
                  <c:v>23.82</c:v>
                </c:pt>
                <c:pt idx="397" formatCode="General">
                  <c:v>23.88</c:v>
                </c:pt>
                <c:pt idx="398" formatCode="General">
                  <c:v>23.94</c:v>
                </c:pt>
                <c:pt idx="399" formatCode="General">
                  <c:v>24</c:v>
                </c:pt>
                <c:pt idx="400" formatCode="General">
                  <c:v>24.06</c:v>
                </c:pt>
                <c:pt idx="401" formatCode="General">
                  <c:v>24.12</c:v>
                </c:pt>
                <c:pt idx="402" formatCode="General">
                  <c:v>24.18</c:v>
                </c:pt>
                <c:pt idx="403" formatCode="General">
                  <c:v>24.24</c:v>
                </c:pt>
                <c:pt idx="404" formatCode="General">
                  <c:v>24.3</c:v>
                </c:pt>
                <c:pt idx="405" formatCode="General">
                  <c:v>24.36</c:v>
                </c:pt>
                <c:pt idx="406" formatCode="General">
                  <c:v>24.42</c:v>
                </c:pt>
                <c:pt idx="407" formatCode="General">
                  <c:v>24.48</c:v>
                </c:pt>
                <c:pt idx="408" formatCode="General">
                  <c:v>24.54</c:v>
                </c:pt>
                <c:pt idx="409" formatCode="General">
                  <c:v>24.6</c:v>
                </c:pt>
                <c:pt idx="410" formatCode="General">
                  <c:v>24.66</c:v>
                </c:pt>
                <c:pt idx="411" formatCode="General">
                  <c:v>24.72</c:v>
                </c:pt>
                <c:pt idx="412" formatCode="General">
                  <c:v>24.78</c:v>
                </c:pt>
                <c:pt idx="413" formatCode="General">
                  <c:v>24.84</c:v>
                </c:pt>
                <c:pt idx="414" formatCode="General">
                  <c:v>24.9</c:v>
                </c:pt>
                <c:pt idx="415" formatCode="General">
                  <c:v>24.96</c:v>
                </c:pt>
                <c:pt idx="416" formatCode="General">
                  <c:v>25.02</c:v>
                </c:pt>
                <c:pt idx="417" formatCode="General">
                  <c:v>25.08</c:v>
                </c:pt>
                <c:pt idx="418" formatCode="General">
                  <c:v>25.14</c:v>
                </c:pt>
                <c:pt idx="419" formatCode="General">
                  <c:v>25.2</c:v>
                </c:pt>
                <c:pt idx="420" formatCode="General">
                  <c:v>25.26</c:v>
                </c:pt>
                <c:pt idx="421" formatCode="General">
                  <c:v>25.32</c:v>
                </c:pt>
                <c:pt idx="422" formatCode="General">
                  <c:v>25.38</c:v>
                </c:pt>
                <c:pt idx="423" formatCode="General">
                  <c:v>25.44</c:v>
                </c:pt>
                <c:pt idx="424" formatCode="General">
                  <c:v>25.5</c:v>
                </c:pt>
                <c:pt idx="425" formatCode="General">
                  <c:v>25.56</c:v>
                </c:pt>
                <c:pt idx="426" formatCode="General">
                  <c:v>25.62</c:v>
                </c:pt>
                <c:pt idx="427" formatCode="General">
                  <c:v>25.68</c:v>
                </c:pt>
                <c:pt idx="428" formatCode="General">
                  <c:v>25.74</c:v>
                </c:pt>
                <c:pt idx="429" formatCode="General">
                  <c:v>25.8</c:v>
                </c:pt>
                <c:pt idx="430" formatCode="General">
                  <c:v>25.86</c:v>
                </c:pt>
                <c:pt idx="431" formatCode="General">
                  <c:v>25.92</c:v>
                </c:pt>
                <c:pt idx="432" formatCode="General">
                  <c:v>25.98</c:v>
                </c:pt>
                <c:pt idx="433" formatCode="General">
                  <c:v>26.04</c:v>
                </c:pt>
                <c:pt idx="434" formatCode="General">
                  <c:v>26.1</c:v>
                </c:pt>
                <c:pt idx="435" formatCode="General">
                  <c:v>26.16</c:v>
                </c:pt>
                <c:pt idx="436" formatCode="General">
                  <c:v>26.22</c:v>
                </c:pt>
                <c:pt idx="437" formatCode="General">
                  <c:v>26.28</c:v>
                </c:pt>
                <c:pt idx="438" formatCode="General">
                  <c:v>26.34</c:v>
                </c:pt>
                <c:pt idx="439" formatCode="General">
                  <c:v>26.4</c:v>
                </c:pt>
                <c:pt idx="440" formatCode="General">
                  <c:v>26.46</c:v>
                </c:pt>
                <c:pt idx="441" formatCode="General">
                  <c:v>26.52</c:v>
                </c:pt>
                <c:pt idx="442" formatCode="General">
                  <c:v>26.58</c:v>
                </c:pt>
                <c:pt idx="443" formatCode="General">
                  <c:v>26.64</c:v>
                </c:pt>
                <c:pt idx="444" formatCode="General">
                  <c:v>26.7</c:v>
                </c:pt>
                <c:pt idx="445" formatCode="General">
                  <c:v>26.76</c:v>
                </c:pt>
                <c:pt idx="446" formatCode="General">
                  <c:v>26.82</c:v>
                </c:pt>
                <c:pt idx="447" formatCode="General">
                  <c:v>26.88</c:v>
                </c:pt>
                <c:pt idx="448" formatCode="General">
                  <c:v>26.94</c:v>
                </c:pt>
                <c:pt idx="449" formatCode="General">
                  <c:v>27</c:v>
                </c:pt>
                <c:pt idx="450" formatCode="General">
                  <c:v>27.06</c:v>
                </c:pt>
                <c:pt idx="451" formatCode="General">
                  <c:v>27.12</c:v>
                </c:pt>
                <c:pt idx="452" formatCode="General">
                  <c:v>27.18</c:v>
                </c:pt>
                <c:pt idx="453" formatCode="General">
                  <c:v>27.24</c:v>
                </c:pt>
                <c:pt idx="454" formatCode="General">
                  <c:v>27.3</c:v>
                </c:pt>
                <c:pt idx="455" formatCode="General">
                  <c:v>27.36</c:v>
                </c:pt>
                <c:pt idx="456" formatCode="General">
                  <c:v>27.42</c:v>
                </c:pt>
                <c:pt idx="457" formatCode="General">
                  <c:v>27.48</c:v>
                </c:pt>
                <c:pt idx="458" formatCode="General">
                  <c:v>27.54</c:v>
                </c:pt>
                <c:pt idx="459" formatCode="General">
                  <c:v>27.6</c:v>
                </c:pt>
                <c:pt idx="460" formatCode="General">
                  <c:v>27.66</c:v>
                </c:pt>
                <c:pt idx="461" formatCode="General">
                  <c:v>27.72</c:v>
                </c:pt>
                <c:pt idx="462" formatCode="General">
                  <c:v>27.78</c:v>
                </c:pt>
                <c:pt idx="463" formatCode="General">
                  <c:v>27.84</c:v>
                </c:pt>
                <c:pt idx="464" formatCode="General">
                  <c:v>27.9</c:v>
                </c:pt>
                <c:pt idx="465" formatCode="General">
                  <c:v>27.96</c:v>
                </c:pt>
                <c:pt idx="466" formatCode="General">
                  <c:v>28.02</c:v>
                </c:pt>
                <c:pt idx="467" formatCode="General">
                  <c:v>28.08</c:v>
                </c:pt>
                <c:pt idx="468" formatCode="General">
                  <c:v>28.14</c:v>
                </c:pt>
                <c:pt idx="469" formatCode="General">
                  <c:v>28.2</c:v>
                </c:pt>
                <c:pt idx="470" formatCode="General">
                  <c:v>28.26</c:v>
                </c:pt>
                <c:pt idx="471" formatCode="General">
                  <c:v>28.32</c:v>
                </c:pt>
                <c:pt idx="472" formatCode="General">
                  <c:v>28.38</c:v>
                </c:pt>
                <c:pt idx="473" formatCode="General">
                  <c:v>28.44</c:v>
                </c:pt>
                <c:pt idx="474" formatCode="General">
                  <c:v>28.5</c:v>
                </c:pt>
                <c:pt idx="475" formatCode="General">
                  <c:v>28.56</c:v>
                </c:pt>
                <c:pt idx="476" formatCode="General">
                  <c:v>28.62</c:v>
                </c:pt>
                <c:pt idx="477" formatCode="General">
                  <c:v>28.68</c:v>
                </c:pt>
                <c:pt idx="478" formatCode="General">
                  <c:v>28.74</c:v>
                </c:pt>
                <c:pt idx="479" formatCode="General">
                  <c:v>28.8</c:v>
                </c:pt>
                <c:pt idx="480" formatCode="General">
                  <c:v>28.86</c:v>
                </c:pt>
                <c:pt idx="481" formatCode="General">
                  <c:v>28.92</c:v>
                </c:pt>
                <c:pt idx="482" formatCode="General">
                  <c:v>28.98</c:v>
                </c:pt>
                <c:pt idx="483" formatCode="General">
                  <c:v>29.04</c:v>
                </c:pt>
                <c:pt idx="484" formatCode="General">
                  <c:v>29.1</c:v>
                </c:pt>
                <c:pt idx="485" formatCode="General">
                  <c:v>29.16</c:v>
                </c:pt>
                <c:pt idx="486" formatCode="General">
                  <c:v>29.22</c:v>
                </c:pt>
                <c:pt idx="487" formatCode="General">
                  <c:v>29.28</c:v>
                </c:pt>
                <c:pt idx="488" formatCode="General">
                  <c:v>29.34</c:v>
                </c:pt>
                <c:pt idx="489" formatCode="General">
                  <c:v>29.4</c:v>
                </c:pt>
                <c:pt idx="490" formatCode="General">
                  <c:v>29.46</c:v>
                </c:pt>
                <c:pt idx="491" formatCode="General">
                  <c:v>29.52</c:v>
                </c:pt>
                <c:pt idx="492" formatCode="General">
                  <c:v>29.58</c:v>
                </c:pt>
                <c:pt idx="493" formatCode="General">
                  <c:v>29.64</c:v>
                </c:pt>
                <c:pt idx="494" formatCode="General">
                  <c:v>29.7</c:v>
                </c:pt>
                <c:pt idx="495" formatCode="General">
                  <c:v>29.76</c:v>
                </c:pt>
                <c:pt idx="496" formatCode="General">
                  <c:v>29.82</c:v>
                </c:pt>
                <c:pt idx="497" formatCode="General">
                  <c:v>29.88</c:v>
                </c:pt>
                <c:pt idx="498" formatCode="General">
                  <c:v>29.94</c:v>
                </c:pt>
                <c:pt idx="499" formatCode="General">
                  <c:v>30</c:v>
                </c:pt>
                <c:pt idx="500" formatCode="General">
                  <c:v>30.06</c:v>
                </c:pt>
                <c:pt idx="501" formatCode="General">
                  <c:v>30.12</c:v>
                </c:pt>
                <c:pt idx="502" formatCode="General">
                  <c:v>30.18</c:v>
                </c:pt>
                <c:pt idx="503" formatCode="General">
                  <c:v>30.24</c:v>
                </c:pt>
                <c:pt idx="504" formatCode="General">
                  <c:v>30.3</c:v>
                </c:pt>
                <c:pt idx="505" formatCode="General">
                  <c:v>30.36</c:v>
                </c:pt>
                <c:pt idx="506" formatCode="General">
                  <c:v>30.42</c:v>
                </c:pt>
                <c:pt idx="507" formatCode="General">
                  <c:v>30.48</c:v>
                </c:pt>
                <c:pt idx="508" formatCode="General">
                  <c:v>30.54</c:v>
                </c:pt>
                <c:pt idx="509" formatCode="General">
                  <c:v>30.6</c:v>
                </c:pt>
                <c:pt idx="510" formatCode="General">
                  <c:v>30.66</c:v>
                </c:pt>
                <c:pt idx="511" formatCode="General">
                  <c:v>30.72</c:v>
                </c:pt>
                <c:pt idx="512" formatCode="General">
                  <c:v>30.78</c:v>
                </c:pt>
                <c:pt idx="513" formatCode="General">
                  <c:v>30.84</c:v>
                </c:pt>
                <c:pt idx="514" formatCode="General">
                  <c:v>30.9</c:v>
                </c:pt>
                <c:pt idx="515" formatCode="General">
                  <c:v>30.96</c:v>
                </c:pt>
                <c:pt idx="516" formatCode="General">
                  <c:v>31.02</c:v>
                </c:pt>
              </c:numCache>
            </c:numRef>
          </c:xVal>
          <c:yVal>
            <c:numRef>
              <c:f>Sheet1!$K$2:$K$1550</c:f>
              <c:numCache>
                <c:formatCode>0.00E+00</c:formatCode>
                <c:ptCount val="517"/>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3.777664E-2</c:v>
                </c:pt>
                <c:pt idx="38">
                  <c:v>0.81143019999999999</c:v>
                </c:pt>
                <c:pt idx="39">
                  <c:v>3.9420739999999999</c:v>
                </c:pt>
                <c:pt idx="40">
                  <c:v>6.2832999999999997</c:v>
                </c:pt>
                <c:pt idx="41">
                  <c:v>5.8369160000000004</c:v>
                </c:pt>
                <c:pt idx="42">
                  <c:v>4.2041089999999999</c:v>
                </c:pt>
                <c:pt idx="43">
                  <c:v>2.34924</c:v>
                </c:pt>
                <c:pt idx="44">
                  <c:v>1.754367</c:v>
                </c:pt>
                <c:pt idx="45">
                  <c:v>1.124652</c:v>
                </c:pt>
                <c:pt idx="46">
                  <c:v>0.99087429999999999</c:v>
                </c:pt>
                <c:pt idx="47">
                  <c:v>0.77540520000000002</c:v>
                </c:pt>
                <c:pt idx="48">
                  <c:v>0.65036000000000005</c:v>
                </c:pt>
                <c:pt idx="49">
                  <c:v>0.61915160000000002</c:v>
                </c:pt>
                <c:pt idx="50">
                  <c:v>0.59510989999999997</c:v>
                </c:pt>
                <c:pt idx="51">
                  <c:v>0.54218060000000001</c:v>
                </c:pt>
                <c:pt idx="52">
                  <c:v>0.57531980000000005</c:v>
                </c:pt>
                <c:pt idx="53">
                  <c:v>0.55888649999999995</c:v>
                </c:pt>
                <c:pt idx="54">
                  <c:v>0.62215319999999996</c:v>
                </c:pt>
                <c:pt idx="55">
                  <c:v>0.60448120000000005</c:v>
                </c:pt>
                <c:pt idx="56">
                  <c:v>0.55197640000000003</c:v>
                </c:pt>
                <c:pt idx="57">
                  <c:v>0.58986400000000005</c:v>
                </c:pt>
                <c:pt idx="58">
                  <c:v>0.49168260000000003</c:v>
                </c:pt>
                <c:pt idx="59">
                  <c:v>0.46595950000000003</c:v>
                </c:pt>
                <c:pt idx="60">
                  <c:v>0.45630540000000003</c:v>
                </c:pt>
                <c:pt idx="61">
                  <c:v>0.38493959999999999</c:v>
                </c:pt>
                <c:pt idx="62">
                  <c:v>0.4415385</c:v>
                </c:pt>
                <c:pt idx="63">
                  <c:v>0.4744623</c:v>
                </c:pt>
                <c:pt idx="64">
                  <c:v>0.4906411</c:v>
                </c:pt>
                <c:pt idx="65">
                  <c:v>0.57607260000000005</c:v>
                </c:pt>
                <c:pt idx="66">
                  <c:v>0.59698099999999998</c:v>
                </c:pt>
                <c:pt idx="67">
                  <c:v>0.67688150000000002</c:v>
                </c:pt>
                <c:pt idx="68">
                  <c:v>0.89229380000000003</c:v>
                </c:pt>
                <c:pt idx="69">
                  <c:v>0.96022110000000005</c:v>
                </c:pt>
                <c:pt idx="70">
                  <c:v>1.0266999999999999</c:v>
                </c:pt>
                <c:pt idx="71">
                  <c:v>1.1970019999999999</c:v>
                </c:pt>
                <c:pt idx="72">
                  <c:v>1.1618740000000001</c:v>
                </c:pt>
                <c:pt idx="73">
                  <c:v>1.255209</c:v>
                </c:pt>
                <c:pt idx="74">
                  <c:v>1.3431869999999999</c:v>
                </c:pt>
                <c:pt idx="75">
                  <c:v>1.3316840000000001</c:v>
                </c:pt>
                <c:pt idx="76">
                  <c:v>1.2432650000000001</c:v>
                </c:pt>
                <c:pt idx="77">
                  <c:v>1.2048669999999999</c:v>
                </c:pt>
                <c:pt idx="78">
                  <c:v>1.270707</c:v>
                </c:pt>
                <c:pt idx="79">
                  <c:v>1.327572</c:v>
                </c:pt>
                <c:pt idx="80">
                  <c:v>1.260697</c:v>
                </c:pt>
                <c:pt idx="81">
                  <c:v>1.281857</c:v>
                </c:pt>
                <c:pt idx="82">
                  <c:v>1.3461799999999999</c:v>
                </c:pt>
                <c:pt idx="83">
                  <c:v>1.445751</c:v>
                </c:pt>
                <c:pt idx="84">
                  <c:v>1.45818</c:v>
                </c:pt>
                <c:pt idx="85">
                  <c:v>1.500991</c:v>
                </c:pt>
                <c:pt idx="86">
                  <c:v>1.431549</c:v>
                </c:pt>
                <c:pt idx="87">
                  <c:v>1.4493910000000001</c:v>
                </c:pt>
                <c:pt idx="88">
                  <c:v>1.3386629999999999</c:v>
                </c:pt>
                <c:pt idx="89">
                  <c:v>1.198798</c:v>
                </c:pt>
                <c:pt idx="90">
                  <c:v>1.094368</c:v>
                </c:pt>
                <c:pt idx="91">
                  <c:v>0.93535800000000002</c:v>
                </c:pt>
                <c:pt idx="92">
                  <c:v>0.80024240000000002</c:v>
                </c:pt>
                <c:pt idx="93">
                  <c:v>0.65751459999999995</c:v>
                </c:pt>
                <c:pt idx="94">
                  <c:v>0.62183359999999999</c:v>
                </c:pt>
                <c:pt idx="95">
                  <c:v>0.52977600000000002</c:v>
                </c:pt>
                <c:pt idx="96">
                  <c:v>0.46817779999999998</c:v>
                </c:pt>
                <c:pt idx="97">
                  <c:v>0.4920428</c:v>
                </c:pt>
                <c:pt idx="98">
                  <c:v>0.4925891</c:v>
                </c:pt>
                <c:pt idx="99">
                  <c:v>0.4677848</c:v>
                </c:pt>
                <c:pt idx="100">
                  <c:v>0.47728470000000001</c:v>
                </c:pt>
                <c:pt idx="101">
                  <c:v>0.5636639</c:v>
                </c:pt>
                <c:pt idx="102">
                  <c:v>0.58555290000000004</c:v>
                </c:pt>
                <c:pt idx="103">
                  <c:v>0.65693639999999998</c:v>
                </c:pt>
                <c:pt idx="104">
                  <c:v>0.79725389999999996</c:v>
                </c:pt>
                <c:pt idx="105">
                  <c:v>0.78228249999999999</c:v>
                </c:pt>
                <c:pt idx="106">
                  <c:v>0.89161369999999995</c:v>
                </c:pt>
                <c:pt idx="107">
                  <c:v>1.0324420000000001</c:v>
                </c:pt>
                <c:pt idx="108">
                  <c:v>1.0973809999999999</c:v>
                </c:pt>
                <c:pt idx="109">
                  <c:v>1.246586</c:v>
                </c:pt>
                <c:pt idx="110">
                  <c:v>1.2812319999999999</c:v>
                </c:pt>
                <c:pt idx="111">
                  <c:v>1.370438</c:v>
                </c:pt>
                <c:pt idx="112">
                  <c:v>1.4450860000000001</c:v>
                </c:pt>
                <c:pt idx="113">
                  <c:v>1.460772</c:v>
                </c:pt>
                <c:pt idx="114">
                  <c:v>1.4334150000000001</c:v>
                </c:pt>
                <c:pt idx="115">
                  <c:v>1.3708</c:v>
                </c:pt>
                <c:pt idx="116">
                  <c:v>1.29616</c:v>
                </c:pt>
                <c:pt idx="117">
                  <c:v>1.2204140000000001</c:v>
                </c:pt>
                <c:pt idx="118">
                  <c:v>1.1624289999999999</c:v>
                </c:pt>
                <c:pt idx="119">
                  <c:v>1.0470060000000001</c:v>
                </c:pt>
                <c:pt idx="120">
                  <c:v>1.0549230000000001</c:v>
                </c:pt>
                <c:pt idx="121">
                  <c:v>1.063356</c:v>
                </c:pt>
                <c:pt idx="122">
                  <c:v>1.015036</c:v>
                </c:pt>
                <c:pt idx="123">
                  <c:v>0.98320839999999998</c:v>
                </c:pt>
                <c:pt idx="124">
                  <c:v>1.0076909999999999</c:v>
                </c:pt>
                <c:pt idx="125">
                  <c:v>0.99820180000000003</c:v>
                </c:pt>
                <c:pt idx="126">
                  <c:v>0.96943789999999996</c:v>
                </c:pt>
                <c:pt idx="127">
                  <c:v>1.0575680000000001</c:v>
                </c:pt>
                <c:pt idx="128">
                  <c:v>1.024024</c:v>
                </c:pt>
                <c:pt idx="129">
                  <c:v>0.99703299999999995</c:v>
                </c:pt>
                <c:pt idx="130">
                  <c:v>0.96518020000000004</c:v>
                </c:pt>
                <c:pt idx="131">
                  <c:v>0.95687350000000004</c:v>
                </c:pt>
                <c:pt idx="132">
                  <c:v>0.89859199999999995</c:v>
                </c:pt>
                <c:pt idx="133">
                  <c:v>0.89738269999999998</c:v>
                </c:pt>
                <c:pt idx="134">
                  <c:v>0.85719809999999996</c:v>
                </c:pt>
                <c:pt idx="135">
                  <c:v>0.83247230000000005</c:v>
                </c:pt>
                <c:pt idx="136">
                  <c:v>0.79384180000000004</c:v>
                </c:pt>
                <c:pt idx="137">
                  <c:v>0.7730688</c:v>
                </c:pt>
                <c:pt idx="138">
                  <c:v>0.75210350000000004</c:v>
                </c:pt>
                <c:pt idx="139">
                  <c:v>0.71252099999999996</c:v>
                </c:pt>
                <c:pt idx="140">
                  <c:v>0.72817469999999995</c:v>
                </c:pt>
                <c:pt idx="141">
                  <c:v>0.75211099999999997</c:v>
                </c:pt>
                <c:pt idx="142">
                  <c:v>0.74696419999999997</c:v>
                </c:pt>
                <c:pt idx="143">
                  <c:v>0.7922015</c:v>
                </c:pt>
                <c:pt idx="144">
                  <c:v>0.82185370000000002</c:v>
                </c:pt>
                <c:pt idx="145">
                  <c:v>0.8941287</c:v>
                </c:pt>
                <c:pt idx="146">
                  <c:v>0.98109259999999998</c:v>
                </c:pt>
                <c:pt idx="147">
                  <c:v>1.0718589999999999</c:v>
                </c:pt>
                <c:pt idx="148">
                  <c:v>1.1336930000000001</c:v>
                </c:pt>
                <c:pt idx="149">
                  <c:v>1.1871210000000001</c:v>
                </c:pt>
                <c:pt idx="150">
                  <c:v>1.3218810000000001</c:v>
                </c:pt>
                <c:pt idx="151">
                  <c:v>1.3278620000000001</c:v>
                </c:pt>
                <c:pt idx="152">
                  <c:v>1.3327</c:v>
                </c:pt>
                <c:pt idx="153">
                  <c:v>1.362028</c:v>
                </c:pt>
                <c:pt idx="154">
                  <c:v>1.3155589999999999</c:v>
                </c:pt>
                <c:pt idx="155">
                  <c:v>1.310236</c:v>
                </c:pt>
                <c:pt idx="156">
                  <c:v>1.250718</c:v>
                </c:pt>
                <c:pt idx="157">
                  <c:v>1.1532629999999999</c:v>
                </c:pt>
                <c:pt idx="158">
                  <c:v>1.1231580000000001</c:v>
                </c:pt>
                <c:pt idx="159">
                  <c:v>1.0337799999999999</c:v>
                </c:pt>
                <c:pt idx="160">
                  <c:v>1.0222929999999999</c:v>
                </c:pt>
                <c:pt idx="161">
                  <c:v>0.96268100000000001</c:v>
                </c:pt>
                <c:pt idx="162">
                  <c:v>0.92703630000000004</c:v>
                </c:pt>
                <c:pt idx="163">
                  <c:v>0.96976830000000003</c:v>
                </c:pt>
                <c:pt idx="164">
                  <c:v>0.92749190000000004</c:v>
                </c:pt>
                <c:pt idx="165">
                  <c:v>0.96015170000000005</c:v>
                </c:pt>
                <c:pt idx="166">
                  <c:v>0.92863770000000001</c:v>
                </c:pt>
                <c:pt idx="167">
                  <c:v>0.93742709999999996</c:v>
                </c:pt>
                <c:pt idx="168">
                  <c:v>0.91299589999999997</c:v>
                </c:pt>
                <c:pt idx="169">
                  <c:v>0.89308419999999999</c:v>
                </c:pt>
                <c:pt idx="170">
                  <c:v>0.87007650000000003</c:v>
                </c:pt>
                <c:pt idx="171">
                  <c:v>0.89087539999999998</c:v>
                </c:pt>
                <c:pt idx="172">
                  <c:v>0.84756920000000002</c:v>
                </c:pt>
                <c:pt idx="173">
                  <c:v>0.84956690000000001</c:v>
                </c:pt>
                <c:pt idx="174">
                  <c:v>0.82140429999999998</c:v>
                </c:pt>
                <c:pt idx="175">
                  <c:v>0.81583919999999999</c:v>
                </c:pt>
                <c:pt idx="176">
                  <c:v>0.78792790000000001</c:v>
                </c:pt>
                <c:pt idx="177">
                  <c:v>0.82042210000000004</c:v>
                </c:pt>
                <c:pt idx="178">
                  <c:v>0.87129710000000005</c:v>
                </c:pt>
                <c:pt idx="179">
                  <c:v>0.88689870000000004</c:v>
                </c:pt>
                <c:pt idx="180">
                  <c:v>0.9266645</c:v>
                </c:pt>
                <c:pt idx="181">
                  <c:v>0.97065179999999995</c:v>
                </c:pt>
                <c:pt idx="182">
                  <c:v>0.99998220000000004</c:v>
                </c:pt>
                <c:pt idx="183">
                  <c:v>1.020966</c:v>
                </c:pt>
                <c:pt idx="184">
                  <c:v>1.072719</c:v>
                </c:pt>
                <c:pt idx="185">
                  <c:v>1.074225</c:v>
                </c:pt>
                <c:pt idx="186">
                  <c:v>1.114832</c:v>
                </c:pt>
                <c:pt idx="187">
                  <c:v>1.130015</c:v>
                </c:pt>
                <c:pt idx="188">
                  <c:v>1.1682950000000001</c:v>
                </c:pt>
                <c:pt idx="189">
                  <c:v>1.172652</c:v>
                </c:pt>
                <c:pt idx="190">
                  <c:v>1.1875089999999999</c:v>
                </c:pt>
                <c:pt idx="191">
                  <c:v>1.2112419999999999</c:v>
                </c:pt>
                <c:pt idx="192">
                  <c:v>1.1763889999999999</c:v>
                </c:pt>
                <c:pt idx="193">
                  <c:v>1.1979919999999999</c:v>
                </c:pt>
                <c:pt idx="194">
                  <c:v>1.1678040000000001</c:v>
                </c:pt>
                <c:pt idx="195">
                  <c:v>1.1711830000000001</c:v>
                </c:pt>
                <c:pt idx="196">
                  <c:v>1.1408739999999999</c:v>
                </c:pt>
                <c:pt idx="197">
                  <c:v>1.1372059999999999</c:v>
                </c:pt>
                <c:pt idx="198">
                  <c:v>1.077591</c:v>
                </c:pt>
                <c:pt idx="199">
                  <c:v>1.0419529999999999</c:v>
                </c:pt>
                <c:pt idx="200">
                  <c:v>0.98232589999999997</c:v>
                </c:pt>
                <c:pt idx="201">
                  <c:v>0.94989599999999996</c:v>
                </c:pt>
                <c:pt idx="202">
                  <c:v>0.88396799999999998</c:v>
                </c:pt>
                <c:pt idx="203">
                  <c:v>0.86401680000000003</c:v>
                </c:pt>
                <c:pt idx="204">
                  <c:v>0.84863069999999996</c:v>
                </c:pt>
                <c:pt idx="205">
                  <c:v>0.82225349999999997</c:v>
                </c:pt>
                <c:pt idx="206">
                  <c:v>0.82164879999999996</c:v>
                </c:pt>
                <c:pt idx="207">
                  <c:v>0.81597390000000003</c:v>
                </c:pt>
                <c:pt idx="208">
                  <c:v>0.84112359999999997</c:v>
                </c:pt>
                <c:pt idx="209">
                  <c:v>0.86699530000000002</c:v>
                </c:pt>
                <c:pt idx="210">
                  <c:v>0.86109429999999998</c:v>
                </c:pt>
                <c:pt idx="211">
                  <c:v>0.88439670000000004</c:v>
                </c:pt>
                <c:pt idx="212">
                  <c:v>0.90857739999999998</c:v>
                </c:pt>
                <c:pt idx="213">
                  <c:v>0.92973709999999998</c:v>
                </c:pt>
                <c:pt idx="214">
                  <c:v>0.95105490000000004</c:v>
                </c:pt>
                <c:pt idx="215">
                  <c:v>0.97076969999999996</c:v>
                </c:pt>
                <c:pt idx="216">
                  <c:v>0.97791729999999999</c:v>
                </c:pt>
                <c:pt idx="217">
                  <c:v>1.005125</c:v>
                </c:pt>
                <c:pt idx="218">
                  <c:v>1.0298050000000001</c:v>
                </c:pt>
                <c:pt idx="219">
                  <c:v>1.0492060000000001</c:v>
                </c:pt>
                <c:pt idx="220">
                  <c:v>1.0492269999999999</c:v>
                </c:pt>
                <c:pt idx="221">
                  <c:v>1.0562609999999999</c:v>
                </c:pt>
                <c:pt idx="222">
                  <c:v>1.066692</c:v>
                </c:pt>
                <c:pt idx="223">
                  <c:v>1.085593</c:v>
                </c:pt>
                <c:pt idx="224">
                  <c:v>1.0541430000000001</c:v>
                </c:pt>
                <c:pt idx="225">
                  <c:v>1.0788800000000001</c:v>
                </c:pt>
                <c:pt idx="226">
                  <c:v>1.076144</c:v>
                </c:pt>
                <c:pt idx="227">
                  <c:v>1.0634459999999999</c:v>
                </c:pt>
                <c:pt idx="228">
                  <c:v>1.0797950000000001</c:v>
                </c:pt>
                <c:pt idx="229">
                  <c:v>1.088344</c:v>
                </c:pt>
                <c:pt idx="230">
                  <c:v>1.0889089999999999</c:v>
                </c:pt>
                <c:pt idx="231">
                  <c:v>1.0976589999999999</c:v>
                </c:pt>
                <c:pt idx="232">
                  <c:v>1.0906439999999999</c:v>
                </c:pt>
                <c:pt idx="233">
                  <c:v>1.105502</c:v>
                </c:pt>
                <c:pt idx="234">
                  <c:v>1.0999410000000001</c:v>
                </c:pt>
                <c:pt idx="235">
                  <c:v>1.108147</c:v>
                </c:pt>
                <c:pt idx="236">
                  <c:v>1.0956589999999999</c:v>
                </c:pt>
                <c:pt idx="237">
                  <c:v>1.089601</c:v>
                </c:pt>
                <c:pt idx="238">
                  <c:v>1.0428980000000001</c:v>
                </c:pt>
                <c:pt idx="239">
                  <c:v>1.020729</c:v>
                </c:pt>
                <c:pt idx="240">
                  <c:v>0.98386370000000001</c:v>
                </c:pt>
                <c:pt idx="241">
                  <c:v>0.95665350000000005</c:v>
                </c:pt>
                <c:pt idx="242">
                  <c:v>0.9181935</c:v>
                </c:pt>
                <c:pt idx="243">
                  <c:v>0.88766089999999997</c:v>
                </c:pt>
                <c:pt idx="244">
                  <c:v>0.85873100000000002</c:v>
                </c:pt>
                <c:pt idx="245">
                  <c:v>0.83474870000000001</c:v>
                </c:pt>
                <c:pt idx="246">
                  <c:v>0.80710210000000004</c:v>
                </c:pt>
                <c:pt idx="247">
                  <c:v>0.82300249999999997</c:v>
                </c:pt>
                <c:pt idx="248">
                  <c:v>0.80738659999999995</c:v>
                </c:pt>
                <c:pt idx="249">
                  <c:v>0.82854399999999995</c:v>
                </c:pt>
                <c:pt idx="250">
                  <c:v>0.84262859999999995</c:v>
                </c:pt>
                <c:pt idx="251">
                  <c:v>0.88620829999999995</c:v>
                </c:pt>
                <c:pt idx="252">
                  <c:v>0.90734119999999996</c:v>
                </c:pt>
                <c:pt idx="253">
                  <c:v>0.9431233</c:v>
                </c:pt>
                <c:pt idx="254">
                  <c:v>0.98555329999999997</c:v>
                </c:pt>
                <c:pt idx="255">
                  <c:v>0.98546449999999997</c:v>
                </c:pt>
                <c:pt idx="256">
                  <c:v>1.044608</c:v>
                </c:pt>
                <c:pt idx="257">
                  <c:v>1.0738160000000001</c:v>
                </c:pt>
                <c:pt idx="258">
                  <c:v>1.108133</c:v>
                </c:pt>
                <c:pt idx="259">
                  <c:v>1.1212120000000001</c:v>
                </c:pt>
                <c:pt idx="260">
                  <c:v>1.1332580000000001</c:v>
                </c:pt>
                <c:pt idx="261">
                  <c:v>1.152836</c:v>
                </c:pt>
                <c:pt idx="262">
                  <c:v>1.1552260000000001</c:v>
                </c:pt>
                <c:pt idx="263">
                  <c:v>1.150307</c:v>
                </c:pt>
                <c:pt idx="264">
                  <c:v>1.144458</c:v>
                </c:pt>
                <c:pt idx="265">
                  <c:v>1.113607</c:v>
                </c:pt>
                <c:pt idx="266">
                  <c:v>1.1023149999999999</c:v>
                </c:pt>
                <c:pt idx="267">
                  <c:v>1.0800529999999999</c:v>
                </c:pt>
                <c:pt idx="268">
                  <c:v>1.0866450000000001</c:v>
                </c:pt>
                <c:pt idx="269">
                  <c:v>1.0222059999999999</c:v>
                </c:pt>
                <c:pt idx="270">
                  <c:v>1.001584</c:v>
                </c:pt>
                <c:pt idx="271">
                  <c:v>1.001422</c:v>
                </c:pt>
                <c:pt idx="272">
                  <c:v>0.97927649999999999</c:v>
                </c:pt>
                <c:pt idx="273">
                  <c:v>0.96614690000000003</c:v>
                </c:pt>
                <c:pt idx="274">
                  <c:v>0.98798750000000002</c:v>
                </c:pt>
                <c:pt idx="275">
                  <c:v>0.97976680000000005</c:v>
                </c:pt>
                <c:pt idx="276">
                  <c:v>0.96923950000000003</c:v>
                </c:pt>
                <c:pt idx="277">
                  <c:v>0.95495560000000002</c:v>
                </c:pt>
                <c:pt idx="278">
                  <c:v>0.98114849999999998</c:v>
                </c:pt>
                <c:pt idx="279">
                  <c:v>0.96806440000000005</c:v>
                </c:pt>
                <c:pt idx="280">
                  <c:v>0.95488229999999996</c:v>
                </c:pt>
                <c:pt idx="281">
                  <c:v>0.91373689999999996</c:v>
                </c:pt>
                <c:pt idx="282">
                  <c:v>0.92440469999999997</c:v>
                </c:pt>
                <c:pt idx="283">
                  <c:v>0.89110549999999999</c:v>
                </c:pt>
                <c:pt idx="284">
                  <c:v>0.88712979999999997</c:v>
                </c:pt>
                <c:pt idx="285">
                  <c:v>0.87810239999999995</c:v>
                </c:pt>
                <c:pt idx="286">
                  <c:v>0.86802020000000002</c:v>
                </c:pt>
                <c:pt idx="287">
                  <c:v>0.87803419999999999</c:v>
                </c:pt>
                <c:pt idx="288">
                  <c:v>0.90217700000000001</c:v>
                </c:pt>
                <c:pt idx="289">
                  <c:v>0.89596589999999998</c:v>
                </c:pt>
                <c:pt idx="290">
                  <c:v>0.93281979999999998</c:v>
                </c:pt>
                <c:pt idx="291">
                  <c:v>0.9457158</c:v>
                </c:pt>
                <c:pt idx="292">
                  <c:v>0.99979779999999996</c:v>
                </c:pt>
                <c:pt idx="293">
                  <c:v>1.0320590000000001</c:v>
                </c:pt>
                <c:pt idx="294">
                  <c:v>1.0514019999999999</c:v>
                </c:pt>
                <c:pt idx="295">
                  <c:v>1.076765</c:v>
                </c:pt>
                <c:pt idx="296">
                  <c:v>1.099289</c:v>
                </c:pt>
                <c:pt idx="297">
                  <c:v>1.1131169999999999</c:v>
                </c:pt>
                <c:pt idx="298">
                  <c:v>1.127956</c:v>
                </c:pt>
                <c:pt idx="299">
                  <c:v>1.131132</c:v>
                </c:pt>
                <c:pt idx="300">
                  <c:v>1.1200159999999999</c:v>
                </c:pt>
                <c:pt idx="301">
                  <c:v>1.1269659999999999</c:v>
                </c:pt>
                <c:pt idx="302">
                  <c:v>1.117089</c:v>
                </c:pt>
                <c:pt idx="303">
                  <c:v>1.1101209999999999</c:v>
                </c:pt>
                <c:pt idx="304">
                  <c:v>1.0836479999999999</c:v>
                </c:pt>
                <c:pt idx="305">
                  <c:v>1.058589</c:v>
                </c:pt>
                <c:pt idx="306">
                  <c:v>1.0340499999999999</c:v>
                </c:pt>
                <c:pt idx="307">
                  <c:v>1.030006</c:v>
                </c:pt>
                <c:pt idx="308">
                  <c:v>1.0024960000000001</c:v>
                </c:pt>
                <c:pt idx="309">
                  <c:v>0.97865380000000002</c:v>
                </c:pt>
                <c:pt idx="310">
                  <c:v>0.97469700000000004</c:v>
                </c:pt>
                <c:pt idx="311">
                  <c:v>0.955009</c:v>
                </c:pt>
                <c:pt idx="312">
                  <c:v>0.94933409999999996</c:v>
                </c:pt>
                <c:pt idx="313">
                  <c:v>0.94239799999999996</c:v>
                </c:pt>
                <c:pt idx="314">
                  <c:v>0.9363553</c:v>
                </c:pt>
                <c:pt idx="315">
                  <c:v>0.95044709999999999</c:v>
                </c:pt>
                <c:pt idx="316">
                  <c:v>0.94093130000000003</c:v>
                </c:pt>
                <c:pt idx="317">
                  <c:v>0.95329710000000001</c:v>
                </c:pt>
                <c:pt idx="318">
                  <c:v>0.95376280000000002</c:v>
                </c:pt>
                <c:pt idx="319">
                  <c:v>0.96046359999999997</c:v>
                </c:pt>
                <c:pt idx="320">
                  <c:v>0.94992239999999994</c:v>
                </c:pt>
                <c:pt idx="321">
                  <c:v>0.94350529999999999</c:v>
                </c:pt>
                <c:pt idx="322">
                  <c:v>0.93211650000000001</c:v>
                </c:pt>
                <c:pt idx="323">
                  <c:v>0.94832749999999999</c:v>
                </c:pt>
                <c:pt idx="324">
                  <c:v>0.93242939999999996</c:v>
                </c:pt>
                <c:pt idx="325">
                  <c:v>0.92780859999999998</c:v>
                </c:pt>
                <c:pt idx="326">
                  <c:v>0.94337859999999996</c:v>
                </c:pt>
                <c:pt idx="327">
                  <c:v>0.94955120000000004</c:v>
                </c:pt>
                <c:pt idx="328">
                  <c:v>0.9706882</c:v>
                </c:pt>
                <c:pt idx="329">
                  <c:v>0.97163949999999999</c:v>
                </c:pt>
                <c:pt idx="330">
                  <c:v>0.98799709999999996</c:v>
                </c:pt>
                <c:pt idx="331">
                  <c:v>1.014534</c:v>
                </c:pt>
                <c:pt idx="332">
                  <c:v>1.038397</c:v>
                </c:pt>
                <c:pt idx="333">
                  <c:v>1.0361009999999999</c:v>
                </c:pt>
                <c:pt idx="334">
                  <c:v>1.0660780000000001</c:v>
                </c:pt>
                <c:pt idx="335">
                  <c:v>1.0668690000000001</c:v>
                </c:pt>
                <c:pt idx="336">
                  <c:v>1.0766990000000001</c:v>
                </c:pt>
                <c:pt idx="337">
                  <c:v>1.0960030000000001</c:v>
                </c:pt>
                <c:pt idx="338">
                  <c:v>1.1017110000000001</c:v>
                </c:pt>
                <c:pt idx="339">
                  <c:v>1.1121099999999999</c:v>
                </c:pt>
                <c:pt idx="340">
                  <c:v>1.10331</c:v>
                </c:pt>
                <c:pt idx="341">
                  <c:v>1.1058460000000001</c:v>
                </c:pt>
                <c:pt idx="342">
                  <c:v>1.0763389999999999</c:v>
                </c:pt>
                <c:pt idx="343">
                  <c:v>1.0797129999999999</c:v>
                </c:pt>
                <c:pt idx="344">
                  <c:v>1.0754109999999999</c:v>
                </c:pt>
                <c:pt idx="345">
                  <c:v>1.059293</c:v>
                </c:pt>
                <c:pt idx="346">
                  <c:v>1.044645</c:v>
                </c:pt>
                <c:pt idx="347">
                  <c:v>1.0093129999999999</c:v>
                </c:pt>
                <c:pt idx="348">
                  <c:v>0.99956259999999997</c:v>
                </c:pt>
                <c:pt idx="349">
                  <c:v>0.96591470000000001</c:v>
                </c:pt>
                <c:pt idx="350">
                  <c:v>0.95261450000000003</c:v>
                </c:pt>
                <c:pt idx="351">
                  <c:v>0.91941689999999998</c:v>
                </c:pt>
                <c:pt idx="352">
                  <c:v>0.89637520000000004</c:v>
                </c:pt>
                <c:pt idx="353">
                  <c:v>0.87216400000000005</c:v>
                </c:pt>
                <c:pt idx="354">
                  <c:v>0.86947569999999996</c:v>
                </c:pt>
                <c:pt idx="355">
                  <c:v>0.8635756</c:v>
                </c:pt>
                <c:pt idx="356">
                  <c:v>0.872174</c:v>
                </c:pt>
                <c:pt idx="357">
                  <c:v>0.87507639999999998</c:v>
                </c:pt>
                <c:pt idx="358">
                  <c:v>0.89803869999999997</c:v>
                </c:pt>
                <c:pt idx="359">
                  <c:v>0.91710219999999998</c:v>
                </c:pt>
                <c:pt idx="360">
                  <c:v>0.93949910000000003</c:v>
                </c:pt>
                <c:pt idx="361">
                  <c:v>0.96444479999999999</c:v>
                </c:pt>
                <c:pt idx="362">
                  <c:v>0.99665720000000002</c:v>
                </c:pt>
                <c:pt idx="363">
                  <c:v>1.005342</c:v>
                </c:pt>
                <c:pt idx="364">
                  <c:v>1.017909</c:v>
                </c:pt>
                <c:pt idx="365">
                  <c:v>1.0573539999999999</c:v>
                </c:pt>
                <c:pt idx="366">
                  <c:v>1.0460309999999999</c:v>
                </c:pt>
                <c:pt idx="367">
                  <c:v>1.062157</c:v>
                </c:pt>
                <c:pt idx="368">
                  <c:v>1.0669249999999999</c:v>
                </c:pt>
                <c:pt idx="369">
                  <c:v>1.053345</c:v>
                </c:pt>
                <c:pt idx="370">
                  <c:v>1.0483180000000001</c:v>
                </c:pt>
                <c:pt idx="371">
                  <c:v>1.0705309999999999</c:v>
                </c:pt>
                <c:pt idx="372">
                  <c:v>1.0546040000000001</c:v>
                </c:pt>
                <c:pt idx="373">
                  <c:v>1.0619400000000001</c:v>
                </c:pt>
                <c:pt idx="374">
                  <c:v>1.061569</c:v>
                </c:pt>
                <c:pt idx="375">
                  <c:v>1.0444990000000001</c:v>
                </c:pt>
                <c:pt idx="376">
                  <c:v>1.0603149999999999</c:v>
                </c:pt>
                <c:pt idx="377">
                  <c:v>1.052135</c:v>
                </c:pt>
                <c:pt idx="378">
                  <c:v>1.059693</c:v>
                </c:pt>
                <c:pt idx="379">
                  <c:v>1.043167</c:v>
                </c:pt>
                <c:pt idx="380">
                  <c:v>1.031639</c:v>
                </c:pt>
                <c:pt idx="381">
                  <c:v>1.039048</c:v>
                </c:pt>
                <c:pt idx="382">
                  <c:v>1.0313049999999999</c:v>
                </c:pt>
                <c:pt idx="383">
                  <c:v>1.0150729999999999</c:v>
                </c:pt>
                <c:pt idx="384">
                  <c:v>0.99526959999999998</c:v>
                </c:pt>
                <c:pt idx="385">
                  <c:v>1.008426</c:v>
                </c:pt>
                <c:pt idx="386">
                  <c:v>0.98883370000000004</c:v>
                </c:pt>
                <c:pt idx="387">
                  <c:v>0.99126239999999999</c:v>
                </c:pt>
                <c:pt idx="388">
                  <c:v>0.969499</c:v>
                </c:pt>
                <c:pt idx="389">
                  <c:v>0.95614980000000005</c:v>
                </c:pt>
                <c:pt idx="390">
                  <c:v>0.939133</c:v>
                </c:pt>
                <c:pt idx="391">
                  <c:v>0.930975</c:v>
                </c:pt>
                <c:pt idx="392">
                  <c:v>0.92098930000000001</c:v>
                </c:pt>
                <c:pt idx="393">
                  <c:v>0.90366919999999995</c:v>
                </c:pt>
                <c:pt idx="394">
                  <c:v>0.91728069999999995</c:v>
                </c:pt>
                <c:pt idx="395">
                  <c:v>0.89752109999999996</c:v>
                </c:pt>
                <c:pt idx="396">
                  <c:v>0.90455730000000001</c:v>
                </c:pt>
                <c:pt idx="397">
                  <c:v>0.92326379999999997</c:v>
                </c:pt>
                <c:pt idx="398">
                  <c:v>0.93346200000000001</c:v>
                </c:pt>
                <c:pt idx="399">
                  <c:v>0.94401550000000001</c:v>
                </c:pt>
                <c:pt idx="400">
                  <c:v>0.95962599999999998</c:v>
                </c:pt>
                <c:pt idx="401">
                  <c:v>0.99452209999999996</c:v>
                </c:pt>
                <c:pt idx="402">
                  <c:v>1.025282</c:v>
                </c:pt>
                <c:pt idx="403">
                  <c:v>1.0359210000000001</c:v>
                </c:pt>
                <c:pt idx="404">
                  <c:v>1.0554650000000001</c:v>
                </c:pt>
                <c:pt idx="405">
                  <c:v>1.0628070000000001</c:v>
                </c:pt>
                <c:pt idx="406">
                  <c:v>1.063601</c:v>
                </c:pt>
                <c:pt idx="407">
                  <c:v>1.086085</c:v>
                </c:pt>
                <c:pt idx="408">
                  <c:v>1.0873029999999999</c:v>
                </c:pt>
                <c:pt idx="409">
                  <c:v>1.0846020000000001</c:v>
                </c:pt>
                <c:pt idx="410">
                  <c:v>1.080824</c:v>
                </c:pt>
                <c:pt idx="411">
                  <c:v>1.062608</c:v>
                </c:pt>
                <c:pt idx="412">
                  <c:v>1.0582279999999999</c:v>
                </c:pt>
                <c:pt idx="413">
                  <c:v>1.053957</c:v>
                </c:pt>
                <c:pt idx="414">
                  <c:v>1.0369269999999999</c:v>
                </c:pt>
                <c:pt idx="415">
                  <c:v>1.0295829999999999</c:v>
                </c:pt>
                <c:pt idx="416">
                  <c:v>1.031239</c:v>
                </c:pt>
                <c:pt idx="417">
                  <c:v>1.0185839999999999</c:v>
                </c:pt>
                <c:pt idx="418">
                  <c:v>1.0016480000000001</c:v>
                </c:pt>
                <c:pt idx="419">
                  <c:v>0.99958970000000003</c:v>
                </c:pt>
                <c:pt idx="420">
                  <c:v>1.005196</c:v>
                </c:pt>
                <c:pt idx="421">
                  <c:v>0.99434929999999999</c:v>
                </c:pt>
                <c:pt idx="422">
                  <c:v>0.99758049999999998</c:v>
                </c:pt>
                <c:pt idx="423">
                  <c:v>0.98286680000000004</c:v>
                </c:pt>
                <c:pt idx="424">
                  <c:v>0.9808519</c:v>
                </c:pt>
                <c:pt idx="425">
                  <c:v>0.96922569999999997</c:v>
                </c:pt>
                <c:pt idx="426">
                  <c:v>0.95564059999999995</c:v>
                </c:pt>
                <c:pt idx="427">
                  <c:v>0.96007690000000001</c:v>
                </c:pt>
                <c:pt idx="428">
                  <c:v>0.96101590000000003</c:v>
                </c:pt>
                <c:pt idx="429">
                  <c:v>0.94858520000000002</c:v>
                </c:pt>
                <c:pt idx="430">
                  <c:v>0.95138350000000005</c:v>
                </c:pt>
                <c:pt idx="431">
                  <c:v>0.93280680000000005</c:v>
                </c:pt>
                <c:pt idx="432">
                  <c:v>0.91944700000000001</c:v>
                </c:pt>
                <c:pt idx="433">
                  <c:v>0.93226640000000005</c:v>
                </c:pt>
                <c:pt idx="434">
                  <c:v>0.91702989999999995</c:v>
                </c:pt>
                <c:pt idx="435">
                  <c:v>0.92405610000000005</c:v>
                </c:pt>
                <c:pt idx="436">
                  <c:v>0.94318469999999999</c:v>
                </c:pt>
                <c:pt idx="437">
                  <c:v>0.94439220000000001</c:v>
                </c:pt>
                <c:pt idx="438">
                  <c:v>0.96649050000000003</c:v>
                </c:pt>
                <c:pt idx="439">
                  <c:v>0.98284839999999996</c:v>
                </c:pt>
                <c:pt idx="440">
                  <c:v>1.0086550000000001</c:v>
                </c:pt>
                <c:pt idx="441">
                  <c:v>1.0299959999999999</c:v>
                </c:pt>
                <c:pt idx="442">
                  <c:v>1.059264</c:v>
                </c:pt>
                <c:pt idx="443">
                  <c:v>1.062627</c:v>
                </c:pt>
                <c:pt idx="444">
                  <c:v>1.0863339999999999</c:v>
                </c:pt>
                <c:pt idx="445">
                  <c:v>1.101283</c:v>
                </c:pt>
                <c:pt idx="446">
                  <c:v>1.0980669999999999</c:v>
                </c:pt>
                <c:pt idx="447">
                  <c:v>1.1038730000000001</c:v>
                </c:pt>
                <c:pt idx="448">
                  <c:v>1.097845</c:v>
                </c:pt>
                <c:pt idx="449">
                  <c:v>1.0779529999999999</c:v>
                </c:pt>
                <c:pt idx="450">
                  <c:v>1.0809550000000001</c:v>
                </c:pt>
                <c:pt idx="451">
                  <c:v>1.0535810000000001</c:v>
                </c:pt>
                <c:pt idx="452">
                  <c:v>1.0535870000000001</c:v>
                </c:pt>
                <c:pt idx="453">
                  <c:v>1.027744</c:v>
                </c:pt>
                <c:pt idx="454">
                  <c:v>1.00864</c:v>
                </c:pt>
                <c:pt idx="455">
                  <c:v>1.0052700000000001</c:v>
                </c:pt>
                <c:pt idx="456">
                  <c:v>0.98089360000000003</c:v>
                </c:pt>
                <c:pt idx="457">
                  <c:v>0.96351399999999998</c:v>
                </c:pt>
                <c:pt idx="458">
                  <c:v>0.9554686</c:v>
                </c:pt>
                <c:pt idx="459">
                  <c:v>0.94709719999999997</c:v>
                </c:pt>
                <c:pt idx="460">
                  <c:v>0.94401959999999996</c:v>
                </c:pt>
                <c:pt idx="461">
                  <c:v>0.93393119999999996</c:v>
                </c:pt>
                <c:pt idx="462">
                  <c:v>0.93769469999999999</c:v>
                </c:pt>
                <c:pt idx="463">
                  <c:v>0.93495600000000001</c:v>
                </c:pt>
                <c:pt idx="464">
                  <c:v>0.93276800000000004</c:v>
                </c:pt>
                <c:pt idx="465">
                  <c:v>0.94079590000000002</c:v>
                </c:pt>
                <c:pt idx="466">
                  <c:v>0.9459012</c:v>
                </c:pt>
                <c:pt idx="467">
                  <c:v>0.95518860000000005</c:v>
                </c:pt>
                <c:pt idx="468">
                  <c:v>0.95883890000000005</c:v>
                </c:pt>
                <c:pt idx="469">
                  <c:v>0.9599183</c:v>
                </c:pt>
                <c:pt idx="470">
                  <c:v>0.96881819999999996</c:v>
                </c:pt>
                <c:pt idx="471">
                  <c:v>0.96881899999999999</c:v>
                </c:pt>
                <c:pt idx="472">
                  <c:v>0.99258469999999999</c:v>
                </c:pt>
                <c:pt idx="473">
                  <c:v>0.99726340000000002</c:v>
                </c:pt>
                <c:pt idx="474">
                  <c:v>1.0011080000000001</c:v>
                </c:pt>
                <c:pt idx="475">
                  <c:v>1.005333</c:v>
                </c:pt>
                <c:pt idx="476">
                  <c:v>1.0096339999999999</c:v>
                </c:pt>
                <c:pt idx="477">
                  <c:v>1.021679</c:v>
                </c:pt>
                <c:pt idx="478">
                  <c:v>1.026958</c:v>
                </c:pt>
                <c:pt idx="479">
                  <c:v>1.021973</c:v>
                </c:pt>
                <c:pt idx="480">
                  <c:v>1.030343</c:v>
                </c:pt>
                <c:pt idx="481">
                  <c:v>1.0370790000000001</c:v>
                </c:pt>
                <c:pt idx="482">
                  <c:v>1.0426979999999999</c:v>
                </c:pt>
                <c:pt idx="483">
                  <c:v>1.034988</c:v>
                </c:pt>
                <c:pt idx="484">
                  <c:v>1.049307</c:v>
                </c:pt>
                <c:pt idx="485">
                  <c:v>1.0522400000000001</c:v>
                </c:pt>
                <c:pt idx="486">
                  <c:v>1.0505389999999999</c:v>
                </c:pt>
                <c:pt idx="487">
                  <c:v>1.0448919999999999</c:v>
                </c:pt>
                <c:pt idx="488">
                  <c:v>1.0565929999999999</c:v>
                </c:pt>
                <c:pt idx="489">
                  <c:v>1.049615</c:v>
                </c:pt>
                <c:pt idx="490">
                  <c:v>1.044608</c:v>
                </c:pt>
                <c:pt idx="491">
                  <c:v>1.043409</c:v>
                </c:pt>
                <c:pt idx="492">
                  <c:v>1.0391520000000001</c:v>
                </c:pt>
                <c:pt idx="493">
                  <c:v>1.025169</c:v>
                </c:pt>
                <c:pt idx="494">
                  <c:v>1.004834</c:v>
                </c:pt>
                <c:pt idx="495">
                  <c:v>0.99967799999999996</c:v>
                </c:pt>
                <c:pt idx="496">
                  <c:v>0.9790124</c:v>
                </c:pt>
                <c:pt idx="497">
                  <c:v>0.96837549999999994</c:v>
                </c:pt>
                <c:pt idx="498">
                  <c:v>0.96151310000000001</c:v>
                </c:pt>
                <c:pt idx="499">
                  <c:v>0.94744220000000001</c:v>
                </c:pt>
                <c:pt idx="500">
                  <c:v>0.93065070000000005</c:v>
                </c:pt>
                <c:pt idx="501">
                  <c:v>0.93568680000000004</c:v>
                </c:pt>
                <c:pt idx="502">
                  <c:v>0.92558229999999997</c:v>
                </c:pt>
                <c:pt idx="503">
                  <c:v>0.91262469999999996</c:v>
                </c:pt>
                <c:pt idx="504">
                  <c:v>0.92085919999999999</c:v>
                </c:pt>
                <c:pt idx="505">
                  <c:v>0.92769000000000001</c:v>
                </c:pt>
                <c:pt idx="506">
                  <c:v>0.94318749999999996</c:v>
                </c:pt>
                <c:pt idx="507">
                  <c:v>0.9424901</c:v>
                </c:pt>
                <c:pt idx="508">
                  <c:v>0.95982029999999996</c:v>
                </c:pt>
                <c:pt idx="509">
                  <c:v>0.98267040000000005</c:v>
                </c:pt>
                <c:pt idx="510">
                  <c:v>1.0002420000000001</c:v>
                </c:pt>
                <c:pt idx="511">
                  <c:v>1.0161340000000001</c:v>
                </c:pt>
                <c:pt idx="512">
                  <c:v>1.0293559999999999</c:v>
                </c:pt>
                <c:pt idx="513">
                  <c:v>1.02027</c:v>
                </c:pt>
                <c:pt idx="514">
                  <c:v>1.043436</c:v>
                </c:pt>
                <c:pt idx="515">
                  <c:v>1.045747</c:v>
                </c:pt>
                <c:pt idx="516">
                  <c:v>1.0498700000000001</c:v>
                </c:pt>
              </c:numCache>
            </c:numRef>
          </c:yVal>
          <c:smooth val="1"/>
          <c:extLst>
            <c:ext xmlns:c16="http://schemas.microsoft.com/office/drawing/2014/chart" uri="{C3380CC4-5D6E-409C-BE32-E72D297353CC}">
              <c16:uniqueId val="{00000008-8DD4-48FF-9190-97E9B7BA265F}"/>
            </c:ext>
          </c:extLst>
        </c:ser>
        <c:ser>
          <c:idx val="9"/>
          <c:order val="9"/>
          <c:tx>
            <c:strRef>
              <c:f>Sheet1!$L$1</c:f>
              <c:strCache>
                <c:ptCount val="1"/>
                <c:pt idx="0">
                  <c:v>Be-Be</c:v>
                </c:pt>
              </c:strCache>
            </c:strRef>
          </c:tx>
          <c:spPr>
            <a:ln w="19050" cap="rnd">
              <a:solidFill>
                <a:schemeClr val="accent4">
                  <a:lumMod val="60000"/>
                </a:schemeClr>
              </a:solidFill>
              <a:round/>
            </a:ln>
            <a:effectLst/>
          </c:spPr>
          <c:marker>
            <c:symbol val="none"/>
          </c:marker>
          <c:xVal>
            <c:numRef>
              <c:f>Sheet1!$B$2:$B$1550</c:f>
              <c:numCache>
                <c:formatCode>0.00E+00</c:formatCode>
                <c:ptCount val="517"/>
                <c:pt idx="0">
                  <c:v>0.06</c:v>
                </c:pt>
                <c:pt idx="1">
                  <c:v>0.12</c:v>
                </c:pt>
                <c:pt idx="2">
                  <c:v>0.18</c:v>
                </c:pt>
                <c:pt idx="3">
                  <c:v>0.24</c:v>
                </c:pt>
                <c:pt idx="4">
                  <c:v>0.3</c:v>
                </c:pt>
                <c:pt idx="5">
                  <c:v>0.36</c:v>
                </c:pt>
                <c:pt idx="6">
                  <c:v>0.42</c:v>
                </c:pt>
                <c:pt idx="7">
                  <c:v>0.48</c:v>
                </c:pt>
                <c:pt idx="8">
                  <c:v>0.54</c:v>
                </c:pt>
                <c:pt idx="9">
                  <c:v>0.6</c:v>
                </c:pt>
                <c:pt idx="10">
                  <c:v>0.66</c:v>
                </c:pt>
                <c:pt idx="11">
                  <c:v>0.72</c:v>
                </c:pt>
                <c:pt idx="12">
                  <c:v>0.78</c:v>
                </c:pt>
                <c:pt idx="13">
                  <c:v>0.84</c:v>
                </c:pt>
                <c:pt idx="14">
                  <c:v>0.9</c:v>
                </c:pt>
                <c:pt idx="15">
                  <c:v>0.96</c:v>
                </c:pt>
                <c:pt idx="16" formatCode="General">
                  <c:v>1.02</c:v>
                </c:pt>
                <c:pt idx="17" formatCode="General">
                  <c:v>1.08</c:v>
                </c:pt>
                <c:pt idx="18" formatCode="General">
                  <c:v>1.1399999999999999</c:v>
                </c:pt>
                <c:pt idx="19" formatCode="General">
                  <c:v>1.2</c:v>
                </c:pt>
                <c:pt idx="20" formatCode="General">
                  <c:v>1.26</c:v>
                </c:pt>
                <c:pt idx="21" formatCode="General">
                  <c:v>1.32</c:v>
                </c:pt>
                <c:pt idx="22" formatCode="General">
                  <c:v>1.38</c:v>
                </c:pt>
                <c:pt idx="23" formatCode="General">
                  <c:v>1.44</c:v>
                </c:pt>
                <c:pt idx="24" formatCode="General">
                  <c:v>1.5</c:v>
                </c:pt>
                <c:pt idx="25" formatCode="General">
                  <c:v>1.56</c:v>
                </c:pt>
                <c:pt idx="26" formatCode="General">
                  <c:v>1.62</c:v>
                </c:pt>
                <c:pt idx="27" formatCode="General">
                  <c:v>1.68</c:v>
                </c:pt>
                <c:pt idx="28" formatCode="General">
                  <c:v>1.74</c:v>
                </c:pt>
                <c:pt idx="29" formatCode="General">
                  <c:v>1.8</c:v>
                </c:pt>
                <c:pt idx="30" formatCode="General">
                  <c:v>1.86</c:v>
                </c:pt>
                <c:pt idx="31" formatCode="General">
                  <c:v>1.92</c:v>
                </c:pt>
                <c:pt idx="32" formatCode="General">
                  <c:v>1.98</c:v>
                </c:pt>
                <c:pt idx="33" formatCode="General">
                  <c:v>2.04</c:v>
                </c:pt>
                <c:pt idx="34" formatCode="General">
                  <c:v>2.1</c:v>
                </c:pt>
                <c:pt idx="35" formatCode="General">
                  <c:v>2.16</c:v>
                </c:pt>
                <c:pt idx="36" formatCode="General">
                  <c:v>2.2200000000000002</c:v>
                </c:pt>
                <c:pt idx="37" formatCode="General">
                  <c:v>2.2799999999999998</c:v>
                </c:pt>
                <c:pt idx="38" formatCode="General">
                  <c:v>2.34</c:v>
                </c:pt>
                <c:pt idx="39" formatCode="General">
                  <c:v>2.4</c:v>
                </c:pt>
                <c:pt idx="40" formatCode="General">
                  <c:v>2.46</c:v>
                </c:pt>
                <c:pt idx="41" formatCode="General">
                  <c:v>2.52</c:v>
                </c:pt>
                <c:pt idx="42" formatCode="General">
                  <c:v>2.58</c:v>
                </c:pt>
                <c:pt idx="43" formatCode="General">
                  <c:v>2.64</c:v>
                </c:pt>
                <c:pt idx="44" formatCode="General">
                  <c:v>2.7</c:v>
                </c:pt>
                <c:pt idx="45" formatCode="General">
                  <c:v>2.76</c:v>
                </c:pt>
                <c:pt idx="46" formatCode="General">
                  <c:v>2.82</c:v>
                </c:pt>
                <c:pt idx="47" formatCode="General">
                  <c:v>2.88</c:v>
                </c:pt>
                <c:pt idx="48" formatCode="General">
                  <c:v>2.94</c:v>
                </c:pt>
                <c:pt idx="49" formatCode="General">
                  <c:v>3</c:v>
                </c:pt>
                <c:pt idx="50" formatCode="General">
                  <c:v>3.06</c:v>
                </c:pt>
                <c:pt idx="51" formatCode="General">
                  <c:v>3.12</c:v>
                </c:pt>
                <c:pt idx="52" formatCode="General">
                  <c:v>3.18</c:v>
                </c:pt>
                <c:pt idx="53" formatCode="General">
                  <c:v>3.24</c:v>
                </c:pt>
                <c:pt idx="54" formatCode="General">
                  <c:v>3.3</c:v>
                </c:pt>
                <c:pt idx="55" formatCode="General">
                  <c:v>3.36</c:v>
                </c:pt>
                <c:pt idx="56" formatCode="General">
                  <c:v>3.42</c:v>
                </c:pt>
                <c:pt idx="57" formatCode="General">
                  <c:v>3.48</c:v>
                </c:pt>
                <c:pt idx="58" formatCode="General">
                  <c:v>3.54</c:v>
                </c:pt>
                <c:pt idx="59" formatCode="General">
                  <c:v>3.6</c:v>
                </c:pt>
                <c:pt idx="60" formatCode="General">
                  <c:v>3.66</c:v>
                </c:pt>
                <c:pt idx="61" formatCode="General">
                  <c:v>3.72</c:v>
                </c:pt>
                <c:pt idx="62" formatCode="General">
                  <c:v>3.78</c:v>
                </c:pt>
                <c:pt idx="63" formatCode="General">
                  <c:v>3.84</c:v>
                </c:pt>
                <c:pt idx="64" formatCode="General">
                  <c:v>3.9</c:v>
                </c:pt>
                <c:pt idx="65" formatCode="General">
                  <c:v>3.96</c:v>
                </c:pt>
                <c:pt idx="66" formatCode="General">
                  <c:v>4.0199999999999996</c:v>
                </c:pt>
                <c:pt idx="67" formatCode="General">
                  <c:v>4.08</c:v>
                </c:pt>
                <c:pt idx="68" formatCode="General">
                  <c:v>4.1399999999999997</c:v>
                </c:pt>
                <c:pt idx="69" formatCode="General">
                  <c:v>4.2</c:v>
                </c:pt>
                <c:pt idx="70" formatCode="General">
                  <c:v>4.26</c:v>
                </c:pt>
                <c:pt idx="71" formatCode="General">
                  <c:v>4.32</c:v>
                </c:pt>
                <c:pt idx="72" formatCode="General">
                  <c:v>4.38</c:v>
                </c:pt>
                <c:pt idx="73" formatCode="General">
                  <c:v>4.4400000000000004</c:v>
                </c:pt>
                <c:pt idx="74" formatCode="General">
                  <c:v>4.5</c:v>
                </c:pt>
                <c:pt idx="75" formatCode="General">
                  <c:v>4.5599999999999996</c:v>
                </c:pt>
                <c:pt idx="76" formatCode="General">
                  <c:v>4.62</c:v>
                </c:pt>
                <c:pt idx="77" formatCode="General">
                  <c:v>4.68</c:v>
                </c:pt>
                <c:pt idx="78" formatCode="General">
                  <c:v>4.74</c:v>
                </c:pt>
                <c:pt idx="79" formatCode="General">
                  <c:v>4.8</c:v>
                </c:pt>
                <c:pt idx="80" formatCode="General">
                  <c:v>4.8600000000000003</c:v>
                </c:pt>
                <c:pt idx="81" formatCode="General">
                  <c:v>4.92</c:v>
                </c:pt>
                <c:pt idx="82" formatCode="General">
                  <c:v>4.9800000000000004</c:v>
                </c:pt>
                <c:pt idx="83" formatCode="General">
                  <c:v>5.04</c:v>
                </c:pt>
                <c:pt idx="84" formatCode="General">
                  <c:v>5.0999999999999996</c:v>
                </c:pt>
                <c:pt idx="85" formatCode="General">
                  <c:v>5.16</c:v>
                </c:pt>
                <c:pt idx="86" formatCode="General">
                  <c:v>5.22</c:v>
                </c:pt>
                <c:pt idx="87" formatCode="General">
                  <c:v>5.28</c:v>
                </c:pt>
                <c:pt idx="88" formatCode="General">
                  <c:v>5.34</c:v>
                </c:pt>
                <c:pt idx="89" formatCode="General">
                  <c:v>5.4</c:v>
                </c:pt>
                <c:pt idx="90" formatCode="General">
                  <c:v>5.46</c:v>
                </c:pt>
                <c:pt idx="91" formatCode="General">
                  <c:v>5.52</c:v>
                </c:pt>
                <c:pt idx="92" formatCode="General">
                  <c:v>5.58</c:v>
                </c:pt>
                <c:pt idx="93" formatCode="General">
                  <c:v>5.64</c:v>
                </c:pt>
                <c:pt idx="94" formatCode="General">
                  <c:v>5.7</c:v>
                </c:pt>
                <c:pt idx="95" formatCode="General">
                  <c:v>5.76</c:v>
                </c:pt>
                <c:pt idx="96" formatCode="General">
                  <c:v>5.82</c:v>
                </c:pt>
                <c:pt idx="97" formatCode="General">
                  <c:v>5.88</c:v>
                </c:pt>
                <c:pt idx="98" formatCode="General">
                  <c:v>5.94</c:v>
                </c:pt>
                <c:pt idx="99" formatCode="General">
                  <c:v>6</c:v>
                </c:pt>
                <c:pt idx="100" formatCode="General">
                  <c:v>6.06</c:v>
                </c:pt>
                <c:pt idx="101" formatCode="General">
                  <c:v>6.12</c:v>
                </c:pt>
                <c:pt idx="102" formatCode="General">
                  <c:v>6.18</c:v>
                </c:pt>
                <c:pt idx="103" formatCode="General">
                  <c:v>6.24</c:v>
                </c:pt>
                <c:pt idx="104" formatCode="General">
                  <c:v>6.3</c:v>
                </c:pt>
                <c:pt idx="105" formatCode="General">
                  <c:v>6.36</c:v>
                </c:pt>
                <c:pt idx="106" formatCode="General">
                  <c:v>6.42</c:v>
                </c:pt>
                <c:pt idx="107" formatCode="General">
                  <c:v>6.48</c:v>
                </c:pt>
                <c:pt idx="108" formatCode="General">
                  <c:v>6.54</c:v>
                </c:pt>
                <c:pt idx="109" formatCode="General">
                  <c:v>6.6</c:v>
                </c:pt>
                <c:pt idx="110" formatCode="General">
                  <c:v>6.66</c:v>
                </c:pt>
                <c:pt idx="111" formatCode="General">
                  <c:v>6.72</c:v>
                </c:pt>
                <c:pt idx="112" formatCode="General">
                  <c:v>6.78</c:v>
                </c:pt>
                <c:pt idx="113" formatCode="General">
                  <c:v>6.84</c:v>
                </c:pt>
                <c:pt idx="114" formatCode="General">
                  <c:v>6.9</c:v>
                </c:pt>
                <c:pt idx="115" formatCode="General">
                  <c:v>6.96</c:v>
                </c:pt>
                <c:pt idx="116" formatCode="General">
                  <c:v>7.02</c:v>
                </c:pt>
                <c:pt idx="117" formatCode="General">
                  <c:v>7.08</c:v>
                </c:pt>
                <c:pt idx="118" formatCode="General">
                  <c:v>7.14</c:v>
                </c:pt>
                <c:pt idx="119" formatCode="General">
                  <c:v>7.2</c:v>
                </c:pt>
                <c:pt idx="120" formatCode="General">
                  <c:v>7.26</c:v>
                </c:pt>
                <c:pt idx="121" formatCode="General">
                  <c:v>7.32</c:v>
                </c:pt>
                <c:pt idx="122" formatCode="General">
                  <c:v>7.38</c:v>
                </c:pt>
                <c:pt idx="123" formatCode="General">
                  <c:v>7.44</c:v>
                </c:pt>
                <c:pt idx="124" formatCode="General">
                  <c:v>7.5</c:v>
                </c:pt>
                <c:pt idx="125" formatCode="General">
                  <c:v>7.56</c:v>
                </c:pt>
                <c:pt idx="126" formatCode="General">
                  <c:v>7.62</c:v>
                </c:pt>
                <c:pt idx="127" formatCode="General">
                  <c:v>7.68</c:v>
                </c:pt>
                <c:pt idx="128" formatCode="General">
                  <c:v>7.74</c:v>
                </c:pt>
                <c:pt idx="129" formatCode="General">
                  <c:v>7.8</c:v>
                </c:pt>
                <c:pt idx="130" formatCode="General">
                  <c:v>7.86</c:v>
                </c:pt>
                <c:pt idx="131" formatCode="General">
                  <c:v>7.92</c:v>
                </c:pt>
                <c:pt idx="132" formatCode="General">
                  <c:v>7.98</c:v>
                </c:pt>
                <c:pt idx="133" formatCode="General">
                  <c:v>8.0399999999999991</c:v>
                </c:pt>
                <c:pt idx="134" formatCode="General">
                  <c:v>8.0999990000000004</c:v>
                </c:pt>
                <c:pt idx="135" formatCode="General">
                  <c:v>8.16</c:v>
                </c:pt>
                <c:pt idx="136" formatCode="General">
                  <c:v>8.2200000000000006</c:v>
                </c:pt>
                <c:pt idx="137" formatCode="General">
                  <c:v>8.2799999999999994</c:v>
                </c:pt>
                <c:pt idx="138" formatCode="General">
                  <c:v>8.34</c:v>
                </c:pt>
                <c:pt idx="139" formatCode="General">
                  <c:v>8.4</c:v>
                </c:pt>
                <c:pt idx="140" formatCode="General">
                  <c:v>8.4600000000000009</c:v>
                </c:pt>
                <c:pt idx="141" formatCode="General">
                  <c:v>8.52</c:v>
                </c:pt>
                <c:pt idx="142" formatCode="General">
                  <c:v>8.58</c:v>
                </c:pt>
                <c:pt idx="143" formatCode="General">
                  <c:v>8.6399989999999995</c:v>
                </c:pt>
                <c:pt idx="144" formatCode="General">
                  <c:v>8.6999999999999993</c:v>
                </c:pt>
                <c:pt idx="145" formatCode="General">
                  <c:v>8.76</c:v>
                </c:pt>
                <c:pt idx="146" formatCode="General">
                  <c:v>8.82</c:v>
                </c:pt>
                <c:pt idx="147" formatCode="General">
                  <c:v>8.8800000000000008</c:v>
                </c:pt>
                <c:pt idx="148" formatCode="General">
                  <c:v>8.94</c:v>
                </c:pt>
                <c:pt idx="149" formatCode="General">
                  <c:v>9</c:v>
                </c:pt>
                <c:pt idx="150" formatCode="General">
                  <c:v>9.0599989999999995</c:v>
                </c:pt>
                <c:pt idx="151" formatCode="General">
                  <c:v>9.1199999999999992</c:v>
                </c:pt>
                <c:pt idx="152" formatCode="General">
                  <c:v>9.1799990000000005</c:v>
                </c:pt>
                <c:pt idx="153" formatCode="General">
                  <c:v>9.24</c:v>
                </c:pt>
                <c:pt idx="154" formatCode="General">
                  <c:v>9.3000000000000007</c:v>
                </c:pt>
                <c:pt idx="155" formatCode="General">
                  <c:v>9.36</c:v>
                </c:pt>
                <c:pt idx="156" formatCode="General">
                  <c:v>9.42</c:v>
                </c:pt>
                <c:pt idx="157" formatCode="General">
                  <c:v>9.48</c:v>
                </c:pt>
                <c:pt idx="158" formatCode="General">
                  <c:v>9.5399999999999991</c:v>
                </c:pt>
                <c:pt idx="159" formatCode="General">
                  <c:v>9.5999990000000004</c:v>
                </c:pt>
                <c:pt idx="160" formatCode="General">
                  <c:v>9.66</c:v>
                </c:pt>
                <c:pt idx="161" formatCode="General">
                  <c:v>9.7199989999999996</c:v>
                </c:pt>
                <c:pt idx="162" formatCode="General">
                  <c:v>9.7799999999999994</c:v>
                </c:pt>
                <c:pt idx="163" formatCode="General">
                  <c:v>9.84</c:v>
                </c:pt>
                <c:pt idx="164" formatCode="General">
                  <c:v>9.9</c:v>
                </c:pt>
                <c:pt idx="165" formatCode="General">
                  <c:v>9.9600000000000009</c:v>
                </c:pt>
                <c:pt idx="166" formatCode="General">
                  <c:v>10.02</c:v>
                </c:pt>
                <c:pt idx="167" formatCode="General">
                  <c:v>10.08</c:v>
                </c:pt>
                <c:pt idx="168" formatCode="General">
                  <c:v>10.14</c:v>
                </c:pt>
                <c:pt idx="169" formatCode="General">
                  <c:v>10.199999999999999</c:v>
                </c:pt>
                <c:pt idx="170" formatCode="General">
                  <c:v>10.26</c:v>
                </c:pt>
                <c:pt idx="171" formatCode="General">
                  <c:v>10.32</c:v>
                </c:pt>
                <c:pt idx="172" formatCode="General">
                  <c:v>10.38</c:v>
                </c:pt>
                <c:pt idx="173" formatCode="General">
                  <c:v>10.44</c:v>
                </c:pt>
                <c:pt idx="174" formatCode="General">
                  <c:v>10.5</c:v>
                </c:pt>
                <c:pt idx="175" formatCode="General">
                  <c:v>10.56</c:v>
                </c:pt>
                <c:pt idx="176" formatCode="General">
                  <c:v>10.62</c:v>
                </c:pt>
                <c:pt idx="177" formatCode="General">
                  <c:v>10.68</c:v>
                </c:pt>
                <c:pt idx="178" formatCode="General">
                  <c:v>10.74</c:v>
                </c:pt>
                <c:pt idx="179" formatCode="General">
                  <c:v>10.8</c:v>
                </c:pt>
                <c:pt idx="180" formatCode="General">
                  <c:v>10.86</c:v>
                </c:pt>
                <c:pt idx="181" formatCode="General">
                  <c:v>10.92</c:v>
                </c:pt>
                <c:pt idx="182" formatCode="General">
                  <c:v>10.98</c:v>
                </c:pt>
                <c:pt idx="183" formatCode="General">
                  <c:v>11.04</c:v>
                </c:pt>
                <c:pt idx="184" formatCode="General">
                  <c:v>11.1</c:v>
                </c:pt>
                <c:pt idx="185" formatCode="General">
                  <c:v>11.16</c:v>
                </c:pt>
                <c:pt idx="186" formatCode="General">
                  <c:v>11.22</c:v>
                </c:pt>
                <c:pt idx="187" formatCode="General">
                  <c:v>11.28</c:v>
                </c:pt>
                <c:pt idx="188" formatCode="General">
                  <c:v>11.34</c:v>
                </c:pt>
                <c:pt idx="189" formatCode="General">
                  <c:v>11.4</c:v>
                </c:pt>
                <c:pt idx="190" formatCode="General">
                  <c:v>11.46</c:v>
                </c:pt>
                <c:pt idx="191" formatCode="General">
                  <c:v>11.52</c:v>
                </c:pt>
                <c:pt idx="192" formatCode="General">
                  <c:v>11.58</c:v>
                </c:pt>
                <c:pt idx="193" formatCode="General">
                  <c:v>11.64</c:v>
                </c:pt>
                <c:pt idx="194" formatCode="General">
                  <c:v>11.7</c:v>
                </c:pt>
                <c:pt idx="195" formatCode="General">
                  <c:v>11.76</c:v>
                </c:pt>
                <c:pt idx="196" formatCode="General">
                  <c:v>11.82</c:v>
                </c:pt>
                <c:pt idx="197" formatCode="General">
                  <c:v>11.88</c:v>
                </c:pt>
                <c:pt idx="198" formatCode="General">
                  <c:v>11.94</c:v>
                </c:pt>
                <c:pt idx="199" formatCode="General">
                  <c:v>12</c:v>
                </c:pt>
                <c:pt idx="200" formatCode="General">
                  <c:v>12.06</c:v>
                </c:pt>
                <c:pt idx="201" formatCode="General">
                  <c:v>12.12</c:v>
                </c:pt>
                <c:pt idx="202" formatCode="General">
                  <c:v>12.18</c:v>
                </c:pt>
                <c:pt idx="203" formatCode="General">
                  <c:v>12.24</c:v>
                </c:pt>
                <c:pt idx="204" formatCode="General">
                  <c:v>12.3</c:v>
                </c:pt>
                <c:pt idx="205" formatCode="General">
                  <c:v>12.36</c:v>
                </c:pt>
                <c:pt idx="206" formatCode="General">
                  <c:v>12.42</c:v>
                </c:pt>
                <c:pt idx="207" formatCode="General">
                  <c:v>12.48</c:v>
                </c:pt>
                <c:pt idx="208" formatCode="General">
                  <c:v>12.54</c:v>
                </c:pt>
                <c:pt idx="209" formatCode="General">
                  <c:v>12.6</c:v>
                </c:pt>
                <c:pt idx="210" formatCode="General">
                  <c:v>12.66</c:v>
                </c:pt>
                <c:pt idx="211" formatCode="General">
                  <c:v>12.72</c:v>
                </c:pt>
                <c:pt idx="212" formatCode="General">
                  <c:v>12.78</c:v>
                </c:pt>
                <c:pt idx="213" formatCode="General">
                  <c:v>12.84</c:v>
                </c:pt>
                <c:pt idx="214" formatCode="General">
                  <c:v>12.9</c:v>
                </c:pt>
                <c:pt idx="215" formatCode="General">
                  <c:v>12.96</c:v>
                </c:pt>
                <c:pt idx="216" formatCode="General">
                  <c:v>13.02</c:v>
                </c:pt>
                <c:pt idx="217" formatCode="General">
                  <c:v>13.08</c:v>
                </c:pt>
                <c:pt idx="218" formatCode="General">
                  <c:v>13.14</c:v>
                </c:pt>
                <c:pt idx="219" formatCode="General">
                  <c:v>13.2</c:v>
                </c:pt>
                <c:pt idx="220" formatCode="General">
                  <c:v>13.26</c:v>
                </c:pt>
                <c:pt idx="221" formatCode="General">
                  <c:v>13.32</c:v>
                </c:pt>
                <c:pt idx="222" formatCode="General">
                  <c:v>13.38</c:v>
                </c:pt>
                <c:pt idx="223" formatCode="General">
                  <c:v>13.44</c:v>
                </c:pt>
                <c:pt idx="224" formatCode="General">
                  <c:v>13.5</c:v>
                </c:pt>
                <c:pt idx="225" formatCode="General">
                  <c:v>13.56</c:v>
                </c:pt>
                <c:pt idx="226" formatCode="General">
                  <c:v>13.62</c:v>
                </c:pt>
                <c:pt idx="227" formatCode="General">
                  <c:v>13.68</c:v>
                </c:pt>
                <c:pt idx="228" formatCode="General">
                  <c:v>13.74</c:v>
                </c:pt>
                <c:pt idx="229" formatCode="General">
                  <c:v>13.8</c:v>
                </c:pt>
                <c:pt idx="230" formatCode="General">
                  <c:v>13.86</c:v>
                </c:pt>
                <c:pt idx="231" formatCode="General">
                  <c:v>13.92</c:v>
                </c:pt>
                <c:pt idx="232" formatCode="General">
                  <c:v>13.98</c:v>
                </c:pt>
                <c:pt idx="233" formatCode="General">
                  <c:v>14.04</c:v>
                </c:pt>
                <c:pt idx="234" formatCode="General">
                  <c:v>14.1</c:v>
                </c:pt>
                <c:pt idx="235" formatCode="General">
                  <c:v>14.16</c:v>
                </c:pt>
                <c:pt idx="236" formatCode="General">
                  <c:v>14.22</c:v>
                </c:pt>
                <c:pt idx="237" formatCode="General">
                  <c:v>14.28</c:v>
                </c:pt>
                <c:pt idx="238" formatCode="General">
                  <c:v>14.34</c:v>
                </c:pt>
                <c:pt idx="239" formatCode="General">
                  <c:v>14.4</c:v>
                </c:pt>
                <c:pt idx="240" formatCode="General">
                  <c:v>14.46</c:v>
                </c:pt>
                <c:pt idx="241" formatCode="General">
                  <c:v>14.52</c:v>
                </c:pt>
                <c:pt idx="242" formatCode="General">
                  <c:v>14.58</c:v>
                </c:pt>
                <c:pt idx="243" formatCode="General">
                  <c:v>14.64</c:v>
                </c:pt>
                <c:pt idx="244" formatCode="General">
                  <c:v>14.7</c:v>
                </c:pt>
                <c:pt idx="245" formatCode="General">
                  <c:v>14.76</c:v>
                </c:pt>
                <c:pt idx="246" formatCode="General">
                  <c:v>14.82</c:v>
                </c:pt>
                <c:pt idx="247" formatCode="General">
                  <c:v>14.88</c:v>
                </c:pt>
                <c:pt idx="248" formatCode="General">
                  <c:v>14.94</c:v>
                </c:pt>
                <c:pt idx="249" formatCode="General">
                  <c:v>15</c:v>
                </c:pt>
                <c:pt idx="250" formatCode="General">
                  <c:v>15.06</c:v>
                </c:pt>
                <c:pt idx="251" formatCode="General">
                  <c:v>15.12</c:v>
                </c:pt>
                <c:pt idx="252" formatCode="General">
                  <c:v>15.18</c:v>
                </c:pt>
                <c:pt idx="253" formatCode="General">
                  <c:v>15.24</c:v>
                </c:pt>
                <c:pt idx="254" formatCode="General">
                  <c:v>15.3</c:v>
                </c:pt>
                <c:pt idx="255" formatCode="General">
                  <c:v>15.36</c:v>
                </c:pt>
                <c:pt idx="256" formatCode="General">
                  <c:v>15.42</c:v>
                </c:pt>
                <c:pt idx="257" formatCode="General">
                  <c:v>15.48</c:v>
                </c:pt>
                <c:pt idx="258" formatCode="General">
                  <c:v>15.54</c:v>
                </c:pt>
                <c:pt idx="259" formatCode="General">
                  <c:v>15.6</c:v>
                </c:pt>
                <c:pt idx="260" formatCode="General">
                  <c:v>15.66</c:v>
                </c:pt>
                <c:pt idx="261" formatCode="General">
                  <c:v>15.72</c:v>
                </c:pt>
                <c:pt idx="262" formatCode="General">
                  <c:v>15.78</c:v>
                </c:pt>
                <c:pt idx="263" formatCode="General">
                  <c:v>15.84</c:v>
                </c:pt>
                <c:pt idx="264" formatCode="General">
                  <c:v>15.9</c:v>
                </c:pt>
                <c:pt idx="265" formatCode="General">
                  <c:v>15.96</c:v>
                </c:pt>
                <c:pt idx="266" formatCode="General">
                  <c:v>16.02</c:v>
                </c:pt>
                <c:pt idx="267" formatCode="General">
                  <c:v>16.079999999999998</c:v>
                </c:pt>
                <c:pt idx="268" formatCode="General">
                  <c:v>16.14</c:v>
                </c:pt>
                <c:pt idx="269" formatCode="General">
                  <c:v>16.2</c:v>
                </c:pt>
                <c:pt idx="270" formatCode="General">
                  <c:v>16.260000000000002</c:v>
                </c:pt>
                <c:pt idx="271" formatCode="General">
                  <c:v>16.32</c:v>
                </c:pt>
                <c:pt idx="272" formatCode="General">
                  <c:v>16.38</c:v>
                </c:pt>
                <c:pt idx="273" formatCode="General">
                  <c:v>16.440000000000001</c:v>
                </c:pt>
                <c:pt idx="274" formatCode="General">
                  <c:v>16.5</c:v>
                </c:pt>
                <c:pt idx="275" formatCode="General">
                  <c:v>16.559999999999999</c:v>
                </c:pt>
                <c:pt idx="276" formatCode="General">
                  <c:v>16.62</c:v>
                </c:pt>
                <c:pt idx="277" formatCode="General">
                  <c:v>16.68</c:v>
                </c:pt>
                <c:pt idx="278" formatCode="General">
                  <c:v>16.739999999999998</c:v>
                </c:pt>
                <c:pt idx="279" formatCode="General">
                  <c:v>16.8</c:v>
                </c:pt>
                <c:pt idx="280" formatCode="General">
                  <c:v>16.86</c:v>
                </c:pt>
                <c:pt idx="281" formatCode="General">
                  <c:v>16.920000000000002</c:v>
                </c:pt>
                <c:pt idx="282" formatCode="General">
                  <c:v>16.98</c:v>
                </c:pt>
                <c:pt idx="283" formatCode="General">
                  <c:v>17.04</c:v>
                </c:pt>
                <c:pt idx="284" formatCode="General">
                  <c:v>17.100000000000001</c:v>
                </c:pt>
                <c:pt idx="285" formatCode="General">
                  <c:v>17.16</c:v>
                </c:pt>
                <c:pt idx="286" formatCode="General">
                  <c:v>17.22</c:v>
                </c:pt>
                <c:pt idx="287" formatCode="General">
                  <c:v>17.28</c:v>
                </c:pt>
                <c:pt idx="288" formatCode="General">
                  <c:v>17.34</c:v>
                </c:pt>
                <c:pt idx="289" formatCode="General">
                  <c:v>17.399999999999999</c:v>
                </c:pt>
                <c:pt idx="290" formatCode="General">
                  <c:v>17.46</c:v>
                </c:pt>
                <c:pt idx="291" formatCode="General">
                  <c:v>17.52</c:v>
                </c:pt>
                <c:pt idx="292" formatCode="General">
                  <c:v>17.579999999999998</c:v>
                </c:pt>
                <c:pt idx="293" formatCode="General">
                  <c:v>17.64</c:v>
                </c:pt>
                <c:pt idx="294" formatCode="General">
                  <c:v>17.7</c:v>
                </c:pt>
                <c:pt idx="295" formatCode="General">
                  <c:v>17.760000000000002</c:v>
                </c:pt>
                <c:pt idx="296" formatCode="General">
                  <c:v>17.82</c:v>
                </c:pt>
                <c:pt idx="297" formatCode="General">
                  <c:v>17.88</c:v>
                </c:pt>
                <c:pt idx="298" formatCode="General">
                  <c:v>17.940000000000001</c:v>
                </c:pt>
                <c:pt idx="299" formatCode="General">
                  <c:v>18</c:v>
                </c:pt>
                <c:pt idx="300" formatCode="General">
                  <c:v>18.059999999999999</c:v>
                </c:pt>
                <c:pt idx="301" formatCode="General">
                  <c:v>18.12</c:v>
                </c:pt>
                <c:pt idx="302" formatCode="General">
                  <c:v>18.18</c:v>
                </c:pt>
                <c:pt idx="303" formatCode="General">
                  <c:v>18.239999999999998</c:v>
                </c:pt>
                <c:pt idx="304" formatCode="General">
                  <c:v>18.3</c:v>
                </c:pt>
                <c:pt idx="305" formatCode="General">
                  <c:v>18.36</c:v>
                </c:pt>
                <c:pt idx="306" formatCode="General">
                  <c:v>18.420000000000002</c:v>
                </c:pt>
                <c:pt idx="307" formatCode="General">
                  <c:v>18.48</c:v>
                </c:pt>
                <c:pt idx="308" formatCode="General">
                  <c:v>18.54</c:v>
                </c:pt>
                <c:pt idx="309" formatCode="General">
                  <c:v>18.600000000000001</c:v>
                </c:pt>
                <c:pt idx="310" formatCode="General">
                  <c:v>18.66</c:v>
                </c:pt>
                <c:pt idx="311" formatCode="General">
                  <c:v>18.72</c:v>
                </c:pt>
                <c:pt idx="312" formatCode="General">
                  <c:v>18.78</c:v>
                </c:pt>
                <c:pt idx="313" formatCode="General">
                  <c:v>18.84</c:v>
                </c:pt>
                <c:pt idx="314" formatCode="General">
                  <c:v>18.899999999999999</c:v>
                </c:pt>
                <c:pt idx="315" formatCode="General">
                  <c:v>18.96</c:v>
                </c:pt>
                <c:pt idx="316" formatCode="General">
                  <c:v>19.02</c:v>
                </c:pt>
                <c:pt idx="317" formatCode="General">
                  <c:v>19.079999999999998</c:v>
                </c:pt>
                <c:pt idx="318" formatCode="General">
                  <c:v>19.14</c:v>
                </c:pt>
                <c:pt idx="319" formatCode="General">
                  <c:v>19.2</c:v>
                </c:pt>
                <c:pt idx="320" formatCode="General">
                  <c:v>19.260000000000002</c:v>
                </c:pt>
                <c:pt idx="321" formatCode="General">
                  <c:v>19.32</c:v>
                </c:pt>
                <c:pt idx="322" formatCode="General">
                  <c:v>19.38</c:v>
                </c:pt>
                <c:pt idx="323" formatCode="General">
                  <c:v>19.440000000000001</c:v>
                </c:pt>
                <c:pt idx="324" formatCode="General">
                  <c:v>19.5</c:v>
                </c:pt>
                <c:pt idx="325" formatCode="General">
                  <c:v>19.559999999999999</c:v>
                </c:pt>
                <c:pt idx="326" formatCode="General">
                  <c:v>19.62</c:v>
                </c:pt>
                <c:pt idx="327" formatCode="General">
                  <c:v>19.68</c:v>
                </c:pt>
                <c:pt idx="328" formatCode="General">
                  <c:v>19.739999999999998</c:v>
                </c:pt>
                <c:pt idx="329" formatCode="General">
                  <c:v>19.8</c:v>
                </c:pt>
                <c:pt idx="330" formatCode="General">
                  <c:v>19.86</c:v>
                </c:pt>
                <c:pt idx="331" formatCode="General">
                  <c:v>19.920000000000002</c:v>
                </c:pt>
                <c:pt idx="332" formatCode="General">
                  <c:v>19.98</c:v>
                </c:pt>
                <c:pt idx="333" formatCode="General">
                  <c:v>20.04</c:v>
                </c:pt>
                <c:pt idx="334" formatCode="General">
                  <c:v>20.100000000000001</c:v>
                </c:pt>
                <c:pt idx="335" formatCode="General">
                  <c:v>20.16</c:v>
                </c:pt>
                <c:pt idx="336" formatCode="General">
                  <c:v>20.22</c:v>
                </c:pt>
                <c:pt idx="337" formatCode="General">
                  <c:v>20.28</c:v>
                </c:pt>
                <c:pt idx="338" formatCode="General">
                  <c:v>20.34</c:v>
                </c:pt>
                <c:pt idx="339" formatCode="General">
                  <c:v>20.399999999999999</c:v>
                </c:pt>
                <c:pt idx="340" formatCode="General">
                  <c:v>20.46</c:v>
                </c:pt>
                <c:pt idx="341" formatCode="General">
                  <c:v>20.52</c:v>
                </c:pt>
                <c:pt idx="342" formatCode="General">
                  <c:v>20.58</c:v>
                </c:pt>
                <c:pt idx="343" formatCode="General">
                  <c:v>20.64</c:v>
                </c:pt>
                <c:pt idx="344" formatCode="General">
                  <c:v>20.7</c:v>
                </c:pt>
                <c:pt idx="345" formatCode="General">
                  <c:v>20.76</c:v>
                </c:pt>
                <c:pt idx="346" formatCode="General">
                  <c:v>20.82</c:v>
                </c:pt>
                <c:pt idx="347" formatCode="General">
                  <c:v>20.88</c:v>
                </c:pt>
                <c:pt idx="348" formatCode="General">
                  <c:v>20.94</c:v>
                </c:pt>
                <c:pt idx="349" formatCode="General">
                  <c:v>21</c:v>
                </c:pt>
                <c:pt idx="350" formatCode="General">
                  <c:v>21.06</c:v>
                </c:pt>
                <c:pt idx="351" formatCode="General">
                  <c:v>21.12</c:v>
                </c:pt>
                <c:pt idx="352" formatCode="General">
                  <c:v>21.18</c:v>
                </c:pt>
                <c:pt idx="353" formatCode="General">
                  <c:v>21.24</c:v>
                </c:pt>
                <c:pt idx="354" formatCode="General">
                  <c:v>21.3</c:v>
                </c:pt>
                <c:pt idx="355" formatCode="General">
                  <c:v>21.36</c:v>
                </c:pt>
                <c:pt idx="356" formatCode="General">
                  <c:v>21.42</c:v>
                </c:pt>
                <c:pt idx="357" formatCode="General">
                  <c:v>21.48</c:v>
                </c:pt>
                <c:pt idx="358" formatCode="General">
                  <c:v>21.54</c:v>
                </c:pt>
                <c:pt idx="359" formatCode="General">
                  <c:v>21.6</c:v>
                </c:pt>
                <c:pt idx="360" formatCode="General">
                  <c:v>21.66</c:v>
                </c:pt>
                <c:pt idx="361" formatCode="General">
                  <c:v>21.72</c:v>
                </c:pt>
                <c:pt idx="362" formatCode="General">
                  <c:v>21.78</c:v>
                </c:pt>
                <c:pt idx="363" formatCode="General">
                  <c:v>21.84</c:v>
                </c:pt>
                <c:pt idx="364" formatCode="General">
                  <c:v>21.9</c:v>
                </c:pt>
                <c:pt idx="365" formatCode="General">
                  <c:v>21.96</c:v>
                </c:pt>
                <c:pt idx="366" formatCode="General">
                  <c:v>22.02</c:v>
                </c:pt>
                <c:pt idx="367" formatCode="General">
                  <c:v>22.08</c:v>
                </c:pt>
                <c:pt idx="368" formatCode="General">
                  <c:v>22.14</c:v>
                </c:pt>
                <c:pt idx="369" formatCode="General">
                  <c:v>22.2</c:v>
                </c:pt>
                <c:pt idx="370" formatCode="General">
                  <c:v>22.26</c:v>
                </c:pt>
                <c:pt idx="371" formatCode="General">
                  <c:v>22.32</c:v>
                </c:pt>
                <c:pt idx="372" formatCode="General">
                  <c:v>22.38</c:v>
                </c:pt>
                <c:pt idx="373" formatCode="General">
                  <c:v>22.44</c:v>
                </c:pt>
                <c:pt idx="374" formatCode="General">
                  <c:v>22.5</c:v>
                </c:pt>
                <c:pt idx="375" formatCode="General">
                  <c:v>22.56</c:v>
                </c:pt>
                <c:pt idx="376" formatCode="General">
                  <c:v>22.62</c:v>
                </c:pt>
                <c:pt idx="377" formatCode="General">
                  <c:v>22.68</c:v>
                </c:pt>
                <c:pt idx="378" formatCode="General">
                  <c:v>22.74</c:v>
                </c:pt>
                <c:pt idx="379" formatCode="General">
                  <c:v>22.8</c:v>
                </c:pt>
                <c:pt idx="380" formatCode="General">
                  <c:v>22.86</c:v>
                </c:pt>
                <c:pt idx="381" formatCode="General">
                  <c:v>22.92</c:v>
                </c:pt>
                <c:pt idx="382" formatCode="General">
                  <c:v>22.98</c:v>
                </c:pt>
                <c:pt idx="383" formatCode="General">
                  <c:v>23.04</c:v>
                </c:pt>
                <c:pt idx="384" formatCode="General">
                  <c:v>23.1</c:v>
                </c:pt>
                <c:pt idx="385" formatCode="General">
                  <c:v>23.16</c:v>
                </c:pt>
                <c:pt idx="386" formatCode="General">
                  <c:v>23.22</c:v>
                </c:pt>
                <c:pt idx="387" formatCode="General">
                  <c:v>23.28</c:v>
                </c:pt>
                <c:pt idx="388" formatCode="General">
                  <c:v>23.34</c:v>
                </c:pt>
                <c:pt idx="389" formatCode="General">
                  <c:v>23.4</c:v>
                </c:pt>
                <c:pt idx="390" formatCode="General">
                  <c:v>23.46</c:v>
                </c:pt>
                <c:pt idx="391" formatCode="General">
                  <c:v>23.52</c:v>
                </c:pt>
                <c:pt idx="392" formatCode="General">
                  <c:v>23.58</c:v>
                </c:pt>
                <c:pt idx="393" formatCode="General">
                  <c:v>23.64</c:v>
                </c:pt>
                <c:pt idx="394" formatCode="General">
                  <c:v>23.7</c:v>
                </c:pt>
                <c:pt idx="395" formatCode="General">
                  <c:v>23.76</c:v>
                </c:pt>
                <c:pt idx="396" formatCode="General">
                  <c:v>23.82</c:v>
                </c:pt>
                <c:pt idx="397" formatCode="General">
                  <c:v>23.88</c:v>
                </c:pt>
                <c:pt idx="398" formatCode="General">
                  <c:v>23.94</c:v>
                </c:pt>
                <c:pt idx="399" formatCode="General">
                  <c:v>24</c:v>
                </c:pt>
                <c:pt idx="400" formatCode="General">
                  <c:v>24.06</c:v>
                </c:pt>
                <c:pt idx="401" formatCode="General">
                  <c:v>24.12</c:v>
                </c:pt>
                <c:pt idx="402" formatCode="General">
                  <c:v>24.18</c:v>
                </c:pt>
                <c:pt idx="403" formatCode="General">
                  <c:v>24.24</c:v>
                </c:pt>
                <c:pt idx="404" formatCode="General">
                  <c:v>24.3</c:v>
                </c:pt>
                <c:pt idx="405" formatCode="General">
                  <c:v>24.36</c:v>
                </c:pt>
                <c:pt idx="406" formatCode="General">
                  <c:v>24.42</c:v>
                </c:pt>
                <c:pt idx="407" formatCode="General">
                  <c:v>24.48</c:v>
                </c:pt>
                <c:pt idx="408" formatCode="General">
                  <c:v>24.54</c:v>
                </c:pt>
                <c:pt idx="409" formatCode="General">
                  <c:v>24.6</c:v>
                </c:pt>
                <c:pt idx="410" formatCode="General">
                  <c:v>24.66</c:v>
                </c:pt>
                <c:pt idx="411" formatCode="General">
                  <c:v>24.72</c:v>
                </c:pt>
                <c:pt idx="412" formatCode="General">
                  <c:v>24.78</c:v>
                </c:pt>
                <c:pt idx="413" formatCode="General">
                  <c:v>24.84</c:v>
                </c:pt>
                <c:pt idx="414" formatCode="General">
                  <c:v>24.9</c:v>
                </c:pt>
                <c:pt idx="415" formatCode="General">
                  <c:v>24.96</c:v>
                </c:pt>
                <c:pt idx="416" formatCode="General">
                  <c:v>25.02</c:v>
                </c:pt>
                <c:pt idx="417" formatCode="General">
                  <c:v>25.08</c:v>
                </c:pt>
                <c:pt idx="418" formatCode="General">
                  <c:v>25.14</c:v>
                </c:pt>
                <c:pt idx="419" formatCode="General">
                  <c:v>25.2</c:v>
                </c:pt>
                <c:pt idx="420" formatCode="General">
                  <c:v>25.26</c:v>
                </c:pt>
                <c:pt idx="421" formatCode="General">
                  <c:v>25.32</c:v>
                </c:pt>
                <c:pt idx="422" formatCode="General">
                  <c:v>25.38</c:v>
                </c:pt>
                <c:pt idx="423" formatCode="General">
                  <c:v>25.44</c:v>
                </c:pt>
                <c:pt idx="424" formatCode="General">
                  <c:v>25.5</c:v>
                </c:pt>
                <c:pt idx="425" formatCode="General">
                  <c:v>25.56</c:v>
                </c:pt>
                <c:pt idx="426" formatCode="General">
                  <c:v>25.62</c:v>
                </c:pt>
                <c:pt idx="427" formatCode="General">
                  <c:v>25.68</c:v>
                </c:pt>
                <c:pt idx="428" formatCode="General">
                  <c:v>25.74</c:v>
                </c:pt>
                <c:pt idx="429" formatCode="General">
                  <c:v>25.8</c:v>
                </c:pt>
                <c:pt idx="430" formatCode="General">
                  <c:v>25.86</c:v>
                </c:pt>
                <c:pt idx="431" formatCode="General">
                  <c:v>25.92</c:v>
                </c:pt>
                <c:pt idx="432" formatCode="General">
                  <c:v>25.98</c:v>
                </c:pt>
                <c:pt idx="433" formatCode="General">
                  <c:v>26.04</c:v>
                </c:pt>
                <c:pt idx="434" formatCode="General">
                  <c:v>26.1</c:v>
                </c:pt>
                <c:pt idx="435" formatCode="General">
                  <c:v>26.16</c:v>
                </c:pt>
                <c:pt idx="436" formatCode="General">
                  <c:v>26.22</c:v>
                </c:pt>
                <c:pt idx="437" formatCode="General">
                  <c:v>26.28</c:v>
                </c:pt>
                <c:pt idx="438" formatCode="General">
                  <c:v>26.34</c:v>
                </c:pt>
                <c:pt idx="439" formatCode="General">
                  <c:v>26.4</c:v>
                </c:pt>
                <c:pt idx="440" formatCode="General">
                  <c:v>26.46</c:v>
                </c:pt>
                <c:pt idx="441" formatCode="General">
                  <c:v>26.52</c:v>
                </c:pt>
                <c:pt idx="442" formatCode="General">
                  <c:v>26.58</c:v>
                </c:pt>
                <c:pt idx="443" formatCode="General">
                  <c:v>26.64</c:v>
                </c:pt>
                <c:pt idx="444" formatCode="General">
                  <c:v>26.7</c:v>
                </c:pt>
                <c:pt idx="445" formatCode="General">
                  <c:v>26.76</c:v>
                </c:pt>
                <c:pt idx="446" formatCode="General">
                  <c:v>26.82</c:v>
                </c:pt>
                <c:pt idx="447" formatCode="General">
                  <c:v>26.88</c:v>
                </c:pt>
                <c:pt idx="448" formatCode="General">
                  <c:v>26.94</c:v>
                </c:pt>
                <c:pt idx="449" formatCode="General">
                  <c:v>27</c:v>
                </c:pt>
                <c:pt idx="450" formatCode="General">
                  <c:v>27.06</c:v>
                </c:pt>
                <c:pt idx="451" formatCode="General">
                  <c:v>27.12</c:v>
                </c:pt>
                <c:pt idx="452" formatCode="General">
                  <c:v>27.18</c:v>
                </c:pt>
                <c:pt idx="453" formatCode="General">
                  <c:v>27.24</c:v>
                </c:pt>
                <c:pt idx="454" formatCode="General">
                  <c:v>27.3</c:v>
                </c:pt>
                <c:pt idx="455" formatCode="General">
                  <c:v>27.36</c:v>
                </c:pt>
                <c:pt idx="456" formatCode="General">
                  <c:v>27.42</c:v>
                </c:pt>
                <c:pt idx="457" formatCode="General">
                  <c:v>27.48</c:v>
                </c:pt>
                <c:pt idx="458" formatCode="General">
                  <c:v>27.54</c:v>
                </c:pt>
                <c:pt idx="459" formatCode="General">
                  <c:v>27.6</c:v>
                </c:pt>
                <c:pt idx="460" formatCode="General">
                  <c:v>27.66</c:v>
                </c:pt>
                <c:pt idx="461" formatCode="General">
                  <c:v>27.72</c:v>
                </c:pt>
                <c:pt idx="462" formatCode="General">
                  <c:v>27.78</c:v>
                </c:pt>
                <c:pt idx="463" formatCode="General">
                  <c:v>27.84</c:v>
                </c:pt>
                <c:pt idx="464" formatCode="General">
                  <c:v>27.9</c:v>
                </c:pt>
                <c:pt idx="465" formatCode="General">
                  <c:v>27.96</c:v>
                </c:pt>
                <c:pt idx="466" formatCode="General">
                  <c:v>28.02</c:v>
                </c:pt>
                <c:pt idx="467" formatCode="General">
                  <c:v>28.08</c:v>
                </c:pt>
                <c:pt idx="468" formatCode="General">
                  <c:v>28.14</c:v>
                </c:pt>
                <c:pt idx="469" formatCode="General">
                  <c:v>28.2</c:v>
                </c:pt>
                <c:pt idx="470" formatCode="General">
                  <c:v>28.26</c:v>
                </c:pt>
                <c:pt idx="471" formatCode="General">
                  <c:v>28.32</c:v>
                </c:pt>
                <c:pt idx="472" formatCode="General">
                  <c:v>28.38</c:v>
                </c:pt>
                <c:pt idx="473" formatCode="General">
                  <c:v>28.44</c:v>
                </c:pt>
                <c:pt idx="474" formatCode="General">
                  <c:v>28.5</c:v>
                </c:pt>
                <c:pt idx="475" formatCode="General">
                  <c:v>28.56</c:v>
                </c:pt>
                <c:pt idx="476" formatCode="General">
                  <c:v>28.62</c:v>
                </c:pt>
                <c:pt idx="477" formatCode="General">
                  <c:v>28.68</c:v>
                </c:pt>
                <c:pt idx="478" formatCode="General">
                  <c:v>28.74</c:v>
                </c:pt>
                <c:pt idx="479" formatCode="General">
                  <c:v>28.8</c:v>
                </c:pt>
                <c:pt idx="480" formatCode="General">
                  <c:v>28.86</c:v>
                </c:pt>
                <c:pt idx="481" formatCode="General">
                  <c:v>28.92</c:v>
                </c:pt>
                <c:pt idx="482" formatCode="General">
                  <c:v>28.98</c:v>
                </c:pt>
                <c:pt idx="483" formatCode="General">
                  <c:v>29.04</c:v>
                </c:pt>
                <c:pt idx="484" formatCode="General">
                  <c:v>29.1</c:v>
                </c:pt>
                <c:pt idx="485" formatCode="General">
                  <c:v>29.16</c:v>
                </c:pt>
                <c:pt idx="486" formatCode="General">
                  <c:v>29.22</c:v>
                </c:pt>
                <c:pt idx="487" formatCode="General">
                  <c:v>29.28</c:v>
                </c:pt>
                <c:pt idx="488" formatCode="General">
                  <c:v>29.34</c:v>
                </c:pt>
                <c:pt idx="489" formatCode="General">
                  <c:v>29.4</c:v>
                </c:pt>
                <c:pt idx="490" formatCode="General">
                  <c:v>29.46</c:v>
                </c:pt>
                <c:pt idx="491" formatCode="General">
                  <c:v>29.52</c:v>
                </c:pt>
                <c:pt idx="492" formatCode="General">
                  <c:v>29.58</c:v>
                </c:pt>
                <c:pt idx="493" formatCode="General">
                  <c:v>29.64</c:v>
                </c:pt>
                <c:pt idx="494" formatCode="General">
                  <c:v>29.7</c:v>
                </c:pt>
                <c:pt idx="495" formatCode="General">
                  <c:v>29.76</c:v>
                </c:pt>
                <c:pt idx="496" formatCode="General">
                  <c:v>29.82</c:v>
                </c:pt>
                <c:pt idx="497" formatCode="General">
                  <c:v>29.88</c:v>
                </c:pt>
                <c:pt idx="498" formatCode="General">
                  <c:v>29.94</c:v>
                </c:pt>
                <c:pt idx="499" formatCode="General">
                  <c:v>30</c:v>
                </c:pt>
                <c:pt idx="500" formatCode="General">
                  <c:v>30.06</c:v>
                </c:pt>
                <c:pt idx="501" formatCode="General">
                  <c:v>30.12</c:v>
                </c:pt>
                <c:pt idx="502" formatCode="General">
                  <c:v>30.18</c:v>
                </c:pt>
                <c:pt idx="503" formatCode="General">
                  <c:v>30.24</c:v>
                </c:pt>
                <c:pt idx="504" formatCode="General">
                  <c:v>30.3</c:v>
                </c:pt>
                <c:pt idx="505" formatCode="General">
                  <c:v>30.36</c:v>
                </c:pt>
                <c:pt idx="506" formatCode="General">
                  <c:v>30.42</c:v>
                </c:pt>
                <c:pt idx="507" formatCode="General">
                  <c:v>30.48</c:v>
                </c:pt>
                <c:pt idx="508" formatCode="General">
                  <c:v>30.54</c:v>
                </c:pt>
                <c:pt idx="509" formatCode="General">
                  <c:v>30.6</c:v>
                </c:pt>
                <c:pt idx="510" formatCode="General">
                  <c:v>30.66</c:v>
                </c:pt>
                <c:pt idx="511" formatCode="General">
                  <c:v>30.72</c:v>
                </c:pt>
                <c:pt idx="512" formatCode="General">
                  <c:v>30.78</c:v>
                </c:pt>
                <c:pt idx="513" formatCode="General">
                  <c:v>30.84</c:v>
                </c:pt>
                <c:pt idx="514" formatCode="General">
                  <c:v>30.9</c:v>
                </c:pt>
                <c:pt idx="515" formatCode="General">
                  <c:v>30.96</c:v>
                </c:pt>
                <c:pt idx="516" formatCode="General">
                  <c:v>31.02</c:v>
                </c:pt>
              </c:numCache>
            </c:numRef>
          </c:xVal>
          <c:yVal>
            <c:numRef>
              <c:f>Sheet1!$L$2:$L$1550</c:f>
              <c:numCache>
                <c:formatCode>0.00E+00</c:formatCode>
                <c:ptCount val="517"/>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1.113243E-2</c:v>
                </c:pt>
                <c:pt idx="35">
                  <c:v>0.14731630000000001</c:v>
                </c:pt>
                <c:pt idx="36">
                  <c:v>1.643651</c:v>
                </c:pt>
                <c:pt idx="37">
                  <c:v>4.5898620000000001</c:v>
                </c:pt>
                <c:pt idx="38">
                  <c:v>5.9534770000000004</c:v>
                </c:pt>
                <c:pt idx="39">
                  <c:v>5.5657819999999996</c:v>
                </c:pt>
                <c:pt idx="40">
                  <c:v>3.6993990000000001</c:v>
                </c:pt>
                <c:pt idx="41">
                  <c:v>1.994602</c:v>
                </c:pt>
                <c:pt idx="42">
                  <c:v>1.6005119999999999</c:v>
                </c:pt>
                <c:pt idx="43">
                  <c:v>1.0777620000000001</c:v>
                </c:pt>
                <c:pt idx="44">
                  <c:v>0.87549980000000005</c:v>
                </c:pt>
                <c:pt idx="45">
                  <c:v>0.82495989999999997</c:v>
                </c:pt>
                <c:pt idx="46">
                  <c:v>0.62354080000000001</c:v>
                </c:pt>
                <c:pt idx="47">
                  <c:v>0.62742710000000002</c:v>
                </c:pt>
                <c:pt idx="48">
                  <c:v>0.64752010000000004</c:v>
                </c:pt>
                <c:pt idx="49">
                  <c:v>0.64915449999999997</c:v>
                </c:pt>
                <c:pt idx="50">
                  <c:v>0.67638050000000005</c:v>
                </c:pt>
                <c:pt idx="51">
                  <c:v>0.60018130000000003</c:v>
                </c:pt>
                <c:pt idx="52">
                  <c:v>0.58745740000000002</c:v>
                </c:pt>
                <c:pt idx="53">
                  <c:v>0.82312980000000002</c:v>
                </c:pt>
                <c:pt idx="54">
                  <c:v>0.67174509999999998</c:v>
                </c:pt>
                <c:pt idx="55">
                  <c:v>0.79582779999999997</c:v>
                </c:pt>
                <c:pt idx="56">
                  <c:v>0.63802599999999998</c:v>
                </c:pt>
                <c:pt idx="57">
                  <c:v>0.56351260000000003</c:v>
                </c:pt>
                <c:pt idx="58">
                  <c:v>0.59942189999999995</c:v>
                </c:pt>
                <c:pt idx="59">
                  <c:v>0.52657209999999999</c:v>
                </c:pt>
                <c:pt idx="60">
                  <c:v>0.57175609999999999</c:v>
                </c:pt>
                <c:pt idx="61">
                  <c:v>0.49314839999999999</c:v>
                </c:pt>
                <c:pt idx="62">
                  <c:v>0.53603109999999998</c:v>
                </c:pt>
                <c:pt idx="63">
                  <c:v>0.56269559999999996</c:v>
                </c:pt>
                <c:pt idx="64">
                  <c:v>0.64558040000000005</c:v>
                </c:pt>
                <c:pt idx="65">
                  <c:v>0.7294832</c:v>
                </c:pt>
                <c:pt idx="66">
                  <c:v>0.72609900000000005</c:v>
                </c:pt>
                <c:pt idx="67">
                  <c:v>0.96149620000000002</c:v>
                </c:pt>
                <c:pt idx="68">
                  <c:v>0.97106769999999998</c:v>
                </c:pt>
                <c:pt idx="69">
                  <c:v>1.0882510000000001</c:v>
                </c:pt>
                <c:pt idx="70">
                  <c:v>1.201198</c:v>
                </c:pt>
                <c:pt idx="71">
                  <c:v>1.3101259999999999</c:v>
                </c:pt>
                <c:pt idx="72">
                  <c:v>1.2847150000000001</c:v>
                </c:pt>
                <c:pt idx="73">
                  <c:v>1.3299240000000001</c:v>
                </c:pt>
                <c:pt idx="74">
                  <c:v>1.2462059999999999</c:v>
                </c:pt>
                <c:pt idx="75">
                  <c:v>1.2159880000000001</c:v>
                </c:pt>
                <c:pt idx="76">
                  <c:v>1.1455059999999999</c:v>
                </c:pt>
                <c:pt idx="77">
                  <c:v>1.2284029999999999</c:v>
                </c:pt>
                <c:pt idx="78">
                  <c:v>1.1363160000000001</c:v>
                </c:pt>
                <c:pt idx="79">
                  <c:v>1.2082390000000001</c:v>
                </c:pt>
                <c:pt idx="80">
                  <c:v>1.2596579999999999</c:v>
                </c:pt>
                <c:pt idx="81">
                  <c:v>1.3061959999999999</c:v>
                </c:pt>
                <c:pt idx="82">
                  <c:v>1.3125249999999999</c:v>
                </c:pt>
                <c:pt idx="83">
                  <c:v>1.3123860000000001</c:v>
                </c:pt>
                <c:pt idx="84">
                  <c:v>1.396833</c:v>
                </c:pt>
                <c:pt idx="85">
                  <c:v>1.3442540000000001</c:v>
                </c:pt>
                <c:pt idx="86">
                  <c:v>1.318935</c:v>
                </c:pt>
                <c:pt idx="87">
                  <c:v>1.334919</c:v>
                </c:pt>
                <c:pt idx="88">
                  <c:v>1.1415230000000001</c:v>
                </c:pt>
                <c:pt idx="89">
                  <c:v>1.1280829999999999</c:v>
                </c:pt>
                <c:pt idx="90">
                  <c:v>0.89426919999999999</c:v>
                </c:pt>
                <c:pt idx="91">
                  <c:v>0.87976829999999995</c:v>
                </c:pt>
                <c:pt idx="92">
                  <c:v>0.78210880000000005</c:v>
                </c:pt>
                <c:pt idx="93">
                  <c:v>0.76092649999999995</c:v>
                </c:pt>
                <c:pt idx="94">
                  <c:v>0.68756819999999996</c:v>
                </c:pt>
                <c:pt idx="95">
                  <c:v>0.57861010000000002</c:v>
                </c:pt>
                <c:pt idx="96">
                  <c:v>0.54499949999999997</c:v>
                </c:pt>
                <c:pt idx="97">
                  <c:v>0.55381449999999999</c:v>
                </c:pt>
                <c:pt idx="98">
                  <c:v>0.55938080000000001</c:v>
                </c:pt>
                <c:pt idx="99">
                  <c:v>0.57279769999999997</c:v>
                </c:pt>
                <c:pt idx="100">
                  <c:v>0.66712910000000003</c:v>
                </c:pt>
                <c:pt idx="101">
                  <c:v>0.65280150000000003</c:v>
                </c:pt>
                <c:pt idx="102">
                  <c:v>0.72117489999999995</c:v>
                </c:pt>
                <c:pt idx="103">
                  <c:v>0.7691578</c:v>
                </c:pt>
                <c:pt idx="104">
                  <c:v>0.81024249999999998</c:v>
                </c:pt>
                <c:pt idx="105">
                  <c:v>0.93946719999999995</c:v>
                </c:pt>
                <c:pt idx="106">
                  <c:v>0.91007729999999998</c:v>
                </c:pt>
                <c:pt idx="107">
                  <c:v>1.053488</c:v>
                </c:pt>
                <c:pt idx="108">
                  <c:v>1.1019730000000001</c:v>
                </c:pt>
                <c:pt idx="109">
                  <c:v>1.257857</c:v>
                </c:pt>
                <c:pt idx="110">
                  <c:v>1.3061370000000001</c:v>
                </c:pt>
                <c:pt idx="111">
                  <c:v>1.3872899999999999</c:v>
                </c:pt>
                <c:pt idx="112">
                  <c:v>1.3372120000000001</c:v>
                </c:pt>
                <c:pt idx="113">
                  <c:v>1.3285469999999999</c:v>
                </c:pt>
                <c:pt idx="114">
                  <c:v>1.3127610000000001</c:v>
                </c:pt>
                <c:pt idx="115">
                  <c:v>1.360158</c:v>
                </c:pt>
                <c:pt idx="116">
                  <c:v>1.295164</c:v>
                </c:pt>
                <c:pt idx="117">
                  <c:v>1.1577280000000001</c:v>
                </c:pt>
                <c:pt idx="118">
                  <c:v>1.1412409999999999</c:v>
                </c:pt>
                <c:pt idx="119">
                  <c:v>1.134612</c:v>
                </c:pt>
                <c:pt idx="120">
                  <c:v>1.052594</c:v>
                </c:pt>
                <c:pt idx="121">
                  <c:v>1.012502</c:v>
                </c:pt>
                <c:pt idx="122">
                  <c:v>1.002416</c:v>
                </c:pt>
                <c:pt idx="123">
                  <c:v>0.99340859999999997</c:v>
                </c:pt>
                <c:pt idx="124">
                  <c:v>1.033439</c:v>
                </c:pt>
                <c:pt idx="125">
                  <c:v>1.011946</c:v>
                </c:pt>
                <c:pt idx="126">
                  <c:v>1.040888</c:v>
                </c:pt>
                <c:pt idx="127">
                  <c:v>0.99139160000000004</c:v>
                </c:pt>
                <c:pt idx="128">
                  <c:v>0.95313349999999997</c:v>
                </c:pt>
                <c:pt idx="129">
                  <c:v>0.98452470000000003</c:v>
                </c:pt>
                <c:pt idx="130">
                  <c:v>0.9107423</c:v>
                </c:pt>
                <c:pt idx="131">
                  <c:v>0.96744019999999997</c:v>
                </c:pt>
                <c:pt idx="132">
                  <c:v>0.94369510000000001</c:v>
                </c:pt>
                <c:pt idx="133">
                  <c:v>0.92662460000000002</c:v>
                </c:pt>
                <c:pt idx="134">
                  <c:v>0.86355879999999996</c:v>
                </c:pt>
                <c:pt idx="135">
                  <c:v>0.87450139999999998</c:v>
                </c:pt>
                <c:pt idx="136">
                  <c:v>0.79129870000000002</c:v>
                </c:pt>
                <c:pt idx="137">
                  <c:v>0.77056239999999998</c:v>
                </c:pt>
                <c:pt idx="138">
                  <c:v>0.77786770000000005</c:v>
                </c:pt>
                <c:pt idx="139">
                  <c:v>0.75427029999999995</c:v>
                </c:pt>
                <c:pt idx="140">
                  <c:v>0.77173480000000005</c:v>
                </c:pt>
                <c:pt idx="141">
                  <c:v>0.78051800000000005</c:v>
                </c:pt>
                <c:pt idx="142">
                  <c:v>0.78631320000000005</c:v>
                </c:pt>
                <c:pt idx="143">
                  <c:v>0.81949620000000001</c:v>
                </c:pt>
                <c:pt idx="144">
                  <c:v>0.90682830000000003</c:v>
                </c:pt>
                <c:pt idx="145">
                  <c:v>0.92259999999999998</c:v>
                </c:pt>
                <c:pt idx="146">
                  <c:v>1.051464</c:v>
                </c:pt>
                <c:pt idx="147">
                  <c:v>1.079642</c:v>
                </c:pt>
                <c:pt idx="148">
                  <c:v>1.1585719999999999</c:v>
                </c:pt>
                <c:pt idx="149">
                  <c:v>1.203184</c:v>
                </c:pt>
                <c:pt idx="150">
                  <c:v>1.231562</c:v>
                </c:pt>
                <c:pt idx="151">
                  <c:v>1.2697179999999999</c:v>
                </c:pt>
                <c:pt idx="152">
                  <c:v>1.277644</c:v>
                </c:pt>
                <c:pt idx="153">
                  <c:v>1.2634049999999999</c:v>
                </c:pt>
                <c:pt idx="154">
                  <c:v>1.2318290000000001</c:v>
                </c:pt>
                <c:pt idx="155">
                  <c:v>1.153321</c:v>
                </c:pt>
                <c:pt idx="156">
                  <c:v>1.1890259999999999</c:v>
                </c:pt>
                <c:pt idx="157">
                  <c:v>1.1144750000000001</c:v>
                </c:pt>
                <c:pt idx="158">
                  <c:v>1.0611200000000001</c:v>
                </c:pt>
                <c:pt idx="159">
                  <c:v>1.0505610000000001</c:v>
                </c:pt>
                <c:pt idx="160">
                  <c:v>1.0286059999999999</c:v>
                </c:pt>
                <c:pt idx="161">
                  <c:v>1.044009</c:v>
                </c:pt>
                <c:pt idx="162">
                  <c:v>0.99171330000000002</c:v>
                </c:pt>
                <c:pt idx="163">
                  <c:v>0.93300590000000005</c:v>
                </c:pt>
                <c:pt idx="164">
                  <c:v>0.93124899999999999</c:v>
                </c:pt>
                <c:pt idx="165">
                  <c:v>0.91758819999999996</c:v>
                </c:pt>
                <c:pt idx="166">
                  <c:v>0.93010479999999995</c:v>
                </c:pt>
                <c:pt idx="167">
                  <c:v>0.92244760000000003</c:v>
                </c:pt>
                <c:pt idx="168">
                  <c:v>0.95358410000000005</c:v>
                </c:pt>
                <c:pt idx="169">
                  <c:v>0.95042090000000001</c:v>
                </c:pt>
                <c:pt idx="170">
                  <c:v>0.9062228</c:v>
                </c:pt>
                <c:pt idx="171">
                  <c:v>0.85284320000000002</c:v>
                </c:pt>
                <c:pt idx="172">
                  <c:v>0.86123970000000005</c:v>
                </c:pt>
                <c:pt idx="173">
                  <c:v>0.84956690000000001</c:v>
                </c:pt>
                <c:pt idx="174">
                  <c:v>0.8060406</c:v>
                </c:pt>
                <c:pt idx="175">
                  <c:v>0.83741290000000002</c:v>
                </c:pt>
                <c:pt idx="176">
                  <c:v>0.85235519999999998</c:v>
                </c:pt>
                <c:pt idx="177">
                  <c:v>0.85657919999999999</c:v>
                </c:pt>
                <c:pt idx="178">
                  <c:v>0.86235850000000003</c:v>
                </c:pt>
                <c:pt idx="179">
                  <c:v>0.88689870000000004</c:v>
                </c:pt>
                <c:pt idx="180">
                  <c:v>0.95538860000000003</c:v>
                </c:pt>
                <c:pt idx="181">
                  <c:v>0.95562369999999996</c:v>
                </c:pt>
                <c:pt idx="182">
                  <c:v>0.97045720000000002</c:v>
                </c:pt>
                <c:pt idx="183">
                  <c:v>1.0030399999999999</c:v>
                </c:pt>
                <c:pt idx="184">
                  <c:v>1.0065710000000001</c:v>
                </c:pt>
                <c:pt idx="185">
                  <c:v>1.0564849999999999</c:v>
                </c:pt>
                <c:pt idx="186">
                  <c:v>1.0963069999999999</c:v>
                </c:pt>
                <c:pt idx="187">
                  <c:v>1.0989519999999999</c:v>
                </c:pt>
                <c:pt idx="188">
                  <c:v>1.1388959999999999</c:v>
                </c:pt>
                <c:pt idx="189">
                  <c:v>1.131095</c:v>
                </c:pt>
                <c:pt idx="190">
                  <c:v>1.1465730000000001</c:v>
                </c:pt>
                <c:pt idx="191">
                  <c:v>1.1579680000000001</c:v>
                </c:pt>
                <c:pt idx="192">
                  <c:v>1.1449009999999999</c:v>
                </c:pt>
                <c:pt idx="193">
                  <c:v>1.143637</c:v>
                </c:pt>
                <c:pt idx="194">
                  <c:v>1.1591959999999999</c:v>
                </c:pt>
                <c:pt idx="195">
                  <c:v>1.1516580000000001</c:v>
                </c:pt>
                <c:pt idx="196">
                  <c:v>1.135778</c:v>
                </c:pt>
                <c:pt idx="197">
                  <c:v>1.111116</c:v>
                </c:pt>
                <c:pt idx="198">
                  <c:v>1.0603720000000001</c:v>
                </c:pt>
                <c:pt idx="199">
                  <c:v>1.0232000000000001</c:v>
                </c:pt>
                <c:pt idx="200">
                  <c:v>0.94080490000000006</c:v>
                </c:pt>
                <c:pt idx="201">
                  <c:v>0.95256989999999997</c:v>
                </c:pt>
                <c:pt idx="202">
                  <c:v>0.9478413</c:v>
                </c:pt>
                <c:pt idx="203">
                  <c:v>0.88023859999999998</c:v>
                </c:pt>
                <c:pt idx="204">
                  <c:v>0.84084210000000004</c:v>
                </c:pt>
                <c:pt idx="205">
                  <c:v>0.82112870000000004</c:v>
                </c:pt>
                <c:pt idx="206">
                  <c:v>0.8775075</c:v>
                </c:pt>
                <c:pt idx="207">
                  <c:v>0.86656840000000002</c:v>
                </c:pt>
                <c:pt idx="208">
                  <c:v>0.85392460000000003</c:v>
                </c:pt>
                <c:pt idx="209">
                  <c:v>0.86374810000000002</c:v>
                </c:pt>
                <c:pt idx="210">
                  <c:v>0.85894999999999999</c:v>
                </c:pt>
                <c:pt idx="211">
                  <c:v>0.87150019999999995</c:v>
                </c:pt>
                <c:pt idx="212">
                  <c:v>0.9198501</c:v>
                </c:pt>
                <c:pt idx="213">
                  <c:v>0.93331070000000005</c:v>
                </c:pt>
                <c:pt idx="214">
                  <c:v>0.94176119999999997</c:v>
                </c:pt>
                <c:pt idx="215">
                  <c:v>0.96609270000000003</c:v>
                </c:pt>
                <c:pt idx="216">
                  <c:v>0.97429699999999997</c:v>
                </c:pt>
                <c:pt idx="217">
                  <c:v>1.015312</c:v>
                </c:pt>
                <c:pt idx="218">
                  <c:v>1.0009429999999999</c:v>
                </c:pt>
                <c:pt idx="219">
                  <c:v>1.036103</c:v>
                </c:pt>
                <c:pt idx="220">
                  <c:v>1.047132</c:v>
                </c:pt>
                <c:pt idx="221">
                  <c:v>1.0432539999999999</c:v>
                </c:pt>
                <c:pt idx="222">
                  <c:v>1.0742339999999999</c:v>
                </c:pt>
                <c:pt idx="223">
                  <c:v>1.0630329999999999</c:v>
                </c:pt>
                <c:pt idx="224">
                  <c:v>1.0773109999999999</c:v>
                </c:pt>
                <c:pt idx="225">
                  <c:v>1.060589</c:v>
                </c:pt>
                <c:pt idx="226">
                  <c:v>1.093348</c:v>
                </c:pt>
                <c:pt idx="227">
                  <c:v>1.028159</c:v>
                </c:pt>
                <c:pt idx="228">
                  <c:v>1.1276470000000001</c:v>
                </c:pt>
                <c:pt idx="229">
                  <c:v>1.0977539999999999</c:v>
                </c:pt>
                <c:pt idx="230">
                  <c:v>1.067823</c:v>
                </c:pt>
                <c:pt idx="231">
                  <c:v>1.0885370000000001</c:v>
                </c:pt>
                <c:pt idx="232">
                  <c:v>1.0900160000000001</c:v>
                </c:pt>
                <c:pt idx="233">
                  <c:v>1.1130990000000001</c:v>
                </c:pt>
                <c:pt idx="234">
                  <c:v>1.088581</c:v>
                </c:pt>
                <c:pt idx="235">
                  <c:v>1.092598</c:v>
                </c:pt>
                <c:pt idx="236">
                  <c:v>1.0875250000000001</c:v>
                </c:pt>
                <c:pt idx="237">
                  <c:v>1.083221</c:v>
                </c:pt>
                <c:pt idx="238">
                  <c:v>1.041704</c:v>
                </c:pt>
                <c:pt idx="239">
                  <c:v>1.020019</c:v>
                </c:pt>
                <c:pt idx="240">
                  <c:v>0.95826909999999998</c:v>
                </c:pt>
                <c:pt idx="241">
                  <c:v>0.96363980000000005</c:v>
                </c:pt>
                <c:pt idx="242">
                  <c:v>0.91715420000000003</c:v>
                </c:pt>
                <c:pt idx="243">
                  <c:v>0.87758159999999996</c:v>
                </c:pt>
                <c:pt idx="244">
                  <c:v>0.87043230000000005</c:v>
                </c:pt>
                <c:pt idx="245">
                  <c:v>0.84759450000000003</c:v>
                </c:pt>
                <c:pt idx="246">
                  <c:v>0.84834580000000004</c:v>
                </c:pt>
                <c:pt idx="247">
                  <c:v>0.85371399999999997</c:v>
                </c:pt>
                <c:pt idx="248">
                  <c:v>0.85060999999999998</c:v>
                </c:pt>
                <c:pt idx="249">
                  <c:v>0.82156130000000005</c:v>
                </c:pt>
                <c:pt idx="250">
                  <c:v>0.89187660000000002</c:v>
                </c:pt>
                <c:pt idx="251">
                  <c:v>0.90671789999999997</c:v>
                </c:pt>
                <c:pt idx="252">
                  <c:v>0.90148189999999995</c:v>
                </c:pt>
                <c:pt idx="253">
                  <c:v>0.96923020000000004</c:v>
                </c:pt>
                <c:pt idx="254">
                  <c:v>0.98869940000000001</c:v>
                </c:pt>
                <c:pt idx="255">
                  <c:v>1.0167839999999999</c:v>
                </c:pt>
                <c:pt idx="256">
                  <c:v>1.06216</c:v>
                </c:pt>
                <c:pt idx="257">
                  <c:v>1.023004</c:v>
                </c:pt>
                <c:pt idx="258">
                  <c:v>1.0655399999999999</c:v>
                </c:pt>
                <c:pt idx="259">
                  <c:v>1.08863</c:v>
                </c:pt>
                <c:pt idx="260">
                  <c:v>1.1311560000000001</c:v>
                </c:pt>
                <c:pt idx="261">
                  <c:v>1.1153850000000001</c:v>
                </c:pt>
                <c:pt idx="262">
                  <c:v>1.112835</c:v>
                </c:pt>
                <c:pt idx="263">
                  <c:v>1.1327940000000001</c:v>
                </c:pt>
                <c:pt idx="264">
                  <c:v>1.118628</c:v>
                </c:pt>
                <c:pt idx="265">
                  <c:v>1.111197</c:v>
                </c:pt>
                <c:pt idx="266">
                  <c:v>1.0801240000000001</c:v>
                </c:pt>
                <c:pt idx="267">
                  <c:v>1.0686599999999999</c:v>
                </c:pt>
                <c:pt idx="268">
                  <c:v>1.0922050000000001</c:v>
                </c:pt>
                <c:pt idx="269">
                  <c:v>1.0253859999999999</c:v>
                </c:pt>
                <c:pt idx="270">
                  <c:v>1.028975</c:v>
                </c:pt>
                <c:pt idx="271">
                  <c:v>1.0273209999999999</c:v>
                </c:pt>
                <c:pt idx="272">
                  <c:v>0.96161790000000003</c:v>
                </c:pt>
                <c:pt idx="273">
                  <c:v>0.97041580000000005</c:v>
                </c:pt>
                <c:pt idx="274">
                  <c:v>0.98537249999999998</c:v>
                </c:pt>
                <c:pt idx="275">
                  <c:v>0.96947229999999995</c:v>
                </c:pt>
                <c:pt idx="276">
                  <c:v>1.0005219999999999</c:v>
                </c:pt>
                <c:pt idx="277">
                  <c:v>0.95963200000000004</c:v>
                </c:pt>
                <c:pt idx="278">
                  <c:v>0.95819670000000001</c:v>
                </c:pt>
                <c:pt idx="279">
                  <c:v>0.93901380000000001</c:v>
                </c:pt>
                <c:pt idx="280">
                  <c:v>0.94995980000000002</c:v>
                </c:pt>
                <c:pt idx="281">
                  <c:v>0.93088660000000001</c:v>
                </c:pt>
                <c:pt idx="282">
                  <c:v>0.91597550000000005</c:v>
                </c:pt>
                <c:pt idx="283">
                  <c:v>0.92712159999999999</c:v>
                </c:pt>
                <c:pt idx="284">
                  <c:v>0.90333269999999999</c:v>
                </c:pt>
                <c:pt idx="285">
                  <c:v>0.9010283</c:v>
                </c:pt>
                <c:pt idx="286">
                  <c:v>0.89509150000000004</c:v>
                </c:pt>
                <c:pt idx="287">
                  <c:v>0.9148657</c:v>
                </c:pt>
                <c:pt idx="288">
                  <c:v>0.90593270000000004</c:v>
                </c:pt>
                <c:pt idx="289">
                  <c:v>0.93504779999999998</c:v>
                </c:pt>
                <c:pt idx="290">
                  <c:v>0.94248299999999996</c:v>
                </c:pt>
                <c:pt idx="291">
                  <c:v>0.95939169999999996</c:v>
                </c:pt>
                <c:pt idx="292">
                  <c:v>0.98192579999999996</c:v>
                </c:pt>
                <c:pt idx="293">
                  <c:v>1.0315859999999999</c:v>
                </c:pt>
                <c:pt idx="294">
                  <c:v>1.036985</c:v>
                </c:pt>
                <c:pt idx="295">
                  <c:v>1.0410410000000001</c:v>
                </c:pt>
                <c:pt idx="296">
                  <c:v>1.0716140000000001</c:v>
                </c:pt>
                <c:pt idx="297">
                  <c:v>1.1187990000000001</c:v>
                </c:pt>
                <c:pt idx="298">
                  <c:v>1.1192610000000001</c:v>
                </c:pt>
                <c:pt idx="299">
                  <c:v>1.1275710000000001</c:v>
                </c:pt>
                <c:pt idx="300">
                  <c:v>1.1214459999999999</c:v>
                </c:pt>
                <c:pt idx="301">
                  <c:v>1.1333219999999999</c:v>
                </c:pt>
                <c:pt idx="302">
                  <c:v>1.100006</c:v>
                </c:pt>
                <c:pt idx="303">
                  <c:v>1.0806800000000001</c:v>
                </c:pt>
                <c:pt idx="304">
                  <c:v>1.067887</c:v>
                </c:pt>
                <c:pt idx="305">
                  <c:v>1.0536369999999999</c:v>
                </c:pt>
                <c:pt idx="306">
                  <c:v>1.054019</c:v>
                </c:pt>
                <c:pt idx="307">
                  <c:v>1.025477</c:v>
                </c:pt>
                <c:pt idx="308">
                  <c:v>1.018851</c:v>
                </c:pt>
                <c:pt idx="309">
                  <c:v>0.96573949999999997</c:v>
                </c:pt>
                <c:pt idx="310">
                  <c:v>0.9775876</c:v>
                </c:pt>
                <c:pt idx="311">
                  <c:v>0.95858169999999998</c:v>
                </c:pt>
                <c:pt idx="312">
                  <c:v>0.94063359999999996</c:v>
                </c:pt>
                <c:pt idx="313">
                  <c:v>0.94737760000000004</c:v>
                </c:pt>
                <c:pt idx="314">
                  <c:v>0.94769460000000005</c:v>
                </c:pt>
                <c:pt idx="315">
                  <c:v>0.94675949999999998</c:v>
                </c:pt>
                <c:pt idx="316">
                  <c:v>0.94663149999999996</c:v>
                </c:pt>
                <c:pt idx="317">
                  <c:v>0.94716069999999997</c:v>
                </c:pt>
                <c:pt idx="318">
                  <c:v>0.9323863</c:v>
                </c:pt>
                <c:pt idx="319">
                  <c:v>0.93349369999999998</c:v>
                </c:pt>
                <c:pt idx="320">
                  <c:v>0.9541579</c:v>
                </c:pt>
                <c:pt idx="321">
                  <c:v>0.94034839999999997</c:v>
                </c:pt>
                <c:pt idx="322">
                  <c:v>0.92969820000000003</c:v>
                </c:pt>
                <c:pt idx="323">
                  <c:v>0.94072739999999999</c:v>
                </c:pt>
                <c:pt idx="324">
                  <c:v>0.93701310000000004</c:v>
                </c:pt>
                <c:pt idx="325">
                  <c:v>0.94333619999999996</c:v>
                </c:pt>
                <c:pt idx="326">
                  <c:v>0.9373203</c:v>
                </c:pt>
                <c:pt idx="327">
                  <c:v>0.96862970000000004</c:v>
                </c:pt>
                <c:pt idx="328">
                  <c:v>0.98593399999999998</c:v>
                </c:pt>
                <c:pt idx="329">
                  <c:v>0.96744410000000003</c:v>
                </c:pt>
                <c:pt idx="330">
                  <c:v>1.0033080000000001</c:v>
                </c:pt>
                <c:pt idx="331">
                  <c:v>1.0007379999999999</c:v>
                </c:pt>
                <c:pt idx="332">
                  <c:v>1.030157</c:v>
                </c:pt>
                <c:pt idx="333">
                  <c:v>1.023142</c:v>
                </c:pt>
                <c:pt idx="334">
                  <c:v>1.070028</c:v>
                </c:pt>
                <c:pt idx="335">
                  <c:v>1.0548489999999999</c:v>
                </c:pt>
                <c:pt idx="336">
                  <c:v>1.0674520000000001</c:v>
                </c:pt>
                <c:pt idx="337">
                  <c:v>1.1050759999999999</c:v>
                </c:pt>
                <c:pt idx="338">
                  <c:v>1.092276</c:v>
                </c:pt>
                <c:pt idx="339">
                  <c:v>1.086568</c:v>
                </c:pt>
                <c:pt idx="340">
                  <c:v>1.064019</c:v>
                </c:pt>
                <c:pt idx="341">
                  <c:v>1.0878890000000001</c:v>
                </c:pt>
                <c:pt idx="342">
                  <c:v>1.0817870000000001</c:v>
                </c:pt>
                <c:pt idx="343">
                  <c:v>1.0730869999999999</c:v>
                </c:pt>
                <c:pt idx="344">
                  <c:v>1.0663020000000001</c:v>
                </c:pt>
                <c:pt idx="345">
                  <c:v>1.064932</c:v>
                </c:pt>
                <c:pt idx="346">
                  <c:v>1.0238039999999999</c:v>
                </c:pt>
                <c:pt idx="347">
                  <c:v>0.9874096</c:v>
                </c:pt>
                <c:pt idx="348">
                  <c:v>1.001914</c:v>
                </c:pt>
                <c:pt idx="349">
                  <c:v>0.98996229999999996</c:v>
                </c:pt>
                <c:pt idx="350">
                  <c:v>0.93329759999999995</c:v>
                </c:pt>
                <c:pt idx="351">
                  <c:v>0.92943330000000002</c:v>
                </c:pt>
                <c:pt idx="352">
                  <c:v>0.91290179999999999</c:v>
                </c:pt>
                <c:pt idx="353">
                  <c:v>0.89784790000000003</c:v>
                </c:pt>
                <c:pt idx="354">
                  <c:v>0.89615140000000004</c:v>
                </c:pt>
                <c:pt idx="355">
                  <c:v>0.89639690000000005</c:v>
                </c:pt>
                <c:pt idx="356">
                  <c:v>0.9025109</c:v>
                </c:pt>
                <c:pt idx="357">
                  <c:v>0.88534520000000005</c:v>
                </c:pt>
                <c:pt idx="358">
                  <c:v>0.9031709</c:v>
                </c:pt>
                <c:pt idx="359">
                  <c:v>0.91015679999999999</c:v>
                </c:pt>
                <c:pt idx="360">
                  <c:v>0.96194659999999999</c:v>
                </c:pt>
                <c:pt idx="361">
                  <c:v>0.95528630000000003</c:v>
                </c:pt>
                <c:pt idx="362">
                  <c:v>0.97869989999999996</c:v>
                </c:pt>
                <c:pt idx="363">
                  <c:v>1.0117240000000001</c:v>
                </c:pt>
                <c:pt idx="364">
                  <c:v>1.0386390000000001</c:v>
                </c:pt>
                <c:pt idx="365">
                  <c:v>1.020041</c:v>
                </c:pt>
                <c:pt idx="366">
                  <c:v>1.03464</c:v>
                </c:pt>
                <c:pt idx="367">
                  <c:v>1.0420149999999999</c:v>
                </c:pt>
                <c:pt idx="368">
                  <c:v>1.0533030000000001</c:v>
                </c:pt>
                <c:pt idx="369">
                  <c:v>1.053793</c:v>
                </c:pt>
                <c:pt idx="370">
                  <c:v>1.055552</c:v>
                </c:pt>
                <c:pt idx="371">
                  <c:v>1.041113</c:v>
                </c:pt>
                <c:pt idx="372">
                  <c:v>1.066514</c:v>
                </c:pt>
                <c:pt idx="373">
                  <c:v>1.0540909999999999</c:v>
                </c:pt>
                <c:pt idx="374">
                  <c:v>1.0452760000000001</c:v>
                </c:pt>
                <c:pt idx="375">
                  <c:v>1.050238</c:v>
                </c:pt>
                <c:pt idx="376">
                  <c:v>1.034599</c:v>
                </c:pt>
                <c:pt idx="377">
                  <c:v>1.033045</c:v>
                </c:pt>
                <c:pt idx="378">
                  <c:v>1.0379499999999999</c:v>
                </c:pt>
                <c:pt idx="379">
                  <c:v>1.0262610000000001</c:v>
                </c:pt>
                <c:pt idx="380">
                  <c:v>1.0183439999999999</c:v>
                </c:pt>
                <c:pt idx="381">
                  <c:v>1.01302</c:v>
                </c:pt>
                <c:pt idx="382">
                  <c:v>1.018893</c:v>
                </c:pt>
                <c:pt idx="383">
                  <c:v>1.0049920000000001</c:v>
                </c:pt>
                <c:pt idx="384">
                  <c:v>1.018364</c:v>
                </c:pt>
                <c:pt idx="385">
                  <c:v>1.0067790000000001</c:v>
                </c:pt>
                <c:pt idx="386">
                  <c:v>0.99320470000000005</c:v>
                </c:pt>
                <c:pt idx="387">
                  <c:v>0.96589650000000005</c:v>
                </c:pt>
                <c:pt idx="388">
                  <c:v>0.98346869999999997</c:v>
                </c:pt>
                <c:pt idx="389">
                  <c:v>0.95996060000000005</c:v>
                </c:pt>
                <c:pt idx="390">
                  <c:v>0.93944530000000004</c:v>
                </c:pt>
                <c:pt idx="391">
                  <c:v>0.91761769999999998</c:v>
                </c:pt>
                <c:pt idx="392">
                  <c:v>0.92893650000000005</c:v>
                </c:pt>
                <c:pt idx="393">
                  <c:v>0.92888329999999997</c:v>
                </c:pt>
                <c:pt idx="394">
                  <c:v>0.91763030000000001</c:v>
                </c:pt>
                <c:pt idx="395">
                  <c:v>0.93283059999999995</c:v>
                </c:pt>
                <c:pt idx="396">
                  <c:v>0.90641769999999999</c:v>
                </c:pt>
                <c:pt idx="397">
                  <c:v>0.92657849999999997</c:v>
                </c:pt>
                <c:pt idx="398">
                  <c:v>0.93787370000000003</c:v>
                </c:pt>
                <c:pt idx="399">
                  <c:v>0.97325229999999996</c:v>
                </c:pt>
                <c:pt idx="400">
                  <c:v>0.98188960000000003</c:v>
                </c:pt>
                <c:pt idx="401">
                  <c:v>0.99515500000000001</c:v>
                </c:pt>
                <c:pt idx="402">
                  <c:v>1.0105440000000001</c:v>
                </c:pt>
                <c:pt idx="403">
                  <c:v>1.040977</c:v>
                </c:pt>
                <c:pt idx="404">
                  <c:v>1.03684</c:v>
                </c:pt>
                <c:pt idx="405">
                  <c:v>1.0548230000000001</c:v>
                </c:pt>
                <c:pt idx="406">
                  <c:v>1.067347</c:v>
                </c:pt>
                <c:pt idx="407">
                  <c:v>1.0935820000000001</c:v>
                </c:pt>
                <c:pt idx="408">
                  <c:v>1.0601130000000001</c:v>
                </c:pt>
                <c:pt idx="409">
                  <c:v>1.05722</c:v>
                </c:pt>
                <c:pt idx="410">
                  <c:v>1.055715</c:v>
                </c:pt>
                <c:pt idx="411">
                  <c:v>1.044972</c:v>
                </c:pt>
                <c:pt idx="412">
                  <c:v>1.0532710000000001</c:v>
                </c:pt>
                <c:pt idx="413">
                  <c:v>1.0282960000000001</c:v>
                </c:pt>
                <c:pt idx="414">
                  <c:v>1.0429060000000001</c:v>
                </c:pt>
                <c:pt idx="415">
                  <c:v>1.0227660000000001</c:v>
                </c:pt>
                <c:pt idx="416">
                  <c:v>1.026181</c:v>
                </c:pt>
                <c:pt idx="417">
                  <c:v>1.0265839999999999</c:v>
                </c:pt>
                <c:pt idx="418">
                  <c:v>0.9914712</c:v>
                </c:pt>
                <c:pt idx="419">
                  <c:v>1.001986</c:v>
                </c:pt>
                <c:pt idx="420">
                  <c:v>1.0066200000000001</c:v>
                </c:pt>
                <c:pt idx="421">
                  <c:v>0.97811380000000003</c:v>
                </c:pt>
                <c:pt idx="422">
                  <c:v>0.98553760000000001</c:v>
                </c:pt>
                <c:pt idx="423">
                  <c:v>0.98529429999999996</c:v>
                </c:pt>
                <c:pt idx="424">
                  <c:v>0.96027669999999998</c:v>
                </c:pt>
                <c:pt idx="425">
                  <c:v>0.98342929999999995</c:v>
                </c:pt>
                <c:pt idx="426">
                  <c:v>0.96252210000000005</c:v>
                </c:pt>
                <c:pt idx="427">
                  <c:v>0.97038840000000004</c:v>
                </c:pt>
                <c:pt idx="428">
                  <c:v>0.9520864</c:v>
                </c:pt>
                <c:pt idx="429">
                  <c:v>0.9470731</c:v>
                </c:pt>
                <c:pt idx="430">
                  <c:v>0.93937959999999998</c:v>
                </c:pt>
                <c:pt idx="431">
                  <c:v>0.95630150000000003</c:v>
                </c:pt>
                <c:pt idx="432">
                  <c:v>0.95094389999999995</c:v>
                </c:pt>
                <c:pt idx="433">
                  <c:v>0.92433790000000005</c:v>
                </c:pt>
                <c:pt idx="434">
                  <c:v>0.92946269999999998</c:v>
                </c:pt>
                <c:pt idx="435">
                  <c:v>0.93639589999999995</c:v>
                </c:pt>
                <c:pt idx="436">
                  <c:v>0.94689829999999997</c:v>
                </c:pt>
                <c:pt idx="437">
                  <c:v>0.95658410000000005</c:v>
                </c:pt>
                <c:pt idx="438">
                  <c:v>0.97933460000000006</c:v>
                </c:pt>
                <c:pt idx="439">
                  <c:v>0.97439500000000001</c:v>
                </c:pt>
                <c:pt idx="440">
                  <c:v>1.0093920000000001</c:v>
                </c:pt>
                <c:pt idx="441">
                  <c:v>1.034149</c:v>
                </c:pt>
                <c:pt idx="442">
                  <c:v>1.0285820000000001</c:v>
                </c:pt>
                <c:pt idx="443">
                  <c:v>1.065947</c:v>
                </c:pt>
                <c:pt idx="444">
                  <c:v>1.0524150000000001</c:v>
                </c:pt>
                <c:pt idx="445">
                  <c:v>1.071698</c:v>
                </c:pt>
                <c:pt idx="446">
                  <c:v>1.0913440000000001</c:v>
                </c:pt>
                <c:pt idx="447">
                  <c:v>1.0850500000000001</c:v>
                </c:pt>
                <c:pt idx="448">
                  <c:v>1.080832</c:v>
                </c:pt>
                <c:pt idx="449">
                  <c:v>1.0672779999999999</c:v>
                </c:pt>
                <c:pt idx="450">
                  <c:v>1.0596669999999999</c:v>
                </c:pt>
                <c:pt idx="451">
                  <c:v>1.0494429999999999</c:v>
                </c:pt>
                <c:pt idx="452">
                  <c:v>1.047274</c:v>
                </c:pt>
                <c:pt idx="453">
                  <c:v>1.044584</c:v>
                </c:pt>
                <c:pt idx="454">
                  <c:v>1.0084420000000001</c:v>
                </c:pt>
                <c:pt idx="455">
                  <c:v>0.98959490000000006</c:v>
                </c:pt>
                <c:pt idx="456">
                  <c:v>0.98631360000000001</c:v>
                </c:pt>
                <c:pt idx="457">
                  <c:v>0.97446920000000004</c:v>
                </c:pt>
                <c:pt idx="458">
                  <c:v>0.96097100000000002</c:v>
                </c:pt>
                <c:pt idx="459">
                  <c:v>0.96569179999999999</c:v>
                </c:pt>
                <c:pt idx="460">
                  <c:v>0.95849070000000003</c:v>
                </c:pt>
                <c:pt idx="461">
                  <c:v>0.93811630000000001</c:v>
                </c:pt>
                <c:pt idx="462">
                  <c:v>0.95665350000000005</c:v>
                </c:pt>
                <c:pt idx="463">
                  <c:v>0.95386479999999996</c:v>
                </c:pt>
                <c:pt idx="464">
                  <c:v>0.95197399999999999</c:v>
                </c:pt>
                <c:pt idx="465">
                  <c:v>0.95580600000000004</c:v>
                </c:pt>
                <c:pt idx="466">
                  <c:v>0.95096650000000005</c:v>
                </c:pt>
                <c:pt idx="467">
                  <c:v>0.96216259999999998</c:v>
                </c:pt>
                <c:pt idx="468">
                  <c:v>0.96575219999999995</c:v>
                </c:pt>
                <c:pt idx="469">
                  <c:v>0.96689480000000005</c:v>
                </c:pt>
                <c:pt idx="470">
                  <c:v>0.97004780000000002</c:v>
                </c:pt>
                <c:pt idx="471">
                  <c:v>0.99195889999999998</c:v>
                </c:pt>
                <c:pt idx="472">
                  <c:v>0.96978629999999999</c:v>
                </c:pt>
                <c:pt idx="473">
                  <c:v>0.99234659999999997</c:v>
                </c:pt>
                <c:pt idx="474">
                  <c:v>0.99300840000000001</c:v>
                </c:pt>
                <c:pt idx="475">
                  <c:v>0.99148890000000001</c:v>
                </c:pt>
                <c:pt idx="476">
                  <c:v>1.0215019999999999</c:v>
                </c:pt>
                <c:pt idx="477">
                  <c:v>1.0198590000000001</c:v>
                </c:pt>
                <c:pt idx="478">
                  <c:v>1.021787</c:v>
                </c:pt>
                <c:pt idx="479">
                  <c:v>1.022743</c:v>
                </c:pt>
                <c:pt idx="480">
                  <c:v>1.033231</c:v>
                </c:pt>
                <c:pt idx="481">
                  <c:v>1.0311790000000001</c:v>
                </c:pt>
                <c:pt idx="482">
                  <c:v>1.0245759999999999</c:v>
                </c:pt>
                <c:pt idx="483">
                  <c:v>1.0445070000000001</c:v>
                </c:pt>
                <c:pt idx="484">
                  <c:v>1.0422340000000001</c:v>
                </c:pt>
                <c:pt idx="485">
                  <c:v>1.050883</c:v>
                </c:pt>
                <c:pt idx="486">
                  <c:v>1.048872</c:v>
                </c:pt>
                <c:pt idx="487">
                  <c:v>1.036044</c:v>
                </c:pt>
                <c:pt idx="488">
                  <c:v>1.034321</c:v>
                </c:pt>
                <c:pt idx="489">
                  <c:v>1.0377149999999999</c:v>
                </c:pt>
                <c:pt idx="490">
                  <c:v>1.0433920000000001</c:v>
                </c:pt>
                <c:pt idx="491">
                  <c:v>1.040564</c:v>
                </c:pt>
                <c:pt idx="492">
                  <c:v>1.0298369999999999</c:v>
                </c:pt>
                <c:pt idx="493">
                  <c:v>1.017792</c:v>
                </c:pt>
                <c:pt idx="494">
                  <c:v>1.0094540000000001</c:v>
                </c:pt>
                <c:pt idx="495">
                  <c:v>0.99114080000000004</c:v>
                </c:pt>
                <c:pt idx="496">
                  <c:v>0.98290489999999997</c:v>
                </c:pt>
                <c:pt idx="497">
                  <c:v>0.97483699999999995</c:v>
                </c:pt>
                <c:pt idx="498">
                  <c:v>0.95658370000000004</c:v>
                </c:pt>
                <c:pt idx="499">
                  <c:v>0.96203510000000003</c:v>
                </c:pt>
                <c:pt idx="500">
                  <c:v>0.96162159999999997</c:v>
                </c:pt>
                <c:pt idx="501">
                  <c:v>0.9520035</c:v>
                </c:pt>
                <c:pt idx="502">
                  <c:v>0.94401749999999995</c:v>
                </c:pt>
                <c:pt idx="503">
                  <c:v>0.92808749999999995</c:v>
                </c:pt>
                <c:pt idx="504">
                  <c:v>0.93628750000000005</c:v>
                </c:pt>
                <c:pt idx="505">
                  <c:v>0.93690510000000005</c:v>
                </c:pt>
                <c:pt idx="506">
                  <c:v>0.93512289999999998</c:v>
                </c:pt>
                <c:pt idx="507">
                  <c:v>0.95998280000000002</c:v>
                </c:pt>
                <c:pt idx="508">
                  <c:v>0.96242609999999995</c:v>
                </c:pt>
                <c:pt idx="509">
                  <c:v>0.97338950000000002</c:v>
                </c:pt>
                <c:pt idx="510">
                  <c:v>0.98807270000000003</c:v>
                </c:pt>
                <c:pt idx="511">
                  <c:v>0.99618269999999998</c:v>
                </c:pt>
                <c:pt idx="512">
                  <c:v>1.028009</c:v>
                </c:pt>
                <c:pt idx="513">
                  <c:v>1.0278320000000001</c:v>
                </c:pt>
                <c:pt idx="514">
                  <c:v>1.040197</c:v>
                </c:pt>
                <c:pt idx="515">
                  <c:v>1.0342739999999999</c:v>
                </c:pt>
                <c:pt idx="516">
                  <c:v>1.0414509999999999</c:v>
                </c:pt>
              </c:numCache>
            </c:numRef>
          </c:yVal>
          <c:smooth val="1"/>
          <c:extLst>
            <c:ext xmlns:c16="http://schemas.microsoft.com/office/drawing/2014/chart" uri="{C3380CC4-5D6E-409C-BE32-E72D297353CC}">
              <c16:uniqueId val="{00000009-8DD4-48FF-9190-97E9B7BA265F}"/>
            </c:ext>
          </c:extLst>
        </c:ser>
        <c:dLbls>
          <c:showLegendKey val="0"/>
          <c:showVal val="0"/>
          <c:showCatName val="0"/>
          <c:showSerName val="0"/>
          <c:showPercent val="0"/>
          <c:showBubbleSize val="0"/>
        </c:dLbls>
        <c:axId val="1098481120"/>
        <c:axId val="1098481600"/>
      </c:scatterChart>
      <c:valAx>
        <c:axId val="1098481120"/>
        <c:scaling>
          <c:orientation val="minMax"/>
          <c:max val="4"/>
          <c:min val="2"/>
        </c:scaling>
        <c:delete val="0"/>
        <c:axPos val="b"/>
        <c:majorGridlines>
          <c:spPr>
            <a:ln w="9525" cap="flat" cmpd="sng" algn="ctr">
              <a:noFill/>
              <a:round/>
            </a:ln>
            <a:effectLst/>
          </c:spPr>
        </c:majorGridlines>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ltLang="ja-JP" sz="1000" b="0" i="0" u="none" strike="noStrike" kern="1200" baseline="0" dirty="0">
                    <a:solidFill>
                      <a:srgbClr val="000000">
                        <a:lumMod val="65000"/>
                        <a:lumOff val="35000"/>
                      </a:srgbClr>
                    </a:solidFill>
                  </a:rPr>
                  <a:t>r[</a:t>
                </a:r>
                <a:r>
                  <a:rPr lang="en-US" altLang="ja-JP" sz="1000" b="0" i="0" u="none" strike="noStrike" kern="1200" baseline="0" dirty="0">
                    <a:solidFill>
                      <a:srgbClr val="000000">
                        <a:lumMod val="65000"/>
                        <a:lumOff val="35000"/>
                      </a:srgbClr>
                    </a:solidFill>
                    <a:latin typeface="Yu Gothic UI" panose="020B0500000000000000" pitchFamily="50" charset="-128"/>
                    <a:ea typeface="Yu Gothic UI" panose="020B0500000000000000" pitchFamily="50" charset="-128"/>
                  </a:rPr>
                  <a:t>Å</a:t>
                </a:r>
                <a:r>
                  <a:rPr lang="en-US" altLang="ja-JP" sz="1000" b="0" i="0" u="none" strike="noStrike" kern="1200" baseline="0" dirty="0">
                    <a:solidFill>
                      <a:srgbClr val="000000">
                        <a:lumMod val="65000"/>
                        <a:lumOff val="35000"/>
                      </a:srgbClr>
                    </a:solidFill>
                  </a:rPr>
                  <a:t>]</a:t>
                </a:r>
                <a:endParaRPr lang="ja-JP" altLang="en-US" sz="1000" b="0" i="0" u="none" strike="noStrike" kern="1200" baseline="0" dirty="0">
                  <a:solidFill>
                    <a:srgbClr val="000000">
                      <a:lumMod val="65000"/>
                      <a:lumOff val="35000"/>
                    </a:srgbClr>
                  </a:solidFill>
                </a:endParaRPr>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ja-JP" altLang="en-US"/>
            </a:p>
          </c:txPr>
        </c:title>
        <c:numFmt formatCode="General" sourceLinked="0"/>
        <c:majorTickMark val="none"/>
        <c:minorTickMark val="none"/>
        <c:tickLblPos val="low"/>
        <c:spPr>
          <a:noFill/>
          <a:ln w="9525" cap="flat" cmpd="sng" algn="ctr">
            <a:no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ja-JP"/>
          </a:p>
        </c:txPr>
        <c:crossAx val="1098481600"/>
        <c:crosses val="autoZero"/>
        <c:crossBetween val="midCat"/>
      </c:valAx>
      <c:valAx>
        <c:axId val="1098481600"/>
        <c:scaling>
          <c:orientation val="minMax"/>
          <c:max val="8"/>
          <c:min val="-0.5"/>
        </c:scaling>
        <c:delete val="0"/>
        <c:axPos val="l"/>
        <c:majorGridlines>
          <c:spPr>
            <a:ln w="9525" cap="flat" cmpd="sng" algn="ctr">
              <a:no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ltLang="ja-JP" sz="1000" b="0" i="0" u="none" strike="noStrike" kern="1200" baseline="0" dirty="0">
                    <a:solidFill>
                      <a:srgbClr val="000000">
                        <a:lumMod val="65000"/>
                        <a:lumOff val="35000"/>
                      </a:srgbClr>
                    </a:solidFill>
                  </a:rPr>
                  <a:t>g(r)</a:t>
                </a:r>
                <a:endParaRPr lang="ja-JP" altLang="en-US" sz="1000" b="0" i="0" u="none" strike="noStrike" kern="1200" baseline="0" dirty="0">
                  <a:solidFill>
                    <a:srgbClr val="000000">
                      <a:lumMod val="65000"/>
                      <a:lumOff val="35000"/>
                    </a:srgbClr>
                  </a:solidFill>
                </a:endParaRPr>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ja-JP" altLang="en-US"/>
            </a:p>
          </c:txPr>
        </c:title>
        <c:numFmt formatCode="General" sourceLinked="0"/>
        <c:majorTickMark val="none"/>
        <c:minorTickMark val="none"/>
        <c:tickLblPos val="nextTo"/>
        <c:spPr>
          <a:noFill/>
          <a:ln w="9525" cap="flat" cmpd="sng" algn="ctr">
            <a:no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ja-JP"/>
          </a:p>
        </c:txPr>
        <c:crossAx val="1098481120"/>
        <c:crosses val="autoZero"/>
        <c:crossBetween val="midCat"/>
      </c:valAx>
      <c:spPr>
        <a:noFill/>
        <a:ln>
          <a:solidFill>
            <a:schemeClr val="tx1"/>
          </a:solidFill>
        </a:ln>
        <a:effectLst/>
      </c:spPr>
    </c:plotArea>
    <c:legend>
      <c:legendPos val="b"/>
      <c:layout>
        <c:manualLayout>
          <c:xMode val="edge"/>
          <c:yMode val="edge"/>
          <c:x val="0.63399089295249844"/>
          <c:y val="6.8226311811624515E-2"/>
          <c:w val="0.25020888013998249"/>
          <c:h val="0.52893627879848348"/>
        </c:manualLayout>
      </c:layout>
      <c:overlay val="1"/>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ja-JP"/>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ja-JP"/>
    </a:p>
  </c:txPr>
  <c:externalData r:id="rId4">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scatterChart>
        <c:scatterStyle val="smoothMarker"/>
        <c:varyColors val="0"/>
        <c:ser>
          <c:idx val="0"/>
          <c:order val="0"/>
          <c:tx>
            <c:v>計算結果</c:v>
          </c:tx>
          <c:spPr>
            <a:ln w="19050" cap="rnd">
              <a:solidFill>
                <a:schemeClr val="accent1"/>
              </a:solidFill>
              <a:round/>
            </a:ln>
            <a:effectLst/>
          </c:spPr>
          <c:marker>
            <c:symbol val="none"/>
          </c:marker>
          <c:xVal>
            <c:numRef>
              <c:f>一般化構造因子!$A$1:$A$381</c:f>
              <c:numCache>
                <c:formatCode>General</c:formatCode>
                <c:ptCount val="381"/>
                <c:pt idx="0">
                  <c:v>1.4357740000000001</c:v>
                </c:pt>
                <c:pt idx="1">
                  <c:v>1.5075210000000001</c:v>
                </c:pt>
                <c:pt idx="2">
                  <c:v>1.5792630000000001</c:v>
                </c:pt>
                <c:pt idx="3">
                  <c:v>1.650998</c:v>
                </c:pt>
                <c:pt idx="4">
                  <c:v>1.722726</c:v>
                </c:pt>
                <c:pt idx="5">
                  <c:v>1.794448</c:v>
                </c:pt>
                <c:pt idx="6">
                  <c:v>1.8661620000000001</c:v>
                </c:pt>
                <c:pt idx="7">
                  <c:v>1.9378690000000001</c:v>
                </c:pt>
                <c:pt idx="8">
                  <c:v>2.0095689999999999</c:v>
                </c:pt>
                <c:pt idx="9">
                  <c:v>2.0812599999999999</c:v>
                </c:pt>
                <c:pt idx="10">
                  <c:v>2.1529430000000001</c:v>
                </c:pt>
                <c:pt idx="11">
                  <c:v>2.2246169999999998</c:v>
                </c:pt>
                <c:pt idx="12">
                  <c:v>2.2962820000000002</c:v>
                </c:pt>
                <c:pt idx="13">
                  <c:v>2.3679389999999998</c:v>
                </c:pt>
                <c:pt idx="14">
                  <c:v>2.4395850000000001</c:v>
                </c:pt>
                <c:pt idx="15">
                  <c:v>2.5112220000000001</c:v>
                </c:pt>
                <c:pt idx="16">
                  <c:v>2.582849</c:v>
                </c:pt>
                <c:pt idx="17">
                  <c:v>2.6544660000000002</c:v>
                </c:pt>
                <c:pt idx="18">
                  <c:v>2.7260719999999998</c:v>
                </c:pt>
                <c:pt idx="19">
                  <c:v>2.7976670000000001</c:v>
                </c:pt>
                <c:pt idx="20">
                  <c:v>2.8692510000000002</c:v>
                </c:pt>
                <c:pt idx="21">
                  <c:v>2.940823</c:v>
                </c:pt>
                <c:pt idx="22">
                  <c:v>3.0123829999999998</c:v>
                </c:pt>
                <c:pt idx="23">
                  <c:v>3.0839319999999999</c:v>
                </c:pt>
                <c:pt idx="24">
                  <c:v>3.1554679999999999</c:v>
                </c:pt>
                <c:pt idx="25">
                  <c:v>3.2269920000000001</c:v>
                </c:pt>
                <c:pt idx="26">
                  <c:v>3.2985030000000002</c:v>
                </c:pt>
                <c:pt idx="27">
                  <c:v>3.37</c:v>
                </c:pt>
                <c:pt idx="28">
                  <c:v>3.441484</c:v>
                </c:pt>
                <c:pt idx="29">
                  <c:v>3.5129540000000001</c:v>
                </c:pt>
                <c:pt idx="30">
                  <c:v>3.5844109999999998</c:v>
                </c:pt>
                <c:pt idx="31">
                  <c:v>3.655853</c:v>
                </c:pt>
                <c:pt idx="32">
                  <c:v>3.7272799999999999</c:v>
                </c:pt>
                <c:pt idx="33">
                  <c:v>3.798692</c:v>
                </c:pt>
                <c:pt idx="34">
                  <c:v>3.8700890000000001</c:v>
                </c:pt>
                <c:pt idx="35">
                  <c:v>3.9414709999999999</c:v>
                </c:pt>
                <c:pt idx="36">
                  <c:v>4.0128370000000002</c:v>
                </c:pt>
                <c:pt idx="37">
                  <c:v>4.084187</c:v>
                </c:pt>
                <c:pt idx="38">
                  <c:v>4.1555200000000001</c:v>
                </c:pt>
                <c:pt idx="39">
                  <c:v>4.2268369999999997</c:v>
                </c:pt>
                <c:pt idx="40">
                  <c:v>4.2981369999999997</c:v>
                </c:pt>
                <c:pt idx="41">
                  <c:v>4.3694199999999999</c:v>
                </c:pt>
                <c:pt idx="42">
                  <c:v>4.4406850000000002</c:v>
                </c:pt>
                <c:pt idx="43">
                  <c:v>4.511933</c:v>
                </c:pt>
                <c:pt idx="44">
                  <c:v>4.5831619999999997</c:v>
                </c:pt>
                <c:pt idx="45">
                  <c:v>4.6543729999999996</c:v>
                </c:pt>
                <c:pt idx="46">
                  <c:v>4.7255659999999997</c:v>
                </c:pt>
                <c:pt idx="47">
                  <c:v>4.7967399999999998</c:v>
                </c:pt>
                <c:pt idx="48">
                  <c:v>4.8678939999999997</c:v>
                </c:pt>
                <c:pt idx="49">
                  <c:v>4.9390289999999997</c:v>
                </c:pt>
                <c:pt idx="50">
                  <c:v>5.0101440000000004</c:v>
                </c:pt>
                <c:pt idx="51">
                  <c:v>5.0812400000000002</c:v>
                </c:pt>
                <c:pt idx="52">
                  <c:v>5.1523139999999996</c:v>
                </c:pt>
                <c:pt idx="53">
                  <c:v>5.2233689999999999</c:v>
                </c:pt>
                <c:pt idx="54">
                  <c:v>5.2944019999999998</c:v>
                </c:pt>
                <c:pt idx="55">
                  <c:v>5.3654140000000003</c:v>
                </c:pt>
                <c:pt idx="56">
                  <c:v>5.4364049999999997</c:v>
                </c:pt>
                <c:pt idx="57">
                  <c:v>5.5073740000000004</c:v>
                </c:pt>
                <c:pt idx="58">
                  <c:v>5.5783209999999999</c:v>
                </c:pt>
                <c:pt idx="59">
                  <c:v>5.6492449999999996</c:v>
                </c:pt>
                <c:pt idx="60">
                  <c:v>5.720148</c:v>
                </c:pt>
                <c:pt idx="61">
                  <c:v>5.7910269999999997</c:v>
                </c:pt>
                <c:pt idx="62">
                  <c:v>5.8618829999999997</c:v>
                </c:pt>
                <c:pt idx="63">
                  <c:v>5.932715</c:v>
                </c:pt>
                <c:pt idx="64">
                  <c:v>6.0035239999999996</c:v>
                </c:pt>
                <c:pt idx="65">
                  <c:v>6.0743090000000004</c:v>
                </c:pt>
                <c:pt idx="66">
                  <c:v>6.1450699999999996</c:v>
                </c:pt>
                <c:pt idx="67">
                  <c:v>6.2158059999999997</c:v>
                </c:pt>
                <c:pt idx="68">
                  <c:v>6.2865159999999998</c:v>
                </c:pt>
                <c:pt idx="69">
                  <c:v>6.357202</c:v>
                </c:pt>
                <c:pt idx="70">
                  <c:v>6.4278630000000003</c:v>
                </c:pt>
                <c:pt idx="71">
                  <c:v>6.4984970000000004</c:v>
                </c:pt>
                <c:pt idx="72">
                  <c:v>6.5691059999999997</c:v>
                </c:pt>
                <c:pt idx="73">
                  <c:v>6.6396889999999997</c:v>
                </c:pt>
                <c:pt idx="74">
                  <c:v>6.7102449999999996</c:v>
                </c:pt>
                <c:pt idx="75">
                  <c:v>6.7807740000000001</c:v>
                </c:pt>
                <c:pt idx="76">
                  <c:v>6.8512760000000004</c:v>
                </c:pt>
                <c:pt idx="77">
                  <c:v>6.9217510000000004</c:v>
                </c:pt>
                <c:pt idx="78">
                  <c:v>6.9921980000000001</c:v>
                </c:pt>
                <c:pt idx="79">
                  <c:v>7.0626160000000002</c:v>
                </c:pt>
                <c:pt idx="80">
                  <c:v>7.1330070000000001</c:v>
                </c:pt>
                <c:pt idx="81">
                  <c:v>7.2033690000000004</c:v>
                </c:pt>
                <c:pt idx="82">
                  <c:v>7.2737030000000003</c:v>
                </c:pt>
                <c:pt idx="83">
                  <c:v>7.3440070000000004</c:v>
                </c:pt>
                <c:pt idx="84">
                  <c:v>7.4142809999999999</c:v>
                </c:pt>
                <c:pt idx="85">
                  <c:v>7.4845269999999999</c:v>
                </c:pt>
                <c:pt idx="86">
                  <c:v>7.5547420000000001</c:v>
                </c:pt>
                <c:pt idx="87">
                  <c:v>7.6249269999999996</c:v>
                </c:pt>
                <c:pt idx="88">
                  <c:v>7.6950820000000002</c:v>
                </c:pt>
                <c:pt idx="89">
                  <c:v>7.7652049999999999</c:v>
                </c:pt>
                <c:pt idx="90">
                  <c:v>7.8352979999999999</c:v>
                </c:pt>
                <c:pt idx="91">
                  <c:v>7.9053589999999998</c:v>
                </c:pt>
                <c:pt idx="92">
                  <c:v>7.9753889999999998</c:v>
                </c:pt>
                <c:pt idx="93">
                  <c:v>8.0453869999999998</c:v>
                </c:pt>
                <c:pt idx="94">
                  <c:v>8.1153530000000007</c:v>
                </c:pt>
                <c:pt idx="95">
                  <c:v>8.1852859999999996</c:v>
                </c:pt>
                <c:pt idx="96">
                  <c:v>8.2551860000000001</c:v>
                </c:pt>
                <c:pt idx="97">
                  <c:v>8.3250539999999997</c:v>
                </c:pt>
                <c:pt idx="98">
                  <c:v>8.3948879999999999</c:v>
                </c:pt>
                <c:pt idx="99">
                  <c:v>8.4646880000000007</c:v>
                </c:pt>
                <c:pt idx="100">
                  <c:v>8.5344549999999995</c:v>
                </c:pt>
                <c:pt idx="101">
                  <c:v>8.6041880000000006</c:v>
                </c:pt>
                <c:pt idx="102">
                  <c:v>8.6738859999999995</c:v>
                </c:pt>
                <c:pt idx="103">
                  <c:v>8.7435489999999998</c:v>
                </c:pt>
                <c:pt idx="104">
                  <c:v>8.8131780000000006</c:v>
                </c:pt>
                <c:pt idx="105">
                  <c:v>8.882771</c:v>
                </c:pt>
                <c:pt idx="106">
                  <c:v>8.9523290000000006</c:v>
                </c:pt>
                <c:pt idx="107">
                  <c:v>9.0218509999999998</c:v>
                </c:pt>
                <c:pt idx="108">
                  <c:v>9.0913360000000001</c:v>
                </c:pt>
                <c:pt idx="109">
                  <c:v>9.1607859999999999</c:v>
                </c:pt>
                <c:pt idx="110">
                  <c:v>9.2301990000000007</c:v>
                </c:pt>
                <c:pt idx="111">
                  <c:v>9.2995750000000008</c:v>
                </c:pt>
                <c:pt idx="112">
                  <c:v>9.3689129999999992</c:v>
                </c:pt>
                <c:pt idx="113">
                  <c:v>9.4382140000000003</c:v>
                </c:pt>
                <c:pt idx="114">
                  <c:v>9.5074780000000008</c:v>
                </c:pt>
                <c:pt idx="115">
                  <c:v>9.5767030000000002</c:v>
                </c:pt>
                <c:pt idx="116">
                  <c:v>9.6458899999999996</c:v>
                </c:pt>
                <c:pt idx="117">
                  <c:v>9.7150379999999998</c:v>
                </c:pt>
                <c:pt idx="118">
                  <c:v>9.7841480000000001</c:v>
                </c:pt>
                <c:pt idx="119">
                  <c:v>9.8532189999999993</c:v>
                </c:pt>
                <c:pt idx="120">
                  <c:v>9.92225</c:v>
                </c:pt>
                <c:pt idx="121">
                  <c:v>9.9912410000000005</c:v>
                </c:pt>
                <c:pt idx="122">
                  <c:v>10.06019</c:v>
                </c:pt>
                <c:pt idx="123">
                  <c:v>10.129099999999999</c:v>
                </c:pt>
                <c:pt idx="124">
                  <c:v>10.197979999999999</c:v>
                </c:pt>
                <c:pt idx="125">
                  <c:v>10.2668</c:v>
                </c:pt>
                <c:pt idx="126">
                  <c:v>10.33559</c:v>
                </c:pt>
                <c:pt idx="127">
                  <c:v>10.404339999999999</c:v>
                </c:pt>
                <c:pt idx="128">
                  <c:v>10.473050000000001</c:v>
                </c:pt>
                <c:pt idx="129">
                  <c:v>10.54171</c:v>
                </c:pt>
                <c:pt idx="130">
                  <c:v>10.610329999999999</c:v>
                </c:pt>
                <c:pt idx="131">
                  <c:v>10.67891</c:v>
                </c:pt>
                <c:pt idx="132">
                  <c:v>10.747450000000001</c:v>
                </c:pt>
                <c:pt idx="133">
                  <c:v>10.815939999999999</c:v>
                </c:pt>
                <c:pt idx="134">
                  <c:v>10.88439</c:v>
                </c:pt>
                <c:pt idx="135">
                  <c:v>10.9528</c:v>
                </c:pt>
                <c:pt idx="136">
                  <c:v>11.02116</c:v>
                </c:pt>
                <c:pt idx="137">
                  <c:v>11.08948</c:v>
                </c:pt>
                <c:pt idx="138">
                  <c:v>11.15776</c:v>
                </c:pt>
                <c:pt idx="139">
                  <c:v>11.225989999999999</c:v>
                </c:pt>
                <c:pt idx="140">
                  <c:v>11.294169999999999</c:v>
                </c:pt>
                <c:pt idx="141">
                  <c:v>11.362310000000001</c:v>
                </c:pt>
                <c:pt idx="142">
                  <c:v>11.43041</c:v>
                </c:pt>
                <c:pt idx="143">
                  <c:v>11.49845</c:v>
                </c:pt>
                <c:pt idx="144">
                  <c:v>11.566459999999999</c:v>
                </c:pt>
                <c:pt idx="145">
                  <c:v>11.634410000000001</c:v>
                </c:pt>
                <c:pt idx="146">
                  <c:v>11.70232</c:v>
                </c:pt>
                <c:pt idx="147">
                  <c:v>11.770189999999999</c:v>
                </c:pt>
                <c:pt idx="148">
                  <c:v>11.837999999999999</c:v>
                </c:pt>
                <c:pt idx="149">
                  <c:v>11.90577</c:v>
                </c:pt>
                <c:pt idx="150">
                  <c:v>11.97349</c:v>
                </c:pt>
                <c:pt idx="151">
                  <c:v>12.041169999999999</c:v>
                </c:pt>
                <c:pt idx="152">
                  <c:v>12.108790000000001</c:v>
                </c:pt>
                <c:pt idx="153">
                  <c:v>12.17637</c:v>
                </c:pt>
                <c:pt idx="154">
                  <c:v>12.2439</c:v>
                </c:pt>
                <c:pt idx="155">
                  <c:v>12.31137</c:v>
                </c:pt>
                <c:pt idx="156">
                  <c:v>12.3788</c:v>
                </c:pt>
                <c:pt idx="157">
                  <c:v>12.44618</c:v>
                </c:pt>
                <c:pt idx="158">
                  <c:v>12.51351</c:v>
                </c:pt>
                <c:pt idx="159">
                  <c:v>12.58079</c:v>
                </c:pt>
                <c:pt idx="160">
                  <c:v>12.648020000000001</c:v>
                </c:pt>
                <c:pt idx="161">
                  <c:v>12.715199999999999</c:v>
                </c:pt>
                <c:pt idx="162">
                  <c:v>12.78233</c:v>
                </c:pt>
                <c:pt idx="163">
                  <c:v>12.849410000000001</c:v>
                </c:pt>
                <c:pt idx="164">
                  <c:v>12.91644</c:v>
                </c:pt>
                <c:pt idx="165">
                  <c:v>12.983409999999999</c:v>
                </c:pt>
                <c:pt idx="166">
                  <c:v>13.050330000000001</c:v>
                </c:pt>
                <c:pt idx="167">
                  <c:v>13.1172</c:v>
                </c:pt>
                <c:pt idx="168">
                  <c:v>13.18402</c:v>
                </c:pt>
                <c:pt idx="169">
                  <c:v>13.25079</c:v>
                </c:pt>
                <c:pt idx="170">
                  <c:v>13.317500000000001</c:v>
                </c:pt>
                <c:pt idx="171">
                  <c:v>13.38416</c:v>
                </c:pt>
                <c:pt idx="172">
                  <c:v>13.450760000000001</c:v>
                </c:pt>
                <c:pt idx="173">
                  <c:v>13.51731</c:v>
                </c:pt>
                <c:pt idx="174">
                  <c:v>13.58381</c:v>
                </c:pt>
                <c:pt idx="175">
                  <c:v>13.65025</c:v>
                </c:pt>
                <c:pt idx="176">
                  <c:v>13.71664</c:v>
                </c:pt>
                <c:pt idx="177">
                  <c:v>13.78298</c:v>
                </c:pt>
                <c:pt idx="178">
                  <c:v>13.84925</c:v>
                </c:pt>
                <c:pt idx="179">
                  <c:v>13.915480000000001</c:v>
                </c:pt>
                <c:pt idx="180">
                  <c:v>13.981640000000001</c:v>
                </c:pt>
                <c:pt idx="181">
                  <c:v>14.04776</c:v>
                </c:pt>
                <c:pt idx="182">
                  <c:v>14.113810000000001</c:v>
                </c:pt>
                <c:pt idx="183">
                  <c:v>14.17981</c:v>
                </c:pt>
                <c:pt idx="184">
                  <c:v>14.245749999999999</c:v>
                </c:pt>
                <c:pt idx="185">
                  <c:v>14.311640000000001</c:v>
                </c:pt>
                <c:pt idx="186">
                  <c:v>14.377459999999999</c:v>
                </c:pt>
                <c:pt idx="187">
                  <c:v>14.44323</c:v>
                </c:pt>
                <c:pt idx="188">
                  <c:v>14.50895</c:v>
                </c:pt>
                <c:pt idx="189">
                  <c:v>14.5746</c:v>
                </c:pt>
                <c:pt idx="190">
                  <c:v>14.6402</c:v>
                </c:pt>
                <c:pt idx="191">
                  <c:v>14.705730000000001</c:v>
                </c:pt>
                <c:pt idx="192">
                  <c:v>14.77121</c:v>
                </c:pt>
                <c:pt idx="193">
                  <c:v>14.83663</c:v>
                </c:pt>
                <c:pt idx="194">
                  <c:v>14.90199</c:v>
                </c:pt>
                <c:pt idx="195">
                  <c:v>14.96729</c:v>
                </c:pt>
                <c:pt idx="196">
                  <c:v>15.032539999999999</c:v>
                </c:pt>
                <c:pt idx="197">
                  <c:v>15.097720000000001</c:v>
                </c:pt>
                <c:pt idx="198">
                  <c:v>15.162839999999999</c:v>
                </c:pt>
                <c:pt idx="199">
                  <c:v>15.2279</c:v>
                </c:pt>
                <c:pt idx="200">
                  <c:v>15.29289</c:v>
                </c:pt>
                <c:pt idx="201">
                  <c:v>15.35783</c:v>
                </c:pt>
                <c:pt idx="202">
                  <c:v>15.42271</c:v>
                </c:pt>
                <c:pt idx="203">
                  <c:v>15.48752</c:v>
                </c:pt>
                <c:pt idx="204">
                  <c:v>15.55228</c:v>
                </c:pt>
                <c:pt idx="205">
                  <c:v>15.61697</c:v>
                </c:pt>
                <c:pt idx="206">
                  <c:v>15.68159</c:v>
                </c:pt>
                <c:pt idx="207">
                  <c:v>15.74616</c:v>
                </c:pt>
                <c:pt idx="208">
                  <c:v>15.81066</c:v>
                </c:pt>
                <c:pt idx="209">
                  <c:v>15.8751</c:v>
                </c:pt>
                <c:pt idx="210">
                  <c:v>15.93948</c:v>
                </c:pt>
                <c:pt idx="211">
                  <c:v>16.003789999999999</c:v>
                </c:pt>
                <c:pt idx="212">
                  <c:v>16.06804</c:v>
                </c:pt>
                <c:pt idx="213">
                  <c:v>16.13222</c:v>
                </c:pt>
                <c:pt idx="214">
                  <c:v>16.196339999999999</c:v>
                </c:pt>
                <c:pt idx="215">
                  <c:v>16.260390000000001</c:v>
                </c:pt>
                <c:pt idx="216">
                  <c:v>16.324380000000001</c:v>
                </c:pt>
                <c:pt idx="217">
                  <c:v>16.388300000000001</c:v>
                </c:pt>
                <c:pt idx="218">
                  <c:v>16.452159999999999</c:v>
                </c:pt>
                <c:pt idx="219">
                  <c:v>16.51595</c:v>
                </c:pt>
                <c:pt idx="220">
                  <c:v>16.57968</c:v>
                </c:pt>
                <c:pt idx="221">
                  <c:v>16.643339999999998</c:v>
                </c:pt>
                <c:pt idx="222">
                  <c:v>16.70693</c:v>
                </c:pt>
                <c:pt idx="223">
                  <c:v>16.77046</c:v>
                </c:pt>
                <c:pt idx="224">
                  <c:v>16.833919999999999</c:v>
                </c:pt>
                <c:pt idx="225">
                  <c:v>16.897310000000001</c:v>
                </c:pt>
                <c:pt idx="226">
                  <c:v>16.960640000000001</c:v>
                </c:pt>
                <c:pt idx="227">
                  <c:v>17.023890000000002</c:v>
                </c:pt>
                <c:pt idx="228">
                  <c:v>17.08708</c:v>
                </c:pt>
                <c:pt idx="229">
                  <c:v>17.150200000000002</c:v>
                </c:pt>
                <c:pt idx="230">
                  <c:v>17.213249999999999</c:v>
                </c:pt>
                <c:pt idx="231">
                  <c:v>17.276240000000001</c:v>
                </c:pt>
                <c:pt idx="232">
                  <c:v>17.33915</c:v>
                </c:pt>
                <c:pt idx="233">
                  <c:v>17.401990000000001</c:v>
                </c:pt>
                <c:pt idx="234">
                  <c:v>17.464770000000001</c:v>
                </c:pt>
                <c:pt idx="235">
                  <c:v>17.527480000000001</c:v>
                </c:pt>
                <c:pt idx="236">
                  <c:v>17.590109999999999</c:v>
                </c:pt>
                <c:pt idx="237">
                  <c:v>17.652670000000001</c:v>
                </c:pt>
                <c:pt idx="238">
                  <c:v>17.715170000000001</c:v>
                </c:pt>
                <c:pt idx="239">
                  <c:v>17.77759</c:v>
                </c:pt>
                <c:pt idx="240">
                  <c:v>17.839939999999999</c:v>
                </c:pt>
                <c:pt idx="241">
                  <c:v>17.90222</c:v>
                </c:pt>
                <c:pt idx="242">
                  <c:v>17.96443</c:v>
                </c:pt>
                <c:pt idx="243">
                  <c:v>18.02657</c:v>
                </c:pt>
                <c:pt idx="244">
                  <c:v>18.088629999999998</c:v>
                </c:pt>
                <c:pt idx="245">
                  <c:v>18.15063</c:v>
                </c:pt>
                <c:pt idx="246">
                  <c:v>18.21255</c:v>
                </c:pt>
                <c:pt idx="247">
                  <c:v>18.27439</c:v>
                </c:pt>
                <c:pt idx="248">
                  <c:v>18.336169999999999</c:v>
                </c:pt>
                <c:pt idx="249">
                  <c:v>18.397870000000001</c:v>
                </c:pt>
                <c:pt idx="250">
                  <c:v>18.459499999999998</c:v>
                </c:pt>
                <c:pt idx="251">
                  <c:v>18.521049999999999</c:v>
                </c:pt>
                <c:pt idx="252">
                  <c:v>18.582529999999998</c:v>
                </c:pt>
                <c:pt idx="253">
                  <c:v>18.643930000000001</c:v>
                </c:pt>
                <c:pt idx="254">
                  <c:v>18.705259999999999</c:v>
                </c:pt>
                <c:pt idx="255">
                  <c:v>18.76652</c:v>
                </c:pt>
                <c:pt idx="256">
                  <c:v>18.8277</c:v>
                </c:pt>
                <c:pt idx="257">
                  <c:v>18.8888</c:v>
                </c:pt>
                <c:pt idx="258">
                  <c:v>18.949829999999999</c:v>
                </c:pt>
                <c:pt idx="259">
                  <c:v>19.01079</c:v>
                </c:pt>
                <c:pt idx="260">
                  <c:v>19.071660000000001</c:v>
                </c:pt>
                <c:pt idx="261">
                  <c:v>19.132470000000001</c:v>
                </c:pt>
                <c:pt idx="262">
                  <c:v>19.193190000000001</c:v>
                </c:pt>
                <c:pt idx="263">
                  <c:v>19.25384</c:v>
                </c:pt>
                <c:pt idx="264">
                  <c:v>19.314409999999999</c:v>
                </c:pt>
                <c:pt idx="265">
                  <c:v>19.3749</c:v>
                </c:pt>
                <c:pt idx="266">
                  <c:v>19.435320000000001</c:v>
                </c:pt>
                <c:pt idx="267">
                  <c:v>19.495660000000001</c:v>
                </c:pt>
                <c:pt idx="268">
                  <c:v>19.55592</c:v>
                </c:pt>
                <c:pt idx="269">
                  <c:v>19.616099999999999</c:v>
                </c:pt>
                <c:pt idx="270">
                  <c:v>19.676200000000001</c:v>
                </c:pt>
                <c:pt idx="271">
                  <c:v>19.736229999999999</c:v>
                </c:pt>
                <c:pt idx="272">
                  <c:v>19.79618</c:v>
                </c:pt>
                <c:pt idx="273">
                  <c:v>19.85604</c:v>
                </c:pt>
                <c:pt idx="274">
                  <c:v>19.91583</c:v>
                </c:pt>
                <c:pt idx="275">
                  <c:v>19.975539999999999</c:v>
                </c:pt>
                <c:pt idx="276">
                  <c:v>20.035170000000001</c:v>
                </c:pt>
                <c:pt idx="277">
                  <c:v>20.094719999999999</c:v>
                </c:pt>
                <c:pt idx="278">
                  <c:v>20.15418</c:v>
                </c:pt>
                <c:pt idx="279">
                  <c:v>20.213570000000001</c:v>
                </c:pt>
                <c:pt idx="280">
                  <c:v>20.272880000000001</c:v>
                </c:pt>
                <c:pt idx="281">
                  <c:v>20.332100000000001</c:v>
                </c:pt>
                <c:pt idx="282">
                  <c:v>20.39124</c:v>
                </c:pt>
                <c:pt idx="283">
                  <c:v>20.450310000000002</c:v>
                </c:pt>
                <c:pt idx="284">
                  <c:v>20.50929</c:v>
                </c:pt>
                <c:pt idx="285">
                  <c:v>20.568190000000001</c:v>
                </c:pt>
                <c:pt idx="286">
                  <c:v>20.626999999999999</c:v>
                </c:pt>
                <c:pt idx="287">
                  <c:v>20.68573</c:v>
                </c:pt>
                <c:pt idx="288">
                  <c:v>20.74438</c:v>
                </c:pt>
                <c:pt idx="289">
                  <c:v>20.802949999999999</c:v>
                </c:pt>
                <c:pt idx="290">
                  <c:v>20.861440000000002</c:v>
                </c:pt>
                <c:pt idx="291">
                  <c:v>20.919840000000001</c:v>
                </c:pt>
                <c:pt idx="292">
                  <c:v>20.978159999999999</c:v>
                </c:pt>
                <c:pt idx="293">
                  <c:v>21.036390000000001</c:v>
                </c:pt>
                <c:pt idx="294">
                  <c:v>21.094539999999999</c:v>
                </c:pt>
                <c:pt idx="295">
                  <c:v>21.1526</c:v>
                </c:pt>
                <c:pt idx="296">
                  <c:v>21.21058</c:v>
                </c:pt>
                <c:pt idx="297">
                  <c:v>21.26848</c:v>
                </c:pt>
                <c:pt idx="298">
                  <c:v>21.32629</c:v>
                </c:pt>
                <c:pt idx="299">
                  <c:v>21.38402</c:v>
                </c:pt>
                <c:pt idx="300">
                  <c:v>21.441649999999999</c:v>
                </c:pt>
                <c:pt idx="301">
                  <c:v>21.499210000000001</c:v>
                </c:pt>
                <c:pt idx="302">
                  <c:v>21.55668</c:v>
                </c:pt>
                <c:pt idx="303">
                  <c:v>21.614059999999998</c:v>
                </c:pt>
                <c:pt idx="304">
                  <c:v>21.67135</c:v>
                </c:pt>
                <c:pt idx="305">
                  <c:v>21.728560000000002</c:v>
                </c:pt>
                <c:pt idx="306">
                  <c:v>21.785679999999999</c:v>
                </c:pt>
                <c:pt idx="307">
                  <c:v>21.84272</c:v>
                </c:pt>
                <c:pt idx="308">
                  <c:v>21.89967</c:v>
                </c:pt>
                <c:pt idx="309">
                  <c:v>21.956520000000001</c:v>
                </c:pt>
                <c:pt idx="310">
                  <c:v>22.013300000000001</c:v>
                </c:pt>
                <c:pt idx="311">
                  <c:v>22.069980000000001</c:v>
                </c:pt>
                <c:pt idx="312">
                  <c:v>22.126580000000001</c:v>
                </c:pt>
                <c:pt idx="313">
                  <c:v>22.18308</c:v>
                </c:pt>
                <c:pt idx="314">
                  <c:v>22.2395</c:v>
                </c:pt>
                <c:pt idx="315">
                  <c:v>22.295829999999999</c:v>
                </c:pt>
                <c:pt idx="316">
                  <c:v>22.352070000000001</c:v>
                </c:pt>
                <c:pt idx="317">
                  <c:v>22.40822</c:v>
                </c:pt>
                <c:pt idx="318">
                  <c:v>22.464279999999999</c:v>
                </c:pt>
                <c:pt idx="319">
                  <c:v>22.520250000000001</c:v>
                </c:pt>
                <c:pt idx="320">
                  <c:v>22.576129999999999</c:v>
                </c:pt>
                <c:pt idx="321">
                  <c:v>22.631920000000001</c:v>
                </c:pt>
                <c:pt idx="322">
                  <c:v>22.687619999999999</c:v>
                </c:pt>
                <c:pt idx="323">
                  <c:v>22.743230000000001</c:v>
                </c:pt>
                <c:pt idx="324">
                  <c:v>22.798749999999998</c:v>
                </c:pt>
                <c:pt idx="325">
                  <c:v>22.854179999999999</c:v>
                </c:pt>
                <c:pt idx="326">
                  <c:v>22.909510000000001</c:v>
                </c:pt>
                <c:pt idx="327">
                  <c:v>22.964759999999998</c:v>
                </c:pt>
                <c:pt idx="328">
                  <c:v>23.019909999999999</c:v>
                </c:pt>
                <c:pt idx="329">
                  <c:v>23.07497</c:v>
                </c:pt>
                <c:pt idx="330">
                  <c:v>23.129940000000001</c:v>
                </c:pt>
                <c:pt idx="331">
                  <c:v>23.184809999999999</c:v>
                </c:pt>
                <c:pt idx="332">
                  <c:v>23.239599999999999</c:v>
                </c:pt>
                <c:pt idx="333">
                  <c:v>23.294280000000001</c:v>
                </c:pt>
                <c:pt idx="334">
                  <c:v>23.348880000000001</c:v>
                </c:pt>
                <c:pt idx="335">
                  <c:v>23.403390000000002</c:v>
                </c:pt>
                <c:pt idx="336">
                  <c:v>23.457789999999999</c:v>
                </c:pt>
                <c:pt idx="337">
                  <c:v>23.51211</c:v>
                </c:pt>
                <c:pt idx="338">
                  <c:v>23.566330000000001</c:v>
                </c:pt>
                <c:pt idx="339">
                  <c:v>23.620460000000001</c:v>
                </c:pt>
                <c:pt idx="340">
                  <c:v>23.674489999999999</c:v>
                </c:pt>
                <c:pt idx="341">
                  <c:v>23.728429999999999</c:v>
                </c:pt>
                <c:pt idx="342">
                  <c:v>23.78227</c:v>
                </c:pt>
                <c:pt idx="343">
                  <c:v>23.836020000000001</c:v>
                </c:pt>
                <c:pt idx="344">
                  <c:v>23.889669999999999</c:v>
                </c:pt>
                <c:pt idx="345">
                  <c:v>23.94323</c:v>
                </c:pt>
                <c:pt idx="346">
                  <c:v>23.996690000000001</c:v>
                </c:pt>
                <c:pt idx="347">
                  <c:v>24.050059999999998</c:v>
                </c:pt>
                <c:pt idx="348">
                  <c:v>24.10333</c:v>
                </c:pt>
                <c:pt idx="349">
                  <c:v>24.156500000000001</c:v>
                </c:pt>
                <c:pt idx="350">
                  <c:v>24.209579999999999</c:v>
                </c:pt>
                <c:pt idx="351">
                  <c:v>24.262560000000001</c:v>
                </c:pt>
                <c:pt idx="352">
                  <c:v>24.315439999999999</c:v>
                </c:pt>
                <c:pt idx="353">
                  <c:v>24.368220000000001</c:v>
                </c:pt>
                <c:pt idx="354">
                  <c:v>24.420909999999999</c:v>
                </c:pt>
                <c:pt idx="355">
                  <c:v>24.473500000000001</c:v>
                </c:pt>
                <c:pt idx="356">
                  <c:v>24.52599</c:v>
                </c:pt>
                <c:pt idx="357">
                  <c:v>24.578389999999999</c:v>
                </c:pt>
                <c:pt idx="358">
                  <c:v>24.630680000000002</c:v>
                </c:pt>
                <c:pt idx="359">
                  <c:v>24.682880000000001</c:v>
                </c:pt>
                <c:pt idx="360">
                  <c:v>24.73498</c:v>
                </c:pt>
                <c:pt idx="361">
                  <c:v>24.78698</c:v>
                </c:pt>
                <c:pt idx="362">
                  <c:v>24.83888</c:v>
                </c:pt>
                <c:pt idx="363">
                  <c:v>24.89068</c:v>
                </c:pt>
                <c:pt idx="364">
                  <c:v>24.94238</c:v>
                </c:pt>
                <c:pt idx="365">
                  <c:v>24.993980000000001</c:v>
                </c:pt>
                <c:pt idx="366">
                  <c:v>25.045480000000001</c:v>
                </c:pt>
                <c:pt idx="367">
                  <c:v>25.096879999999999</c:v>
                </c:pt>
                <c:pt idx="368">
                  <c:v>25.14819</c:v>
                </c:pt>
                <c:pt idx="369">
                  <c:v>25.199380000000001</c:v>
                </c:pt>
                <c:pt idx="370">
                  <c:v>25.25048</c:v>
                </c:pt>
                <c:pt idx="371">
                  <c:v>25.301480000000002</c:v>
                </c:pt>
                <c:pt idx="372">
                  <c:v>25.35238</c:v>
                </c:pt>
                <c:pt idx="373">
                  <c:v>25.403179999999999</c:v>
                </c:pt>
                <c:pt idx="374">
                  <c:v>25.453869999999998</c:v>
                </c:pt>
                <c:pt idx="375">
                  <c:v>25.504470000000001</c:v>
                </c:pt>
                <c:pt idx="376">
                  <c:v>25.554950000000002</c:v>
                </c:pt>
                <c:pt idx="377">
                  <c:v>25.605340000000002</c:v>
                </c:pt>
                <c:pt idx="378">
                  <c:v>25.655629999999999</c:v>
                </c:pt>
                <c:pt idx="379">
                  <c:v>25.70581</c:v>
                </c:pt>
                <c:pt idx="380">
                  <c:v>25.755890000000001</c:v>
                </c:pt>
              </c:numCache>
            </c:numRef>
          </c:xVal>
          <c:yVal>
            <c:numRef>
              <c:f>一般化構造因子!$B$1:$B$381</c:f>
              <c:numCache>
                <c:formatCode>General</c:formatCode>
                <c:ptCount val="381"/>
                <c:pt idx="0">
                  <c:v>-1.1514610000000001</c:v>
                </c:pt>
                <c:pt idx="1">
                  <c:v>-1.169589</c:v>
                </c:pt>
                <c:pt idx="2">
                  <c:v>-1.0510600000000001</c:v>
                </c:pt>
                <c:pt idx="3">
                  <c:v>-1.131032</c:v>
                </c:pt>
                <c:pt idx="4">
                  <c:v>-1.1232329999999999</c:v>
                </c:pt>
                <c:pt idx="5">
                  <c:v>-1.00749</c:v>
                </c:pt>
                <c:pt idx="6">
                  <c:v>-1.0784</c:v>
                </c:pt>
                <c:pt idx="7">
                  <c:v>-1.0089790000000001</c:v>
                </c:pt>
                <c:pt idx="8" formatCode="0.00E+00">
                  <c:v>-0.8943738</c:v>
                </c:pt>
                <c:pt idx="9" formatCode="0.00E+00">
                  <c:v>-0.94550029999999996</c:v>
                </c:pt>
                <c:pt idx="10" formatCode="0.00E+00">
                  <c:v>-0.78264100000000003</c:v>
                </c:pt>
                <c:pt idx="11" formatCode="0.00E+00">
                  <c:v>-0.63930260000000005</c:v>
                </c:pt>
                <c:pt idx="12" formatCode="0.00E+00">
                  <c:v>-0.61514800000000003</c:v>
                </c:pt>
                <c:pt idx="13" formatCode="0.00E+00">
                  <c:v>-0.26584229999999998</c:v>
                </c:pt>
                <c:pt idx="14" formatCode="0.00E+00">
                  <c:v>1.4536200000000001E-2</c:v>
                </c:pt>
                <c:pt idx="15" formatCode="0.00E+00">
                  <c:v>0.32461370000000001</c:v>
                </c:pt>
                <c:pt idx="16">
                  <c:v>1.174229</c:v>
                </c:pt>
                <c:pt idx="17">
                  <c:v>1.6430149999999999</c:v>
                </c:pt>
                <c:pt idx="18">
                  <c:v>1.9050530000000001</c:v>
                </c:pt>
                <c:pt idx="19">
                  <c:v>3.0083660000000001</c:v>
                </c:pt>
                <c:pt idx="20">
                  <c:v>3.207665</c:v>
                </c:pt>
                <c:pt idx="21">
                  <c:v>1.544316</c:v>
                </c:pt>
                <c:pt idx="22" formatCode="0.00E+00">
                  <c:v>0.40192749999999999</c:v>
                </c:pt>
                <c:pt idx="23" formatCode="0.00E+00">
                  <c:v>0.3182374</c:v>
                </c:pt>
                <c:pt idx="24" formatCode="0.00E+00">
                  <c:v>-9.7054470000000004E-2</c:v>
                </c:pt>
                <c:pt idx="25" formatCode="0.00E+00">
                  <c:v>-0.46190419999999999</c:v>
                </c:pt>
                <c:pt idx="26" formatCode="0.00E+00">
                  <c:v>-0.44815850000000002</c:v>
                </c:pt>
                <c:pt idx="27" formatCode="0.00E+00">
                  <c:v>-0.62887579999999998</c:v>
                </c:pt>
                <c:pt idx="28" formatCode="0.00E+00">
                  <c:v>-0.74162969999999995</c:v>
                </c:pt>
                <c:pt idx="29" formatCode="0.00E+00">
                  <c:v>-0.68333909999999998</c:v>
                </c:pt>
                <c:pt idx="30" formatCode="0.00E+00">
                  <c:v>-0.78222309999999995</c:v>
                </c:pt>
                <c:pt idx="31" formatCode="0.00E+00">
                  <c:v>-0.80299719999999997</c:v>
                </c:pt>
                <c:pt idx="32" formatCode="0.00E+00">
                  <c:v>-0.72156189999999998</c:v>
                </c:pt>
                <c:pt idx="33" formatCode="0.00E+00">
                  <c:v>-0.74311039999999995</c:v>
                </c:pt>
                <c:pt idx="34" formatCode="0.00E+00">
                  <c:v>-0.69362190000000001</c:v>
                </c:pt>
                <c:pt idx="35" formatCode="0.00E+00">
                  <c:v>-0.59062230000000004</c:v>
                </c:pt>
                <c:pt idx="36" formatCode="0.00E+00">
                  <c:v>-0.54734050000000001</c:v>
                </c:pt>
                <c:pt idx="37" formatCode="0.00E+00">
                  <c:v>-0.44859850000000001</c:v>
                </c:pt>
                <c:pt idx="38" formatCode="0.00E+00">
                  <c:v>-0.32804499999999998</c:v>
                </c:pt>
                <c:pt idx="39" formatCode="0.00E+00">
                  <c:v>-0.22499769999999999</c:v>
                </c:pt>
                <c:pt idx="40" formatCode="0.00E+00">
                  <c:v>-9.104197E-2</c:v>
                </c:pt>
                <c:pt idx="41" formatCode="0.00E+00">
                  <c:v>2.6566820000000001E-2</c:v>
                </c:pt>
                <c:pt idx="42" formatCode="0.00E+00">
                  <c:v>0.16724749999999999</c:v>
                </c:pt>
                <c:pt idx="43" formatCode="0.00E+00">
                  <c:v>0.33058029999999999</c:v>
                </c:pt>
                <c:pt idx="44" formatCode="0.00E+00">
                  <c:v>0.41391060000000002</c:v>
                </c:pt>
                <c:pt idx="45" formatCode="0.00E+00">
                  <c:v>0.47871370000000002</c:v>
                </c:pt>
                <c:pt idx="46" formatCode="0.00E+00">
                  <c:v>0.53658019999999995</c:v>
                </c:pt>
                <c:pt idx="47" formatCode="0.00E+00">
                  <c:v>0.52481960000000005</c:v>
                </c:pt>
                <c:pt idx="48" formatCode="0.00E+00">
                  <c:v>0.52764540000000004</c:v>
                </c:pt>
                <c:pt idx="49" formatCode="0.00E+00">
                  <c:v>0.50257280000000004</c:v>
                </c:pt>
                <c:pt idx="50" formatCode="0.00E+00">
                  <c:v>0.36032819999999999</c:v>
                </c:pt>
                <c:pt idx="51" formatCode="0.00E+00">
                  <c:v>0.2431382</c:v>
                </c:pt>
                <c:pt idx="52" formatCode="0.00E+00">
                  <c:v>0.20573359999999999</c:v>
                </c:pt>
                <c:pt idx="53" formatCode="0.00E+00">
                  <c:v>0.1648414</c:v>
                </c:pt>
                <c:pt idx="54" formatCode="0.00E+00">
                  <c:v>0.1227024</c:v>
                </c:pt>
                <c:pt idx="55" formatCode="0.00E+00">
                  <c:v>6.7708539999999998E-2</c:v>
                </c:pt>
                <c:pt idx="56" formatCode="0.00E+00">
                  <c:v>5.6849869999999999E-3</c:v>
                </c:pt>
                <c:pt idx="57" formatCode="0.00E+00">
                  <c:v>-2.6035309999999999E-2</c:v>
                </c:pt>
                <c:pt idx="58" formatCode="0.00E+00">
                  <c:v>-7.2265019999999999E-2</c:v>
                </c:pt>
                <c:pt idx="59" formatCode="0.00E+00">
                  <c:v>-0.1254827</c:v>
                </c:pt>
                <c:pt idx="60" formatCode="0.00E+00">
                  <c:v>-0.1600425</c:v>
                </c:pt>
                <c:pt idx="61" formatCode="0.00E+00">
                  <c:v>-0.2333488</c:v>
                </c:pt>
                <c:pt idx="62" formatCode="0.00E+00">
                  <c:v>-0.3018072</c:v>
                </c:pt>
                <c:pt idx="63" formatCode="0.00E+00">
                  <c:v>-0.3125444</c:v>
                </c:pt>
                <c:pt idx="64" formatCode="0.00E+00">
                  <c:v>-0.33523940000000002</c:v>
                </c:pt>
                <c:pt idx="65" formatCode="0.00E+00">
                  <c:v>-0.35079120000000003</c:v>
                </c:pt>
                <c:pt idx="66" formatCode="0.00E+00">
                  <c:v>-0.3128358</c:v>
                </c:pt>
                <c:pt idx="67" formatCode="0.00E+00">
                  <c:v>-0.27903719999999999</c:v>
                </c:pt>
                <c:pt idx="68" formatCode="0.00E+00">
                  <c:v>-0.2426499</c:v>
                </c:pt>
                <c:pt idx="69" formatCode="0.00E+00">
                  <c:v>-0.17303350000000001</c:v>
                </c:pt>
                <c:pt idx="70" formatCode="0.00E+00">
                  <c:v>-0.10824</c:v>
                </c:pt>
                <c:pt idx="71" formatCode="0.00E+00">
                  <c:v>-3.7736579999999999E-2</c:v>
                </c:pt>
                <c:pt idx="72" formatCode="0.00E+00">
                  <c:v>5.1474329999999999E-2</c:v>
                </c:pt>
                <c:pt idx="73" formatCode="0.00E+00">
                  <c:v>0.120592</c:v>
                </c:pt>
                <c:pt idx="74" formatCode="0.00E+00">
                  <c:v>0.17418729999999999</c:v>
                </c:pt>
                <c:pt idx="75" formatCode="0.00E+00">
                  <c:v>0.22412969999999999</c:v>
                </c:pt>
                <c:pt idx="76" formatCode="0.00E+00">
                  <c:v>0.2455773</c:v>
                </c:pt>
                <c:pt idx="77" formatCode="0.00E+00">
                  <c:v>0.23830799999999999</c:v>
                </c:pt>
                <c:pt idx="78" formatCode="0.00E+00">
                  <c:v>0.22685939999999999</c:v>
                </c:pt>
                <c:pt idx="79" formatCode="0.00E+00">
                  <c:v>0.22081790000000001</c:v>
                </c:pt>
                <c:pt idx="80" formatCode="0.00E+00">
                  <c:v>0.20239019999999999</c:v>
                </c:pt>
                <c:pt idx="81" formatCode="0.00E+00">
                  <c:v>0.16575690000000001</c:v>
                </c:pt>
                <c:pt idx="82" formatCode="0.00E+00">
                  <c:v>0.13786960000000001</c:v>
                </c:pt>
                <c:pt idx="83" formatCode="0.00E+00">
                  <c:v>0.1125731</c:v>
                </c:pt>
                <c:pt idx="84" formatCode="0.00E+00">
                  <c:v>7.2875570000000001E-2</c:v>
                </c:pt>
                <c:pt idx="85" formatCode="0.00E+00">
                  <c:v>4.0895439999999998E-2</c:v>
                </c:pt>
                <c:pt idx="86" formatCode="0.00E+00">
                  <c:v>7.7463940000000002E-3</c:v>
                </c:pt>
                <c:pt idx="87" formatCode="0.00E+00">
                  <c:v>-3.3655200000000003E-2</c:v>
                </c:pt>
                <c:pt idx="88" formatCode="0.00E+00">
                  <c:v>-5.1145019999999999E-2</c:v>
                </c:pt>
                <c:pt idx="89" formatCode="0.00E+00">
                  <c:v>-7.4025649999999998E-2</c:v>
                </c:pt>
                <c:pt idx="90" formatCode="0.00E+00">
                  <c:v>-0.116202</c:v>
                </c:pt>
                <c:pt idx="91" formatCode="0.00E+00">
                  <c:v>-0.1190657</c:v>
                </c:pt>
                <c:pt idx="92" formatCode="0.00E+00">
                  <c:v>-0.11641369999999999</c:v>
                </c:pt>
                <c:pt idx="93" formatCode="0.00E+00">
                  <c:v>-0.15241389999999999</c:v>
                </c:pt>
                <c:pt idx="94" formatCode="0.00E+00">
                  <c:v>-0.15624440000000001</c:v>
                </c:pt>
                <c:pt idx="95" formatCode="0.00E+00">
                  <c:v>-0.13039580000000001</c:v>
                </c:pt>
                <c:pt idx="96" formatCode="0.00E+00">
                  <c:v>-0.13257959999999999</c:v>
                </c:pt>
                <c:pt idx="97" formatCode="0.00E+00">
                  <c:v>-0.12050660000000001</c:v>
                </c:pt>
                <c:pt idx="98" formatCode="0.00E+00">
                  <c:v>-8.8601390000000002E-2</c:v>
                </c:pt>
                <c:pt idx="99" formatCode="0.00E+00">
                  <c:v>-7.9678860000000004E-2</c:v>
                </c:pt>
                <c:pt idx="100" formatCode="0.00E+00">
                  <c:v>-5.4789110000000002E-2</c:v>
                </c:pt>
                <c:pt idx="101" formatCode="0.00E+00">
                  <c:v>-7.8245260000000001E-3</c:v>
                </c:pt>
                <c:pt idx="102" formatCode="0.00E+00">
                  <c:v>1.036368E-2</c:v>
                </c:pt>
                <c:pt idx="103" formatCode="0.00E+00">
                  <c:v>2.2807129999999998E-2</c:v>
                </c:pt>
                <c:pt idx="104" formatCode="0.00E+00">
                  <c:v>5.5637079999999998E-2</c:v>
                </c:pt>
                <c:pt idx="105" formatCode="0.00E+00">
                  <c:v>7.9272449999999994E-2</c:v>
                </c:pt>
                <c:pt idx="106" formatCode="0.00E+00">
                  <c:v>9.0880669999999997E-2</c:v>
                </c:pt>
                <c:pt idx="107" formatCode="0.00E+00">
                  <c:v>0.1050936</c:v>
                </c:pt>
                <c:pt idx="108" formatCode="0.00E+00">
                  <c:v>0.11680160000000001</c:v>
                </c:pt>
                <c:pt idx="109" formatCode="0.00E+00">
                  <c:v>0.1184964</c:v>
                </c:pt>
                <c:pt idx="110" formatCode="0.00E+00">
                  <c:v>0.1084591</c:v>
                </c:pt>
                <c:pt idx="111" formatCode="0.00E+00">
                  <c:v>9.9463330000000003E-2</c:v>
                </c:pt>
                <c:pt idx="112" formatCode="0.00E+00">
                  <c:v>9.1478680000000007E-2</c:v>
                </c:pt>
                <c:pt idx="113" formatCode="0.00E+00">
                  <c:v>6.1633489999999999E-2</c:v>
                </c:pt>
                <c:pt idx="114" formatCode="0.00E+00">
                  <c:v>2.783981E-2</c:v>
                </c:pt>
                <c:pt idx="115" formatCode="0.00E+00">
                  <c:v>2.1071220000000002E-2</c:v>
                </c:pt>
                <c:pt idx="116" formatCode="0.00E+00">
                  <c:v>1.427544E-2</c:v>
                </c:pt>
                <c:pt idx="117" formatCode="0.00E+00">
                  <c:v>-1.3731500000000001E-2</c:v>
                </c:pt>
                <c:pt idx="118" formatCode="0.00E+00">
                  <c:v>-3.7802509999999998E-2</c:v>
                </c:pt>
                <c:pt idx="119" formatCode="0.00E+00">
                  <c:v>-4.7731170000000003E-2</c:v>
                </c:pt>
                <c:pt idx="120" formatCode="0.00E+00">
                  <c:v>-5.3306609999999997E-2</c:v>
                </c:pt>
                <c:pt idx="121" formatCode="0.00E+00">
                  <c:v>-5.7359229999999997E-2</c:v>
                </c:pt>
                <c:pt idx="122" formatCode="0.00E+00">
                  <c:v>-6.1261749999999997E-2</c:v>
                </c:pt>
                <c:pt idx="123" formatCode="0.00E+00">
                  <c:v>-6.3959639999999998E-2</c:v>
                </c:pt>
                <c:pt idx="124" formatCode="0.00E+00">
                  <c:v>-6.5025349999999996E-2</c:v>
                </c:pt>
                <c:pt idx="125" formatCode="0.00E+00">
                  <c:v>-6.5053719999999995E-2</c:v>
                </c:pt>
                <c:pt idx="126" formatCode="0.00E+00">
                  <c:v>-6.0968840000000003E-2</c:v>
                </c:pt>
                <c:pt idx="127" formatCode="0.00E+00">
                  <c:v>-5.7804309999999998E-2</c:v>
                </c:pt>
                <c:pt idx="128" formatCode="0.00E+00">
                  <c:v>-5.6027189999999998E-2</c:v>
                </c:pt>
                <c:pt idx="129" formatCode="0.00E+00">
                  <c:v>-4.3050749999999999E-2</c:v>
                </c:pt>
                <c:pt idx="130" formatCode="0.00E+00">
                  <c:v>-2.3930949999999999E-2</c:v>
                </c:pt>
                <c:pt idx="131" formatCode="0.00E+00">
                  <c:v>-9.5598690000000004E-3</c:v>
                </c:pt>
                <c:pt idx="132" formatCode="0.00E+00">
                  <c:v>5.3321410000000003E-3</c:v>
                </c:pt>
                <c:pt idx="133" formatCode="0.00E+00">
                  <c:v>1.591062E-2</c:v>
                </c:pt>
                <c:pt idx="134" formatCode="0.00E+00">
                  <c:v>2.0318989999999999E-2</c:v>
                </c:pt>
                <c:pt idx="135" formatCode="0.00E+00">
                  <c:v>3.4548410000000002E-2</c:v>
                </c:pt>
                <c:pt idx="136" formatCode="0.00E+00">
                  <c:v>4.9663739999999998E-2</c:v>
                </c:pt>
                <c:pt idx="137" formatCode="0.00E+00">
                  <c:v>4.9718709999999999E-2</c:v>
                </c:pt>
                <c:pt idx="138" formatCode="0.00E+00">
                  <c:v>5.0623069999999999E-2</c:v>
                </c:pt>
                <c:pt idx="139" formatCode="0.00E+00">
                  <c:v>5.4941990000000003E-2</c:v>
                </c:pt>
                <c:pt idx="140" formatCode="0.00E+00">
                  <c:v>4.7418290000000002E-2</c:v>
                </c:pt>
                <c:pt idx="141" formatCode="0.00E+00">
                  <c:v>4.0011480000000002E-2</c:v>
                </c:pt>
                <c:pt idx="142" formatCode="0.00E+00">
                  <c:v>4.14963E-2</c:v>
                </c:pt>
                <c:pt idx="143" formatCode="0.00E+00">
                  <c:v>3.647355E-2</c:v>
                </c:pt>
                <c:pt idx="144" formatCode="0.00E+00">
                  <c:v>2.406233E-2</c:v>
                </c:pt>
                <c:pt idx="145" formatCode="0.00E+00">
                  <c:v>1.347192E-2</c:v>
                </c:pt>
                <c:pt idx="146" formatCode="0.00E+00">
                  <c:v>3.9148910000000002E-3</c:v>
                </c:pt>
                <c:pt idx="147" formatCode="0.00E+00">
                  <c:v>-2.7767780000000001E-3</c:v>
                </c:pt>
                <c:pt idx="148" formatCode="0.00E+00">
                  <c:v>-6.24377E-3</c:v>
                </c:pt>
                <c:pt idx="149" formatCode="0.00E+00">
                  <c:v>-1.2250520000000001E-2</c:v>
                </c:pt>
                <c:pt idx="150" formatCode="0.00E+00">
                  <c:v>-1.9018179999999999E-2</c:v>
                </c:pt>
                <c:pt idx="151" formatCode="0.00E+00">
                  <c:v>-2.353013E-2</c:v>
                </c:pt>
                <c:pt idx="152" formatCode="0.00E+00">
                  <c:v>-2.9318199999999999E-2</c:v>
                </c:pt>
                <c:pt idx="153" formatCode="0.00E+00">
                  <c:v>-3.5034469999999998E-2</c:v>
                </c:pt>
                <c:pt idx="154" formatCode="0.00E+00">
                  <c:v>-3.4176360000000003E-2</c:v>
                </c:pt>
                <c:pt idx="155" formatCode="0.00E+00">
                  <c:v>-2.8567470000000001E-2</c:v>
                </c:pt>
                <c:pt idx="156" formatCode="0.00E+00">
                  <c:v>-2.9124400000000002E-2</c:v>
                </c:pt>
                <c:pt idx="157" formatCode="0.00E+00">
                  <c:v>-3.5830519999999998E-2</c:v>
                </c:pt>
                <c:pt idx="158" formatCode="0.00E+00">
                  <c:v>-3.3117389999999997E-2</c:v>
                </c:pt>
                <c:pt idx="159" formatCode="0.00E+00">
                  <c:v>-2.1222560000000001E-2</c:v>
                </c:pt>
                <c:pt idx="160" formatCode="0.00E+00">
                  <c:v>-1.6582909999999999E-2</c:v>
                </c:pt>
                <c:pt idx="161" formatCode="0.00E+00">
                  <c:v>-1.414407E-2</c:v>
                </c:pt>
                <c:pt idx="162" formatCode="0.00E+00">
                  <c:v>-2.8910730000000001E-3</c:v>
                </c:pt>
                <c:pt idx="163" formatCode="0.00E+00">
                  <c:v>4.4666489999999996E-3</c:v>
                </c:pt>
                <c:pt idx="164" formatCode="0.00E+00">
                  <c:v>3.8879460000000002E-3</c:v>
                </c:pt>
                <c:pt idx="165" formatCode="0.00E+00">
                  <c:v>9.2708979999999996E-3</c:v>
                </c:pt>
                <c:pt idx="166" formatCode="0.00E+00">
                  <c:v>1.819088E-2</c:v>
                </c:pt>
                <c:pt idx="167" formatCode="0.00E+00">
                  <c:v>2.3170240000000002E-2</c:v>
                </c:pt>
                <c:pt idx="168" formatCode="0.00E+00">
                  <c:v>2.8757339999999999E-2</c:v>
                </c:pt>
                <c:pt idx="169" formatCode="0.00E+00">
                  <c:v>3.2425219999999998E-2</c:v>
                </c:pt>
                <c:pt idx="170" formatCode="0.00E+00">
                  <c:v>3.0235250000000002E-2</c:v>
                </c:pt>
                <c:pt idx="171" formatCode="0.00E+00">
                  <c:v>2.7608839999999999E-2</c:v>
                </c:pt>
                <c:pt idx="172" formatCode="0.00E+00">
                  <c:v>2.4208879999999999E-2</c:v>
                </c:pt>
                <c:pt idx="173" formatCode="0.00E+00">
                  <c:v>1.969715E-2</c:v>
                </c:pt>
                <c:pt idx="174" formatCode="0.00E+00">
                  <c:v>1.947428E-2</c:v>
                </c:pt>
                <c:pt idx="175" formatCode="0.00E+00">
                  <c:v>1.842032E-2</c:v>
                </c:pt>
                <c:pt idx="176" formatCode="0.00E+00">
                  <c:v>1.1363689999999999E-2</c:v>
                </c:pt>
                <c:pt idx="177" formatCode="0.00E+00">
                  <c:v>4.1283479999999996E-3</c:v>
                </c:pt>
                <c:pt idx="178" formatCode="0.00E+00">
                  <c:v>-3.2085270000000001E-3</c:v>
                </c:pt>
                <c:pt idx="179" formatCode="0.00E+00">
                  <c:v>-1.058074E-2</c:v>
                </c:pt>
                <c:pt idx="180" formatCode="0.00E+00">
                  <c:v>-1.208298E-2</c:v>
                </c:pt>
                <c:pt idx="181" formatCode="0.00E+00">
                  <c:v>-1.475128E-2</c:v>
                </c:pt>
                <c:pt idx="182" formatCode="0.00E+00">
                  <c:v>-2.266365E-2</c:v>
                </c:pt>
                <c:pt idx="183" formatCode="0.00E+00">
                  <c:v>-2.1945949999999999E-2</c:v>
                </c:pt>
                <c:pt idx="184" formatCode="0.00E+00">
                  <c:v>-1.611945E-2</c:v>
                </c:pt>
                <c:pt idx="185" formatCode="0.00E+00">
                  <c:v>-2.172936E-2</c:v>
                </c:pt>
                <c:pt idx="186" formatCode="0.00E+00">
                  <c:v>-2.7114869999999999E-2</c:v>
                </c:pt>
                <c:pt idx="187" formatCode="0.00E+00">
                  <c:v>-1.8714370000000001E-2</c:v>
                </c:pt>
                <c:pt idx="188" formatCode="0.00E+00">
                  <c:v>-1.2623260000000001E-2</c:v>
                </c:pt>
                <c:pt idx="189" formatCode="0.00E+00">
                  <c:v>-1.6597259999999999E-2</c:v>
                </c:pt>
                <c:pt idx="190" formatCode="0.00E+00">
                  <c:v>-1.5215299999999999E-2</c:v>
                </c:pt>
                <c:pt idx="191" formatCode="0.00E+00">
                  <c:v>-5.4823370000000003E-3</c:v>
                </c:pt>
                <c:pt idx="192" formatCode="0.00E+00">
                  <c:v>4.5864369999999997E-4</c:v>
                </c:pt>
                <c:pt idx="193" formatCode="0.00E+00">
                  <c:v>-2.7610589999999999E-5</c:v>
                </c:pt>
                <c:pt idx="194" formatCode="0.00E+00">
                  <c:v>6.1417850000000001E-4</c:v>
                </c:pt>
                <c:pt idx="195" formatCode="0.00E+00">
                  <c:v>6.4252859999999997E-3</c:v>
                </c:pt>
                <c:pt idx="196" formatCode="0.00E+00">
                  <c:v>1.3493E-2</c:v>
                </c:pt>
                <c:pt idx="197" formatCode="0.00E+00">
                  <c:v>1.7741400000000001E-2</c:v>
                </c:pt>
                <c:pt idx="198" formatCode="0.00E+00">
                  <c:v>1.9791340000000001E-2</c:v>
                </c:pt>
                <c:pt idx="199" formatCode="0.00E+00">
                  <c:v>1.8990940000000001E-2</c:v>
                </c:pt>
                <c:pt idx="200" formatCode="0.00E+00">
                  <c:v>1.6479890000000001E-2</c:v>
                </c:pt>
                <c:pt idx="201" formatCode="0.00E+00">
                  <c:v>1.8530129999999999E-2</c:v>
                </c:pt>
                <c:pt idx="202" formatCode="0.00E+00">
                  <c:v>2.0773969999999999E-2</c:v>
                </c:pt>
                <c:pt idx="203" formatCode="0.00E+00">
                  <c:v>1.294554E-2</c:v>
                </c:pt>
                <c:pt idx="204" formatCode="0.00E+00">
                  <c:v>4.5474510000000001E-3</c:v>
                </c:pt>
                <c:pt idx="205" formatCode="0.00E+00">
                  <c:v>8.1066079999999995E-3</c:v>
                </c:pt>
                <c:pt idx="206" formatCode="0.00E+00">
                  <c:v>1.2499619999999999E-2</c:v>
                </c:pt>
                <c:pt idx="207" formatCode="0.00E+00">
                  <c:v>7.7437959999999998E-3</c:v>
                </c:pt>
                <c:pt idx="208" formatCode="0.00E+00">
                  <c:v>1.8367870000000001E-3</c:v>
                </c:pt>
                <c:pt idx="209" formatCode="0.00E+00">
                  <c:v>-1.966686E-3</c:v>
                </c:pt>
                <c:pt idx="210" formatCode="0.00E+00">
                  <c:v>-6.2899760000000001E-3</c:v>
                </c:pt>
                <c:pt idx="211" formatCode="0.00E+00">
                  <c:v>-8.5874669999999997E-3</c:v>
                </c:pt>
                <c:pt idx="212" formatCode="0.00E+00">
                  <c:v>-1.144002E-2</c:v>
                </c:pt>
                <c:pt idx="213" formatCode="0.00E+00">
                  <c:v>-1.7386720000000001E-2</c:v>
                </c:pt>
                <c:pt idx="214" formatCode="0.00E+00">
                  <c:v>-1.8426189999999999E-2</c:v>
                </c:pt>
                <c:pt idx="215" formatCode="0.00E+00">
                  <c:v>-1.47414E-2</c:v>
                </c:pt>
                <c:pt idx="216" formatCode="0.00E+00">
                  <c:v>-1.558412E-2</c:v>
                </c:pt>
                <c:pt idx="217" formatCode="0.00E+00">
                  <c:v>-1.686553E-2</c:v>
                </c:pt>
                <c:pt idx="218" formatCode="0.00E+00">
                  <c:v>-1.3622169999999999E-2</c:v>
                </c:pt>
                <c:pt idx="219" formatCode="0.00E+00">
                  <c:v>-1.434348E-2</c:v>
                </c:pt>
                <c:pt idx="220" formatCode="0.00E+00">
                  <c:v>-1.7617979999999998E-2</c:v>
                </c:pt>
                <c:pt idx="221" formatCode="0.00E+00">
                  <c:v>-1.159599E-2</c:v>
                </c:pt>
                <c:pt idx="222" formatCode="0.00E+00">
                  <c:v>-1.077148E-3</c:v>
                </c:pt>
                <c:pt idx="223" formatCode="0.00E+00">
                  <c:v>2.0536999999999999E-3</c:v>
                </c:pt>
                <c:pt idx="224" formatCode="0.00E+00">
                  <c:v>3.4063289999999998E-4</c:v>
                </c:pt>
                <c:pt idx="225" formatCode="0.00E+00">
                  <c:v>7.549665E-6</c:v>
                </c:pt>
                <c:pt idx="226" formatCode="0.00E+00">
                  <c:v>2.2319029999999999E-3</c:v>
                </c:pt>
                <c:pt idx="227" formatCode="0.00E+00">
                  <c:v>8.3657209999999996E-3</c:v>
                </c:pt>
                <c:pt idx="228" formatCode="0.00E+00">
                  <c:v>1.5405780000000001E-2</c:v>
                </c:pt>
                <c:pt idx="229" formatCode="0.00E+00">
                  <c:v>1.7322750000000001E-2</c:v>
                </c:pt>
                <c:pt idx="230" formatCode="0.00E+00">
                  <c:v>1.5954570000000001E-2</c:v>
                </c:pt>
                <c:pt idx="231" formatCode="0.00E+00">
                  <c:v>1.5633009999999999E-2</c:v>
                </c:pt>
                <c:pt idx="232" formatCode="0.00E+00">
                  <c:v>1.473793E-2</c:v>
                </c:pt>
                <c:pt idx="233" formatCode="0.00E+00">
                  <c:v>1.260231E-2</c:v>
                </c:pt>
                <c:pt idx="234" formatCode="0.00E+00">
                  <c:v>1.219691E-2</c:v>
                </c:pt>
                <c:pt idx="235" formatCode="0.00E+00">
                  <c:v>1.393836E-2</c:v>
                </c:pt>
                <c:pt idx="236" formatCode="0.00E+00">
                  <c:v>1.496332E-2</c:v>
                </c:pt>
                <c:pt idx="237" formatCode="0.00E+00">
                  <c:v>1.1940009999999999E-2</c:v>
                </c:pt>
                <c:pt idx="238" formatCode="0.00E+00">
                  <c:v>5.5574839999999997E-3</c:v>
                </c:pt>
                <c:pt idx="239" formatCode="0.00E+00">
                  <c:v>2.1183729999999998E-3</c:v>
                </c:pt>
                <c:pt idx="240" formatCode="0.00E+00">
                  <c:v>2.5330729999999998E-3</c:v>
                </c:pt>
                <c:pt idx="241" formatCode="0.00E+00">
                  <c:v>-1.0300330000000001E-3</c:v>
                </c:pt>
                <c:pt idx="242" formatCode="0.00E+00">
                  <c:v>-8.4704749999999999E-3</c:v>
                </c:pt>
                <c:pt idx="243" formatCode="0.00E+00">
                  <c:v>-1.0848740000000001E-2</c:v>
                </c:pt>
                <c:pt idx="244" formatCode="0.00E+00">
                  <c:v>-8.9142079999999999E-3</c:v>
                </c:pt>
                <c:pt idx="245" formatCode="0.00E+00">
                  <c:v>-9.2644059999999993E-3</c:v>
                </c:pt>
                <c:pt idx="246" formatCode="0.00E+00">
                  <c:v>-1.0191550000000001E-2</c:v>
                </c:pt>
                <c:pt idx="247" formatCode="0.00E+00">
                  <c:v>-1.0416129999999999E-2</c:v>
                </c:pt>
                <c:pt idx="248" formatCode="0.00E+00">
                  <c:v>-1.363818E-2</c:v>
                </c:pt>
                <c:pt idx="249" formatCode="0.00E+00">
                  <c:v>-1.6654229999999999E-2</c:v>
                </c:pt>
                <c:pt idx="250" formatCode="0.00E+00">
                  <c:v>-1.492842E-2</c:v>
                </c:pt>
                <c:pt idx="251" formatCode="0.00E+00">
                  <c:v>-1.319915E-2</c:v>
                </c:pt>
                <c:pt idx="252" formatCode="0.00E+00">
                  <c:v>-1.330723E-2</c:v>
                </c:pt>
                <c:pt idx="253" formatCode="0.00E+00">
                  <c:v>-1.049656E-2</c:v>
                </c:pt>
                <c:pt idx="254" formatCode="0.00E+00">
                  <c:v>-7.6368859999999998E-3</c:v>
                </c:pt>
                <c:pt idx="255" formatCode="0.00E+00">
                  <c:v>-8.9607769999999996E-3</c:v>
                </c:pt>
                <c:pt idx="256" formatCode="0.00E+00">
                  <c:v>-7.9615889999999998E-3</c:v>
                </c:pt>
                <c:pt idx="257" formatCode="0.00E+00">
                  <c:v>-2.2361439999999998E-3</c:v>
                </c:pt>
                <c:pt idx="258" formatCode="0.00E+00">
                  <c:v>-6.7693049999999994E-5</c:v>
                </c:pt>
                <c:pt idx="259" formatCode="0.00E+00">
                  <c:v>-1.455877E-3</c:v>
                </c:pt>
                <c:pt idx="260" formatCode="0.00E+00">
                  <c:v>1.4221769999999999E-3</c:v>
                </c:pt>
                <c:pt idx="261" formatCode="0.00E+00">
                  <c:v>6.4655019999999997E-3</c:v>
                </c:pt>
                <c:pt idx="262" formatCode="0.00E+00">
                  <c:v>8.0475110000000002E-3</c:v>
                </c:pt>
                <c:pt idx="263" formatCode="0.00E+00">
                  <c:v>8.9219169999999997E-3</c:v>
                </c:pt>
                <c:pt idx="264" formatCode="0.00E+00">
                  <c:v>1.107493E-2</c:v>
                </c:pt>
                <c:pt idx="265" formatCode="0.00E+00">
                  <c:v>1.2434199999999999E-2</c:v>
                </c:pt>
                <c:pt idx="266" formatCode="0.00E+00">
                  <c:v>1.498654E-2</c:v>
                </c:pt>
                <c:pt idx="267" formatCode="0.00E+00">
                  <c:v>1.9021150000000001E-2</c:v>
                </c:pt>
                <c:pt idx="268" formatCode="0.00E+00">
                  <c:v>1.8730320000000002E-2</c:v>
                </c:pt>
                <c:pt idx="269" formatCode="0.00E+00">
                  <c:v>1.4916240000000001E-2</c:v>
                </c:pt>
                <c:pt idx="270" formatCode="0.00E+00">
                  <c:v>1.475944E-2</c:v>
                </c:pt>
                <c:pt idx="271" formatCode="0.00E+00">
                  <c:v>1.6299749999999998E-2</c:v>
                </c:pt>
                <c:pt idx="272" formatCode="0.00E+00">
                  <c:v>1.312693E-2</c:v>
                </c:pt>
                <c:pt idx="273" formatCode="0.00E+00">
                  <c:v>8.5147460000000001E-3</c:v>
                </c:pt>
                <c:pt idx="274" formatCode="0.00E+00">
                  <c:v>7.2774859999999997E-3</c:v>
                </c:pt>
                <c:pt idx="275" formatCode="0.00E+00">
                  <c:v>5.7246229999999999E-3</c:v>
                </c:pt>
                <c:pt idx="276" formatCode="0.00E+00">
                  <c:v>1.4722820000000001E-3</c:v>
                </c:pt>
                <c:pt idx="277" formatCode="0.00E+00">
                  <c:v>-1.523464E-3</c:v>
                </c:pt>
                <c:pt idx="278" formatCode="0.00E+00">
                  <c:v>-2.5888339999999999E-3</c:v>
                </c:pt>
                <c:pt idx="279" formatCode="0.00E+00">
                  <c:v>-5.251627E-3</c:v>
                </c:pt>
                <c:pt idx="280" formatCode="0.00E+00">
                  <c:v>-9.4134709999999996E-3</c:v>
                </c:pt>
                <c:pt idx="281" formatCode="0.00E+00">
                  <c:v>-1.247653E-2</c:v>
                </c:pt>
                <c:pt idx="282" formatCode="0.00E+00">
                  <c:v>-1.406715E-2</c:v>
                </c:pt>
                <c:pt idx="283" formatCode="0.00E+00">
                  <c:v>-1.478576E-2</c:v>
                </c:pt>
                <c:pt idx="284" formatCode="0.00E+00">
                  <c:v>-1.5135900000000001E-2</c:v>
                </c:pt>
                <c:pt idx="285" formatCode="0.00E+00">
                  <c:v>-1.6050419999999999E-2</c:v>
                </c:pt>
                <c:pt idx="286" formatCode="0.00E+00">
                  <c:v>-1.721963E-2</c:v>
                </c:pt>
                <c:pt idx="287" formatCode="0.00E+00">
                  <c:v>-1.7350890000000001E-2</c:v>
                </c:pt>
                <c:pt idx="288" formatCode="0.00E+00">
                  <c:v>-1.6367699999999999E-2</c:v>
                </c:pt>
                <c:pt idx="289" formatCode="0.00E+00">
                  <c:v>-1.431662E-2</c:v>
                </c:pt>
                <c:pt idx="290" formatCode="0.00E+00">
                  <c:v>-1.118335E-2</c:v>
                </c:pt>
                <c:pt idx="291" formatCode="0.00E+00">
                  <c:v>-9.4025659999999994E-3</c:v>
                </c:pt>
                <c:pt idx="292" formatCode="0.00E+00">
                  <c:v>-1.051942E-2</c:v>
                </c:pt>
                <c:pt idx="293" formatCode="0.00E+00">
                  <c:v>-1.0343110000000001E-2</c:v>
                </c:pt>
                <c:pt idx="294" formatCode="0.00E+00">
                  <c:v>-5.2715720000000004E-3</c:v>
                </c:pt>
                <c:pt idx="295" formatCode="0.00E+00">
                  <c:v>4.7684959999999999E-4</c:v>
                </c:pt>
                <c:pt idx="296" formatCode="0.00E+00">
                  <c:v>2.2823869999999999E-3</c:v>
                </c:pt>
                <c:pt idx="297" formatCode="0.00E+00">
                  <c:v>3.2859949999999999E-3</c:v>
                </c:pt>
                <c:pt idx="298" formatCode="0.00E+00">
                  <c:v>7.197101E-3</c:v>
                </c:pt>
                <c:pt idx="299" formatCode="0.00E+00">
                  <c:v>1.082675E-2</c:v>
                </c:pt>
                <c:pt idx="300" formatCode="0.00E+00">
                  <c:v>1.093856E-2</c:v>
                </c:pt>
                <c:pt idx="301" formatCode="0.00E+00">
                  <c:v>1.093438E-2</c:v>
                </c:pt>
                <c:pt idx="302" formatCode="0.00E+00">
                  <c:v>1.460297E-2</c:v>
                </c:pt>
                <c:pt idx="303" formatCode="0.00E+00">
                  <c:v>1.9067420000000002E-2</c:v>
                </c:pt>
                <c:pt idx="304" formatCode="0.00E+00">
                  <c:v>1.9079510000000001E-2</c:v>
                </c:pt>
                <c:pt idx="305" formatCode="0.00E+00">
                  <c:v>1.5191140000000001E-2</c:v>
                </c:pt>
                <c:pt idx="306" formatCode="0.00E+00">
                  <c:v>1.3116650000000001E-2</c:v>
                </c:pt>
                <c:pt idx="307" formatCode="0.00E+00">
                  <c:v>1.4929599999999999E-2</c:v>
                </c:pt>
                <c:pt idx="308" formatCode="0.00E+00">
                  <c:v>1.5482279999999999E-2</c:v>
                </c:pt>
                <c:pt idx="309" formatCode="0.00E+00">
                  <c:v>1.1071080000000001E-2</c:v>
                </c:pt>
                <c:pt idx="310" formatCode="0.00E+00">
                  <c:v>6.8102780000000003E-3</c:v>
                </c:pt>
                <c:pt idx="311" formatCode="0.00E+00">
                  <c:v>8.6733000000000001E-3</c:v>
                </c:pt>
                <c:pt idx="312" formatCode="0.00E+00">
                  <c:v>1.284358E-2</c:v>
                </c:pt>
                <c:pt idx="313" formatCode="0.00E+00">
                  <c:v>1.1536090000000001E-2</c:v>
                </c:pt>
                <c:pt idx="314" formatCode="0.00E+00">
                  <c:v>5.0091129999999999E-3</c:v>
                </c:pt>
                <c:pt idx="315" formatCode="0.00E+00">
                  <c:v>-9.9618020000000001E-4</c:v>
                </c:pt>
                <c:pt idx="316" formatCode="0.00E+00">
                  <c:v>-5.0641760000000001E-3</c:v>
                </c:pt>
                <c:pt idx="317" formatCode="0.00E+00">
                  <c:v>-8.9632459999999994E-3</c:v>
                </c:pt>
                <c:pt idx="318" formatCode="0.00E+00">
                  <c:v>-1.15081E-2</c:v>
                </c:pt>
                <c:pt idx="319" formatCode="0.00E+00">
                  <c:v>-1.1048479999999999E-2</c:v>
                </c:pt>
                <c:pt idx="320" formatCode="0.00E+00">
                  <c:v>-1.0003120000000001E-2</c:v>
                </c:pt>
                <c:pt idx="321" formatCode="0.00E+00">
                  <c:v>-1.1335690000000001E-2</c:v>
                </c:pt>
                <c:pt idx="322" formatCode="0.00E+00">
                  <c:v>-1.387524E-2</c:v>
                </c:pt>
                <c:pt idx="323" formatCode="0.00E+00">
                  <c:v>-1.460503E-2</c:v>
                </c:pt>
                <c:pt idx="324" formatCode="0.00E+00">
                  <c:v>-1.3031630000000001E-2</c:v>
                </c:pt>
                <c:pt idx="325" formatCode="0.00E+00">
                  <c:v>-1.152802E-2</c:v>
                </c:pt>
                <c:pt idx="326" formatCode="0.00E+00">
                  <c:v>-1.2488020000000001E-2</c:v>
                </c:pt>
                <c:pt idx="327" formatCode="0.00E+00">
                  <c:v>-1.517891E-2</c:v>
                </c:pt>
                <c:pt idx="328" formatCode="0.00E+00">
                  <c:v>-1.596469E-2</c:v>
                </c:pt>
                <c:pt idx="329" formatCode="0.00E+00">
                  <c:v>-1.334835E-2</c:v>
                </c:pt>
                <c:pt idx="330" formatCode="0.00E+00">
                  <c:v>-1.0741300000000001E-2</c:v>
                </c:pt>
                <c:pt idx="331" formatCode="0.00E+00">
                  <c:v>-1.102785E-2</c:v>
                </c:pt>
                <c:pt idx="332" formatCode="0.00E+00">
                  <c:v>-1.1492209999999999E-2</c:v>
                </c:pt>
                <c:pt idx="333" formatCode="0.00E+00">
                  <c:v>-8.3452590000000007E-3</c:v>
                </c:pt>
                <c:pt idx="334" formatCode="0.00E+00">
                  <c:v>-2.6858369999999999E-3</c:v>
                </c:pt>
                <c:pt idx="335" formatCode="0.00E+00">
                  <c:v>2.3435629999999999E-3</c:v>
                </c:pt>
                <c:pt idx="336" formatCode="0.00E+00">
                  <c:v>6.3173470000000001E-3</c:v>
                </c:pt>
                <c:pt idx="337" formatCode="0.00E+00">
                  <c:v>9.5700909999999993E-3</c:v>
                </c:pt>
                <c:pt idx="338" formatCode="0.00E+00">
                  <c:v>1.0794120000000001E-2</c:v>
                </c:pt>
                <c:pt idx="339" formatCode="0.00E+00">
                  <c:v>9.7806730000000001E-3</c:v>
                </c:pt>
                <c:pt idx="340" formatCode="0.00E+00">
                  <c:v>8.4931109999999994E-3</c:v>
                </c:pt>
                <c:pt idx="341" formatCode="0.00E+00">
                  <c:v>7.741103E-3</c:v>
                </c:pt>
                <c:pt idx="342" formatCode="0.00E+00">
                  <c:v>6.9807200000000002E-3</c:v>
                </c:pt>
                <c:pt idx="343" formatCode="0.00E+00">
                  <c:v>7.4022890000000003E-3</c:v>
                </c:pt>
                <c:pt idx="344" formatCode="0.00E+00">
                  <c:v>1.032521E-2</c:v>
                </c:pt>
                <c:pt idx="345" formatCode="0.00E+00">
                  <c:v>1.340628E-2</c:v>
                </c:pt>
                <c:pt idx="346" formatCode="0.00E+00">
                  <c:v>1.351246E-2</c:v>
                </c:pt>
                <c:pt idx="347" formatCode="0.00E+00">
                  <c:v>1.1844830000000001E-2</c:v>
                </c:pt>
                <c:pt idx="348" formatCode="0.00E+00">
                  <c:v>1.144859E-2</c:v>
                </c:pt>
                <c:pt idx="349" formatCode="0.00E+00">
                  <c:v>1.198751E-2</c:v>
                </c:pt>
                <c:pt idx="350" formatCode="0.00E+00">
                  <c:v>1.1563169999999999E-2</c:v>
                </c:pt>
                <c:pt idx="351" formatCode="0.00E+00">
                  <c:v>1.0821219999999999E-2</c:v>
                </c:pt>
                <c:pt idx="352" formatCode="0.00E+00">
                  <c:v>1.088047E-2</c:v>
                </c:pt>
                <c:pt idx="353" formatCode="0.00E+00">
                  <c:v>1.016274E-2</c:v>
                </c:pt>
                <c:pt idx="354" formatCode="0.00E+00">
                  <c:v>7.065071E-3</c:v>
                </c:pt>
                <c:pt idx="355" formatCode="0.00E+00">
                  <c:v>2.9289239999999999E-3</c:v>
                </c:pt>
                <c:pt idx="356" formatCode="0.00E+00">
                  <c:v>-3.39265E-4</c:v>
                </c:pt>
                <c:pt idx="357" formatCode="0.00E+00">
                  <c:v>-2.5917869999999999E-3</c:v>
                </c:pt>
                <c:pt idx="358" formatCode="0.00E+00">
                  <c:v>-3.902258E-3</c:v>
                </c:pt>
                <c:pt idx="359" formatCode="0.00E+00">
                  <c:v>-4.1979319999999997E-3</c:v>
                </c:pt>
                <c:pt idx="360" formatCode="0.00E+00">
                  <c:v>-4.9989459999999998E-3</c:v>
                </c:pt>
                <c:pt idx="361" formatCode="0.00E+00">
                  <c:v>-7.5997310000000002E-3</c:v>
                </c:pt>
                <c:pt idx="362" formatCode="0.00E+00">
                  <c:v>-9.8058629999999997E-3</c:v>
                </c:pt>
                <c:pt idx="363" formatCode="0.00E+00">
                  <c:v>-8.9877570000000007E-3</c:v>
                </c:pt>
                <c:pt idx="364" formatCode="0.00E+00">
                  <c:v>-7.4216530000000003E-3</c:v>
                </c:pt>
                <c:pt idx="365" formatCode="0.00E+00">
                  <c:v>-9.2653639999999999E-3</c:v>
                </c:pt>
                <c:pt idx="366" formatCode="0.00E+00">
                  <c:v>-1.3254709999999999E-2</c:v>
                </c:pt>
                <c:pt idx="367" formatCode="0.00E+00">
                  <c:v>-1.4294640000000001E-2</c:v>
                </c:pt>
                <c:pt idx="368" formatCode="0.00E+00">
                  <c:v>-1.1589510000000001E-2</c:v>
                </c:pt>
                <c:pt idx="369" formatCode="0.00E+00">
                  <c:v>-9.2538199999999994E-3</c:v>
                </c:pt>
                <c:pt idx="370" formatCode="0.00E+00">
                  <c:v>-9.3386179999999999E-3</c:v>
                </c:pt>
                <c:pt idx="371" formatCode="0.00E+00">
                  <c:v>-1.0009199999999999E-2</c:v>
                </c:pt>
                <c:pt idx="372" formatCode="0.00E+00">
                  <c:v>-1.024136E-2</c:v>
                </c:pt>
                <c:pt idx="373" formatCode="0.00E+00">
                  <c:v>-1.077524E-2</c:v>
                </c:pt>
                <c:pt idx="374" formatCode="0.00E+00">
                  <c:v>-1.068889E-2</c:v>
                </c:pt>
                <c:pt idx="375" formatCode="0.00E+00">
                  <c:v>-8.1815589999999997E-3</c:v>
                </c:pt>
                <c:pt idx="376" formatCode="0.00E+00">
                  <c:v>-4.4233459999999999E-3</c:v>
                </c:pt>
                <c:pt idx="377" formatCode="0.00E+00">
                  <c:v>-2.0099179999999999E-3</c:v>
                </c:pt>
                <c:pt idx="378" formatCode="0.00E+00">
                  <c:v>-5.2854840000000002E-4</c:v>
                </c:pt>
                <c:pt idx="379" formatCode="0.00E+00">
                  <c:v>1.7415899999999999E-3</c:v>
                </c:pt>
                <c:pt idx="380" formatCode="0.00E+00">
                  <c:v>3.3507889999999999E-3</c:v>
                </c:pt>
              </c:numCache>
            </c:numRef>
          </c:yVal>
          <c:smooth val="1"/>
          <c:extLst>
            <c:ext xmlns:c16="http://schemas.microsoft.com/office/drawing/2014/chart" uri="{C3380CC4-5D6E-409C-BE32-E72D297353CC}">
              <c16:uniqueId val="{00000000-0C23-4233-B1FE-0084AC2B105F}"/>
            </c:ext>
          </c:extLst>
        </c:ser>
        <c:ser>
          <c:idx val="1"/>
          <c:order val="1"/>
          <c:tx>
            <c:v>実験値</c:v>
          </c:tx>
          <c:spPr>
            <a:ln w="19050" cap="rnd">
              <a:solidFill>
                <a:schemeClr val="accent2"/>
              </a:solidFill>
              <a:round/>
            </a:ln>
            <a:effectLst/>
          </c:spPr>
          <c:marker>
            <c:symbol val="none"/>
          </c:marker>
          <c:xVal>
            <c:numRef>
              <c:f>一般化構造因子!$E$1:$E$66</c:f>
              <c:numCache>
                <c:formatCode>General</c:formatCode>
                <c:ptCount val="66"/>
                <c:pt idx="0">
                  <c:v>2.2495543672014202</c:v>
                </c:pt>
                <c:pt idx="1">
                  <c:v>2.3743315508021299</c:v>
                </c:pt>
                <c:pt idx="2">
                  <c:v>2.39215686274509</c:v>
                </c:pt>
                <c:pt idx="3">
                  <c:v>2.4991087344028502</c:v>
                </c:pt>
                <c:pt idx="4">
                  <c:v>2.5169340463458099</c:v>
                </c:pt>
                <c:pt idx="5">
                  <c:v>2.5525846702317199</c:v>
                </c:pt>
                <c:pt idx="6">
                  <c:v>2.57040998217468</c:v>
                </c:pt>
                <c:pt idx="7">
                  <c:v>2.6060606060606002</c:v>
                </c:pt>
                <c:pt idx="8">
                  <c:v>2.6238859180035599</c:v>
                </c:pt>
                <c:pt idx="9">
                  <c:v>2.64171122994652</c:v>
                </c:pt>
                <c:pt idx="10">
                  <c:v>2.6595365418894801</c:v>
                </c:pt>
                <c:pt idx="11">
                  <c:v>2.71301247771836</c:v>
                </c:pt>
                <c:pt idx="12">
                  <c:v>2.71301247771836</c:v>
                </c:pt>
                <c:pt idx="13">
                  <c:v>2.71301247771836</c:v>
                </c:pt>
                <c:pt idx="14">
                  <c:v>2.74866310160427</c:v>
                </c:pt>
                <c:pt idx="15">
                  <c:v>2.7843137254901902</c:v>
                </c:pt>
                <c:pt idx="16">
                  <c:v>2.8021390374331498</c:v>
                </c:pt>
                <c:pt idx="17">
                  <c:v>2.92691622103386</c:v>
                </c:pt>
                <c:pt idx="18">
                  <c:v>2.9803921568627398</c:v>
                </c:pt>
                <c:pt idx="19">
                  <c:v>3.0160427807486601</c:v>
                </c:pt>
                <c:pt idx="20">
                  <c:v>3.0695187165775399</c:v>
                </c:pt>
                <c:pt idx="21">
                  <c:v>3.0873440285204898</c:v>
                </c:pt>
                <c:pt idx="22">
                  <c:v>3.19429590017825</c:v>
                </c:pt>
                <c:pt idx="23">
                  <c:v>3.2121212121212102</c:v>
                </c:pt>
                <c:pt idx="24">
                  <c:v>3.2655971479500798</c:v>
                </c:pt>
                <c:pt idx="25">
                  <c:v>3.3547237076648799</c:v>
                </c:pt>
                <c:pt idx="26">
                  <c:v>3.4616755793226299</c:v>
                </c:pt>
                <c:pt idx="27">
                  <c:v>3.6399286987522199</c:v>
                </c:pt>
                <c:pt idx="28">
                  <c:v>3.90730837789661</c:v>
                </c:pt>
                <c:pt idx="29">
                  <c:v>4.1746880570409903</c:v>
                </c:pt>
                <c:pt idx="30">
                  <c:v>4.2816399286987501</c:v>
                </c:pt>
                <c:pt idx="31">
                  <c:v>4.4598930481283396</c:v>
                </c:pt>
                <c:pt idx="32">
                  <c:v>4.5133689839572098</c:v>
                </c:pt>
                <c:pt idx="33">
                  <c:v>4.6203208556149704</c:v>
                </c:pt>
                <c:pt idx="34">
                  <c:v>4.9233511586452696</c:v>
                </c:pt>
                <c:pt idx="35">
                  <c:v>5.1907308377896602</c:v>
                </c:pt>
                <c:pt idx="36">
                  <c:v>5.4402852049910804</c:v>
                </c:pt>
                <c:pt idx="37">
                  <c:v>5.6720142602495498</c:v>
                </c:pt>
                <c:pt idx="38">
                  <c:v>5.9037433155080201</c:v>
                </c:pt>
                <c:pt idx="39">
                  <c:v>6.0998217468805702</c:v>
                </c:pt>
                <c:pt idx="40">
                  <c:v>6.3137254901960702</c:v>
                </c:pt>
                <c:pt idx="41">
                  <c:v>6.5098039215686203</c:v>
                </c:pt>
                <c:pt idx="42">
                  <c:v>6.7593582887700503</c:v>
                </c:pt>
                <c:pt idx="43">
                  <c:v>6.9910873440285197</c:v>
                </c:pt>
                <c:pt idx="44">
                  <c:v>7.1871657754010698</c:v>
                </c:pt>
                <c:pt idx="45">
                  <c:v>7.3654188948306496</c:v>
                </c:pt>
                <c:pt idx="46">
                  <c:v>7.5793226381461603</c:v>
                </c:pt>
                <c:pt idx="47">
                  <c:v>7.8288770053475902</c:v>
                </c:pt>
                <c:pt idx="48">
                  <c:v>8.1140819964349298</c:v>
                </c:pt>
                <c:pt idx="49">
                  <c:v>8.3636363636363598</c:v>
                </c:pt>
                <c:pt idx="50">
                  <c:v>8.5418894830659493</c:v>
                </c:pt>
                <c:pt idx="51">
                  <c:v>8.8092691622103292</c:v>
                </c:pt>
                <c:pt idx="52">
                  <c:v>9.0588235294117592</c:v>
                </c:pt>
                <c:pt idx="53">
                  <c:v>9.3262032085561497</c:v>
                </c:pt>
                <c:pt idx="54">
                  <c:v>9.5401069518716497</c:v>
                </c:pt>
                <c:pt idx="55">
                  <c:v>9.7718360071301191</c:v>
                </c:pt>
                <c:pt idx="56">
                  <c:v>9.9679144385026692</c:v>
                </c:pt>
                <c:pt idx="57">
                  <c:v>10.1461675579322</c:v>
                </c:pt>
                <c:pt idx="58">
                  <c:v>10.3778966131907</c:v>
                </c:pt>
                <c:pt idx="59">
                  <c:v>10.645276292335099</c:v>
                </c:pt>
                <c:pt idx="60">
                  <c:v>10.7522281639928</c:v>
                </c:pt>
                <c:pt idx="61">
                  <c:v>11.0196078431372</c:v>
                </c:pt>
                <c:pt idx="62">
                  <c:v>11.1978609625668</c:v>
                </c:pt>
                <c:pt idx="63">
                  <c:v>11.4295900178253</c:v>
                </c:pt>
                <c:pt idx="64">
                  <c:v>11.6256684491978</c:v>
                </c:pt>
                <c:pt idx="65">
                  <c:v>11.8752228163992</c:v>
                </c:pt>
              </c:numCache>
            </c:numRef>
          </c:xVal>
          <c:yVal>
            <c:numRef>
              <c:f>一般化構造因子!$G$1:$G$66</c:f>
              <c:numCache>
                <c:formatCode>General</c:formatCode>
                <c:ptCount val="66"/>
                <c:pt idx="0">
                  <c:v>-0.61351357317483979</c:v>
                </c:pt>
                <c:pt idx="1">
                  <c:v>-0.5284708310568802</c:v>
                </c:pt>
                <c:pt idx="2">
                  <c:v>-0.41238555653053011</c:v>
                </c:pt>
                <c:pt idx="3">
                  <c:v>-0.28088938924853002</c:v>
                </c:pt>
                <c:pt idx="4">
                  <c:v>-0.16480411472217016</c:v>
                </c:pt>
                <c:pt idx="5">
                  <c:v>-4.8732636876879898E-2</c:v>
                </c:pt>
                <c:pt idx="6">
                  <c:v>5.9612699568989846E-2</c:v>
                </c:pt>
                <c:pt idx="7">
                  <c:v>0.1602043012532901</c:v>
                </c:pt>
                <c:pt idx="8">
                  <c:v>0.31498926618212009</c:v>
                </c:pt>
                <c:pt idx="9">
                  <c:v>0.43881447878897983</c:v>
                </c:pt>
                <c:pt idx="10">
                  <c:v>0.53167993907385025</c:v>
                </c:pt>
                <c:pt idx="11">
                  <c:v>0.66321749639906002</c:v>
                </c:pt>
                <c:pt idx="12">
                  <c:v>0.75609675336500981</c:v>
                </c:pt>
                <c:pt idx="13">
                  <c:v>0.87219582457244016</c:v>
                </c:pt>
                <c:pt idx="14">
                  <c:v>0.97278742625674042</c:v>
                </c:pt>
                <c:pt idx="15">
                  <c:v>1.0888589041020298</c:v>
                </c:pt>
                <c:pt idx="16">
                  <c:v>1.1739844263063999</c:v>
                </c:pt>
                <c:pt idx="17">
                  <c:v>1.08100859257297</c:v>
                </c:pt>
                <c:pt idx="18">
                  <c:v>0.98808794556380963</c:v>
                </c:pt>
                <c:pt idx="19">
                  <c:v>0.87196128099424008</c:v>
                </c:pt>
                <c:pt idx="20">
                  <c:v>0.71712112934111971</c:v>
                </c:pt>
                <c:pt idx="21">
                  <c:v>0.57778844721114009</c:v>
                </c:pt>
                <c:pt idx="22">
                  <c:v>0.43064684359530014</c:v>
                </c:pt>
                <c:pt idx="23">
                  <c:v>0.3145339757068002</c:v>
                </c:pt>
                <c:pt idx="24">
                  <c:v>0.19839351445616016</c:v>
                </c:pt>
                <c:pt idx="25">
                  <c:v>5.1265707521389814E-2</c:v>
                </c:pt>
                <c:pt idx="26">
                  <c:v>-8.0396019933449914E-2</c:v>
                </c:pt>
                <c:pt idx="27">
                  <c:v>-0.21211293411256982</c:v>
                </c:pt>
                <c:pt idx="28">
                  <c:v>-0.30519914129456982</c:v>
                </c:pt>
                <c:pt idx="29">
                  <c:v>-0.2434865868666698</c:v>
                </c:pt>
                <c:pt idx="30">
                  <c:v>-0.15069010998715004</c:v>
                </c:pt>
                <c:pt idx="31">
                  <c:v>-5.0208881751410139E-2</c:v>
                </c:pt>
                <c:pt idx="32">
                  <c:v>1.1669232849340183E-2</c:v>
                </c:pt>
                <c:pt idx="33">
                  <c:v>7.3505957406879929E-2</c:v>
                </c:pt>
                <c:pt idx="34">
                  <c:v>0.1429308565531402</c:v>
                </c:pt>
                <c:pt idx="35">
                  <c:v>0.12724403017609998</c:v>
                </c:pt>
                <c:pt idx="36">
                  <c:v>7.2871310077640139E-2</c:v>
                </c:pt>
                <c:pt idx="37">
                  <c:v>1.077244857977E-2</c:v>
                </c:pt>
                <c:pt idx="38">
                  <c:v>-1.2626722515639788E-2</c:v>
                </c:pt>
                <c:pt idx="39">
                  <c:v>-5.9218114490379836E-2</c:v>
                </c:pt>
                <c:pt idx="40">
                  <c:v>-4.3903798502240132E-2</c:v>
                </c:pt>
                <c:pt idx="41">
                  <c:v>-5.3558715915298372E-3</c:v>
                </c:pt>
                <c:pt idx="42">
                  <c:v>4.8630541436950114E-2</c:v>
                </c:pt>
                <c:pt idx="43">
                  <c:v>7.1670998824520105E-2</c:v>
                </c:pt>
                <c:pt idx="44">
                  <c:v>6.3779297252250178E-2</c:v>
                </c:pt>
                <c:pt idx="45">
                  <c:v>3.2681578119559962E-2</c:v>
                </c:pt>
                <c:pt idx="46">
                  <c:v>3.2516017946719877E-2</c:v>
                </c:pt>
                <c:pt idx="47">
                  <c:v>1.3631120897499294E-3</c:v>
                </c:pt>
                <c:pt idx="48">
                  <c:v>-6.5975728878702178E-3</c:v>
                </c:pt>
                <c:pt idx="49">
                  <c:v>-2.2270602583850163E-2</c:v>
                </c:pt>
                <c:pt idx="50">
                  <c:v>-3.0148507475050046E-2</c:v>
                </c:pt>
                <c:pt idx="51">
                  <c:v>-3.8095395771600149E-2</c:v>
                </c:pt>
                <c:pt idx="52">
                  <c:v>-3.8288549306579878E-2</c:v>
                </c:pt>
                <c:pt idx="53">
                  <c:v>3.1163943201820032E-2</c:v>
                </c:pt>
                <c:pt idx="54">
                  <c:v>6.1958135350959953E-2</c:v>
                </c:pt>
                <c:pt idx="55">
                  <c:v>6.9518716577539941E-2</c:v>
                </c:pt>
                <c:pt idx="56">
                  <c:v>6.1627015005270014E-2</c:v>
                </c:pt>
                <c:pt idx="57">
                  <c:v>1.5049419711589795E-2</c:v>
                </c:pt>
                <c:pt idx="58">
                  <c:v>1.4870062857680111E-2</c:v>
                </c:pt>
                <c:pt idx="59">
                  <c:v>-8.556701599870209E-3</c:v>
                </c:pt>
                <c:pt idx="60">
                  <c:v>-3.1859295927770148E-2</c:v>
                </c:pt>
                <c:pt idx="61">
                  <c:v>-3.9806184224330021E-2</c:v>
                </c:pt>
                <c:pt idx="62">
                  <c:v>-8.9843987130500125E-3</c:v>
                </c:pt>
                <c:pt idx="63">
                  <c:v>2.1795996755019864E-2</c:v>
                </c:pt>
                <c:pt idx="64">
                  <c:v>5.2603985585220059E-2</c:v>
                </c:pt>
                <c:pt idx="65">
                  <c:v>4.467089396974E-2</c:v>
                </c:pt>
              </c:numCache>
            </c:numRef>
          </c:yVal>
          <c:smooth val="1"/>
          <c:extLst>
            <c:ext xmlns:c16="http://schemas.microsoft.com/office/drawing/2014/chart" uri="{C3380CC4-5D6E-409C-BE32-E72D297353CC}">
              <c16:uniqueId val="{00000001-0C23-4233-B1FE-0084AC2B105F}"/>
            </c:ext>
          </c:extLst>
        </c:ser>
        <c:dLbls>
          <c:showLegendKey val="0"/>
          <c:showVal val="0"/>
          <c:showCatName val="0"/>
          <c:showSerName val="0"/>
          <c:showPercent val="0"/>
          <c:showBubbleSize val="0"/>
        </c:dLbls>
        <c:axId val="163848112"/>
        <c:axId val="163867312"/>
      </c:scatterChart>
      <c:valAx>
        <c:axId val="163848112"/>
        <c:scaling>
          <c:orientation val="minMax"/>
          <c:max val="10"/>
          <c:min val="2"/>
        </c:scaling>
        <c:delete val="0"/>
        <c:axPos val="b"/>
        <c:majorGridlines>
          <c:spPr>
            <a:ln w="9525" cap="flat" cmpd="sng" algn="ctr">
              <a:noFill/>
              <a:round/>
            </a:ln>
            <a:effectLst/>
          </c:spPr>
        </c:majorGridlines>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ltLang="ja-JP" sz="1000" b="0" i="0" u="none" strike="noStrike" kern="1200" baseline="0" dirty="0">
                    <a:solidFill>
                      <a:srgbClr val="000000">
                        <a:lumMod val="65000"/>
                        <a:lumOff val="35000"/>
                      </a:srgbClr>
                    </a:solidFill>
                  </a:rPr>
                  <a:t>Q[</a:t>
                </a:r>
                <a:r>
                  <a:rPr lang="en-US" altLang="ja-JP" sz="1000" b="0" i="0" u="none" strike="noStrike" kern="1200" baseline="0" dirty="0">
                    <a:solidFill>
                      <a:srgbClr val="000000">
                        <a:lumMod val="65000"/>
                        <a:lumOff val="35000"/>
                      </a:srgbClr>
                    </a:solidFill>
                    <a:latin typeface="Yu Gothic UI" panose="020B0500000000000000" pitchFamily="50" charset="-128"/>
                    <a:ea typeface="Yu Gothic UI" panose="020B0500000000000000" pitchFamily="50" charset="-128"/>
                  </a:rPr>
                  <a:t>Å</a:t>
                </a:r>
                <a:r>
                  <a:rPr lang="en-US" altLang="ja-JP" sz="800" b="0" i="0" u="none" strike="noStrike" kern="1200" baseline="0" dirty="0">
                    <a:solidFill>
                      <a:srgbClr val="000000">
                        <a:lumMod val="65000"/>
                        <a:lumOff val="35000"/>
                      </a:srgbClr>
                    </a:solidFill>
                    <a:latin typeface="Yu Gothic UI" panose="020B0500000000000000" pitchFamily="50" charset="-128"/>
                    <a:ea typeface="Yu Gothic UI" panose="020B0500000000000000" pitchFamily="50" charset="-128"/>
                  </a:rPr>
                  <a:t>¯¹</a:t>
                </a:r>
                <a:r>
                  <a:rPr lang="en-US" altLang="ja-JP" sz="1000" b="0" i="0" u="none" strike="noStrike" kern="1200" baseline="0" dirty="0">
                    <a:solidFill>
                      <a:srgbClr val="000000">
                        <a:lumMod val="65000"/>
                        <a:lumOff val="35000"/>
                      </a:srgbClr>
                    </a:solidFill>
                  </a:rPr>
                  <a:t>]</a:t>
                </a:r>
                <a:endParaRPr lang="ja-JP" altLang="en-US" sz="1000" b="0" i="0" u="none" strike="noStrike" kern="1200" baseline="0" dirty="0">
                  <a:solidFill>
                    <a:srgbClr val="000000">
                      <a:lumMod val="65000"/>
                      <a:lumOff val="35000"/>
                    </a:srgbClr>
                  </a:solidFill>
                </a:endParaRPr>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ja-JP" altLang="en-US"/>
            </a:p>
          </c:txPr>
        </c:title>
        <c:numFmt formatCode="General" sourceLinked="1"/>
        <c:majorTickMark val="none"/>
        <c:minorTickMark val="none"/>
        <c:tickLblPos val="low"/>
        <c:spPr>
          <a:noFill/>
          <a:ln w="9525" cap="flat" cmpd="sng" algn="ctr">
            <a:no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ja-JP"/>
          </a:p>
        </c:txPr>
        <c:crossAx val="163867312"/>
        <c:crosses val="autoZero"/>
        <c:crossBetween val="midCat"/>
      </c:valAx>
      <c:valAx>
        <c:axId val="163867312"/>
        <c:scaling>
          <c:orientation val="minMax"/>
          <c:max val="3.5"/>
          <c:min val="-1"/>
        </c:scaling>
        <c:delete val="0"/>
        <c:axPos val="l"/>
        <c:majorGridlines>
          <c:spPr>
            <a:ln w="9525" cap="flat" cmpd="sng" algn="ctr">
              <a:no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ltLang="ja-JP" sz="1000" b="0" i="0" u="none" strike="noStrike" kern="1200" baseline="0" dirty="0">
                    <a:solidFill>
                      <a:srgbClr val="000000">
                        <a:lumMod val="65000"/>
                        <a:lumOff val="35000"/>
                      </a:srgbClr>
                    </a:solidFill>
                  </a:rPr>
                  <a:t>S(Q)</a:t>
                </a:r>
                <a:endParaRPr lang="ja-JP" altLang="en-US" sz="1000" b="0" i="0" u="none" strike="noStrike" kern="1200" baseline="0" dirty="0">
                  <a:solidFill>
                    <a:srgbClr val="000000">
                      <a:lumMod val="65000"/>
                      <a:lumOff val="35000"/>
                    </a:srgbClr>
                  </a:solidFill>
                </a:endParaRPr>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ja-JP" altLang="en-US"/>
            </a:p>
          </c:txPr>
        </c:title>
        <c:numFmt formatCode="General" sourceLinked="1"/>
        <c:majorTickMark val="none"/>
        <c:minorTickMark val="none"/>
        <c:tickLblPos val="nextTo"/>
        <c:spPr>
          <a:noFill/>
          <a:ln w="9525" cap="flat" cmpd="sng" algn="ctr">
            <a:no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ja-JP"/>
          </a:p>
        </c:txPr>
        <c:crossAx val="163848112"/>
        <c:crosses val="autoZero"/>
        <c:crossBetween val="midCat"/>
      </c:valAx>
      <c:spPr>
        <a:noFill/>
        <a:ln>
          <a:solidFill>
            <a:schemeClr val="tx1"/>
          </a:solidFill>
        </a:ln>
        <a:effectLst/>
      </c:spPr>
    </c:plotArea>
    <c:legend>
      <c:legendPos val="r"/>
      <c:layout>
        <c:manualLayout>
          <c:xMode val="edge"/>
          <c:yMode val="edge"/>
          <c:x val="0.71347445463002379"/>
          <c:y val="0.11710731750427149"/>
          <c:w val="0.18359889314969355"/>
          <c:h val="0.15783450185588879"/>
        </c:manualLayout>
      </c:layout>
      <c:overlay val="1"/>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ja-JP"/>
        </a:p>
      </c:txPr>
    </c:legend>
    <c:plotVisOnly val="1"/>
    <c:dispBlanksAs val="gap"/>
    <c:showDLblsOverMax val="0"/>
  </c:chart>
  <c:spPr>
    <a:noFill/>
    <a:ln>
      <a:noFill/>
    </a:ln>
    <a:effectLst/>
  </c:spPr>
  <c:txPr>
    <a:bodyPr/>
    <a:lstStyle/>
    <a:p>
      <a:pPr>
        <a:defRPr/>
      </a:pPr>
      <a:endParaRPr lang="ja-JP"/>
    </a:p>
  </c:txPr>
  <c:externalData r:id="rId4">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scatterChart>
        <c:scatterStyle val="smoothMarker"/>
        <c:varyColors val="0"/>
        <c:ser>
          <c:idx val="0"/>
          <c:order val="0"/>
          <c:tx>
            <c:v>計算結果</c:v>
          </c:tx>
          <c:spPr>
            <a:ln w="19050" cap="rnd">
              <a:solidFill>
                <a:schemeClr val="accent1"/>
              </a:solidFill>
              <a:round/>
            </a:ln>
            <a:effectLst/>
          </c:spPr>
          <c:marker>
            <c:symbol val="none"/>
          </c:marker>
          <c:xVal>
            <c:numRef>
              <c:f>Sheet3!$A$1:$A$381</c:f>
              <c:numCache>
                <c:formatCode>General</c:formatCode>
                <c:ptCount val="381"/>
                <c:pt idx="0">
                  <c:v>1.4357740000000001</c:v>
                </c:pt>
                <c:pt idx="1">
                  <c:v>1.5075210000000001</c:v>
                </c:pt>
                <c:pt idx="2">
                  <c:v>1.5792630000000001</c:v>
                </c:pt>
                <c:pt idx="3">
                  <c:v>1.650998</c:v>
                </c:pt>
                <c:pt idx="4">
                  <c:v>1.722726</c:v>
                </c:pt>
                <c:pt idx="5">
                  <c:v>1.794448</c:v>
                </c:pt>
                <c:pt idx="6">
                  <c:v>1.8661620000000001</c:v>
                </c:pt>
                <c:pt idx="7">
                  <c:v>1.9378690000000001</c:v>
                </c:pt>
                <c:pt idx="8">
                  <c:v>2.0095689999999999</c:v>
                </c:pt>
                <c:pt idx="9">
                  <c:v>2.0812599999999999</c:v>
                </c:pt>
                <c:pt idx="10">
                  <c:v>2.1529430000000001</c:v>
                </c:pt>
                <c:pt idx="11">
                  <c:v>2.2246169999999998</c:v>
                </c:pt>
                <c:pt idx="12">
                  <c:v>2.2962820000000002</c:v>
                </c:pt>
                <c:pt idx="13">
                  <c:v>2.3679389999999998</c:v>
                </c:pt>
                <c:pt idx="14">
                  <c:v>2.4395850000000001</c:v>
                </c:pt>
                <c:pt idx="15">
                  <c:v>2.5112220000000001</c:v>
                </c:pt>
                <c:pt idx="16">
                  <c:v>2.582849</c:v>
                </c:pt>
                <c:pt idx="17">
                  <c:v>2.6544660000000002</c:v>
                </c:pt>
                <c:pt idx="18">
                  <c:v>2.7260719999999998</c:v>
                </c:pt>
                <c:pt idx="19">
                  <c:v>2.7976670000000001</c:v>
                </c:pt>
                <c:pt idx="20">
                  <c:v>2.8692510000000002</c:v>
                </c:pt>
                <c:pt idx="21">
                  <c:v>2.940823</c:v>
                </c:pt>
                <c:pt idx="22">
                  <c:v>3.0123829999999998</c:v>
                </c:pt>
                <c:pt idx="23">
                  <c:v>3.0839319999999999</c:v>
                </c:pt>
                <c:pt idx="24">
                  <c:v>3.1554679999999999</c:v>
                </c:pt>
                <c:pt idx="25">
                  <c:v>3.2269920000000001</c:v>
                </c:pt>
                <c:pt idx="26">
                  <c:v>3.2985030000000002</c:v>
                </c:pt>
                <c:pt idx="27">
                  <c:v>3.37</c:v>
                </c:pt>
                <c:pt idx="28">
                  <c:v>3.441484</c:v>
                </c:pt>
                <c:pt idx="29">
                  <c:v>3.5129540000000001</c:v>
                </c:pt>
                <c:pt idx="30">
                  <c:v>3.5844109999999998</c:v>
                </c:pt>
                <c:pt idx="31">
                  <c:v>3.655853</c:v>
                </c:pt>
                <c:pt idx="32">
                  <c:v>3.7272799999999999</c:v>
                </c:pt>
                <c:pt idx="33">
                  <c:v>3.798692</c:v>
                </c:pt>
                <c:pt idx="34">
                  <c:v>3.8700890000000001</c:v>
                </c:pt>
                <c:pt idx="35">
                  <c:v>3.9414709999999999</c:v>
                </c:pt>
                <c:pt idx="36">
                  <c:v>4.0128370000000002</c:v>
                </c:pt>
                <c:pt idx="37">
                  <c:v>4.084187</c:v>
                </c:pt>
                <c:pt idx="38">
                  <c:v>4.1555200000000001</c:v>
                </c:pt>
                <c:pt idx="39">
                  <c:v>4.2268369999999997</c:v>
                </c:pt>
                <c:pt idx="40">
                  <c:v>4.2981369999999997</c:v>
                </c:pt>
                <c:pt idx="41">
                  <c:v>4.3694199999999999</c:v>
                </c:pt>
                <c:pt idx="42">
                  <c:v>4.4406850000000002</c:v>
                </c:pt>
                <c:pt idx="43">
                  <c:v>4.511933</c:v>
                </c:pt>
                <c:pt idx="44">
                  <c:v>4.5831619999999997</c:v>
                </c:pt>
                <c:pt idx="45">
                  <c:v>4.6543729999999996</c:v>
                </c:pt>
                <c:pt idx="46">
                  <c:v>4.7255659999999997</c:v>
                </c:pt>
                <c:pt idx="47">
                  <c:v>4.7967399999999998</c:v>
                </c:pt>
                <c:pt idx="48">
                  <c:v>4.8678939999999997</c:v>
                </c:pt>
                <c:pt idx="49">
                  <c:v>4.9390289999999997</c:v>
                </c:pt>
                <c:pt idx="50">
                  <c:v>5.0101440000000004</c:v>
                </c:pt>
                <c:pt idx="51">
                  <c:v>5.0812400000000002</c:v>
                </c:pt>
                <c:pt idx="52">
                  <c:v>5.1523139999999996</c:v>
                </c:pt>
                <c:pt idx="53">
                  <c:v>5.2233689999999999</c:v>
                </c:pt>
                <c:pt idx="54">
                  <c:v>5.2944019999999998</c:v>
                </c:pt>
                <c:pt idx="55">
                  <c:v>5.3654140000000003</c:v>
                </c:pt>
                <c:pt idx="56">
                  <c:v>5.4364049999999997</c:v>
                </c:pt>
                <c:pt idx="57">
                  <c:v>5.5073740000000004</c:v>
                </c:pt>
                <c:pt idx="58">
                  <c:v>5.5783209999999999</c:v>
                </c:pt>
                <c:pt idx="59">
                  <c:v>5.6492449999999996</c:v>
                </c:pt>
                <c:pt idx="60">
                  <c:v>5.720148</c:v>
                </c:pt>
                <c:pt idx="61">
                  <c:v>5.7910269999999997</c:v>
                </c:pt>
                <c:pt idx="62">
                  <c:v>5.8618829999999997</c:v>
                </c:pt>
                <c:pt idx="63">
                  <c:v>5.932715</c:v>
                </c:pt>
                <c:pt idx="64">
                  <c:v>6.0035239999999996</c:v>
                </c:pt>
                <c:pt idx="65">
                  <c:v>6.0743090000000004</c:v>
                </c:pt>
                <c:pt idx="66">
                  <c:v>6.1450699999999996</c:v>
                </c:pt>
                <c:pt idx="67">
                  <c:v>6.2158059999999997</c:v>
                </c:pt>
                <c:pt idx="68">
                  <c:v>6.2865159999999998</c:v>
                </c:pt>
                <c:pt idx="69">
                  <c:v>6.357202</c:v>
                </c:pt>
                <c:pt idx="70">
                  <c:v>6.4278630000000003</c:v>
                </c:pt>
                <c:pt idx="71">
                  <c:v>6.4984970000000004</c:v>
                </c:pt>
                <c:pt idx="72">
                  <c:v>6.5691059999999997</c:v>
                </c:pt>
                <c:pt idx="73">
                  <c:v>6.6396889999999997</c:v>
                </c:pt>
                <c:pt idx="74">
                  <c:v>6.7102449999999996</c:v>
                </c:pt>
                <c:pt idx="75">
                  <c:v>6.7807740000000001</c:v>
                </c:pt>
                <c:pt idx="76">
                  <c:v>6.8512760000000004</c:v>
                </c:pt>
                <c:pt idx="77">
                  <c:v>6.9217510000000004</c:v>
                </c:pt>
                <c:pt idx="78">
                  <c:v>6.9921980000000001</c:v>
                </c:pt>
                <c:pt idx="79">
                  <c:v>7.0626160000000002</c:v>
                </c:pt>
                <c:pt idx="80">
                  <c:v>7.1330070000000001</c:v>
                </c:pt>
                <c:pt idx="81">
                  <c:v>7.2033690000000004</c:v>
                </c:pt>
                <c:pt idx="82">
                  <c:v>7.2737030000000003</c:v>
                </c:pt>
                <c:pt idx="83">
                  <c:v>7.3440070000000004</c:v>
                </c:pt>
                <c:pt idx="84">
                  <c:v>7.4142809999999999</c:v>
                </c:pt>
                <c:pt idx="85">
                  <c:v>7.4845269999999999</c:v>
                </c:pt>
                <c:pt idx="86">
                  <c:v>7.5547420000000001</c:v>
                </c:pt>
                <c:pt idx="87">
                  <c:v>7.6249269999999996</c:v>
                </c:pt>
                <c:pt idx="88">
                  <c:v>7.6950820000000002</c:v>
                </c:pt>
                <c:pt idx="89">
                  <c:v>7.7652049999999999</c:v>
                </c:pt>
                <c:pt idx="90">
                  <c:v>7.8352979999999999</c:v>
                </c:pt>
                <c:pt idx="91">
                  <c:v>7.9053589999999998</c:v>
                </c:pt>
                <c:pt idx="92">
                  <c:v>7.9753889999999998</c:v>
                </c:pt>
                <c:pt idx="93">
                  <c:v>8.0453869999999998</c:v>
                </c:pt>
                <c:pt idx="94">
                  <c:v>8.1153530000000007</c:v>
                </c:pt>
                <c:pt idx="95">
                  <c:v>8.1852859999999996</c:v>
                </c:pt>
                <c:pt idx="96">
                  <c:v>8.2551860000000001</c:v>
                </c:pt>
                <c:pt idx="97">
                  <c:v>8.3250539999999997</c:v>
                </c:pt>
                <c:pt idx="98">
                  <c:v>8.3948879999999999</c:v>
                </c:pt>
                <c:pt idx="99">
                  <c:v>8.4646880000000007</c:v>
                </c:pt>
                <c:pt idx="100">
                  <c:v>8.5344549999999995</c:v>
                </c:pt>
                <c:pt idx="101">
                  <c:v>8.6041880000000006</c:v>
                </c:pt>
                <c:pt idx="102">
                  <c:v>8.6738859999999995</c:v>
                </c:pt>
                <c:pt idx="103">
                  <c:v>8.7435489999999998</c:v>
                </c:pt>
                <c:pt idx="104">
                  <c:v>8.8131780000000006</c:v>
                </c:pt>
                <c:pt idx="105">
                  <c:v>8.882771</c:v>
                </c:pt>
                <c:pt idx="106">
                  <c:v>8.9523290000000006</c:v>
                </c:pt>
                <c:pt idx="107">
                  <c:v>9.0218509999999998</c:v>
                </c:pt>
                <c:pt idx="108">
                  <c:v>9.0913360000000001</c:v>
                </c:pt>
                <c:pt idx="109">
                  <c:v>9.1607859999999999</c:v>
                </c:pt>
                <c:pt idx="110">
                  <c:v>9.2301990000000007</c:v>
                </c:pt>
                <c:pt idx="111">
                  <c:v>9.2995750000000008</c:v>
                </c:pt>
                <c:pt idx="112">
                  <c:v>9.3689129999999992</c:v>
                </c:pt>
                <c:pt idx="113">
                  <c:v>9.4382140000000003</c:v>
                </c:pt>
                <c:pt idx="114">
                  <c:v>9.5074780000000008</c:v>
                </c:pt>
                <c:pt idx="115">
                  <c:v>9.5767030000000002</c:v>
                </c:pt>
                <c:pt idx="116">
                  <c:v>9.6458899999999996</c:v>
                </c:pt>
                <c:pt idx="117">
                  <c:v>9.7150379999999998</c:v>
                </c:pt>
                <c:pt idx="118">
                  <c:v>9.7841480000000001</c:v>
                </c:pt>
                <c:pt idx="119">
                  <c:v>9.8532189999999993</c:v>
                </c:pt>
                <c:pt idx="120">
                  <c:v>9.92225</c:v>
                </c:pt>
                <c:pt idx="121">
                  <c:v>9.9912410000000005</c:v>
                </c:pt>
                <c:pt idx="122">
                  <c:v>10.06019</c:v>
                </c:pt>
                <c:pt idx="123">
                  <c:v>10.129099999999999</c:v>
                </c:pt>
                <c:pt idx="124">
                  <c:v>10.197979999999999</c:v>
                </c:pt>
                <c:pt idx="125">
                  <c:v>10.2668</c:v>
                </c:pt>
                <c:pt idx="126">
                  <c:v>10.33559</c:v>
                </c:pt>
                <c:pt idx="127">
                  <c:v>10.404339999999999</c:v>
                </c:pt>
                <c:pt idx="128">
                  <c:v>10.473050000000001</c:v>
                </c:pt>
                <c:pt idx="129">
                  <c:v>10.54171</c:v>
                </c:pt>
                <c:pt idx="130">
                  <c:v>10.610329999999999</c:v>
                </c:pt>
                <c:pt idx="131">
                  <c:v>10.67891</c:v>
                </c:pt>
                <c:pt idx="132">
                  <c:v>10.747450000000001</c:v>
                </c:pt>
                <c:pt idx="133">
                  <c:v>10.815939999999999</c:v>
                </c:pt>
                <c:pt idx="134">
                  <c:v>10.88439</c:v>
                </c:pt>
                <c:pt idx="135">
                  <c:v>10.9528</c:v>
                </c:pt>
                <c:pt idx="136">
                  <c:v>11.02116</c:v>
                </c:pt>
                <c:pt idx="137">
                  <c:v>11.08948</c:v>
                </c:pt>
                <c:pt idx="138">
                  <c:v>11.15776</c:v>
                </c:pt>
                <c:pt idx="139">
                  <c:v>11.225989999999999</c:v>
                </c:pt>
                <c:pt idx="140">
                  <c:v>11.294169999999999</c:v>
                </c:pt>
                <c:pt idx="141">
                  <c:v>11.362310000000001</c:v>
                </c:pt>
                <c:pt idx="142">
                  <c:v>11.43041</c:v>
                </c:pt>
                <c:pt idx="143">
                  <c:v>11.49845</c:v>
                </c:pt>
                <c:pt idx="144">
                  <c:v>11.566459999999999</c:v>
                </c:pt>
                <c:pt idx="145">
                  <c:v>11.634410000000001</c:v>
                </c:pt>
                <c:pt idx="146">
                  <c:v>11.70232</c:v>
                </c:pt>
                <c:pt idx="147">
                  <c:v>11.770189999999999</c:v>
                </c:pt>
                <c:pt idx="148">
                  <c:v>11.837999999999999</c:v>
                </c:pt>
                <c:pt idx="149">
                  <c:v>11.90577</c:v>
                </c:pt>
                <c:pt idx="150">
                  <c:v>11.97349</c:v>
                </c:pt>
                <c:pt idx="151">
                  <c:v>12.041169999999999</c:v>
                </c:pt>
                <c:pt idx="152">
                  <c:v>12.108790000000001</c:v>
                </c:pt>
                <c:pt idx="153">
                  <c:v>12.17637</c:v>
                </c:pt>
                <c:pt idx="154">
                  <c:v>12.2439</c:v>
                </c:pt>
                <c:pt idx="155">
                  <c:v>12.31137</c:v>
                </c:pt>
                <c:pt idx="156">
                  <c:v>12.3788</c:v>
                </c:pt>
                <c:pt idx="157">
                  <c:v>12.44618</c:v>
                </c:pt>
                <c:pt idx="158">
                  <c:v>12.51351</c:v>
                </c:pt>
                <c:pt idx="159">
                  <c:v>12.58079</c:v>
                </c:pt>
                <c:pt idx="160">
                  <c:v>12.648020000000001</c:v>
                </c:pt>
                <c:pt idx="161">
                  <c:v>12.715199999999999</c:v>
                </c:pt>
                <c:pt idx="162">
                  <c:v>12.78233</c:v>
                </c:pt>
                <c:pt idx="163">
                  <c:v>12.849410000000001</c:v>
                </c:pt>
                <c:pt idx="164">
                  <c:v>12.91644</c:v>
                </c:pt>
                <c:pt idx="165">
                  <c:v>12.983409999999999</c:v>
                </c:pt>
                <c:pt idx="166">
                  <c:v>13.050330000000001</c:v>
                </c:pt>
                <c:pt idx="167">
                  <c:v>13.1172</c:v>
                </c:pt>
                <c:pt idx="168">
                  <c:v>13.18402</c:v>
                </c:pt>
                <c:pt idx="169">
                  <c:v>13.25079</c:v>
                </c:pt>
                <c:pt idx="170">
                  <c:v>13.317500000000001</c:v>
                </c:pt>
                <c:pt idx="171">
                  <c:v>13.38416</c:v>
                </c:pt>
                <c:pt idx="172">
                  <c:v>13.450760000000001</c:v>
                </c:pt>
                <c:pt idx="173">
                  <c:v>13.51731</c:v>
                </c:pt>
                <c:pt idx="174">
                  <c:v>13.58381</c:v>
                </c:pt>
                <c:pt idx="175">
                  <c:v>13.65025</c:v>
                </c:pt>
                <c:pt idx="176">
                  <c:v>13.71664</c:v>
                </c:pt>
                <c:pt idx="177">
                  <c:v>13.78298</c:v>
                </c:pt>
                <c:pt idx="178">
                  <c:v>13.84925</c:v>
                </c:pt>
                <c:pt idx="179">
                  <c:v>13.915480000000001</c:v>
                </c:pt>
                <c:pt idx="180">
                  <c:v>13.981640000000001</c:v>
                </c:pt>
                <c:pt idx="181">
                  <c:v>14.04776</c:v>
                </c:pt>
                <c:pt idx="182">
                  <c:v>14.113810000000001</c:v>
                </c:pt>
                <c:pt idx="183">
                  <c:v>14.17981</c:v>
                </c:pt>
                <c:pt idx="184">
                  <c:v>14.245749999999999</c:v>
                </c:pt>
                <c:pt idx="185">
                  <c:v>14.311640000000001</c:v>
                </c:pt>
                <c:pt idx="186">
                  <c:v>14.377459999999999</c:v>
                </c:pt>
                <c:pt idx="187">
                  <c:v>14.44323</c:v>
                </c:pt>
                <c:pt idx="188">
                  <c:v>14.50895</c:v>
                </c:pt>
                <c:pt idx="189">
                  <c:v>14.5746</c:v>
                </c:pt>
                <c:pt idx="190">
                  <c:v>14.6402</c:v>
                </c:pt>
                <c:pt idx="191">
                  <c:v>14.705730000000001</c:v>
                </c:pt>
                <c:pt idx="192">
                  <c:v>14.77121</c:v>
                </c:pt>
                <c:pt idx="193">
                  <c:v>14.83663</c:v>
                </c:pt>
                <c:pt idx="194">
                  <c:v>14.90199</c:v>
                </c:pt>
                <c:pt idx="195">
                  <c:v>14.96729</c:v>
                </c:pt>
                <c:pt idx="196">
                  <c:v>15.032539999999999</c:v>
                </c:pt>
                <c:pt idx="197">
                  <c:v>15.097720000000001</c:v>
                </c:pt>
                <c:pt idx="198">
                  <c:v>15.162839999999999</c:v>
                </c:pt>
                <c:pt idx="199">
                  <c:v>15.2279</c:v>
                </c:pt>
                <c:pt idx="200">
                  <c:v>15.29289</c:v>
                </c:pt>
                <c:pt idx="201">
                  <c:v>15.35783</c:v>
                </c:pt>
                <c:pt idx="202">
                  <c:v>15.42271</c:v>
                </c:pt>
                <c:pt idx="203">
                  <c:v>15.48752</c:v>
                </c:pt>
                <c:pt idx="204">
                  <c:v>15.55228</c:v>
                </c:pt>
                <c:pt idx="205">
                  <c:v>15.61697</c:v>
                </c:pt>
                <c:pt idx="206">
                  <c:v>15.68159</c:v>
                </c:pt>
                <c:pt idx="207">
                  <c:v>15.74616</c:v>
                </c:pt>
                <c:pt idx="208">
                  <c:v>15.81066</c:v>
                </c:pt>
                <c:pt idx="209">
                  <c:v>15.8751</c:v>
                </c:pt>
                <c:pt idx="210">
                  <c:v>15.93948</c:v>
                </c:pt>
                <c:pt idx="211">
                  <c:v>16.003789999999999</c:v>
                </c:pt>
                <c:pt idx="212">
                  <c:v>16.06804</c:v>
                </c:pt>
                <c:pt idx="213">
                  <c:v>16.13222</c:v>
                </c:pt>
                <c:pt idx="214">
                  <c:v>16.196339999999999</c:v>
                </c:pt>
                <c:pt idx="215">
                  <c:v>16.260390000000001</c:v>
                </c:pt>
                <c:pt idx="216">
                  <c:v>16.324380000000001</c:v>
                </c:pt>
                <c:pt idx="217">
                  <c:v>16.388300000000001</c:v>
                </c:pt>
                <c:pt idx="218">
                  <c:v>16.452159999999999</c:v>
                </c:pt>
                <c:pt idx="219">
                  <c:v>16.51595</c:v>
                </c:pt>
                <c:pt idx="220">
                  <c:v>16.57968</c:v>
                </c:pt>
                <c:pt idx="221">
                  <c:v>16.643339999999998</c:v>
                </c:pt>
                <c:pt idx="222">
                  <c:v>16.70693</c:v>
                </c:pt>
                <c:pt idx="223">
                  <c:v>16.77046</c:v>
                </c:pt>
                <c:pt idx="224">
                  <c:v>16.833919999999999</c:v>
                </c:pt>
                <c:pt idx="225">
                  <c:v>16.897310000000001</c:v>
                </c:pt>
                <c:pt idx="226">
                  <c:v>16.960640000000001</c:v>
                </c:pt>
                <c:pt idx="227">
                  <c:v>17.023890000000002</c:v>
                </c:pt>
                <c:pt idx="228">
                  <c:v>17.08708</c:v>
                </c:pt>
                <c:pt idx="229">
                  <c:v>17.150200000000002</c:v>
                </c:pt>
                <c:pt idx="230">
                  <c:v>17.213249999999999</c:v>
                </c:pt>
                <c:pt idx="231">
                  <c:v>17.276240000000001</c:v>
                </c:pt>
                <c:pt idx="232">
                  <c:v>17.33915</c:v>
                </c:pt>
                <c:pt idx="233">
                  <c:v>17.401990000000001</c:v>
                </c:pt>
                <c:pt idx="234">
                  <c:v>17.464770000000001</c:v>
                </c:pt>
                <c:pt idx="235">
                  <c:v>17.527480000000001</c:v>
                </c:pt>
                <c:pt idx="236">
                  <c:v>17.590109999999999</c:v>
                </c:pt>
                <c:pt idx="237">
                  <c:v>17.652670000000001</c:v>
                </c:pt>
                <c:pt idx="238">
                  <c:v>17.715170000000001</c:v>
                </c:pt>
                <c:pt idx="239">
                  <c:v>17.77759</c:v>
                </c:pt>
                <c:pt idx="240">
                  <c:v>17.839939999999999</c:v>
                </c:pt>
                <c:pt idx="241">
                  <c:v>17.90222</c:v>
                </c:pt>
                <c:pt idx="242">
                  <c:v>17.96443</c:v>
                </c:pt>
                <c:pt idx="243">
                  <c:v>18.02657</c:v>
                </c:pt>
                <c:pt idx="244">
                  <c:v>18.088629999999998</c:v>
                </c:pt>
                <c:pt idx="245">
                  <c:v>18.15063</c:v>
                </c:pt>
                <c:pt idx="246">
                  <c:v>18.21255</c:v>
                </c:pt>
                <c:pt idx="247">
                  <c:v>18.27439</c:v>
                </c:pt>
                <c:pt idx="248">
                  <c:v>18.336169999999999</c:v>
                </c:pt>
                <c:pt idx="249">
                  <c:v>18.397870000000001</c:v>
                </c:pt>
                <c:pt idx="250">
                  <c:v>18.459499999999998</c:v>
                </c:pt>
                <c:pt idx="251">
                  <c:v>18.521049999999999</c:v>
                </c:pt>
                <c:pt idx="252">
                  <c:v>18.582529999999998</c:v>
                </c:pt>
                <c:pt idx="253">
                  <c:v>18.643930000000001</c:v>
                </c:pt>
                <c:pt idx="254">
                  <c:v>18.705259999999999</c:v>
                </c:pt>
                <c:pt idx="255">
                  <c:v>18.76652</c:v>
                </c:pt>
                <c:pt idx="256">
                  <c:v>18.8277</c:v>
                </c:pt>
                <c:pt idx="257">
                  <c:v>18.8888</c:v>
                </c:pt>
                <c:pt idx="258">
                  <c:v>18.949829999999999</c:v>
                </c:pt>
                <c:pt idx="259">
                  <c:v>19.01079</c:v>
                </c:pt>
                <c:pt idx="260">
                  <c:v>19.071660000000001</c:v>
                </c:pt>
                <c:pt idx="261">
                  <c:v>19.132470000000001</c:v>
                </c:pt>
                <c:pt idx="262">
                  <c:v>19.193190000000001</c:v>
                </c:pt>
                <c:pt idx="263">
                  <c:v>19.25384</c:v>
                </c:pt>
                <c:pt idx="264">
                  <c:v>19.314409999999999</c:v>
                </c:pt>
                <c:pt idx="265">
                  <c:v>19.3749</c:v>
                </c:pt>
                <c:pt idx="266">
                  <c:v>19.435320000000001</c:v>
                </c:pt>
                <c:pt idx="267">
                  <c:v>19.495660000000001</c:v>
                </c:pt>
                <c:pt idx="268">
                  <c:v>19.55592</c:v>
                </c:pt>
                <c:pt idx="269">
                  <c:v>19.616099999999999</c:v>
                </c:pt>
                <c:pt idx="270">
                  <c:v>19.676200000000001</c:v>
                </c:pt>
                <c:pt idx="271">
                  <c:v>19.736229999999999</c:v>
                </c:pt>
                <c:pt idx="272">
                  <c:v>19.79618</c:v>
                </c:pt>
                <c:pt idx="273">
                  <c:v>19.85604</c:v>
                </c:pt>
                <c:pt idx="274">
                  <c:v>19.91583</c:v>
                </c:pt>
                <c:pt idx="275">
                  <c:v>19.975539999999999</c:v>
                </c:pt>
                <c:pt idx="276">
                  <c:v>20.035170000000001</c:v>
                </c:pt>
                <c:pt idx="277">
                  <c:v>20.094719999999999</c:v>
                </c:pt>
                <c:pt idx="278">
                  <c:v>20.15418</c:v>
                </c:pt>
                <c:pt idx="279">
                  <c:v>20.213570000000001</c:v>
                </c:pt>
                <c:pt idx="280">
                  <c:v>20.272880000000001</c:v>
                </c:pt>
                <c:pt idx="281">
                  <c:v>20.332100000000001</c:v>
                </c:pt>
                <c:pt idx="282">
                  <c:v>20.39124</c:v>
                </c:pt>
                <c:pt idx="283">
                  <c:v>20.450310000000002</c:v>
                </c:pt>
                <c:pt idx="284">
                  <c:v>20.50929</c:v>
                </c:pt>
                <c:pt idx="285">
                  <c:v>20.568190000000001</c:v>
                </c:pt>
                <c:pt idx="286">
                  <c:v>20.626999999999999</c:v>
                </c:pt>
                <c:pt idx="287">
                  <c:v>20.68573</c:v>
                </c:pt>
                <c:pt idx="288">
                  <c:v>20.74438</c:v>
                </c:pt>
                <c:pt idx="289">
                  <c:v>20.802949999999999</c:v>
                </c:pt>
                <c:pt idx="290">
                  <c:v>20.861440000000002</c:v>
                </c:pt>
                <c:pt idx="291">
                  <c:v>20.919840000000001</c:v>
                </c:pt>
                <c:pt idx="292">
                  <c:v>20.978159999999999</c:v>
                </c:pt>
                <c:pt idx="293">
                  <c:v>21.036390000000001</c:v>
                </c:pt>
                <c:pt idx="294">
                  <c:v>21.094539999999999</c:v>
                </c:pt>
                <c:pt idx="295">
                  <c:v>21.1526</c:v>
                </c:pt>
                <c:pt idx="296">
                  <c:v>21.21058</c:v>
                </c:pt>
                <c:pt idx="297">
                  <c:v>21.26848</c:v>
                </c:pt>
                <c:pt idx="298">
                  <c:v>21.32629</c:v>
                </c:pt>
                <c:pt idx="299">
                  <c:v>21.38402</c:v>
                </c:pt>
                <c:pt idx="300">
                  <c:v>21.441649999999999</c:v>
                </c:pt>
                <c:pt idx="301">
                  <c:v>21.499210000000001</c:v>
                </c:pt>
                <c:pt idx="302">
                  <c:v>21.55668</c:v>
                </c:pt>
                <c:pt idx="303">
                  <c:v>21.614059999999998</c:v>
                </c:pt>
                <c:pt idx="304">
                  <c:v>21.67135</c:v>
                </c:pt>
                <c:pt idx="305">
                  <c:v>21.728560000000002</c:v>
                </c:pt>
                <c:pt idx="306">
                  <c:v>21.785679999999999</c:v>
                </c:pt>
                <c:pt idx="307">
                  <c:v>21.84272</c:v>
                </c:pt>
                <c:pt idx="308">
                  <c:v>21.89967</c:v>
                </c:pt>
                <c:pt idx="309">
                  <c:v>21.956520000000001</c:v>
                </c:pt>
                <c:pt idx="310">
                  <c:v>22.013300000000001</c:v>
                </c:pt>
                <c:pt idx="311">
                  <c:v>22.069980000000001</c:v>
                </c:pt>
                <c:pt idx="312">
                  <c:v>22.126580000000001</c:v>
                </c:pt>
                <c:pt idx="313">
                  <c:v>22.18308</c:v>
                </c:pt>
                <c:pt idx="314">
                  <c:v>22.2395</c:v>
                </c:pt>
                <c:pt idx="315">
                  <c:v>22.295829999999999</c:v>
                </c:pt>
                <c:pt idx="316">
                  <c:v>22.352070000000001</c:v>
                </c:pt>
                <c:pt idx="317">
                  <c:v>22.40822</c:v>
                </c:pt>
                <c:pt idx="318">
                  <c:v>22.464279999999999</c:v>
                </c:pt>
                <c:pt idx="319">
                  <c:v>22.520250000000001</c:v>
                </c:pt>
                <c:pt idx="320">
                  <c:v>22.576129999999999</c:v>
                </c:pt>
                <c:pt idx="321">
                  <c:v>22.631920000000001</c:v>
                </c:pt>
                <c:pt idx="322">
                  <c:v>22.687619999999999</c:v>
                </c:pt>
                <c:pt idx="323">
                  <c:v>22.743230000000001</c:v>
                </c:pt>
                <c:pt idx="324">
                  <c:v>22.798749999999998</c:v>
                </c:pt>
                <c:pt idx="325">
                  <c:v>22.854179999999999</c:v>
                </c:pt>
                <c:pt idx="326">
                  <c:v>22.909510000000001</c:v>
                </c:pt>
                <c:pt idx="327">
                  <c:v>22.964759999999998</c:v>
                </c:pt>
                <c:pt idx="328">
                  <c:v>23.019909999999999</c:v>
                </c:pt>
                <c:pt idx="329">
                  <c:v>23.07497</c:v>
                </c:pt>
                <c:pt idx="330">
                  <c:v>23.129940000000001</c:v>
                </c:pt>
                <c:pt idx="331">
                  <c:v>23.184809999999999</c:v>
                </c:pt>
                <c:pt idx="332">
                  <c:v>23.239599999999999</c:v>
                </c:pt>
                <c:pt idx="333">
                  <c:v>23.294280000000001</c:v>
                </c:pt>
                <c:pt idx="334">
                  <c:v>23.348880000000001</c:v>
                </c:pt>
                <c:pt idx="335">
                  <c:v>23.403390000000002</c:v>
                </c:pt>
                <c:pt idx="336">
                  <c:v>23.457789999999999</c:v>
                </c:pt>
                <c:pt idx="337">
                  <c:v>23.51211</c:v>
                </c:pt>
                <c:pt idx="338">
                  <c:v>23.566330000000001</c:v>
                </c:pt>
                <c:pt idx="339">
                  <c:v>23.620460000000001</c:v>
                </c:pt>
                <c:pt idx="340">
                  <c:v>23.674489999999999</c:v>
                </c:pt>
                <c:pt idx="341">
                  <c:v>23.728429999999999</c:v>
                </c:pt>
                <c:pt idx="342">
                  <c:v>23.78227</c:v>
                </c:pt>
                <c:pt idx="343">
                  <c:v>23.836020000000001</c:v>
                </c:pt>
                <c:pt idx="344">
                  <c:v>23.889669999999999</c:v>
                </c:pt>
                <c:pt idx="345">
                  <c:v>23.94323</c:v>
                </c:pt>
                <c:pt idx="346">
                  <c:v>23.996690000000001</c:v>
                </c:pt>
                <c:pt idx="347">
                  <c:v>24.050059999999998</c:v>
                </c:pt>
                <c:pt idx="348">
                  <c:v>24.10333</c:v>
                </c:pt>
                <c:pt idx="349">
                  <c:v>24.156500000000001</c:v>
                </c:pt>
                <c:pt idx="350">
                  <c:v>24.209579999999999</c:v>
                </c:pt>
                <c:pt idx="351">
                  <c:v>24.262560000000001</c:v>
                </c:pt>
                <c:pt idx="352">
                  <c:v>24.315439999999999</c:v>
                </c:pt>
                <c:pt idx="353">
                  <c:v>24.368220000000001</c:v>
                </c:pt>
                <c:pt idx="354">
                  <c:v>24.420909999999999</c:v>
                </c:pt>
                <c:pt idx="355">
                  <c:v>24.473500000000001</c:v>
                </c:pt>
                <c:pt idx="356">
                  <c:v>24.52599</c:v>
                </c:pt>
                <c:pt idx="357">
                  <c:v>24.578389999999999</c:v>
                </c:pt>
                <c:pt idx="358">
                  <c:v>24.630680000000002</c:v>
                </c:pt>
                <c:pt idx="359">
                  <c:v>24.682880000000001</c:v>
                </c:pt>
                <c:pt idx="360">
                  <c:v>24.73498</c:v>
                </c:pt>
                <c:pt idx="361">
                  <c:v>24.78698</c:v>
                </c:pt>
                <c:pt idx="362">
                  <c:v>24.83888</c:v>
                </c:pt>
                <c:pt idx="363">
                  <c:v>24.89068</c:v>
                </c:pt>
                <c:pt idx="364">
                  <c:v>24.94238</c:v>
                </c:pt>
                <c:pt idx="365">
                  <c:v>24.993980000000001</c:v>
                </c:pt>
                <c:pt idx="366">
                  <c:v>25.045480000000001</c:v>
                </c:pt>
                <c:pt idx="367">
                  <c:v>25.096879999999999</c:v>
                </c:pt>
                <c:pt idx="368">
                  <c:v>25.14819</c:v>
                </c:pt>
                <c:pt idx="369">
                  <c:v>25.199380000000001</c:v>
                </c:pt>
                <c:pt idx="370">
                  <c:v>25.25048</c:v>
                </c:pt>
                <c:pt idx="371">
                  <c:v>25.301480000000002</c:v>
                </c:pt>
                <c:pt idx="372">
                  <c:v>25.35238</c:v>
                </c:pt>
                <c:pt idx="373">
                  <c:v>25.403179999999999</c:v>
                </c:pt>
                <c:pt idx="374">
                  <c:v>25.453869999999998</c:v>
                </c:pt>
                <c:pt idx="375">
                  <c:v>25.504470000000001</c:v>
                </c:pt>
                <c:pt idx="376">
                  <c:v>25.554950000000002</c:v>
                </c:pt>
                <c:pt idx="377">
                  <c:v>25.605340000000002</c:v>
                </c:pt>
                <c:pt idx="378">
                  <c:v>25.655629999999999</c:v>
                </c:pt>
                <c:pt idx="379">
                  <c:v>25.70581</c:v>
                </c:pt>
                <c:pt idx="380">
                  <c:v>25.755890000000001</c:v>
                </c:pt>
              </c:numCache>
            </c:numRef>
          </c:xVal>
          <c:yVal>
            <c:numRef>
              <c:f>Sheet3!$B$1:$B$381</c:f>
              <c:numCache>
                <c:formatCode>General</c:formatCode>
                <c:ptCount val="381"/>
                <c:pt idx="0">
                  <c:v>-1.146633</c:v>
                </c:pt>
                <c:pt idx="1">
                  <c:v>-1.1451769999999999</c:v>
                </c:pt>
                <c:pt idx="2">
                  <c:v>-1.1214310000000001</c:v>
                </c:pt>
                <c:pt idx="3">
                  <c:v>-1.125786</c:v>
                </c:pt>
                <c:pt idx="4">
                  <c:v>-1.1044909999999999</c:v>
                </c:pt>
                <c:pt idx="5">
                  <c:v>-1.0681560000000001</c:v>
                </c:pt>
                <c:pt idx="6">
                  <c:v>-1.0679240000000001</c:v>
                </c:pt>
                <c:pt idx="7">
                  <c:v>-1.0199590000000001</c:v>
                </c:pt>
                <c:pt idx="8" formatCode="0.00E+00">
                  <c:v>-0.94804129999999998</c:v>
                </c:pt>
                <c:pt idx="9" formatCode="0.00E+00">
                  <c:v>-0.90774310000000002</c:v>
                </c:pt>
                <c:pt idx="10" formatCode="0.00E+00">
                  <c:v>-0.80055980000000004</c:v>
                </c:pt>
                <c:pt idx="11" formatCode="0.00E+00">
                  <c:v>-0.6483662</c:v>
                </c:pt>
                <c:pt idx="12" formatCode="0.00E+00">
                  <c:v>-0.48452269999999997</c:v>
                </c:pt>
                <c:pt idx="13" formatCode="0.00E+00">
                  <c:v>-0.1917943</c:v>
                </c:pt>
                <c:pt idx="14" formatCode="0.00E+00">
                  <c:v>0.22462750000000001</c:v>
                </c:pt>
                <c:pt idx="15" formatCode="0.00E+00">
                  <c:v>0.77912479999999995</c:v>
                </c:pt>
                <c:pt idx="16">
                  <c:v>1.48366</c:v>
                </c:pt>
                <c:pt idx="17">
                  <c:v>2.0013049999999999</c:v>
                </c:pt>
                <c:pt idx="18">
                  <c:v>2.1756440000000001</c:v>
                </c:pt>
                <c:pt idx="19">
                  <c:v>2.1984110000000001</c:v>
                </c:pt>
                <c:pt idx="20">
                  <c:v>1.9017900000000001</c:v>
                </c:pt>
                <c:pt idx="21">
                  <c:v>1.1966060000000001</c:v>
                </c:pt>
                <c:pt idx="22" formatCode="0.00E+00">
                  <c:v>0.57824889999999995</c:v>
                </c:pt>
                <c:pt idx="23" formatCode="0.00E+00">
                  <c:v>0.23785049999999999</c:v>
                </c:pt>
                <c:pt idx="24" formatCode="0.00E+00">
                  <c:v>-6.1842519999999998E-2</c:v>
                </c:pt>
                <c:pt idx="25" formatCode="0.00E+00">
                  <c:v>-0.29182619999999998</c:v>
                </c:pt>
                <c:pt idx="26" formatCode="0.00E+00">
                  <c:v>-0.4141338</c:v>
                </c:pt>
                <c:pt idx="27" formatCode="0.00E+00">
                  <c:v>-0.54979040000000001</c:v>
                </c:pt>
                <c:pt idx="28" formatCode="0.00E+00">
                  <c:v>-0.64772609999999997</c:v>
                </c:pt>
                <c:pt idx="29" formatCode="0.00E+00">
                  <c:v>-0.67979420000000002</c:v>
                </c:pt>
                <c:pt idx="30" formatCode="0.00E+00">
                  <c:v>-0.72095330000000002</c:v>
                </c:pt>
                <c:pt idx="31" formatCode="0.00E+00">
                  <c:v>-0.73511890000000002</c:v>
                </c:pt>
                <c:pt idx="32" formatCode="0.00E+00">
                  <c:v>-0.71800090000000005</c:v>
                </c:pt>
                <c:pt idx="33" formatCode="0.00E+00">
                  <c:v>-0.70276430000000001</c:v>
                </c:pt>
                <c:pt idx="34" formatCode="0.00E+00">
                  <c:v>-0.64738240000000002</c:v>
                </c:pt>
                <c:pt idx="35" formatCode="0.00E+00">
                  <c:v>-0.57787160000000004</c:v>
                </c:pt>
                <c:pt idx="36" formatCode="0.00E+00">
                  <c:v>-0.51263150000000002</c:v>
                </c:pt>
                <c:pt idx="37" formatCode="0.00E+00">
                  <c:v>-0.39217669999999999</c:v>
                </c:pt>
                <c:pt idx="38" formatCode="0.00E+00">
                  <c:v>-0.26156059999999998</c:v>
                </c:pt>
                <c:pt idx="39" formatCode="0.00E+00">
                  <c:v>-0.15448709999999999</c:v>
                </c:pt>
                <c:pt idx="40" formatCode="0.00E+00">
                  <c:v>1.2530789999999999E-4</c:v>
                </c:pt>
                <c:pt idx="41" formatCode="0.00E+00">
                  <c:v>0.16999429999999999</c:v>
                </c:pt>
                <c:pt idx="42" formatCode="0.00E+00">
                  <c:v>0.28936849999999997</c:v>
                </c:pt>
                <c:pt idx="43" formatCode="0.00E+00">
                  <c:v>0.38639770000000001</c:v>
                </c:pt>
                <c:pt idx="44" formatCode="0.00E+00">
                  <c:v>0.45923219999999998</c:v>
                </c:pt>
                <c:pt idx="45" formatCode="0.00E+00">
                  <c:v>0.48927009999999999</c:v>
                </c:pt>
                <c:pt idx="46" formatCode="0.00E+00">
                  <c:v>0.47881600000000002</c:v>
                </c:pt>
                <c:pt idx="47" formatCode="0.00E+00">
                  <c:v>0.4122133</c:v>
                </c:pt>
                <c:pt idx="48" formatCode="0.00E+00">
                  <c:v>0.33972160000000001</c:v>
                </c:pt>
                <c:pt idx="49" formatCode="0.00E+00">
                  <c:v>0.31301370000000001</c:v>
                </c:pt>
                <c:pt idx="50" formatCode="0.00E+00">
                  <c:v>0.26975519999999997</c:v>
                </c:pt>
                <c:pt idx="51" formatCode="0.00E+00">
                  <c:v>0.19363</c:v>
                </c:pt>
                <c:pt idx="52" formatCode="0.00E+00">
                  <c:v>0.14521890000000001</c:v>
                </c:pt>
                <c:pt idx="53" formatCode="0.00E+00">
                  <c:v>0.1102036</c:v>
                </c:pt>
                <c:pt idx="54" formatCode="0.00E+00">
                  <c:v>6.2637079999999998E-2</c:v>
                </c:pt>
                <c:pt idx="55" formatCode="0.00E+00">
                  <c:v>2.3082849999999999E-2</c:v>
                </c:pt>
                <c:pt idx="56" formatCode="0.00E+00">
                  <c:v>-1.6307510000000001E-2</c:v>
                </c:pt>
                <c:pt idx="57" formatCode="0.00E+00">
                  <c:v>-6.415643E-2</c:v>
                </c:pt>
                <c:pt idx="58" formatCode="0.00E+00">
                  <c:v>-0.1064267</c:v>
                </c:pt>
                <c:pt idx="59" formatCode="0.00E+00">
                  <c:v>-0.14593829999999999</c:v>
                </c:pt>
                <c:pt idx="60" formatCode="0.00E+00">
                  <c:v>-0.18479029999999999</c:v>
                </c:pt>
                <c:pt idx="61" formatCode="0.00E+00">
                  <c:v>-0.21897620000000001</c:v>
                </c:pt>
                <c:pt idx="62" formatCode="0.00E+00">
                  <c:v>-0.24883849999999999</c:v>
                </c:pt>
                <c:pt idx="63" formatCode="0.00E+00">
                  <c:v>-0.26848050000000001</c:v>
                </c:pt>
                <c:pt idx="64" formatCode="0.00E+00">
                  <c:v>-0.27821249999999997</c:v>
                </c:pt>
                <c:pt idx="65" formatCode="0.00E+00">
                  <c:v>-0.27316240000000003</c:v>
                </c:pt>
                <c:pt idx="66" formatCode="0.00E+00">
                  <c:v>-0.24038129999999999</c:v>
                </c:pt>
                <c:pt idx="67" formatCode="0.00E+00">
                  <c:v>-0.19705610000000001</c:v>
                </c:pt>
                <c:pt idx="68" formatCode="0.00E+00">
                  <c:v>-0.1554923</c:v>
                </c:pt>
                <c:pt idx="69" formatCode="0.00E+00">
                  <c:v>-9.3244220000000003E-2</c:v>
                </c:pt>
                <c:pt idx="70" formatCode="0.00E+00">
                  <c:v>-1.485593E-2</c:v>
                </c:pt>
                <c:pt idx="71" formatCode="0.00E+00">
                  <c:v>5.3786390000000003E-2</c:v>
                </c:pt>
                <c:pt idx="72" formatCode="0.00E+00">
                  <c:v>0.11486200000000001</c:v>
                </c:pt>
                <c:pt idx="73" formatCode="0.00E+00">
                  <c:v>0.16737360000000001</c:v>
                </c:pt>
                <c:pt idx="74" formatCode="0.00E+00">
                  <c:v>0.19777790000000001</c:v>
                </c:pt>
                <c:pt idx="75" formatCode="0.00E+00">
                  <c:v>0.21368419999999999</c:v>
                </c:pt>
                <c:pt idx="76" formatCode="0.00E+00">
                  <c:v>0.222945</c:v>
                </c:pt>
                <c:pt idx="77" formatCode="0.00E+00">
                  <c:v>0.21083789999999999</c:v>
                </c:pt>
                <c:pt idx="78" formatCode="0.00E+00">
                  <c:v>0.17382159999999999</c:v>
                </c:pt>
                <c:pt idx="79" formatCode="0.00E+00">
                  <c:v>0.13871159999999999</c:v>
                </c:pt>
                <c:pt idx="80" formatCode="0.00E+00">
                  <c:v>0.1192073</c:v>
                </c:pt>
                <c:pt idx="81" formatCode="0.00E+00">
                  <c:v>9.1919639999999997E-2</c:v>
                </c:pt>
                <c:pt idx="82" formatCode="0.00E+00">
                  <c:v>4.9461959999999999E-2</c:v>
                </c:pt>
                <c:pt idx="83" formatCode="0.00E+00">
                  <c:v>1.755294E-2</c:v>
                </c:pt>
                <c:pt idx="84" formatCode="0.00E+00">
                  <c:v>8.3597979999999999E-4</c:v>
                </c:pt>
                <c:pt idx="85" formatCode="0.00E+00">
                  <c:v>-1.6696450000000002E-2</c:v>
                </c:pt>
                <c:pt idx="86" formatCode="0.00E+00">
                  <c:v>-3.7343220000000003E-2</c:v>
                </c:pt>
                <c:pt idx="87" formatCode="0.00E+00">
                  <c:v>-5.9246819999999999E-2</c:v>
                </c:pt>
                <c:pt idx="88" formatCode="0.00E+00">
                  <c:v>-8.1036410000000003E-2</c:v>
                </c:pt>
                <c:pt idx="89" formatCode="0.00E+00">
                  <c:v>-0.10068100000000001</c:v>
                </c:pt>
                <c:pt idx="90" formatCode="0.00E+00">
                  <c:v>-0.1182397</c:v>
                </c:pt>
                <c:pt idx="91" formatCode="0.00E+00">
                  <c:v>-0.12285600000000001</c:v>
                </c:pt>
                <c:pt idx="92" formatCode="0.00E+00">
                  <c:v>-0.11306040000000001</c:v>
                </c:pt>
                <c:pt idx="93" formatCode="0.00E+00">
                  <c:v>-0.1057149</c:v>
                </c:pt>
                <c:pt idx="94" formatCode="0.00E+00">
                  <c:v>-9.5509189999999994E-2</c:v>
                </c:pt>
                <c:pt idx="95" formatCode="0.00E+00">
                  <c:v>-7.714538E-2</c:v>
                </c:pt>
                <c:pt idx="96" formatCode="0.00E+00">
                  <c:v>-6.8595390000000006E-2</c:v>
                </c:pt>
                <c:pt idx="97" formatCode="0.00E+00">
                  <c:v>-5.8891590000000001E-2</c:v>
                </c:pt>
                <c:pt idx="98" formatCode="0.00E+00">
                  <c:v>-3.4124639999999998E-2</c:v>
                </c:pt>
                <c:pt idx="99" formatCode="0.00E+00">
                  <c:v>-1.6674669999999999E-2</c:v>
                </c:pt>
                <c:pt idx="100" formatCode="0.00E+00">
                  <c:v>1.106147E-3</c:v>
                </c:pt>
                <c:pt idx="101" formatCode="0.00E+00">
                  <c:v>3.6685420000000003E-2</c:v>
                </c:pt>
                <c:pt idx="102" formatCode="0.00E+00">
                  <c:v>5.9005420000000003E-2</c:v>
                </c:pt>
                <c:pt idx="103" formatCode="0.00E+00">
                  <c:v>6.8232950000000001E-2</c:v>
                </c:pt>
                <c:pt idx="104" formatCode="0.00E+00">
                  <c:v>9.5882889999999998E-2</c:v>
                </c:pt>
                <c:pt idx="105" formatCode="0.00E+00">
                  <c:v>0.1133353</c:v>
                </c:pt>
                <c:pt idx="106" formatCode="0.00E+00">
                  <c:v>9.8123479999999999E-2</c:v>
                </c:pt>
                <c:pt idx="107" formatCode="0.00E+00">
                  <c:v>8.6918289999999995E-2</c:v>
                </c:pt>
                <c:pt idx="108" formatCode="0.00E+00">
                  <c:v>8.6415169999999999E-2</c:v>
                </c:pt>
                <c:pt idx="109" formatCode="0.00E+00">
                  <c:v>7.3254700000000006E-2</c:v>
                </c:pt>
                <c:pt idx="110" formatCode="0.00E+00">
                  <c:v>5.367968E-2</c:v>
                </c:pt>
                <c:pt idx="111" formatCode="0.00E+00">
                  <c:v>3.6646949999999998E-2</c:v>
                </c:pt>
                <c:pt idx="112" formatCode="0.00E+00">
                  <c:v>1.9575720000000001E-2</c:v>
                </c:pt>
                <c:pt idx="113" formatCode="0.00E+00">
                  <c:v>5.3266839999999999E-3</c:v>
                </c:pt>
                <c:pt idx="114" formatCode="0.00E+00">
                  <c:v>-8.3073279999999992E-3</c:v>
                </c:pt>
                <c:pt idx="115" formatCode="0.00E+00">
                  <c:v>-2.5030770000000001E-2</c:v>
                </c:pt>
                <c:pt idx="116" formatCode="0.00E+00">
                  <c:v>-4.2387170000000002E-2</c:v>
                </c:pt>
                <c:pt idx="117" formatCode="0.00E+00">
                  <c:v>-5.8237820000000003E-2</c:v>
                </c:pt>
                <c:pt idx="118" formatCode="0.00E+00">
                  <c:v>-6.7803379999999996E-2</c:v>
                </c:pt>
                <c:pt idx="119" formatCode="0.00E+00">
                  <c:v>-6.9911989999999993E-2</c:v>
                </c:pt>
                <c:pt idx="120" formatCode="0.00E+00">
                  <c:v>-6.7974889999999996E-2</c:v>
                </c:pt>
                <c:pt idx="121" formatCode="0.00E+00">
                  <c:v>-6.0807640000000003E-2</c:v>
                </c:pt>
                <c:pt idx="122" formatCode="0.00E+00">
                  <c:v>-5.6228840000000002E-2</c:v>
                </c:pt>
                <c:pt idx="123" formatCode="0.00E+00">
                  <c:v>-5.9930829999999997E-2</c:v>
                </c:pt>
                <c:pt idx="124" formatCode="0.00E+00">
                  <c:v>-5.3703720000000003E-2</c:v>
                </c:pt>
                <c:pt idx="125" formatCode="0.00E+00">
                  <c:v>-3.4278410000000002E-2</c:v>
                </c:pt>
                <c:pt idx="126" formatCode="0.00E+00">
                  <c:v>-2.1849790000000001E-2</c:v>
                </c:pt>
                <c:pt idx="127" formatCode="0.00E+00">
                  <c:v>-1.226929E-2</c:v>
                </c:pt>
                <c:pt idx="128" formatCode="0.00E+00">
                  <c:v>6.387411E-3</c:v>
                </c:pt>
                <c:pt idx="129" formatCode="0.00E+00">
                  <c:v>2.367739E-2</c:v>
                </c:pt>
                <c:pt idx="130" formatCode="0.00E+00">
                  <c:v>3.3644239999999999E-2</c:v>
                </c:pt>
                <c:pt idx="131" formatCode="0.00E+00">
                  <c:v>3.8383970000000003E-2</c:v>
                </c:pt>
                <c:pt idx="132" formatCode="0.00E+00">
                  <c:v>3.9912290000000003E-2</c:v>
                </c:pt>
                <c:pt idx="133" formatCode="0.00E+00">
                  <c:v>4.763328E-2</c:v>
                </c:pt>
                <c:pt idx="134" formatCode="0.00E+00">
                  <c:v>5.6775520000000003E-2</c:v>
                </c:pt>
                <c:pt idx="135" formatCode="0.00E+00">
                  <c:v>5.5425740000000001E-2</c:v>
                </c:pt>
                <c:pt idx="136" formatCode="0.00E+00">
                  <c:v>5.4702500000000001E-2</c:v>
                </c:pt>
                <c:pt idx="137" formatCode="0.00E+00">
                  <c:v>5.5504499999999998E-2</c:v>
                </c:pt>
                <c:pt idx="138" formatCode="0.00E+00">
                  <c:v>4.2481339999999999E-2</c:v>
                </c:pt>
                <c:pt idx="139" formatCode="0.00E+00">
                  <c:v>2.745701E-2</c:v>
                </c:pt>
                <c:pt idx="140" formatCode="0.00E+00">
                  <c:v>1.905217E-2</c:v>
                </c:pt>
                <c:pt idx="141" formatCode="0.00E+00">
                  <c:v>3.0849580000000001E-3</c:v>
                </c:pt>
                <c:pt idx="142" formatCode="0.00E+00">
                  <c:v>-9.2480329999999993E-3</c:v>
                </c:pt>
                <c:pt idx="143" formatCode="0.00E+00">
                  <c:v>-7.7462959999999997E-3</c:v>
                </c:pt>
                <c:pt idx="144" formatCode="0.00E+00">
                  <c:v>-1.6497789999999998E-2</c:v>
                </c:pt>
                <c:pt idx="145" formatCode="0.00E+00">
                  <c:v>-3.3789779999999998E-2</c:v>
                </c:pt>
                <c:pt idx="146" formatCode="0.00E+00">
                  <c:v>-3.5720599999999998E-2</c:v>
                </c:pt>
                <c:pt idx="147" formatCode="0.00E+00">
                  <c:v>-3.3595220000000002E-2</c:v>
                </c:pt>
                <c:pt idx="148" formatCode="0.00E+00">
                  <c:v>-3.9145920000000001E-2</c:v>
                </c:pt>
                <c:pt idx="149" formatCode="0.00E+00">
                  <c:v>-4.111571E-2</c:v>
                </c:pt>
                <c:pt idx="150" formatCode="0.00E+00">
                  <c:v>-4.232752E-2</c:v>
                </c:pt>
                <c:pt idx="151" formatCode="0.00E+00">
                  <c:v>-4.377383E-2</c:v>
                </c:pt>
                <c:pt idx="152" formatCode="0.00E+00">
                  <c:v>-3.3503390000000001E-2</c:v>
                </c:pt>
                <c:pt idx="153" formatCode="0.00E+00">
                  <c:v>-2.2635510000000001E-2</c:v>
                </c:pt>
                <c:pt idx="154" formatCode="0.00E+00">
                  <c:v>-2.458832E-2</c:v>
                </c:pt>
                <c:pt idx="155" formatCode="0.00E+00">
                  <c:v>-2.4173500000000001E-2</c:v>
                </c:pt>
                <c:pt idx="156" formatCode="0.00E+00">
                  <c:v>-1.238853E-2</c:v>
                </c:pt>
                <c:pt idx="157" formatCode="0.00E+00">
                  <c:v>-1.6742659999999999E-4</c:v>
                </c:pt>
                <c:pt idx="158" formatCode="0.00E+00">
                  <c:v>6.5942320000000002E-3</c:v>
                </c:pt>
                <c:pt idx="159" formatCode="0.00E+00">
                  <c:v>1.055911E-2</c:v>
                </c:pt>
                <c:pt idx="160" formatCode="0.00E+00">
                  <c:v>1.8137199999999999E-2</c:v>
                </c:pt>
                <c:pt idx="161" formatCode="0.00E+00">
                  <c:v>3.0701450000000002E-2</c:v>
                </c:pt>
                <c:pt idx="162" formatCode="0.00E+00">
                  <c:v>3.7963490000000003E-2</c:v>
                </c:pt>
                <c:pt idx="163" formatCode="0.00E+00">
                  <c:v>3.976172E-2</c:v>
                </c:pt>
                <c:pt idx="164" formatCode="0.00E+00">
                  <c:v>4.5881669999999999E-2</c:v>
                </c:pt>
                <c:pt idx="165" formatCode="0.00E+00">
                  <c:v>4.8469159999999997E-2</c:v>
                </c:pt>
                <c:pt idx="166" formatCode="0.00E+00">
                  <c:v>4.1055809999999998E-2</c:v>
                </c:pt>
                <c:pt idx="167" formatCode="0.00E+00">
                  <c:v>3.6580389999999997E-2</c:v>
                </c:pt>
                <c:pt idx="168" formatCode="0.00E+00">
                  <c:v>3.4196900000000002E-2</c:v>
                </c:pt>
                <c:pt idx="169" formatCode="0.00E+00">
                  <c:v>2.3385619999999999E-2</c:v>
                </c:pt>
                <c:pt idx="170" formatCode="0.00E+00">
                  <c:v>1.5023079999999999E-2</c:v>
                </c:pt>
                <c:pt idx="171" formatCode="0.00E+00">
                  <c:v>1.4370559999999999E-2</c:v>
                </c:pt>
                <c:pt idx="172" formatCode="0.00E+00">
                  <c:v>6.3089230000000001E-3</c:v>
                </c:pt>
                <c:pt idx="173" formatCode="0.00E+00">
                  <c:v>-7.6924660000000002E-3</c:v>
                </c:pt>
                <c:pt idx="174" formatCode="0.00E+00">
                  <c:v>-1.483509E-2</c:v>
                </c:pt>
                <c:pt idx="175" formatCode="0.00E+00">
                  <c:v>-2.0040329999999999E-2</c:v>
                </c:pt>
                <c:pt idx="176" formatCode="0.00E+00">
                  <c:v>-2.7737729999999999E-2</c:v>
                </c:pt>
                <c:pt idx="177" formatCode="0.00E+00">
                  <c:v>-3.2529370000000002E-2</c:v>
                </c:pt>
                <c:pt idx="178" formatCode="0.00E+00">
                  <c:v>-3.8291039999999998E-2</c:v>
                </c:pt>
                <c:pt idx="179" formatCode="0.00E+00">
                  <c:v>-4.689451E-2</c:v>
                </c:pt>
                <c:pt idx="180" formatCode="0.00E+00">
                  <c:v>-4.749395E-2</c:v>
                </c:pt>
                <c:pt idx="181" formatCode="0.00E+00">
                  <c:v>-4.0662619999999997E-2</c:v>
                </c:pt>
                <c:pt idx="182" formatCode="0.00E+00">
                  <c:v>-3.8221779999999997E-2</c:v>
                </c:pt>
                <c:pt idx="183" formatCode="0.00E+00">
                  <c:v>-3.7219259999999997E-2</c:v>
                </c:pt>
                <c:pt idx="184" formatCode="0.00E+00">
                  <c:v>-2.9397240000000002E-2</c:v>
                </c:pt>
                <c:pt idx="185" formatCode="0.00E+00">
                  <c:v>-2.1618579999999998E-2</c:v>
                </c:pt>
                <c:pt idx="186" formatCode="0.00E+00">
                  <c:v>-1.9544010000000001E-2</c:v>
                </c:pt>
                <c:pt idx="187" formatCode="0.00E+00">
                  <c:v>-1.392437E-2</c:v>
                </c:pt>
                <c:pt idx="188" formatCode="0.00E+00">
                  <c:v>-3.9722800000000001E-4</c:v>
                </c:pt>
                <c:pt idx="189" formatCode="0.00E+00">
                  <c:v>1.2039350000000001E-2</c:v>
                </c:pt>
                <c:pt idx="190" formatCode="0.00E+00">
                  <c:v>1.9713700000000001E-2</c:v>
                </c:pt>
                <c:pt idx="191" formatCode="0.00E+00">
                  <c:v>2.6806090000000001E-2</c:v>
                </c:pt>
                <c:pt idx="192" formatCode="0.00E+00">
                  <c:v>3.1886419999999999E-2</c:v>
                </c:pt>
                <c:pt idx="193" formatCode="0.00E+00">
                  <c:v>3.3886720000000002E-2</c:v>
                </c:pt>
                <c:pt idx="194" formatCode="0.00E+00">
                  <c:v>3.8338490000000003E-2</c:v>
                </c:pt>
                <c:pt idx="195" formatCode="0.00E+00">
                  <c:v>4.354243E-2</c:v>
                </c:pt>
                <c:pt idx="196" formatCode="0.00E+00">
                  <c:v>4.276228E-2</c:v>
                </c:pt>
                <c:pt idx="197" formatCode="0.00E+00">
                  <c:v>4.0380779999999998E-2</c:v>
                </c:pt>
                <c:pt idx="198" formatCode="0.00E+00">
                  <c:v>4.0464640000000003E-2</c:v>
                </c:pt>
                <c:pt idx="199" formatCode="0.00E+00">
                  <c:v>3.5726790000000001E-2</c:v>
                </c:pt>
                <c:pt idx="200" formatCode="0.00E+00">
                  <c:v>2.6591159999999999E-2</c:v>
                </c:pt>
                <c:pt idx="201" formatCode="0.00E+00">
                  <c:v>2.184701E-2</c:v>
                </c:pt>
                <c:pt idx="202" formatCode="0.00E+00">
                  <c:v>1.7830220000000001E-2</c:v>
                </c:pt>
                <c:pt idx="203" formatCode="0.00E+00">
                  <c:v>9.5322280000000002E-3</c:v>
                </c:pt>
                <c:pt idx="204" formatCode="0.00E+00">
                  <c:v>4.7603109999999997E-3</c:v>
                </c:pt>
                <c:pt idx="205" formatCode="0.00E+00">
                  <c:v>2.7671879999999999E-3</c:v>
                </c:pt>
                <c:pt idx="206" formatCode="0.00E+00">
                  <c:v>-8.2780079999999999E-3</c:v>
                </c:pt>
                <c:pt idx="207" formatCode="0.00E+00">
                  <c:v>-2.41158E-2</c:v>
                </c:pt>
                <c:pt idx="208" formatCode="0.00E+00">
                  <c:v>-3.12032E-2</c:v>
                </c:pt>
                <c:pt idx="209" formatCode="0.00E+00">
                  <c:v>-3.1738620000000002E-2</c:v>
                </c:pt>
                <c:pt idx="210" formatCode="0.00E+00">
                  <c:v>-3.4207469999999997E-2</c:v>
                </c:pt>
                <c:pt idx="211" formatCode="0.00E+00">
                  <c:v>-3.8765359999999999E-2</c:v>
                </c:pt>
                <c:pt idx="212" formatCode="0.00E+00">
                  <c:v>-4.3450129999999997E-2</c:v>
                </c:pt>
                <c:pt idx="213" formatCode="0.00E+00">
                  <c:v>-4.5264680000000002E-2</c:v>
                </c:pt>
                <c:pt idx="214" formatCode="0.00E+00">
                  <c:v>-4.0576229999999998E-2</c:v>
                </c:pt>
                <c:pt idx="215" formatCode="0.00E+00">
                  <c:v>-3.4466780000000002E-2</c:v>
                </c:pt>
                <c:pt idx="216" formatCode="0.00E+00">
                  <c:v>-3.3258999999999997E-2</c:v>
                </c:pt>
                <c:pt idx="217" formatCode="0.00E+00">
                  <c:v>-3.1477320000000003E-2</c:v>
                </c:pt>
                <c:pt idx="218" formatCode="0.00E+00">
                  <c:v>-2.4245989999999999E-2</c:v>
                </c:pt>
                <c:pt idx="219" formatCode="0.00E+00">
                  <c:v>-1.7032760000000001E-2</c:v>
                </c:pt>
                <c:pt idx="220" formatCode="0.00E+00">
                  <c:v>-1.1335019999999999E-2</c:v>
                </c:pt>
                <c:pt idx="221" formatCode="0.00E+00">
                  <c:v>-2.04704E-3</c:v>
                </c:pt>
                <c:pt idx="222" formatCode="0.00E+00">
                  <c:v>8.6130619999999995E-3</c:v>
                </c:pt>
                <c:pt idx="223" formatCode="0.00E+00">
                  <c:v>1.440164E-2</c:v>
                </c:pt>
                <c:pt idx="224" formatCode="0.00E+00">
                  <c:v>1.6883860000000001E-2</c:v>
                </c:pt>
                <c:pt idx="225" formatCode="0.00E+00">
                  <c:v>2.100293E-2</c:v>
                </c:pt>
                <c:pt idx="226" formatCode="0.00E+00">
                  <c:v>2.7508640000000001E-2</c:v>
                </c:pt>
                <c:pt idx="227" formatCode="0.00E+00">
                  <c:v>3.4697279999999997E-2</c:v>
                </c:pt>
                <c:pt idx="228" formatCode="0.00E+00">
                  <c:v>4.0156770000000001E-2</c:v>
                </c:pt>
                <c:pt idx="229" formatCode="0.00E+00">
                  <c:v>4.1589639999999997E-2</c:v>
                </c:pt>
                <c:pt idx="230" formatCode="0.00E+00">
                  <c:v>3.9783619999999999E-2</c:v>
                </c:pt>
                <c:pt idx="231" formatCode="0.00E+00">
                  <c:v>3.7876890000000003E-2</c:v>
                </c:pt>
                <c:pt idx="232" formatCode="0.00E+00">
                  <c:v>3.7010429999999997E-2</c:v>
                </c:pt>
                <c:pt idx="233" formatCode="0.00E+00">
                  <c:v>3.507304E-2</c:v>
                </c:pt>
                <c:pt idx="234" formatCode="0.00E+00">
                  <c:v>3.0166109999999999E-2</c:v>
                </c:pt>
                <c:pt idx="235" formatCode="0.00E+00">
                  <c:v>2.421017E-2</c:v>
                </c:pt>
                <c:pt idx="236" formatCode="0.00E+00">
                  <c:v>1.963761E-2</c:v>
                </c:pt>
                <c:pt idx="237" formatCode="0.00E+00">
                  <c:v>1.3693169999999999E-2</c:v>
                </c:pt>
                <c:pt idx="238" formatCode="0.00E+00">
                  <c:v>4.186281E-3</c:v>
                </c:pt>
                <c:pt idx="239" formatCode="0.00E+00">
                  <c:v>-3.2395079999999999E-3</c:v>
                </c:pt>
                <c:pt idx="240" formatCode="0.00E+00">
                  <c:v>-5.6774E-3</c:v>
                </c:pt>
                <c:pt idx="241" formatCode="0.00E+00">
                  <c:v>-1.086553E-2</c:v>
                </c:pt>
                <c:pt idx="242" formatCode="0.00E+00">
                  <c:v>-2.1243069999999999E-2</c:v>
                </c:pt>
                <c:pt idx="243" formatCode="0.00E+00">
                  <c:v>-2.7064330000000001E-2</c:v>
                </c:pt>
                <c:pt idx="244" formatCode="0.00E+00">
                  <c:v>-2.6498799999999999E-2</c:v>
                </c:pt>
                <c:pt idx="245" formatCode="0.00E+00">
                  <c:v>-2.989675E-2</c:v>
                </c:pt>
                <c:pt idx="246" formatCode="0.00E+00">
                  <c:v>-3.7991009999999999E-2</c:v>
                </c:pt>
                <c:pt idx="247" formatCode="0.00E+00">
                  <c:v>-4.065204E-2</c:v>
                </c:pt>
                <c:pt idx="248" formatCode="0.00E+00">
                  <c:v>-3.6878870000000001E-2</c:v>
                </c:pt>
                <c:pt idx="249" formatCode="0.00E+00">
                  <c:v>-3.384011E-2</c:v>
                </c:pt>
                <c:pt idx="250" formatCode="0.00E+00">
                  <c:v>-3.2551400000000001E-2</c:v>
                </c:pt>
                <c:pt idx="251" formatCode="0.00E+00">
                  <c:v>-3.0065930000000001E-2</c:v>
                </c:pt>
                <c:pt idx="252" formatCode="0.00E+00">
                  <c:v>-2.590427E-2</c:v>
                </c:pt>
                <c:pt idx="253" formatCode="0.00E+00">
                  <c:v>-1.9979750000000001E-2</c:v>
                </c:pt>
                <c:pt idx="254" formatCode="0.00E+00">
                  <c:v>-1.4002570000000001E-2</c:v>
                </c:pt>
                <c:pt idx="255" formatCode="0.00E+00">
                  <c:v>-1.1414519999999999E-2</c:v>
                </c:pt>
                <c:pt idx="256" formatCode="0.00E+00">
                  <c:v>-9.3175280000000003E-3</c:v>
                </c:pt>
                <c:pt idx="257" formatCode="0.00E+00">
                  <c:v>-1.917778E-3</c:v>
                </c:pt>
                <c:pt idx="258" formatCode="0.00E+00">
                  <c:v>6.9779380000000004E-3</c:v>
                </c:pt>
                <c:pt idx="259" formatCode="0.00E+00">
                  <c:v>1.081123E-2</c:v>
                </c:pt>
                <c:pt idx="260" formatCode="0.00E+00">
                  <c:v>1.3934709999999999E-2</c:v>
                </c:pt>
                <c:pt idx="261" formatCode="0.00E+00">
                  <c:v>2.1509E-2</c:v>
                </c:pt>
                <c:pt idx="262" formatCode="0.00E+00">
                  <c:v>2.7240420000000001E-2</c:v>
                </c:pt>
                <c:pt idx="263" formatCode="0.00E+00">
                  <c:v>2.6347829999999999E-2</c:v>
                </c:pt>
                <c:pt idx="264" formatCode="0.00E+00">
                  <c:v>2.591487E-2</c:v>
                </c:pt>
                <c:pt idx="265" formatCode="0.00E+00">
                  <c:v>3.0875489999999998E-2</c:v>
                </c:pt>
                <c:pt idx="266" formatCode="0.00E+00">
                  <c:v>3.5129720000000003E-2</c:v>
                </c:pt>
                <c:pt idx="267" formatCode="0.00E+00">
                  <c:v>3.3758919999999998E-2</c:v>
                </c:pt>
                <c:pt idx="268" formatCode="0.00E+00">
                  <c:v>3.0290959999999999E-2</c:v>
                </c:pt>
                <c:pt idx="269" formatCode="0.00E+00">
                  <c:v>2.8020449999999999E-2</c:v>
                </c:pt>
                <c:pt idx="270" formatCode="0.00E+00">
                  <c:v>2.4839079999999999E-2</c:v>
                </c:pt>
                <c:pt idx="271" formatCode="0.00E+00">
                  <c:v>1.924675E-2</c:v>
                </c:pt>
                <c:pt idx="272" formatCode="0.00E+00">
                  <c:v>1.454504E-2</c:v>
                </c:pt>
                <c:pt idx="273" formatCode="0.00E+00">
                  <c:v>1.353447E-2</c:v>
                </c:pt>
                <c:pt idx="274" formatCode="0.00E+00">
                  <c:v>1.2245499999999999E-2</c:v>
                </c:pt>
                <c:pt idx="275" formatCode="0.00E+00">
                  <c:v>4.8956420000000004E-3</c:v>
                </c:pt>
                <c:pt idx="276" formatCode="0.00E+00">
                  <c:v>-5.3196950000000002E-3</c:v>
                </c:pt>
                <c:pt idx="277" formatCode="0.00E+00">
                  <c:v>-9.5041180000000006E-3</c:v>
                </c:pt>
                <c:pt idx="278" formatCode="0.00E+00">
                  <c:v>-8.1456959999999991E-3</c:v>
                </c:pt>
                <c:pt idx="279" formatCode="0.00E+00">
                  <c:v>-1.07528E-2</c:v>
                </c:pt>
                <c:pt idx="280" formatCode="0.00E+00">
                  <c:v>-1.9060589999999999E-2</c:v>
                </c:pt>
                <c:pt idx="281" formatCode="0.00E+00">
                  <c:v>-2.4754470000000001E-2</c:v>
                </c:pt>
                <c:pt idx="282" formatCode="0.00E+00">
                  <c:v>-2.477476E-2</c:v>
                </c:pt>
                <c:pt idx="283" formatCode="0.00E+00">
                  <c:v>-2.4490379999999999E-2</c:v>
                </c:pt>
                <c:pt idx="284" formatCode="0.00E+00">
                  <c:v>-2.5971660000000001E-2</c:v>
                </c:pt>
                <c:pt idx="285" formatCode="0.00E+00">
                  <c:v>-2.5986539999999999E-2</c:v>
                </c:pt>
                <c:pt idx="286" formatCode="0.00E+00">
                  <c:v>-2.3938669999999999E-2</c:v>
                </c:pt>
                <c:pt idx="287" formatCode="0.00E+00">
                  <c:v>-2.1995899999999999E-2</c:v>
                </c:pt>
                <c:pt idx="288" formatCode="0.00E+00">
                  <c:v>-2.056525E-2</c:v>
                </c:pt>
                <c:pt idx="289" formatCode="0.00E+00">
                  <c:v>-1.9586289999999999E-2</c:v>
                </c:pt>
                <c:pt idx="290" formatCode="0.00E+00">
                  <c:v>-1.9585809999999999E-2</c:v>
                </c:pt>
                <c:pt idx="291" formatCode="0.00E+00">
                  <c:v>-1.8888490000000001E-2</c:v>
                </c:pt>
                <c:pt idx="292" formatCode="0.00E+00">
                  <c:v>-1.508519E-2</c:v>
                </c:pt>
                <c:pt idx="293" formatCode="0.00E+00">
                  <c:v>-9.1195640000000001E-3</c:v>
                </c:pt>
                <c:pt idx="294" formatCode="0.00E+00">
                  <c:v>-3.3693019999999998E-3</c:v>
                </c:pt>
                <c:pt idx="295" formatCode="0.00E+00">
                  <c:v>1.6487100000000001E-3</c:v>
                </c:pt>
                <c:pt idx="296" formatCode="0.00E+00">
                  <c:v>5.4125060000000001E-3</c:v>
                </c:pt>
                <c:pt idx="297" formatCode="0.00E+00">
                  <c:v>7.0098080000000002E-3</c:v>
                </c:pt>
                <c:pt idx="298" formatCode="0.00E+00">
                  <c:v>8.5896280000000002E-3</c:v>
                </c:pt>
                <c:pt idx="299" formatCode="0.00E+00">
                  <c:v>1.3232789999999999E-2</c:v>
                </c:pt>
                <c:pt idx="300" formatCode="0.00E+00">
                  <c:v>1.881509E-2</c:v>
                </c:pt>
                <c:pt idx="301" formatCode="0.00E+00">
                  <c:v>2.0718170000000001E-2</c:v>
                </c:pt>
                <c:pt idx="302" formatCode="0.00E+00">
                  <c:v>1.999507E-2</c:v>
                </c:pt>
                <c:pt idx="303" formatCode="0.00E+00">
                  <c:v>2.1344760000000001E-2</c:v>
                </c:pt>
                <c:pt idx="304" formatCode="0.00E+00">
                  <c:v>2.4032990000000001E-2</c:v>
                </c:pt>
                <c:pt idx="305" formatCode="0.00E+00">
                  <c:v>2.2964350000000001E-2</c:v>
                </c:pt>
                <c:pt idx="306" formatCode="0.00E+00">
                  <c:v>1.827397E-2</c:v>
                </c:pt>
                <c:pt idx="307" formatCode="0.00E+00">
                  <c:v>1.55894E-2</c:v>
                </c:pt>
                <c:pt idx="308" formatCode="0.00E+00">
                  <c:v>1.629506E-2</c:v>
                </c:pt>
                <c:pt idx="309" formatCode="0.00E+00">
                  <c:v>1.5661209999999998E-2</c:v>
                </c:pt>
                <c:pt idx="310" formatCode="0.00E+00">
                  <c:v>1.2101890000000001E-2</c:v>
                </c:pt>
                <c:pt idx="311" formatCode="0.00E+00">
                  <c:v>1.003247E-2</c:v>
                </c:pt>
                <c:pt idx="312" formatCode="0.00E+00">
                  <c:v>1.0756389999999999E-2</c:v>
                </c:pt>
                <c:pt idx="313" formatCode="0.00E+00">
                  <c:v>8.8463029999999998E-3</c:v>
                </c:pt>
                <c:pt idx="314" formatCode="0.00E+00">
                  <c:v>1.7989880000000001E-3</c:v>
                </c:pt>
                <c:pt idx="315" formatCode="0.00E+00">
                  <c:v>-4.6617300000000002E-3</c:v>
                </c:pt>
                <c:pt idx="316" formatCode="0.00E+00">
                  <c:v>-5.8886950000000002E-3</c:v>
                </c:pt>
                <c:pt idx="317" formatCode="0.00E+00">
                  <c:v>-5.3270239999999996E-3</c:v>
                </c:pt>
                <c:pt idx="318" formatCode="0.00E+00">
                  <c:v>-7.2602789999999997E-3</c:v>
                </c:pt>
                <c:pt idx="319" formatCode="0.00E+00">
                  <c:v>-1.013505E-2</c:v>
                </c:pt>
                <c:pt idx="320" formatCode="0.00E+00">
                  <c:v>-1.184407E-2</c:v>
                </c:pt>
                <c:pt idx="321" formatCode="0.00E+00">
                  <c:v>-1.4013909999999999E-2</c:v>
                </c:pt>
                <c:pt idx="322" formatCode="0.00E+00">
                  <c:v>-1.684863E-2</c:v>
                </c:pt>
                <c:pt idx="323" formatCode="0.00E+00">
                  <c:v>-1.7240350000000002E-2</c:v>
                </c:pt>
                <c:pt idx="324" formatCode="0.00E+00">
                  <c:v>-1.512437E-2</c:v>
                </c:pt>
                <c:pt idx="325" formatCode="0.00E+00">
                  <c:v>-1.4278290000000001E-2</c:v>
                </c:pt>
                <c:pt idx="326" formatCode="0.00E+00">
                  <c:v>-1.5253559999999999E-2</c:v>
                </c:pt>
                <c:pt idx="327" formatCode="0.00E+00">
                  <c:v>-1.5131149999999999E-2</c:v>
                </c:pt>
                <c:pt idx="328" formatCode="0.00E+00">
                  <c:v>-1.415689E-2</c:v>
                </c:pt>
                <c:pt idx="329" formatCode="0.00E+00">
                  <c:v>-1.447593E-2</c:v>
                </c:pt>
                <c:pt idx="330" formatCode="0.00E+00">
                  <c:v>-1.3791670000000001E-2</c:v>
                </c:pt>
                <c:pt idx="331" formatCode="0.00E+00">
                  <c:v>-8.9847369999999996E-3</c:v>
                </c:pt>
                <c:pt idx="332" formatCode="0.00E+00">
                  <c:v>-3.6177309999999999E-3</c:v>
                </c:pt>
                <c:pt idx="333" formatCode="0.00E+00">
                  <c:v>-2.8808029999999999E-3</c:v>
                </c:pt>
                <c:pt idx="334" formatCode="0.00E+00">
                  <c:v>-4.1143220000000001E-3</c:v>
                </c:pt>
                <c:pt idx="335" formatCode="0.00E+00">
                  <c:v>-1.3165220000000001E-3</c:v>
                </c:pt>
                <c:pt idx="336" formatCode="0.00E+00">
                  <c:v>4.3576329999999996E-3</c:v>
                </c:pt>
                <c:pt idx="337" formatCode="0.00E+00">
                  <c:v>7.3325780000000002E-3</c:v>
                </c:pt>
                <c:pt idx="338" formatCode="0.00E+00">
                  <c:v>7.2694250000000004E-3</c:v>
                </c:pt>
                <c:pt idx="339" formatCode="0.00E+00">
                  <c:v>7.7873359999999997E-3</c:v>
                </c:pt>
                <c:pt idx="340" formatCode="0.00E+00">
                  <c:v>9.0423650000000001E-3</c:v>
                </c:pt>
                <c:pt idx="341" formatCode="0.00E+00">
                  <c:v>8.9964209999999992E-3</c:v>
                </c:pt>
                <c:pt idx="342" formatCode="0.00E+00">
                  <c:v>8.7305070000000002E-3</c:v>
                </c:pt>
                <c:pt idx="343" formatCode="0.00E+00">
                  <c:v>1.010205E-2</c:v>
                </c:pt>
                <c:pt idx="344" formatCode="0.00E+00">
                  <c:v>1.1377999999999999E-2</c:v>
                </c:pt>
                <c:pt idx="345" formatCode="0.00E+00">
                  <c:v>1.0448519999999999E-2</c:v>
                </c:pt>
                <c:pt idx="346" formatCode="0.00E+00">
                  <c:v>9.0568309999999996E-3</c:v>
                </c:pt>
                <c:pt idx="347" formatCode="0.00E+00">
                  <c:v>9.6265570000000009E-3</c:v>
                </c:pt>
                <c:pt idx="348" formatCode="0.00E+00">
                  <c:v>1.125841E-2</c:v>
                </c:pt>
                <c:pt idx="349" formatCode="0.00E+00">
                  <c:v>1.2040459999999999E-2</c:v>
                </c:pt>
                <c:pt idx="350" formatCode="0.00E+00">
                  <c:v>1.182047E-2</c:v>
                </c:pt>
                <c:pt idx="351" formatCode="0.00E+00">
                  <c:v>1.050541E-2</c:v>
                </c:pt>
                <c:pt idx="352" formatCode="0.00E+00">
                  <c:v>7.4511569999999999E-3</c:v>
                </c:pt>
                <c:pt idx="353" formatCode="0.00E+00">
                  <c:v>4.0547559999999996E-3</c:v>
                </c:pt>
                <c:pt idx="354" formatCode="0.00E+00">
                  <c:v>2.9055970000000002E-3</c:v>
                </c:pt>
                <c:pt idx="355" formatCode="0.00E+00">
                  <c:v>3.430715E-3</c:v>
                </c:pt>
                <c:pt idx="356" formatCode="0.00E+00">
                  <c:v>2.5427539999999999E-3</c:v>
                </c:pt>
                <c:pt idx="357" formatCode="0.00E+00">
                  <c:v>-2.268986E-4</c:v>
                </c:pt>
                <c:pt idx="358" formatCode="0.00E+00">
                  <c:v>-2.8509020000000002E-3</c:v>
                </c:pt>
                <c:pt idx="359" formatCode="0.00E+00">
                  <c:v>-5.5094929999999999E-3</c:v>
                </c:pt>
                <c:pt idx="360" formatCode="0.00E+00">
                  <c:v>-9.5744860000000001E-3</c:v>
                </c:pt>
                <c:pt idx="361" formatCode="0.00E+00">
                  <c:v>-1.248284E-2</c:v>
                </c:pt>
                <c:pt idx="362" formatCode="0.00E+00">
                  <c:v>-1.033356E-2</c:v>
                </c:pt>
                <c:pt idx="363" formatCode="0.00E+00">
                  <c:v>-5.7143200000000002E-3</c:v>
                </c:pt>
                <c:pt idx="364" formatCode="0.00E+00">
                  <c:v>-5.5032520000000001E-3</c:v>
                </c:pt>
                <c:pt idx="365" formatCode="0.00E+00">
                  <c:v>-9.7716810000000008E-3</c:v>
                </c:pt>
                <c:pt idx="366" formatCode="0.00E+00">
                  <c:v>-1.092807E-2</c:v>
                </c:pt>
                <c:pt idx="367" formatCode="0.00E+00">
                  <c:v>-6.4542849999999997E-3</c:v>
                </c:pt>
                <c:pt idx="368" formatCode="0.00E+00">
                  <c:v>-3.9927809999999999E-3</c:v>
                </c:pt>
                <c:pt idx="369" formatCode="0.00E+00">
                  <c:v>-8.8000200000000004E-3</c:v>
                </c:pt>
                <c:pt idx="370" formatCode="0.00E+00">
                  <c:v>-1.386222E-2</c:v>
                </c:pt>
                <c:pt idx="371" formatCode="0.00E+00">
                  <c:v>-1.0039869999999999E-2</c:v>
                </c:pt>
                <c:pt idx="372" formatCode="0.00E+00">
                  <c:v>-7.2466149999999999E-4</c:v>
                </c:pt>
                <c:pt idx="373" formatCode="0.00E+00">
                  <c:v>2.5922520000000002E-3</c:v>
                </c:pt>
                <c:pt idx="374" formatCode="0.00E+00">
                  <c:v>-2.9068129999999998E-3</c:v>
                </c:pt>
                <c:pt idx="375" formatCode="0.00E+00">
                  <c:v>-8.0367330000000008E-3</c:v>
                </c:pt>
                <c:pt idx="376" formatCode="0.00E+00">
                  <c:v>-5.5935189999999999E-3</c:v>
                </c:pt>
                <c:pt idx="377" formatCode="0.00E+00">
                  <c:v>4.312923E-4</c:v>
                </c:pt>
                <c:pt idx="378" formatCode="0.00E+00">
                  <c:v>2.5951500000000001E-3</c:v>
                </c:pt>
                <c:pt idx="379" formatCode="0.00E+00">
                  <c:v>5.9816630000000001E-4</c:v>
                </c:pt>
                <c:pt idx="380" formatCode="0.00E+00">
                  <c:v>-5.0871279999999998E-4</c:v>
                </c:pt>
              </c:numCache>
            </c:numRef>
          </c:yVal>
          <c:smooth val="1"/>
          <c:extLst>
            <c:ext xmlns:c16="http://schemas.microsoft.com/office/drawing/2014/chart" uri="{C3380CC4-5D6E-409C-BE32-E72D297353CC}">
              <c16:uniqueId val="{00000000-3B11-48E8-80CA-A2AE0C29D0A9}"/>
            </c:ext>
          </c:extLst>
        </c:ser>
        <c:ser>
          <c:idx val="1"/>
          <c:order val="1"/>
          <c:tx>
            <c:v>実験値</c:v>
          </c:tx>
          <c:spPr>
            <a:ln w="19050" cap="rnd">
              <a:solidFill>
                <a:schemeClr val="accent2"/>
              </a:solidFill>
              <a:round/>
            </a:ln>
            <a:effectLst/>
          </c:spPr>
          <c:marker>
            <c:symbol val="none"/>
          </c:marker>
          <c:xVal>
            <c:numRef>
              <c:f>Sheet3!$E$1:$E$66</c:f>
              <c:numCache>
                <c:formatCode>General</c:formatCode>
                <c:ptCount val="66"/>
                <c:pt idx="0">
                  <c:v>2.2495543672014202</c:v>
                </c:pt>
                <c:pt idx="1">
                  <c:v>2.3743315508021299</c:v>
                </c:pt>
                <c:pt idx="2">
                  <c:v>2.39215686274509</c:v>
                </c:pt>
                <c:pt idx="3">
                  <c:v>2.4991087344028502</c:v>
                </c:pt>
                <c:pt idx="4">
                  <c:v>2.5169340463458099</c:v>
                </c:pt>
                <c:pt idx="5">
                  <c:v>2.5525846702317199</c:v>
                </c:pt>
                <c:pt idx="6">
                  <c:v>2.57040998217468</c:v>
                </c:pt>
                <c:pt idx="7">
                  <c:v>2.6060606060606002</c:v>
                </c:pt>
                <c:pt idx="8">
                  <c:v>2.6238859180035599</c:v>
                </c:pt>
                <c:pt idx="9">
                  <c:v>2.64171122994652</c:v>
                </c:pt>
                <c:pt idx="10">
                  <c:v>2.6595365418894801</c:v>
                </c:pt>
                <c:pt idx="11">
                  <c:v>2.71301247771836</c:v>
                </c:pt>
                <c:pt idx="12">
                  <c:v>2.71301247771836</c:v>
                </c:pt>
                <c:pt idx="13">
                  <c:v>2.71301247771836</c:v>
                </c:pt>
                <c:pt idx="14">
                  <c:v>2.74866310160427</c:v>
                </c:pt>
                <c:pt idx="15">
                  <c:v>2.7843137254901902</c:v>
                </c:pt>
                <c:pt idx="16">
                  <c:v>2.8021390374331498</c:v>
                </c:pt>
                <c:pt idx="17">
                  <c:v>2.92691622103386</c:v>
                </c:pt>
                <c:pt idx="18">
                  <c:v>2.9803921568627398</c:v>
                </c:pt>
                <c:pt idx="19">
                  <c:v>3.0160427807486601</c:v>
                </c:pt>
                <c:pt idx="20">
                  <c:v>3.0695187165775399</c:v>
                </c:pt>
                <c:pt idx="21">
                  <c:v>3.0873440285204898</c:v>
                </c:pt>
                <c:pt idx="22">
                  <c:v>3.19429590017825</c:v>
                </c:pt>
                <c:pt idx="23">
                  <c:v>3.2121212121212102</c:v>
                </c:pt>
                <c:pt idx="24">
                  <c:v>3.2655971479500798</c:v>
                </c:pt>
                <c:pt idx="25">
                  <c:v>3.3547237076648799</c:v>
                </c:pt>
                <c:pt idx="26">
                  <c:v>3.4616755793226299</c:v>
                </c:pt>
                <c:pt idx="27">
                  <c:v>3.6399286987522199</c:v>
                </c:pt>
                <c:pt idx="28">
                  <c:v>3.90730837789661</c:v>
                </c:pt>
                <c:pt idx="29">
                  <c:v>4.1746880570409903</c:v>
                </c:pt>
                <c:pt idx="30">
                  <c:v>4.2816399286987501</c:v>
                </c:pt>
                <c:pt idx="31">
                  <c:v>4.4598930481283396</c:v>
                </c:pt>
                <c:pt idx="32">
                  <c:v>4.5133689839572098</c:v>
                </c:pt>
                <c:pt idx="33">
                  <c:v>4.6203208556149704</c:v>
                </c:pt>
                <c:pt idx="34">
                  <c:v>4.9233511586452696</c:v>
                </c:pt>
                <c:pt idx="35">
                  <c:v>5.1907308377896602</c:v>
                </c:pt>
                <c:pt idx="36">
                  <c:v>5.4402852049910804</c:v>
                </c:pt>
                <c:pt idx="37">
                  <c:v>5.6720142602495498</c:v>
                </c:pt>
                <c:pt idx="38">
                  <c:v>5.9037433155080201</c:v>
                </c:pt>
                <c:pt idx="39">
                  <c:v>6.0998217468805702</c:v>
                </c:pt>
                <c:pt idx="40">
                  <c:v>6.3137254901960702</c:v>
                </c:pt>
                <c:pt idx="41">
                  <c:v>6.5098039215686203</c:v>
                </c:pt>
                <c:pt idx="42">
                  <c:v>6.7593582887700503</c:v>
                </c:pt>
                <c:pt idx="43">
                  <c:v>6.9910873440285197</c:v>
                </c:pt>
                <c:pt idx="44">
                  <c:v>7.1871657754010698</c:v>
                </c:pt>
                <c:pt idx="45">
                  <c:v>7.3654188948306496</c:v>
                </c:pt>
                <c:pt idx="46">
                  <c:v>7.5793226381461603</c:v>
                </c:pt>
                <c:pt idx="47">
                  <c:v>7.8288770053475902</c:v>
                </c:pt>
                <c:pt idx="48">
                  <c:v>8.1140819964349298</c:v>
                </c:pt>
                <c:pt idx="49">
                  <c:v>8.3636363636363598</c:v>
                </c:pt>
                <c:pt idx="50">
                  <c:v>8.5418894830659493</c:v>
                </c:pt>
                <c:pt idx="51">
                  <c:v>8.8092691622103292</c:v>
                </c:pt>
                <c:pt idx="52">
                  <c:v>9.0588235294117592</c:v>
                </c:pt>
                <c:pt idx="53">
                  <c:v>9.3262032085561497</c:v>
                </c:pt>
                <c:pt idx="54">
                  <c:v>9.5401069518716497</c:v>
                </c:pt>
                <c:pt idx="55">
                  <c:v>9.7718360071301191</c:v>
                </c:pt>
                <c:pt idx="56">
                  <c:v>9.9679144385026692</c:v>
                </c:pt>
                <c:pt idx="57">
                  <c:v>10.1461675579322</c:v>
                </c:pt>
                <c:pt idx="58">
                  <c:v>10.3778966131907</c:v>
                </c:pt>
                <c:pt idx="59">
                  <c:v>10.645276292335099</c:v>
                </c:pt>
                <c:pt idx="60">
                  <c:v>10.7522281639928</c:v>
                </c:pt>
                <c:pt idx="61">
                  <c:v>11.0196078431372</c:v>
                </c:pt>
                <c:pt idx="62">
                  <c:v>11.1978609625668</c:v>
                </c:pt>
                <c:pt idx="63">
                  <c:v>11.4295900178253</c:v>
                </c:pt>
                <c:pt idx="64">
                  <c:v>11.6256684491978</c:v>
                </c:pt>
                <c:pt idx="65">
                  <c:v>11.8752228163992</c:v>
                </c:pt>
              </c:numCache>
            </c:numRef>
          </c:xVal>
          <c:yVal>
            <c:numRef>
              <c:f>Sheet3!$G$1:$G$66</c:f>
              <c:numCache>
                <c:formatCode>General</c:formatCode>
                <c:ptCount val="66"/>
                <c:pt idx="0">
                  <c:v>-0.61351357317483979</c:v>
                </c:pt>
                <c:pt idx="1">
                  <c:v>-0.5284708310568802</c:v>
                </c:pt>
                <c:pt idx="2">
                  <c:v>-0.41238555653053011</c:v>
                </c:pt>
                <c:pt idx="3">
                  <c:v>-0.28088938924853002</c:v>
                </c:pt>
                <c:pt idx="4">
                  <c:v>-0.16480411472217016</c:v>
                </c:pt>
                <c:pt idx="5">
                  <c:v>-4.8732636876879898E-2</c:v>
                </c:pt>
                <c:pt idx="6">
                  <c:v>5.9612699568989846E-2</c:v>
                </c:pt>
                <c:pt idx="7">
                  <c:v>0.1602043012532901</c:v>
                </c:pt>
                <c:pt idx="8">
                  <c:v>0.31498926618212009</c:v>
                </c:pt>
                <c:pt idx="9">
                  <c:v>0.43881447878897983</c:v>
                </c:pt>
                <c:pt idx="10">
                  <c:v>0.53167993907385025</c:v>
                </c:pt>
                <c:pt idx="11">
                  <c:v>0.66321749639906002</c:v>
                </c:pt>
                <c:pt idx="12">
                  <c:v>0.75609675336500981</c:v>
                </c:pt>
                <c:pt idx="13">
                  <c:v>0.87219582457244016</c:v>
                </c:pt>
                <c:pt idx="14">
                  <c:v>0.97278742625674042</c:v>
                </c:pt>
                <c:pt idx="15">
                  <c:v>1.0888589041020298</c:v>
                </c:pt>
                <c:pt idx="16">
                  <c:v>1.1739844263063999</c:v>
                </c:pt>
                <c:pt idx="17">
                  <c:v>1.08100859257297</c:v>
                </c:pt>
                <c:pt idx="18">
                  <c:v>0.98808794556380963</c:v>
                </c:pt>
                <c:pt idx="19">
                  <c:v>0.87196128099424008</c:v>
                </c:pt>
                <c:pt idx="20">
                  <c:v>0.71712112934111971</c:v>
                </c:pt>
                <c:pt idx="21">
                  <c:v>0.57778844721114009</c:v>
                </c:pt>
                <c:pt idx="22">
                  <c:v>0.43064684359530014</c:v>
                </c:pt>
                <c:pt idx="23">
                  <c:v>0.3145339757068002</c:v>
                </c:pt>
                <c:pt idx="24">
                  <c:v>0.19839351445616016</c:v>
                </c:pt>
                <c:pt idx="25">
                  <c:v>5.1265707521389814E-2</c:v>
                </c:pt>
                <c:pt idx="26">
                  <c:v>-8.0396019933449914E-2</c:v>
                </c:pt>
                <c:pt idx="27">
                  <c:v>-0.21211293411256982</c:v>
                </c:pt>
                <c:pt idx="28">
                  <c:v>-0.30519914129456982</c:v>
                </c:pt>
                <c:pt idx="29">
                  <c:v>-0.2434865868666698</c:v>
                </c:pt>
                <c:pt idx="30">
                  <c:v>-0.15069010998715004</c:v>
                </c:pt>
                <c:pt idx="31">
                  <c:v>-5.0208881751410139E-2</c:v>
                </c:pt>
                <c:pt idx="32">
                  <c:v>1.1669232849340183E-2</c:v>
                </c:pt>
                <c:pt idx="33">
                  <c:v>7.3505957406879929E-2</c:v>
                </c:pt>
                <c:pt idx="34">
                  <c:v>0.1429308565531402</c:v>
                </c:pt>
                <c:pt idx="35">
                  <c:v>0.12724403017609998</c:v>
                </c:pt>
                <c:pt idx="36">
                  <c:v>7.2871310077640139E-2</c:v>
                </c:pt>
                <c:pt idx="37">
                  <c:v>1.077244857977E-2</c:v>
                </c:pt>
                <c:pt idx="38">
                  <c:v>-1.2626722515639788E-2</c:v>
                </c:pt>
                <c:pt idx="39">
                  <c:v>-5.9218114490379836E-2</c:v>
                </c:pt>
                <c:pt idx="40">
                  <c:v>-4.3903798502240132E-2</c:v>
                </c:pt>
                <c:pt idx="41">
                  <c:v>-5.3558715915298372E-3</c:v>
                </c:pt>
                <c:pt idx="42">
                  <c:v>4.8630541436950114E-2</c:v>
                </c:pt>
                <c:pt idx="43">
                  <c:v>7.1670998824520105E-2</c:v>
                </c:pt>
                <c:pt idx="44">
                  <c:v>6.3779297252250178E-2</c:v>
                </c:pt>
                <c:pt idx="45">
                  <c:v>3.2681578119559962E-2</c:v>
                </c:pt>
                <c:pt idx="46">
                  <c:v>3.2516017946719877E-2</c:v>
                </c:pt>
                <c:pt idx="47">
                  <c:v>1.3631120897499294E-3</c:v>
                </c:pt>
                <c:pt idx="48">
                  <c:v>-6.5975728878702178E-3</c:v>
                </c:pt>
                <c:pt idx="49">
                  <c:v>-2.2270602583850163E-2</c:v>
                </c:pt>
                <c:pt idx="50">
                  <c:v>-3.0148507475050046E-2</c:v>
                </c:pt>
                <c:pt idx="51">
                  <c:v>-3.8095395771600149E-2</c:v>
                </c:pt>
                <c:pt idx="52">
                  <c:v>-3.8288549306579878E-2</c:v>
                </c:pt>
                <c:pt idx="53">
                  <c:v>3.1163943201820032E-2</c:v>
                </c:pt>
                <c:pt idx="54">
                  <c:v>6.1958135350959953E-2</c:v>
                </c:pt>
                <c:pt idx="55">
                  <c:v>6.9518716577539941E-2</c:v>
                </c:pt>
                <c:pt idx="56">
                  <c:v>6.1627015005270014E-2</c:v>
                </c:pt>
                <c:pt idx="57">
                  <c:v>1.5049419711589795E-2</c:v>
                </c:pt>
                <c:pt idx="58">
                  <c:v>1.4870062857680111E-2</c:v>
                </c:pt>
                <c:pt idx="59">
                  <c:v>-8.556701599870209E-3</c:v>
                </c:pt>
                <c:pt idx="60">
                  <c:v>-3.1859295927770148E-2</c:v>
                </c:pt>
                <c:pt idx="61">
                  <c:v>-3.9806184224330021E-2</c:v>
                </c:pt>
                <c:pt idx="62">
                  <c:v>-8.9843987130500125E-3</c:v>
                </c:pt>
                <c:pt idx="63">
                  <c:v>2.1795996755019864E-2</c:v>
                </c:pt>
                <c:pt idx="64">
                  <c:v>5.2603985585220059E-2</c:v>
                </c:pt>
                <c:pt idx="65">
                  <c:v>4.467089396974E-2</c:v>
                </c:pt>
              </c:numCache>
            </c:numRef>
          </c:yVal>
          <c:smooth val="1"/>
          <c:extLst>
            <c:ext xmlns:c16="http://schemas.microsoft.com/office/drawing/2014/chart" uri="{C3380CC4-5D6E-409C-BE32-E72D297353CC}">
              <c16:uniqueId val="{00000001-3B11-48E8-80CA-A2AE0C29D0A9}"/>
            </c:ext>
          </c:extLst>
        </c:ser>
        <c:dLbls>
          <c:showLegendKey val="0"/>
          <c:showVal val="0"/>
          <c:showCatName val="0"/>
          <c:showSerName val="0"/>
          <c:showPercent val="0"/>
          <c:showBubbleSize val="0"/>
        </c:dLbls>
        <c:axId val="898287567"/>
        <c:axId val="898299087"/>
      </c:scatterChart>
      <c:valAx>
        <c:axId val="898287567"/>
        <c:scaling>
          <c:orientation val="minMax"/>
          <c:max val="10"/>
          <c:min val="2"/>
        </c:scaling>
        <c:delete val="0"/>
        <c:axPos val="b"/>
        <c:majorGridlines>
          <c:spPr>
            <a:ln w="9525" cap="flat" cmpd="sng" algn="ctr">
              <a:noFill/>
              <a:round/>
            </a:ln>
            <a:effectLst/>
          </c:spPr>
        </c:majorGridlines>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ltLang="ja-JP" sz="1000" b="0" i="0" u="none" strike="noStrike" kern="1200" baseline="0" dirty="0">
                    <a:solidFill>
                      <a:srgbClr val="000000">
                        <a:lumMod val="65000"/>
                        <a:lumOff val="35000"/>
                      </a:srgbClr>
                    </a:solidFill>
                  </a:rPr>
                  <a:t>Q[</a:t>
                </a:r>
                <a:r>
                  <a:rPr lang="en-US" altLang="ja-JP" sz="1000" b="0" i="0" u="none" strike="noStrike" kern="1200" baseline="0" dirty="0">
                    <a:solidFill>
                      <a:srgbClr val="000000">
                        <a:lumMod val="65000"/>
                        <a:lumOff val="35000"/>
                      </a:srgbClr>
                    </a:solidFill>
                    <a:latin typeface="Yu Gothic UI" panose="020B0500000000000000" pitchFamily="50" charset="-128"/>
                    <a:ea typeface="Yu Gothic UI" panose="020B0500000000000000" pitchFamily="50" charset="-128"/>
                  </a:rPr>
                  <a:t>Å</a:t>
                </a:r>
                <a:r>
                  <a:rPr lang="en-US" altLang="ja-JP" sz="800" b="0" i="0" u="none" strike="noStrike" kern="1200" baseline="0" dirty="0">
                    <a:solidFill>
                      <a:srgbClr val="000000">
                        <a:lumMod val="65000"/>
                        <a:lumOff val="35000"/>
                      </a:srgbClr>
                    </a:solidFill>
                    <a:latin typeface="Yu Gothic UI" panose="020B0500000000000000" pitchFamily="50" charset="-128"/>
                    <a:ea typeface="Yu Gothic UI" panose="020B0500000000000000" pitchFamily="50" charset="-128"/>
                  </a:rPr>
                  <a:t>¯¹</a:t>
                </a:r>
                <a:r>
                  <a:rPr lang="en-US" altLang="ja-JP" sz="1000" b="0" i="0" u="none" strike="noStrike" kern="1200" baseline="0" dirty="0">
                    <a:solidFill>
                      <a:srgbClr val="000000">
                        <a:lumMod val="65000"/>
                        <a:lumOff val="35000"/>
                      </a:srgbClr>
                    </a:solidFill>
                  </a:rPr>
                  <a:t>]</a:t>
                </a:r>
                <a:endParaRPr lang="ja-JP" altLang="en-US" sz="1000" b="0" i="0" u="none" strike="noStrike" kern="1200" baseline="0" dirty="0">
                  <a:solidFill>
                    <a:srgbClr val="000000">
                      <a:lumMod val="65000"/>
                      <a:lumOff val="35000"/>
                    </a:srgbClr>
                  </a:solidFill>
                </a:endParaRPr>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ja-JP" altLang="en-US"/>
            </a:p>
          </c:txPr>
        </c:title>
        <c:numFmt formatCode="General" sourceLinked="1"/>
        <c:majorTickMark val="none"/>
        <c:minorTickMark val="none"/>
        <c:tickLblPos val="low"/>
        <c:spPr>
          <a:noFill/>
          <a:ln w="9525" cap="flat" cmpd="sng" algn="ctr">
            <a:no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ja-JP"/>
          </a:p>
        </c:txPr>
        <c:crossAx val="898299087"/>
        <c:crosses val="autoZero"/>
        <c:crossBetween val="midCat"/>
      </c:valAx>
      <c:valAx>
        <c:axId val="898299087"/>
        <c:scaling>
          <c:orientation val="minMax"/>
          <c:max val="3.5"/>
          <c:min val="-1"/>
        </c:scaling>
        <c:delete val="0"/>
        <c:axPos val="l"/>
        <c:majorGridlines>
          <c:spPr>
            <a:ln w="9525" cap="flat" cmpd="sng" algn="ctr">
              <a:no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ltLang="ja-JP" sz="1000" b="0" i="0" u="none" strike="noStrike" kern="1200" baseline="0" dirty="0">
                    <a:solidFill>
                      <a:srgbClr val="000000">
                        <a:lumMod val="65000"/>
                        <a:lumOff val="35000"/>
                      </a:srgbClr>
                    </a:solidFill>
                  </a:rPr>
                  <a:t>S(Q)</a:t>
                </a:r>
                <a:endParaRPr lang="ja-JP" altLang="en-US" sz="1000" b="0" i="0" u="none" strike="noStrike" kern="1200" baseline="0" dirty="0">
                  <a:solidFill>
                    <a:srgbClr val="000000">
                      <a:lumMod val="65000"/>
                      <a:lumOff val="35000"/>
                    </a:srgbClr>
                  </a:solidFill>
                </a:endParaRPr>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ja-JP" altLang="en-US"/>
            </a:p>
          </c:txPr>
        </c:title>
        <c:numFmt formatCode="General" sourceLinked="1"/>
        <c:majorTickMark val="none"/>
        <c:minorTickMark val="none"/>
        <c:tickLblPos val="nextTo"/>
        <c:spPr>
          <a:noFill/>
          <a:ln w="9525" cap="flat" cmpd="sng" algn="ctr">
            <a:no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ja-JP"/>
          </a:p>
        </c:txPr>
        <c:crossAx val="898287567"/>
        <c:crosses val="autoZero"/>
        <c:crossBetween val="midCat"/>
      </c:valAx>
      <c:spPr>
        <a:noFill/>
        <a:ln>
          <a:solidFill>
            <a:schemeClr val="tx1"/>
          </a:solidFill>
        </a:ln>
        <a:effectLst/>
      </c:spPr>
    </c:plotArea>
    <c:legend>
      <c:legendPos val="r"/>
      <c:layout>
        <c:manualLayout>
          <c:xMode val="edge"/>
          <c:yMode val="edge"/>
          <c:x val="0.7416666666666667"/>
          <c:y val="0.13946704578594343"/>
          <c:w val="0.18333333333333332"/>
          <c:h val="0.15625109361329836"/>
        </c:manualLayout>
      </c:layout>
      <c:overlay val="1"/>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ja-JP"/>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ja-JP"/>
    </a:p>
  </c:txPr>
  <c:externalData r:id="rId4">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scatterChart>
        <c:scatterStyle val="smoothMarker"/>
        <c:varyColors val="0"/>
        <c:ser>
          <c:idx val="0"/>
          <c:order val="0"/>
          <c:tx>
            <c:v>計算結果</c:v>
          </c:tx>
          <c:spPr>
            <a:ln w="19050" cap="rnd">
              <a:solidFill>
                <a:schemeClr val="accent1"/>
              </a:solidFill>
              <a:round/>
            </a:ln>
            <a:effectLst/>
          </c:spPr>
          <c:marker>
            <c:symbol val="none"/>
          </c:marker>
          <c:xVal>
            <c:numRef>
              <c:f>Sheet3!$A$1:$A$381</c:f>
              <c:numCache>
                <c:formatCode>General</c:formatCode>
                <c:ptCount val="381"/>
                <c:pt idx="0">
                  <c:v>1.4357740000000001</c:v>
                </c:pt>
                <c:pt idx="1">
                  <c:v>1.5075210000000001</c:v>
                </c:pt>
                <c:pt idx="2">
                  <c:v>1.5792630000000001</c:v>
                </c:pt>
                <c:pt idx="3">
                  <c:v>1.650998</c:v>
                </c:pt>
                <c:pt idx="4">
                  <c:v>1.722726</c:v>
                </c:pt>
                <c:pt idx="5">
                  <c:v>1.794448</c:v>
                </c:pt>
                <c:pt idx="6">
                  <c:v>1.8661620000000001</c:v>
                </c:pt>
                <c:pt idx="7">
                  <c:v>1.9378690000000001</c:v>
                </c:pt>
                <c:pt idx="8">
                  <c:v>2.0095689999999999</c:v>
                </c:pt>
                <c:pt idx="9">
                  <c:v>2.0812599999999999</c:v>
                </c:pt>
                <c:pt idx="10">
                  <c:v>2.1529430000000001</c:v>
                </c:pt>
                <c:pt idx="11">
                  <c:v>2.2246169999999998</c:v>
                </c:pt>
                <c:pt idx="12">
                  <c:v>2.2962820000000002</c:v>
                </c:pt>
                <c:pt idx="13">
                  <c:v>2.3679389999999998</c:v>
                </c:pt>
                <c:pt idx="14">
                  <c:v>2.4395850000000001</c:v>
                </c:pt>
                <c:pt idx="15">
                  <c:v>2.5112220000000001</c:v>
                </c:pt>
                <c:pt idx="16">
                  <c:v>2.582849</c:v>
                </c:pt>
                <c:pt idx="17">
                  <c:v>2.6544660000000002</c:v>
                </c:pt>
                <c:pt idx="18">
                  <c:v>2.7260719999999998</c:v>
                </c:pt>
                <c:pt idx="19">
                  <c:v>2.7976670000000001</c:v>
                </c:pt>
                <c:pt idx="20">
                  <c:v>2.8692510000000002</c:v>
                </c:pt>
                <c:pt idx="21">
                  <c:v>2.940823</c:v>
                </c:pt>
                <c:pt idx="22">
                  <c:v>3.0123829999999998</c:v>
                </c:pt>
                <c:pt idx="23">
                  <c:v>3.0839319999999999</c:v>
                </c:pt>
                <c:pt idx="24">
                  <c:v>3.1554679999999999</c:v>
                </c:pt>
                <c:pt idx="25">
                  <c:v>3.2269920000000001</c:v>
                </c:pt>
                <c:pt idx="26">
                  <c:v>3.2985030000000002</c:v>
                </c:pt>
                <c:pt idx="27">
                  <c:v>3.37</c:v>
                </c:pt>
                <c:pt idx="28">
                  <c:v>3.441484</c:v>
                </c:pt>
                <c:pt idx="29">
                  <c:v>3.5129540000000001</c:v>
                </c:pt>
                <c:pt idx="30">
                  <c:v>3.5844109999999998</c:v>
                </c:pt>
                <c:pt idx="31">
                  <c:v>3.655853</c:v>
                </c:pt>
                <c:pt idx="32">
                  <c:v>3.7272799999999999</c:v>
                </c:pt>
                <c:pt idx="33">
                  <c:v>3.798692</c:v>
                </c:pt>
                <c:pt idx="34">
                  <c:v>3.8700890000000001</c:v>
                </c:pt>
                <c:pt idx="35">
                  <c:v>3.9414709999999999</c:v>
                </c:pt>
                <c:pt idx="36">
                  <c:v>4.0128370000000002</c:v>
                </c:pt>
                <c:pt idx="37">
                  <c:v>4.084187</c:v>
                </c:pt>
                <c:pt idx="38">
                  <c:v>4.1555200000000001</c:v>
                </c:pt>
                <c:pt idx="39">
                  <c:v>4.2268369999999997</c:v>
                </c:pt>
                <c:pt idx="40">
                  <c:v>4.2981369999999997</c:v>
                </c:pt>
                <c:pt idx="41">
                  <c:v>4.3694199999999999</c:v>
                </c:pt>
                <c:pt idx="42">
                  <c:v>4.4406850000000002</c:v>
                </c:pt>
                <c:pt idx="43">
                  <c:v>4.511933</c:v>
                </c:pt>
                <c:pt idx="44">
                  <c:v>4.5831619999999997</c:v>
                </c:pt>
                <c:pt idx="45">
                  <c:v>4.6543729999999996</c:v>
                </c:pt>
                <c:pt idx="46">
                  <c:v>4.7255659999999997</c:v>
                </c:pt>
                <c:pt idx="47">
                  <c:v>4.7967399999999998</c:v>
                </c:pt>
                <c:pt idx="48">
                  <c:v>4.8678939999999997</c:v>
                </c:pt>
                <c:pt idx="49">
                  <c:v>4.9390289999999997</c:v>
                </c:pt>
                <c:pt idx="50">
                  <c:v>5.0101440000000004</c:v>
                </c:pt>
                <c:pt idx="51">
                  <c:v>5.0812400000000002</c:v>
                </c:pt>
                <c:pt idx="52">
                  <c:v>5.1523139999999996</c:v>
                </c:pt>
                <c:pt idx="53">
                  <c:v>5.2233689999999999</c:v>
                </c:pt>
                <c:pt idx="54">
                  <c:v>5.2944019999999998</c:v>
                </c:pt>
                <c:pt idx="55">
                  <c:v>5.3654140000000003</c:v>
                </c:pt>
                <c:pt idx="56">
                  <c:v>5.4364049999999997</c:v>
                </c:pt>
                <c:pt idx="57">
                  <c:v>5.5073740000000004</c:v>
                </c:pt>
                <c:pt idx="58">
                  <c:v>5.5783209999999999</c:v>
                </c:pt>
                <c:pt idx="59">
                  <c:v>5.6492449999999996</c:v>
                </c:pt>
                <c:pt idx="60">
                  <c:v>5.720148</c:v>
                </c:pt>
                <c:pt idx="61">
                  <c:v>5.7910269999999997</c:v>
                </c:pt>
                <c:pt idx="62">
                  <c:v>5.8618829999999997</c:v>
                </c:pt>
                <c:pt idx="63">
                  <c:v>5.932715</c:v>
                </c:pt>
                <c:pt idx="64">
                  <c:v>6.0035239999999996</c:v>
                </c:pt>
                <c:pt idx="65">
                  <c:v>6.0743090000000004</c:v>
                </c:pt>
                <c:pt idx="66">
                  <c:v>6.1450699999999996</c:v>
                </c:pt>
                <c:pt idx="67">
                  <c:v>6.2158059999999997</c:v>
                </c:pt>
                <c:pt idx="68">
                  <c:v>6.2865159999999998</c:v>
                </c:pt>
                <c:pt idx="69">
                  <c:v>6.357202</c:v>
                </c:pt>
                <c:pt idx="70">
                  <c:v>6.4278630000000003</c:v>
                </c:pt>
                <c:pt idx="71">
                  <c:v>6.4984970000000004</c:v>
                </c:pt>
                <c:pt idx="72">
                  <c:v>6.5691059999999997</c:v>
                </c:pt>
                <c:pt idx="73">
                  <c:v>6.6396889999999997</c:v>
                </c:pt>
                <c:pt idx="74">
                  <c:v>6.7102449999999996</c:v>
                </c:pt>
                <c:pt idx="75">
                  <c:v>6.7807740000000001</c:v>
                </c:pt>
                <c:pt idx="76">
                  <c:v>6.8512760000000004</c:v>
                </c:pt>
                <c:pt idx="77">
                  <c:v>6.9217510000000004</c:v>
                </c:pt>
                <c:pt idx="78">
                  <c:v>6.9921980000000001</c:v>
                </c:pt>
                <c:pt idx="79">
                  <c:v>7.0626160000000002</c:v>
                </c:pt>
                <c:pt idx="80">
                  <c:v>7.1330070000000001</c:v>
                </c:pt>
                <c:pt idx="81">
                  <c:v>7.2033690000000004</c:v>
                </c:pt>
                <c:pt idx="82">
                  <c:v>7.2737030000000003</c:v>
                </c:pt>
                <c:pt idx="83">
                  <c:v>7.3440070000000004</c:v>
                </c:pt>
                <c:pt idx="84">
                  <c:v>7.4142809999999999</c:v>
                </c:pt>
                <c:pt idx="85">
                  <c:v>7.4845269999999999</c:v>
                </c:pt>
                <c:pt idx="86">
                  <c:v>7.5547420000000001</c:v>
                </c:pt>
                <c:pt idx="87">
                  <c:v>7.6249269999999996</c:v>
                </c:pt>
                <c:pt idx="88">
                  <c:v>7.6950820000000002</c:v>
                </c:pt>
                <c:pt idx="89">
                  <c:v>7.7652049999999999</c:v>
                </c:pt>
                <c:pt idx="90">
                  <c:v>7.8352979999999999</c:v>
                </c:pt>
                <c:pt idx="91">
                  <c:v>7.9053589999999998</c:v>
                </c:pt>
                <c:pt idx="92">
                  <c:v>7.9753889999999998</c:v>
                </c:pt>
                <c:pt idx="93">
                  <c:v>8.0453869999999998</c:v>
                </c:pt>
                <c:pt idx="94">
                  <c:v>8.1153530000000007</c:v>
                </c:pt>
                <c:pt idx="95">
                  <c:v>8.1852859999999996</c:v>
                </c:pt>
                <c:pt idx="96">
                  <c:v>8.2551860000000001</c:v>
                </c:pt>
                <c:pt idx="97">
                  <c:v>8.3250539999999997</c:v>
                </c:pt>
                <c:pt idx="98">
                  <c:v>8.3948879999999999</c:v>
                </c:pt>
                <c:pt idx="99">
                  <c:v>8.4646880000000007</c:v>
                </c:pt>
                <c:pt idx="100">
                  <c:v>8.5344549999999995</c:v>
                </c:pt>
                <c:pt idx="101">
                  <c:v>8.6041880000000006</c:v>
                </c:pt>
                <c:pt idx="102">
                  <c:v>8.6738859999999995</c:v>
                </c:pt>
                <c:pt idx="103">
                  <c:v>8.7435489999999998</c:v>
                </c:pt>
                <c:pt idx="104">
                  <c:v>8.8131780000000006</c:v>
                </c:pt>
                <c:pt idx="105">
                  <c:v>8.882771</c:v>
                </c:pt>
                <c:pt idx="106">
                  <c:v>8.9523290000000006</c:v>
                </c:pt>
                <c:pt idx="107">
                  <c:v>9.0218509999999998</c:v>
                </c:pt>
                <c:pt idx="108">
                  <c:v>9.0913360000000001</c:v>
                </c:pt>
                <c:pt idx="109">
                  <c:v>9.1607859999999999</c:v>
                </c:pt>
                <c:pt idx="110">
                  <c:v>9.2301990000000007</c:v>
                </c:pt>
                <c:pt idx="111">
                  <c:v>9.2995750000000008</c:v>
                </c:pt>
                <c:pt idx="112">
                  <c:v>9.3689129999999992</c:v>
                </c:pt>
                <c:pt idx="113">
                  <c:v>9.4382140000000003</c:v>
                </c:pt>
                <c:pt idx="114">
                  <c:v>9.5074780000000008</c:v>
                </c:pt>
                <c:pt idx="115">
                  <c:v>9.5767030000000002</c:v>
                </c:pt>
                <c:pt idx="116">
                  <c:v>9.6458899999999996</c:v>
                </c:pt>
                <c:pt idx="117">
                  <c:v>9.7150379999999998</c:v>
                </c:pt>
                <c:pt idx="118">
                  <c:v>9.7841480000000001</c:v>
                </c:pt>
                <c:pt idx="119">
                  <c:v>9.8532189999999993</c:v>
                </c:pt>
                <c:pt idx="120">
                  <c:v>9.92225</c:v>
                </c:pt>
                <c:pt idx="121">
                  <c:v>9.9912410000000005</c:v>
                </c:pt>
                <c:pt idx="122">
                  <c:v>10.06019</c:v>
                </c:pt>
                <c:pt idx="123">
                  <c:v>10.129099999999999</c:v>
                </c:pt>
                <c:pt idx="124">
                  <c:v>10.197979999999999</c:v>
                </c:pt>
                <c:pt idx="125">
                  <c:v>10.2668</c:v>
                </c:pt>
                <c:pt idx="126">
                  <c:v>10.33559</c:v>
                </c:pt>
                <c:pt idx="127">
                  <c:v>10.404339999999999</c:v>
                </c:pt>
                <c:pt idx="128">
                  <c:v>10.473050000000001</c:v>
                </c:pt>
                <c:pt idx="129">
                  <c:v>10.54171</c:v>
                </c:pt>
                <c:pt idx="130">
                  <c:v>10.610329999999999</c:v>
                </c:pt>
                <c:pt idx="131">
                  <c:v>10.67891</c:v>
                </c:pt>
                <c:pt idx="132">
                  <c:v>10.747450000000001</c:v>
                </c:pt>
                <c:pt idx="133">
                  <c:v>10.815939999999999</c:v>
                </c:pt>
                <c:pt idx="134">
                  <c:v>10.88439</c:v>
                </c:pt>
                <c:pt idx="135">
                  <c:v>10.9528</c:v>
                </c:pt>
                <c:pt idx="136">
                  <c:v>11.02116</c:v>
                </c:pt>
                <c:pt idx="137">
                  <c:v>11.08948</c:v>
                </c:pt>
                <c:pt idx="138">
                  <c:v>11.15776</c:v>
                </c:pt>
                <c:pt idx="139">
                  <c:v>11.225989999999999</c:v>
                </c:pt>
                <c:pt idx="140">
                  <c:v>11.294169999999999</c:v>
                </c:pt>
                <c:pt idx="141">
                  <c:v>11.362310000000001</c:v>
                </c:pt>
                <c:pt idx="142">
                  <c:v>11.43041</c:v>
                </c:pt>
                <c:pt idx="143">
                  <c:v>11.49845</c:v>
                </c:pt>
                <c:pt idx="144">
                  <c:v>11.566459999999999</c:v>
                </c:pt>
                <c:pt idx="145">
                  <c:v>11.634410000000001</c:v>
                </c:pt>
                <c:pt idx="146">
                  <c:v>11.70232</c:v>
                </c:pt>
                <c:pt idx="147">
                  <c:v>11.770189999999999</c:v>
                </c:pt>
                <c:pt idx="148">
                  <c:v>11.837999999999999</c:v>
                </c:pt>
                <c:pt idx="149">
                  <c:v>11.90577</c:v>
                </c:pt>
                <c:pt idx="150">
                  <c:v>11.97349</c:v>
                </c:pt>
                <c:pt idx="151">
                  <c:v>12.041169999999999</c:v>
                </c:pt>
                <c:pt idx="152">
                  <c:v>12.108790000000001</c:v>
                </c:pt>
                <c:pt idx="153">
                  <c:v>12.17637</c:v>
                </c:pt>
                <c:pt idx="154">
                  <c:v>12.2439</c:v>
                </c:pt>
                <c:pt idx="155">
                  <c:v>12.31137</c:v>
                </c:pt>
                <c:pt idx="156">
                  <c:v>12.3788</c:v>
                </c:pt>
                <c:pt idx="157">
                  <c:v>12.44618</c:v>
                </c:pt>
                <c:pt idx="158">
                  <c:v>12.51351</c:v>
                </c:pt>
                <c:pt idx="159">
                  <c:v>12.58079</c:v>
                </c:pt>
                <c:pt idx="160">
                  <c:v>12.648020000000001</c:v>
                </c:pt>
                <c:pt idx="161">
                  <c:v>12.715199999999999</c:v>
                </c:pt>
                <c:pt idx="162">
                  <c:v>12.78233</c:v>
                </c:pt>
                <c:pt idx="163">
                  <c:v>12.849410000000001</c:v>
                </c:pt>
                <c:pt idx="164">
                  <c:v>12.91644</c:v>
                </c:pt>
                <c:pt idx="165">
                  <c:v>12.983409999999999</c:v>
                </c:pt>
                <c:pt idx="166">
                  <c:v>13.050330000000001</c:v>
                </c:pt>
                <c:pt idx="167">
                  <c:v>13.1172</c:v>
                </c:pt>
                <c:pt idx="168">
                  <c:v>13.18402</c:v>
                </c:pt>
                <c:pt idx="169">
                  <c:v>13.25079</c:v>
                </c:pt>
                <c:pt idx="170">
                  <c:v>13.317500000000001</c:v>
                </c:pt>
                <c:pt idx="171">
                  <c:v>13.38416</c:v>
                </c:pt>
                <c:pt idx="172">
                  <c:v>13.450760000000001</c:v>
                </c:pt>
                <c:pt idx="173">
                  <c:v>13.51731</c:v>
                </c:pt>
                <c:pt idx="174">
                  <c:v>13.58381</c:v>
                </c:pt>
                <c:pt idx="175">
                  <c:v>13.65025</c:v>
                </c:pt>
                <c:pt idx="176">
                  <c:v>13.71664</c:v>
                </c:pt>
                <c:pt idx="177">
                  <c:v>13.78298</c:v>
                </c:pt>
                <c:pt idx="178">
                  <c:v>13.84925</c:v>
                </c:pt>
                <c:pt idx="179">
                  <c:v>13.915480000000001</c:v>
                </c:pt>
                <c:pt idx="180">
                  <c:v>13.981640000000001</c:v>
                </c:pt>
                <c:pt idx="181">
                  <c:v>14.04776</c:v>
                </c:pt>
                <c:pt idx="182">
                  <c:v>14.113810000000001</c:v>
                </c:pt>
                <c:pt idx="183">
                  <c:v>14.17981</c:v>
                </c:pt>
                <c:pt idx="184">
                  <c:v>14.245749999999999</c:v>
                </c:pt>
                <c:pt idx="185">
                  <c:v>14.311640000000001</c:v>
                </c:pt>
                <c:pt idx="186">
                  <c:v>14.377459999999999</c:v>
                </c:pt>
                <c:pt idx="187">
                  <c:v>14.44323</c:v>
                </c:pt>
                <c:pt idx="188">
                  <c:v>14.50895</c:v>
                </c:pt>
                <c:pt idx="189">
                  <c:v>14.5746</c:v>
                </c:pt>
                <c:pt idx="190">
                  <c:v>14.6402</c:v>
                </c:pt>
                <c:pt idx="191">
                  <c:v>14.705730000000001</c:v>
                </c:pt>
                <c:pt idx="192">
                  <c:v>14.77121</c:v>
                </c:pt>
                <c:pt idx="193">
                  <c:v>14.83663</c:v>
                </c:pt>
                <c:pt idx="194">
                  <c:v>14.90199</c:v>
                </c:pt>
                <c:pt idx="195">
                  <c:v>14.96729</c:v>
                </c:pt>
                <c:pt idx="196">
                  <c:v>15.032539999999999</c:v>
                </c:pt>
                <c:pt idx="197">
                  <c:v>15.097720000000001</c:v>
                </c:pt>
                <c:pt idx="198">
                  <c:v>15.162839999999999</c:v>
                </c:pt>
                <c:pt idx="199">
                  <c:v>15.2279</c:v>
                </c:pt>
                <c:pt idx="200">
                  <c:v>15.29289</c:v>
                </c:pt>
                <c:pt idx="201">
                  <c:v>15.35783</c:v>
                </c:pt>
                <c:pt idx="202">
                  <c:v>15.42271</c:v>
                </c:pt>
                <c:pt idx="203">
                  <c:v>15.48752</c:v>
                </c:pt>
                <c:pt idx="204">
                  <c:v>15.55228</c:v>
                </c:pt>
                <c:pt idx="205">
                  <c:v>15.61697</c:v>
                </c:pt>
                <c:pt idx="206">
                  <c:v>15.68159</c:v>
                </c:pt>
                <c:pt idx="207">
                  <c:v>15.74616</c:v>
                </c:pt>
                <c:pt idx="208">
                  <c:v>15.81066</c:v>
                </c:pt>
                <c:pt idx="209">
                  <c:v>15.8751</c:v>
                </c:pt>
                <c:pt idx="210">
                  <c:v>15.93948</c:v>
                </c:pt>
                <c:pt idx="211">
                  <c:v>16.003789999999999</c:v>
                </c:pt>
                <c:pt idx="212">
                  <c:v>16.06804</c:v>
                </c:pt>
                <c:pt idx="213">
                  <c:v>16.13222</c:v>
                </c:pt>
                <c:pt idx="214">
                  <c:v>16.196339999999999</c:v>
                </c:pt>
                <c:pt idx="215">
                  <c:v>16.260390000000001</c:v>
                </c:pt>
                <c:pt idx="216">
                  <c:v>16.324380000000001</c:v>
                </c:pt>
                <c:pt idx="217">
                  <c:v>16.388300000000001</c:v>
                </c:pt>
                <c:pt idx="218">
                  <c:v>16.452159999999999</c:v>
                </c:pt>
                <c:pt idx="219">
                  <c:v>16.51595</c:v>
                </c:pt>
                <c:pt idx="220">
                  <c:v>16.57968</c:v>
                </c:pt>
                <c:pt idx="221">
                  <c:v>16.643339999999998</c:v>
                </c:pt>
                <c:pt idx="222">
                  <c:v>16.70693</c:v>
                </c:pt>
                <c:pt idx="223">
                  <c:v>16.77046</c:v>
                </c:pt>
                <c:pt idx="224">
                  <c:v>16.833919999999999</c:v>
                </c:pt>
                <c:pt idx="225">
                  <c:v>16.897310000000001</c:v>
                </c:pt>
                <c:pt idx="226">
                  <c:v>16.960640000000001</c:v>
                </c:pt>
                <c:pt idx="227">
                  <c:v>17.023890000000002</c:v>
                </c:pt>
                <c:pt idx="228">
                  <c:v>17.08708</c:v>
                </c:pt>
                <c:pt idx="229">
                  <c:v>17.150200000000002</c:v>
                </c:pt>
                <c:pt idx="230">
                  <c:v>17.213249999999999</c:v>
                </c:pt>
                <c:pt idx="231">
                  <c:v>17.276240000000001</c:v>
                </c:pt>
                <c:pt idx="232">
                  <c:v>17.33915</c:v>
                </c:pt>
                <c:pt idx="233">
                  <c:v>17.401990000000001</c:v>
                </c:pt>
                <c:pt idx="234">
                  <c:v>17.464770000000001</c:v>
                </c:pt>
                <c:pt idx="235">
                  <c:v>17.527480000000001</c:v>
                </c:pt>
                <c:pt idx="236">
                  <c:v>17.590109999999999</c:v>
                </c:pt>
                <c:pt idx="237">
                  <c:v>17.652670000000001</c:v>
                </c:pt>
                <c:pt idx="238">
                  <c:v>17.715170000000001</c:v>
                </c:pt>
                <c:pt idx="239">
                  <c:v>17.77759</c:v>
                </c:pt>
                <c:pt idx="240">
                  <c:v>17.839939999999999</c:v>
                </c:pt>
                <c:pt idx="241">
                  <c:v>17.90222</c:v>
                </c:pt>
                <c:pt idx="242">
                  <c:v>17.96443</c:v>
                </c:pt>
                <c:pt idx="243">
                  <c:v>18.02657</c:v>
                </c:pt>
                <c:pt idx="244">
                  <c:v>18.088629999999998</c:v>
                </c:pt>
                <c:pt idx="245">
                  <c:v>18.15063</c:v>
                </c:pt>
                <c:pt idx="246">
                  <c:v>18.21255</c:v>
                </c:pt>
                <c:pt idx="247">
                  <c:v>18.27439</c:v>
                </c:pt>
                <c:pt idx="248">
                  <c:v>18.336169999999999</c:v>
                </c:pt>
                <c:pt idx="249">
                  <c:v>18.397870000000001</c:v>
                </c:pt>
                <c:pt idx="250">
                  <c:v>18.459499999999998</c:v>
                </c:pt>
                <c:pt idx="251">
                  <c:v>18.521049999999999</c:v>
                </c:pt>
                <c:pt idx="252">
                  <c:v>18.582529999999998</c:v>
                </c:pt>
                <c:pt idx="253">
                  <c:v>18.643930000000001</c:v>
                </c:pt>
                <c:pt idx="254">
                  <c:v>18.705259999999999</c:v>
                </c:pt>
                <c:pt idx="255">
                  <c:v>18.76652</c:v>
                </c:pt>
                <c:pt idx="256">
                  <c:v>18.8277</c:v>
                </c:pt>
                <c:pt idx="257">
                  <c:v>18.8888</c:v>
                </c:pt>
                <c:pt idx="258">
                  <c:v>18.949829999999999</c:v>
                </c:pt>
                <c:pt idx="259">
                  <c:v>19.01079</c:v>
                </c:pt>
                <c:pt idx="260">
                  <c:v>19.071660000000001</c:v>
                </c:pt>
                <c:pt idx="261">
                  <c:v>19.132470000000001</c:v>
                </c:pt>
                <c:pt idx="262">
                  <c:v>19.193190000000001</c:v>
                </c:pt>
                <c:pt idx="263">
                  <c:v>19.25384</c:v>
                </c:pt>
                <c:pt idx="264">
                  <c:v>19.314409999999999</c:v>
                </c:pt>
                <c:pt idx="265">
                  <c:v>19.3749</c:v>
                </c:pt>
                <c:pt idx="266">
                  <c:v>19.435320000000001</c:v>
                </c:pt>
                <c:pt idx="267">
                  <c:v>19.495660000000001</c:v>
                </c:pt>
                <c:pt idx="268">
                  <c:v>19.55592</c:v>
                </c:pt>
                <c:pt idx="269">
                  <c:v>19.616099999999999</c:v>
                </c:pt>
                <c:pt idx="270">
                  <c:v>19.676200000000001</c:v>
                </c:pt>
                <c:pt idx="271">
                  <c:v>19.736229999999999</c:v>
                </c:pt>
                <c:pt idx="272">
                  <c:v>19.79618</c:v>
                </c:pt>
                <c:pt idx="273">
                  <c:v>19.85604</c:v>
                </c:pt>
                <c:pt idx="274">
                  <c:v>19.91583</c:v>
                </c:pt>
                <c:pt idx="275">
                  <c:v>19.975539999999999</c:v>
                </c:pt>
                <c:pt idx="276">
                  <c:v>20.035170000000001</c:v>
                </c:pt>
                <c:pt idx="277">
                  <c:v>20.094719999999999</c:v>
                </c:pt>
                <c:pt idx="278">
                  <c:v>20.15418</c:v>
                </c:pt>
                <c:pt idx="279">
                  <c:v>20.213570000000001</c:v>
                </c:pt>
                <c:pt idx="280">
                  <c:v>20.272880000000001</c:v>
                </c:pt>
                <c:pt idx="281">
                  <c:v>20.332100000000001</c:v>
                </c:pt>
                <c:pt idx="282">
                  <c:v>20.39124</c:v>
                </c:pt>
                <c:pt idx="283">
                  <c:v>20.450310000000002</c:v>
                </c:pt>
                <c:pt idx="284">
                  <c:v>20.50929</c:v>
                </c:pt>
                <c:pt idx="285">
                  <c:v>20.568190000000001</c:v>
                </c:pt>
                <c:pt idx="286">
                  <c:v>20.626999999999999</c:v>
                </c:pt>
                <c:pt idx="287">
                  <c:v>20.68573</c:v>
                </c:pt>
                <c:pt idx="288">
                  <c:v>20.74438</c:v>
                </c:pt>
                <c:pt idx="289">
                  <c:v>20.802949999999999</c:v>
                </c:pt>
                <c:pt idx="290">
                  <c:v>20.861440000000002</c:v>
                </c:pt>
                <c:pt idx="291">
                  <c:v>20.919840000000001</c:v>
                </c:pt>
                <c:pt idx="292">
                  <c:v>20.978159999999999</c:v>
                </c:pt>
                <c:pt idx="293">
                  <c:v>21.036390000000001</c:v>
                </c:pt>
                <c:pt idx="294">
                  <c:v>21.094539999999999</c:v>
                </c:pt>
                <c:pt idx="295">
                  <c:v>21.1526</c:v>
                </c:pt>
                <c:pt idx="296">
                  <c:v>21.21058</c:v>
                </c:pt>
                <c:pt idx="297">
                  <c:v>21.26848</c:v>
                </c:pt>
                <c:pt idx="298">
                  <c:v>21.32629</c:v>
                </c:pt>
                <c:pt idx="299">
                  <c:v>21.38402</c:v>
                </c:pt>
                <c:pt idx="300">
                  <c:v>21.441649999999999</c:v>
                </c:pt>
                <c:pt idx="301">
                  <c:v>21.499210000000001</c:v>
                </c:pt>
                <c:pt idx="302">
                  <c:v>21.55668</c:v>
                </c:pt>
                <c:pt idx="303">
                  <c:v>21.614059999999998</c:v>
                </c:pt>
                <c:pt idx="304">
                  <c:v>21.67135</c:v>
                </c:pt>
                <c:pt idx="305">
                  <c:v>21.728560000000002</c:v>
                </c:pt>
                <c:pt idx="306">
                  <c:v>21.785679999999999</c:v>
                </c:pt>
                <c:pt idx="307">
                  <c:v>21.84272</c:v>
                </c:pt>
                <c:pt idx="308">
                  <c:v>21.89967</c:v>
                </c:pt>
                <c:pt idx="309">
                  <c:v>21.956520000000001</c:v>
                </c:pt>
                <c:pt idx="310">
                  <c:v>22.013300000000001</c:v>
                </c:pt>
                <c:pt idx="311">
                  <c:v>22.069980000000001</c:v>
                </c:pt>
                <c:pt idx="312">
                  <c:v>22.126580000000001</c:v>
                </c:pt>
                <c:pt idx="313">
                  <c:v>22.18308</c:v>
                </c:pt>
                <c:pt idx="314">
                  <c:v>22.2395</c:v>
                </c:pt>
                <c:pt idx="315">
                  <c:v>22.295829999999999</c:v>
                </c:pt>
                <c:pt idx="316">
                  <c:v>22.352070000000001</c:v>
                </c:pt>
                <c:pt idx="317">
                  <c:v>22.40822</c:v>
                </c:pt>
                <c:pt idx="318">
                  <c:v>22.464279999999999</c:v>
                </c:pt>
                <c:pt idx="319">
                  <c:v>22.520250000000001</c:v>
                </c:pt>
                <c:pt idx="320">
                  <c:v>22.576129999999999</c:v>
                </c:pt>
                <c:pt idx="321">
                  <c:v>22.631920000000001</c:v>
                </c:pt>
                <c:pt idx="322">
                  <c:v>22.687619999999999</c:v>
                </c:pt>
                <c:pt idx="323">
                  <c:v>22.743230000000001</c:v>
                </c:pt>
                <c:pt idx="324">
                  <c:v>22.798749999999998</c:v>
                </c:pt>
                <c:pt idx="325">
                  <c:v>22.854179999999999</c:v>
                </c:pt>
                <c:pt idx="326">
                  <c:v>22.909510000000001</c:v>
                </c:pt>
                <c:pt idx="327">
                  <c:v>22.964759999999998</c:v>
                </c:pt>
                <c:pt idx="328">
                  <c:v>23.019909999999999</c:v>
                </c:pt>
                <c:pt idx="329">
                  <c:v>23.07497</c:v>
                </c:pt>
                <c:pt idx="330">
                  <c:v>23.129940000000001</c:v>
                </c:pt>
                <c:pt idx="331">
                  <c:v>23.184809999999999</c:v>
                </c:pt>
                <c:pt idx="332">
                  <c:v>23.239599999999999</c:v>
                </c:pt>
                <c:pt idx="333">
                  <c:v>23.294280000000001</c:v>
                </c:pt>
                <c:pt idx="334">
                  <c:v>23.348880000000001</c:v>
                </c:pt>
                <c:pt idx="335">
                  <c:v>23.403390000000002</c:v>
                </c:pt>
                <c:pt idx="336">
                  <c:v>23.457789999999999</c:v>
                </c:pt>
                <c:pt idx="337">
                  <c:v>23.51211</c:v>
                </c:pt>
                <c:pt idx="338">
                  <c:v>23.566330000000001</c:v>
                </c:pt>
                <c:pt idx="339">
                  <c:v>23.620460000000001</c:v>
                </c:pt>
                <c:pt idx="340">
                  <c:v>23.674489999999999</c:v>
                </c:pt>
                <c:pt idx="341">
                  <c:v>23.728429999999999</c:v>
                </c:pt>
                <c:pt idx="342">
                  <c:v>23.78227</c:v>
                </c:pt>
                <c:pt idx="343">
                  <c:v>23.836020000000001</c:v>
                </c:pt>
                <c:pt idx="344">
                  <c:v>23.889669999999999</c:v>
                </c:pt>
                <c:pt idx="345">
                  <c:v>23.94323</c:v>
                </c:pt>
                <c:pt idx="346">
                  <c:v>23.996690000000001</c:v>
                </c:pt>
                <c:pt idx="347">
                  <c:v>24.050059999999998</c:v>
                </c:pt>
                <c:pt idx="348">
                  <c:v>24.10333</c:v>
                </c:pt>
                <c:pt idx="349">
                  <c:v>24.156500000000001</c:v>
                </c:pt>
                <c:pt idx="350">
                  <c:v>24.209579999999999</c:v>
                </c:pt>
                <c:pt idx="351">
                  <c:v>24.262560000000001</c:v>
                </c:pt>
                <c:pt idx="352">
                  <c:v>24.315439999999999</c:v>
                </c:pt>
                <c:pt idx="353">
                  <c:v>24.368220000000001</c:v>
                </c:pt>
                <c:pt idx="354">
                  <c:v>24.420909999999999</c:v>
                </c:pt>
                <c:pt idx="355">
                  <c:v>24.473500000000001</c:v>
                </c:pt>
                <c:pt idx="356">
                  <c:v>24.52599</c:v>
                </c:pt>
                <c:pt idx="357">
                  <c:v>24.578389999999999</c:v>
                </c:pt>
                <c:pt idx="358">
                  <c:v>24.630680000000002</c:v>
                </c:pt>
                <c:pt idx="359">
                  <c:v>24.682880000000001</c:v>
                </c:pt>
                <c:pt idx="360">
                  <c:v>24.73498</c:v>
                </c:pt>
                <c:pt idx="361">
                  <c:v>24.78698</c:v>
                </c:pt>
                <c:pt idx="362">
                  <c:v>24.83888</c:v>
                </c:pt>
                <c:pt idx="363">
                  <c:v>24.89068</c:v>
                </c:pt>
                <c:pt idx="364">
                  <c:v>24.94238</c:v>
                </c:pt>
                <c:pt idx="365">
                  <c:v>24.993980000000001</c:v>
                </c:pt>
                <c:pt idx="366">
                  <c:v>25.045480000000001</c:v>
                </c:pt>
                <c:pt idx="367">
                  <c:v>25.096879999999999</c:v>
                </c:pt>
                <c:pt idx="368">
                  <c:v>25.14819</c:v>
                </c:pt>
                <c:pt idx="369">
                  <c:v>25.199380000000001</c:v>
                </c:pt>
                <c:pt idx="370">
                  <c:v>25.25048</c:v>
                </c:pt>
                <c:pt idx="371">
                  <c:v>25.301480000000002</c:v>
                </c:pt>
                <c:pt idx="372">
                  <c:v>25.35238</c:v>
                </c:pt>
                <c:pt idx="373">
                  <c:v>25.403179999999999</c:v>
                </c:pt>
                <c:pt idx="374">
                  <c:v>25.453869999999998</c:v>
                </c:pt>
                <c:pt idx="375">
                  <c:v>25.504470000000001</c:v>
                </c:pt>
                <c:pt idx="376">
                  <c:v>25.554950000000002</c:v>
                </c:pt>
                <c:pt idx="377">
                  <c:v>25.605340000000002</c:v>
                </c:pt>
                <c:pt idx="378">
                  <c:v>25.655629999999999</c:v>
                </c:pt>
                <c:pt idx="379">
                  <c:v>25.70581</c:v>
                </c:pt>
                <c:pt idx="380">
                  <c:v>25.755890000000001</c:v>
                </c:pt>
              </c:numCache>
            </c:numRef>
          </c:xVal>
          <c:yVal>
            <c:numRef>
              <c:f>Sheet3!$B$1:$B$381</c:f>
              <c:numCache>
                <c:formatCode>General</c:formatCode>
                <c:ptCount val="381"/>
                <c:pt idx="0">
                  <c:v>-1.093488</c:v>
                </c:pt>
                <c:pt idx="1">
                  <c:v>-1.3973370000000001</c:v>
                </c:pt>
                <c:pt idx="2" formatCode="0.00E+00">
                  <c:v>-0.71157749999999997</c:v>
                </c:pt>
                <c:pt idx="3">
                  <c:v>-1.1938770000000001</c:v>
                </c:pt>
                <c:pt idx="4">
                  <c:v>-1.295145</c:v>
                </c:pt>
                <c:pt idx="5" formatCode="0.00E+00">
                  <c:v>-0.61872400000000005</c:v>
                </c:pt>
                <c:pt idx="6">
                  <c:v>-1.2556890000000001</c:v>
                </c:pt>
                <c:pt idx="7">
                  <c:v>-1.079871</c:v>
                </c:pt>
                <c:pt idx="8" formatCode="0.00E+00">
                  <c:v>-0.4959809</c:v>
                </c:pt>
                <c:pt idx="9">
                  <c:v>-1.3031550000000001</c:v>
                </c:pt>
                <c:pt idx="10" formatCode="0.00E+00">
                  <c:v>-0.7617893</c:v>
                </c:pt>
                <c:pt idx="11" formatCode="0.00E+00">
                  <c:v>-0.3247969</c:v>
                </c:pt>
                <c:pt idx="12">
                  <c:v>-1.2784690000000001</c:v>
                </c:pt>
                <c:pt idx="13" formatCode="0.00E+00">
                  <c:v>-0.20786930000000001</c:v>
                </c:pt>
                <c:pt idx="14" formatCode="0.00E+00">
                  <c:v>-4.0117930000000003E-2</c:v>
                </c:pt>
                <c:pt idx="15">
                  <c:v>-1.14097</c:v>
                </c:pt>
                <c:pt idx="16" formatCode="0.00E+00">
                  <c:v>0.93665920000000003</c:v>
                </c:pt>
                <c:pt idx="17" formatCode="0.00E+00">
                  <c:v>0.3654829</c:v>
                </c:pt>
                <c:pt idx="18">
                  <c:v>-1.5370740000000001</c:v>
                </c:pt>
                <c:pt idx="19">
                  <c:v>5.4605670000000002</c:v>
                </c:pt>
                <c:pt idx="20">
                  <c:v>10.14569</c:v>
                </c:pt>
                <c:pt idx="21">
                  <c:v>2.5540530000000001</c:v>
                </c:pt>
                <c:pt idx="22">
                  <c:v>-2.073061</c:v>
                </c:pt>
                <c:pt idx="23" formatCode="0.00E+00">
                  <c:v>0.42448079999999999</c:v>
                </c:pt>
                <c:pt idx="24" formatCode="0.00E+00">
                  <c:v>-0.26572980000000002</c:v>
                </c:pt>
                <c:pt idx="25">
                  <c:v>-1.389564</c:v>
                </c:pt>
                <c:pt idx="26" formatCode="0.00E+00">
                  <c:v>-0.23215669999999999</c:v>
                </c:pt>
                <c:pt idx="27" formatCode="0.00E+00">
                  <c:v>-0.85287270000000004</c:v>
                </c:pt>
                <c:pt idx="28">
                  <c:v>-1.1795929999999999</c:v>
                </c:pt>
                <c:pt idx="29" formatCode="0.00E+00">
                  <c:v>-0.472358</c:v>
                </c:pt>
                <c:pt idx="30" formatCode="0.00E+00">
                  <c:v>-0.99085409999999996</c:v>
                </c:pt>
                <c:pt idx="31">
                  <c:v>-1.001368</c:v>
                </c:pt>
                <c:pt idx="32" formatCode="0.00E+00">
                  <c:v>-0.56833920000000004</c:v>
                </c:pt>
                <c:pt idx="33" formatCode="0.00E+00">
                  <c:v>-0.91572160000000002</c:v>
                </c:pt>
                <c:pt idx="34" formatCode="0.00E+00">
                  <c:v>-0.86493819999999999</c:v>
                </c:pt>
                <c:pt idx="35" formatCode="0.00E+00">
                  <c:v>-0.51242010000000004</c:v>
                </c:pt>
                <c:pt idx="36" formatCode="0.00E+00">
                  <c:v>4.086306E-2</c:v>
                </c:pt>
                <c:pt idx="37" formatCode="0.00E+00">
                  <c:v>0.41730810000000002</c:v>
                </c:pt>
                <c:pt idx="38" formatCode="0.00E+00">
                  <c:v>-0.51076250000000001</c:v>
                </c:pt>
                <c:pt idx="39" formatCode="0.00E+00">
                  <c:v>-0.81509390000000004</c:v>
                </c:pt>
                <c:pt idx="40" formatCode="0.00E+00">
                  <c:v>-8.4951170000000006E-2</c:v>
                </c:pt>
                <c:pt idx="41" formatCode="0.00E+00">
                  <c:v>-0.42991610000000002</c:v>
                </c:pt>
                <c:pt idx="42" formatCode="0.00E+00">
                  <c:v>-0.43509989999999998</c:v>
                </c:pt>
                <c:pt idx="43" formatCode="0.00E+00">
                  <c:v>0.16517770000000001</c:v>
                </c:pt>
                <c:pt idx="44" formatCode="0.00E+00">
                  <c:v>-0.26115640000000001</c:v>
                </c:pt>
                <c:pt idx="45" formatCode="0.00E+00">
                  <c:v>2.648271E-2</c:v>
                </c:pt>
                <c:pt idx="46" formatCode="0.00E+00">
                  <c:v>0.52467350000000001</c:v>
                </c:pt>
                <c:pt idx="47" formatCode="0.00E+00">
                  <c:v>-0.26859420000000001</c:v>
                </c:pt>
                <c:pt idx="48" formatCode="0.00E+00">
                  <c:v>0.76525259999999995</c:v>
                </c:pt>
                <c:pt idx="49">
                  <c:v>2.7642060000000002</c:v>
                </c:pt>
                <c:pt idx="50">
                  <c:v>1.668148</c:v>
                </c:pt>
                <c:pt idx="51" formatCode="0.00E+00">
                  <c:v>-1.865118E-2</c:v>
                </c:pt>
                <c:pt idx="52" formatCode="0.00E+00">
                  <c:v>0.19125880000000001</c:v>
                </c:pt>
                <c:pt idx="53" formatCode="0.00E+00">
                  <c:v>0.2199942</c:v>
                </c:pt>
                <c:pt idx="54" formatCode="0.00E+00">
                  <c:v>-9.4546699999999997E-2</c:v>
                </c:pt>
                <c:pt idx="55" formatCode="0.00E+00">
                  <c:v>1.7843189999999998E-2</c:v>
                </c:pt>
                <c:pt idx="56" formatCode="0.00E+00">
                  <c:v>-2.4507080000000001E-2</c:v>
                </c:pt>
                <c:pt idx="57" formatCode="0.00E+00">
                  <c:v>-0.1291467</c:v>
                </c:pt>
                <c:pt idx="58" formatCode="0.00E+00">
                  <c:v>-0.17164199999999999</c:v>
                </c:pt>
                <c:pt idx="59" formatCode="0.00E+00">
                  <c:v>-2.431767E-2</c:v>
                </c:pt>
                <c:pt idx="60" formatCode="0.00E+00">
                  <c:v>0.27689760000000002</c:v>
                </c:pt>
                <c:pt idx="61" formatCode="0.00E+00">
                  <c:v>-0.1248172</c:v>
                </c:pt>
                <c:pt idx="62" formatCode="0.00E+00">
                  <c:v>-0.65108480000000002</c:v>
                </c:pt>
                <c:pt idx="63" formatCode="0.00E+00">
                  <c:v>-0.4551693</c:v>
                </c:pt>
                <c:pt idx="64" formatCode="0.00E+00">
                  <c:v>-0.48099380000000003</c:v>
                </c:pt>
                <c:pt idx="65" formatCode="0.00E+00">
                  <c:v>-0.65883150000000001</c:v>
                </c:pt>
                <c:pt idx="66" formatCode="0.00E+00">
                  <c:v>-0.4158443</c:v>
                </c:pt>
                <c:pt idx="67" formatCode="0.00E+00">
                  <c:v>-0.47857680000000002</c:v>
                </c:pt>
                <c:pt idx="68" formatCode="0.00E+00">
                  <c:v>-0.4929501</c:v>
                </c:pt>
                <c:pt idx="69" formatCode="0.00E+00">
                  <c:v>2.1082070000000001E-2</c:v>
                </c:pt>
                <c:pt idx="70" formatCode="0.00E+00">
                  <c:v>9.2292940000000004E-2</c:v>
                </c:pt>
                <c:pt idx="71" formatCode="0.00E+00">
                  <c:v>-0.16310730000000001</c:v>
                </c:pt>
                <c:pt idx="72" formatCode="0.00E+00">
                  <c:v>-7.8768160000000004E-2</c:v>
                </c:pt>
                <c:pt idx="73" formatCode="0.00E+00">
                  <c:v>-2.6189779999999999E-2</c:v>
                </c:pt>
                <c:pt idx="74" formatCode="0.00E+00">
                  <c:v>1.015543E-2</c:v>
                </c:pt>
                <c:pt idx="75" formatCode="0.00E+00">
                  <c:v>0.1425215</c:v>
                </c:pt>
                <c:pt idx="76" formatCode="0.00E+00">
                  <c:v>0.1350247</c:v>
                </c:pt>
                <c:pt idx="77" formatCode="0.00E+00">
                  <c:v>0.25049549999999998</c:v>
                </c:pt>
                <c:pt idx="78" formatCode="0.00E+00">
                  <c:v>0.41481210000000002</c:v>
                </c:pt>
                <c:pt idx="79" formatCode="0.00E+00">
                  <c:v>0.29758879999999999</c:v>
                </c:pt>
                <c:pt idx="80" formatCode="0.00E+00">
                  <c:v>0.19891529999999999</c:v>
                </c:pt>
                <c:pt idx="81" formatCode="0.00E+00">
                  <c:v>0.20105410000000001</c:v>
                </c:pt>
                <c:pt idx="82" formatCode="0.00E+00">
                  <c:v>0.1701095</c:v>
                </c:pt>
                <c:pt idx="83" formatCode="0.00E+00">
                  <c:v>0.18328330000000001</c:v>
                </c:pt>
                <c:pt idx="84" formatCode="0.00E+00">
                  <c:v>0.1553976</c:v>
                </c:pt>
                <c:pt idx="85" formatCode="0.00E+00">
                  <c:v>0.26026460000000001</c:v>
                </c:pt>
                <c:pt idx="86" formatCode="0.00E+00">
                  <c:v>0.52072240000000003</c:v>
                </c:pt>
                <c:pt idx="87" formatCode="0.00E+00">
                  <c:v>0.36400460000000001</c:v>
                </c:pt>
                <c:pt idx="88" formatCode="0.00E+00">
                  <c:v>-9.0909770000000001E-4</c:v>
                </c:pt>
                <c:pt idx="89" formatCode="0.00E+00">
                  <c:v>-1.7779710000000001E-2</c:v>
                </c:pt>
                <c:pt idx="90" formatCode="0.00E+00">
                  <c:v>-4.81737E-2</c:v>
                </c:pt>
                <c:pt idx="91" formatCode="0.00E+00">
                  <c:v>-0.20583509999999999</c:v>
                </c:pt>
                <c:pt idx="92" formatCode="0.00E+00">
                  <c:v>-0.1910423</c:v>
                </c:pt>
                <c:pt idx="93" formatCode="0.00E+00">
                  <c:v>-0.2051877</c:v>
                </c:pt>
                <c:pt idx="94" formatCode="0.00E+00">
                  <c:v>-0.27352569999999998</c:v>
                </c:pt>
                <c:pt idx="95" formatCode="0.00E+00">
                  <c:v>-0.24171119999999999</c:v>
                </c:pt>
                <c:pt idx="96" formatCode="0.00E+00">
                  <c:v>-0.26394919999999999</c:v>
                </c:pt>
                <c:pt idx="97" formatCode="0.00E+00">
                  <c:v>-0.2757076</c:v>
                </c:pt>
                <c:pt idx="98" formatCode="0.00E+00">
                  <c:v>-0.22396170000000001</c:v>
                </c:pt>
                <c:pt idx="99" formatCode="0.00E+00">
                  <c:v>-0.24653369999999999</c:v>
                </c:pt>
                <c:pt idx="100" formatCode="0.00E+00">
                  <c:v>-0.1894583</c:v>
                </c:pt>
                <c:pt idx="101" formatCode="0.00E+00">
                  <c:v>-8.4229129999999999E-2</c:v>
                </c:pt>
                <c:pt idx="102" formatCode="0.00E+00">
                  <c:v>-0.13298940000000001</c:v>
                </c:pt>
                <c:pt idx="103" formatCode="0.00E+00">
                  <c:v>-0.1183087</c:v>
                </c:pt>
                <c:pt idx="104" formatCode="0.00E+00">
                  <c:v>-1.417435E-2</c:v>
                </c:pt>
                <c:pt idx="105" formatCode="0.00E+00">
                  <c:v>-2.1103279999999999E-2</c:v>
                </c:pt>
                <c:pt idx="106" formatCode="0.00E+00">
                  <c:v>2.8814010000000001E-2</c:v>
                </c:pt>
                <c:pt idx="107" formatCode="0.00E+00">
                  <c:v>0.13992579999999999</c:v>
                </c:pt>
                <c:pt idx="108" formatCode="0.00E+00">
                  <c:v>0.13468069999999999</c:v>
                </c:pt>
                <c:pt idx="109" formatCode="0.00E+00">
                  <c:v>0.15751490000000001</c:v>
                </c:pt>
                <c:pt idx="110" formatCode="0.00E+00">
                  <c:v>0.2134779</c:v>
                </c:pt>
                <c:pt idx="111" formatCode="0.00E+00">
                  <c:v>0.18086840000000001</c:v>
                </c:pt>
                <c:pt idx="112" formatCode="0.00E+00">
                  <c:v>0.1974998</c:v>
                </c:pt>
                <c:pt idx="113" formatCode="0.00E+00">
                  <c:v>0.2456121</c:v>
                </c:pt>
                <c:pt idx="114" formatCode="0.00E+00">
                  <c:v>0.19662579999999999</c:v>
                </c:pt>
                <c:pt idx="115" formatCode="0.00E+00">
                  <c:v>0.14746529999999999</c:v>
                </c:pt>
                <c:pt idx="116" formatCode="0.00E+00">
                  <c:v>0.1194207</c:v>
                </c:pt>
                <c:pt idx="117" formatCode="0.00E+00">
                  <c:v>7.2503709999999999E-2</c:v>
                </c:pt>
                <c:pt idx="118" formatCode="0.00E+00">
                  <c:v>6.1446979999999998E-2</c:v>
                </c:pt>
                <c:pt idx="119" formatCode="0.00E+00">
                  <c:v>4.283352E-2</c:v>
                </c:pt>
                <c:pt idx="120" formatCode="0.00E+00">
                  <c:v>4.4177160000000002E-4</c:v>
                </c:pt>
                <c:pt idx="121" formatCode="0.00E+00">
                  <c:v>-8.8871869999999995E-3</c:v>
                </c:pt>
                <c:pt idx="122" formatCode="0.00E+00">
                  <c:v>-3.9458729999999997E-2</c:v>
                </c:pt>
                <c:pt idx="123" formatCode="0.00E+00">
                  <c:v>-8.3539550000000004E-2</c:v>
                </c:pt>
                <c:pt idx="124" formatCode="0.00E+00">
                  <c:v>-8.1587720000000002E-2</c:v>
                </c:pt>
                <c:pt idx="125" formatCode="0.00E+00">
                  <c:v>-9.2219549999999997E-2</c:v>
                </c:pt>
                <c:pt idx="126" formatCode="0.00E+00">
                  <c:v>-0.1112442</c:v>
                </c:pt>
                <c:pt idx="127" formatCode="0.00E+00">
                  <c:v>-0.1090868</c:v>
                </c:pt>
                <c:pt idx="128" formatCode="0.00E+00">
                  <c:v>-0.13863249999999999</c:v>
                </c:pt>
                <c:pt idx="129" formatCode="0.00E+00">
                  <c:v>-0.1524491</c:v>
                </c:pt>
                <c:pt idx="130" formatCode="0.00E+00">
                  <c:v>-0.120381</c:v>
                </c:pt>
                <c:pt idx="131" formatCode="0.00E+00">
                  <c:v>-0.1221474</c:v>
                </c:pt>
                <c:pt idx="132" formatCode="0.00E+00">
                  <c:v>-0.1214597</c:v>
                </c:pt>
                <c:pt idx="133" formatCode="0.00E+00">
                  <c:v>-8.5005609999999995E-2</c:v>
                </c:pt>
                <c:pt idx="134" formatCode="0.00E+00">
                  <c:v>-7.7982919999999997E-2</c:v>
                </c:pt>
                <c:pt idx="135" formatCode="0.00E+00">
                  <c:v>-6.2798889999999996E-2</c:v>
                </c:pt>
                <c:pt idx="136" formatCode="0.00E+00">
                  <c:v>-2.0583509999999999E-2</c:v>
                </c:pt>
                <c:pt idx="137" formatCode="0.00E+00">
                  <c:v>-1.3529650000000001E-2</c:v>
                </c:pt>
                <c:pt idx="138" formatCode="0.00E+00">
                  <c:v>4.2692600000000004E-3</c:v>
                </c:pt>
                <c:pt idx="139" formatCode="0.00E+00">
                  <c:v>5.0363129999999999E-2</c:v>
                </c:pt>
                <c:pt idx="140" formatCode="0.00E+00">
                  <c:v>6.4213160000000005E-2</c:v>
                </c:pt>
                <c:pt idx="141" formatCode="0.00E+00">
                  <c:v>8.1897670000000006E-2</c:v>
                </c:pt>
                <c:pt idx="142" formatCode="0.00E+00">
                  <c:v>0.10707179999999999</c:v>
                </c:pt>
                <c:pt idx="143" formatCode="0.00E+00">
                  <c:v>9.4411519999999999E-2</c:v>
                </c:pt>
                <c:pt idx="144" formatCode="0.00E+00">
                  <c:v>0.1015305</c:v>
                </c:pt>
                <c:pt idx="145" formatCode="0.00E+00">
                  <c:v>0.127414</c:v>
                </c:pt>
                <c:pt idx="146" formatCode="0.00E+00">
                  <c:v>0.110085</c:v>
                </c:pt>
                <c:pt idx="147" formatCode="0.00E+00">
                  <c:v>9.9577299999999994E-2</c:v>
                </c:pt>
                <c:pt idx="148" formatCode="0.00E+00">
                  <c:v>0.10330010000000001</c:v>
                </c:pt>
                <c:pt idx="149" formatCode="0.00E+00">
                  <c:v>7.0790119999999998E-2</c:v>
                </c:pt>
                <c:pt idx="150" formatCode="0.00E+00">
                  <c:v>5.0277500000000003E-2</c:v>
                </c:pt>
                <c:pt idx="151" formatCode="0.00E+00">
                  <c:v>4.6207999999999999E-2</c:v>
                </c:pt>
                <c:pt idx="152" formatCode="0.00E+00">
                  <c:v>1.139186E-2</c:v>
                </c:pt>
                <c:pt idx="153" formatCode="0.00E+00">
                  <c:v>-6.2439319999999998E-3</c:v>
                </c:pt>
                <c:pt idx="154" formatCode="0.00E+00">
                  <c:v>-1.9792019999999998E-3</c:v>
                </c:pt>
                <c:pt idx="155" formatCode="0.00E+00">
                  <c:v>-2.6513430000000001E-2</c:v>
                </c:pt>
                <c:pt idx="156" formatCode="0.00E+00">
                  <c:v>-4.3289479999999998E-2</c:v>
                </c:pt>
                <c:pt idx="157" formatCode="0.00E+00">
                  <c:v>-4.2028749999999997E-2</c:v>
                </c:pt>
                <c:pt idx="158" formatCode="0.00E+00">
                  <c:v>-5.7950710000000002E-2</c:v>
                </c:pt>
                <c:pt idx="159" formatCode="0.00E+00">
                  <c:v>-6.4598439999999993E-2</c:v>
                </c:pt>
                <c:pt idx="160" formatCode="0.00E+00">
                  <c:v>-6.6468219999999995E-2</c:v>
                </c:pt>
                <c:pt idx="161" formatCode="0.00E+00">
                  <c:v>-8.5264370000000006E-2</c:v>
                </c:pt>
                <c:pt idx="162" formatCode="0.00E+00">
                  <c:v>-8.0879649999999997E-2</c:v>
                </c:pt>
                <c:pt idx="163" formatCode="0.00E+00">
                  <c:v>-7.0031689999999994E-2</c:v>
                </c:pt>
                <c:pt idx="164" formatCode="0.00E+00">
                  <c:v>-8.580583E-2</c:v>
                </c:pt>
                <c:pt idx="165" formatCode="0.00E+00">
                  <c:v>-7.6846390000000001E-2</c:v>
                </c:pt>
                <c:pt idx="166" formatCode="0.00E+00">
                  <c:v>-5.0002749999999999E-2</c:v>
                </c:pt>
                <c:pt idx="167" formatCode="0.00E+00">
                  <c:v>-5.0217650000000003E-2</c:v>
                </c:pt>
                <c:pt idx="168" formatCode="0.00E+00">
                  <c:v>-3.6152709999999998E-2</c:v>
                </c:pt>
                <c:pt idx="169" formatCode="0.00E+00">
                  <c:v>-8.4255969999999999E-3</c:v>
                </c:pt>
                <c:pt idx="170" formatCode="0.00E+00">
                  <c:v>-1.032517E-2</c:v>
                </c:pt>
                <c:pt idx="171" formatCode="0.00E+00">
                  <c:v>-1.6114650000000001E-3</c:v>
                </c:pt>
                <c:pt idx="172" formatCode="0.00E+00">
                  <c:v>2.6318399999999999E-2</c:v>
                </c:pt>
                <c:pt idx="173" formatCode="0.00E+00">
                  <c:v>2.9617259999999999E-2</c:v>
                </c:pt>
                <c:pt idx="174" formatCode="0.00E+00">
                  <c:v>3.635323E-2</c:v>
                </c:pt>
                <c:pt idx="175" formatCode="0.00E+00">
                  <c:v>5.7852790000000001E-2</c:v>
                </c:pt>
                <c:pt idx="176" formatCode="0.00E+00">
                  <c:v>5.9507780000000003E-2</c:v>
                </c:pt>
                <c:pt idx="177" formatCode="0.00E+00">
                  <c:v>6.5401879999999996E-2</c:v>
                </c:pt>
                <c:pt idx="178" formatCode="0.00E+00">
                  <c:v>7.9330780000000004E-2</c:v>
                </c:pt>
                <c:pt idx="179" formatCode="0.00E+00">
                  <c:v>6.6389870000000004E-2</c:v>
                </c:pt>
                <c:pt idx="180" formatCode="0.00E+00">
                  <c:v>5.8702259999999999E-2</c:v>
                </c:pt>
                <c:pt idx="181" formatCode="0.00E+00">
                  <c:v>6.6989880000000002E-2</c:v>
                </c:pt>
                <c:pt idx="182" formatCode="0.00E+00">
                  <c:v>4.8259339999999998E-2</c:v>
                </c:pt>
                <c:pt idx="183" formatCode="0.00E+00">
                  <c:v>2.977434E-2</c:v>
                </c:pt>
                <c:pt idx="184" formatCode="0.00E+00">
                  <c:v>3.556836E-2</c:v>
                </c:pt>
                <c:pt idx="185" formatCode="0.00E+00">
                  <c:v>2.2465550000000001E-2</c:v>
                </c:pt>
                <c:pt idx="186" formatCode="0.00E+00">
                  <c:v>8.1977869999999998E-4</c:v>
                </c:pt>
                <c:pt idx="187" formatCode="0.00E+00">
                  <c:v>-1.3578209999999999E-3</c:v>
                </c:pt>
                <c:pt idx="188" formatCode="0.00E+00">
                  <c:v>-1.2808160000000001E-2</c:v>
                </c:pt>
                <c:pt idx="189" formatCode="0.00E+00">
                  <c:v>-2.7096169999999999E-2</c:v>
                </c:pt>
                <c:pt idx="190" formatCode="0.00E+00">
                  <c:v>-2.408546E-2</c:v>
                </c:pt>
                <c:pt idx="191" formatCode="0.00E+00">
                  <c:v>-3.3217839999999998E-2</c:v>
                </c:pt>
                <c:pt idx="192" formatCode="0.00E+00">
                  <c:v>-4.7011749999999998E-2</c:v>
                </c:pt>
                <c:pt idx="193" formatCode="0.00E+00">
                  <c:v>-4.0654490000000001E-2</c:v>
                </c:pt>
                <c:pt idx="194" formatCode="0.00E+00">
                  <c:v>-4.368797E-2</c:v>
                </c:pt>
                <c:pt idx="195" formatCode="0.00E+00">
                  <c:v>-5.4171410000000003E-2</c:v>
                </c:pt>
                <c:pt idx="196" formatCode="0.00E+00">
                  <c:v>-4.254732E-2</c:v>
                </c:pt>
                <c:pt idx="197" formatCode="0.00E+00">
                  <c:v>-3.4702179999999999E-2</c:v>
                </c:pt>
                <c:pt idx="198" formatCode="0.00E+00">
                  <c:v>-3.8447879999999997E-2</c:v>
                </c:pt>
                <c:pt idx="199" formatCode="0.00E+00">
                  <c:v>-2.8261390000000001E-2</c:v>
                </c:pt>
                <c:pt idx="200" formatCode="0.00E+00">
                  <c:v>-2.536706E-2</c:v>
                </c:pt>
                <c:pt idx="201" formatCode="0.00E+00">
                  <c:v>-3.305371E-2</c:v>
                </c:pt>
                <c:pt idx="202" formatCode="0.00E+00">
                  <c:v>-1.636671E-2</c:v>
                </c:pt>
                <c:pt idx="203" formatCode="0.00E+00">
                  <c:v>1.174607E-3</c:v>
                </c:pt>
                <c:pt idx="204" formatCode="0.00E+00">
                  <c:v>-4.2777659999999997E-3</c:v>
                </c:pt>
                <c:pt idx="205" formatCode="0.00E+00">
                  <c:v>1.9889980000000001E-3</c:v>
                </c:pt>
                <c:pt idx="206" formatCode="0.00E+00">
                  <c:v>1.6485440000000001E-2</c:v>
                </c:pt>
                <c:pt idx="207" formatCode="0.00E+00">
                  <c:v>1.5341799999999999E-2</c:v>
                </c:pt>
                <c:pt idx="208" formatCode="0.00E+00">
                  <c:v>2.259562E-2</c:v>
                </c:pt>
                <c:pt idx="209" formatCode="0.00E+00">
                  <c:v>3.4382580000000003E-2</c:v>
                </c:pt>
                <c:pt idx="210" formatCode="0.00E+00">
                  <c:v>2.5634609999999999E-2</c:v>
                </c:pt>
                <c:pt idx="211" formatCode="0.00E+00">
                  <c:v>2.4695140000000001E-2</c:v>
                </c:pt>
                <c:pt idx="212" formatCode="0.00E+00">
                  <c:v>3.7413059999999998E-2</c:v>
                </c:pt>
                <c:pt idx="213" formatCode="0.00E+00">
                  <c:v>3.0426450000000001E-2</c:v>
                </c:pt>
                <c:pt idx="214" formatCode="0.00E+00">
                  <c:v>2.4332659999999999E-2</c:v>
                </c:pt>
                <c:pt idx="215" formatCode="0.00E+00">
                  <c:v>3.6257810000000001E-2</c:v>
                </c:pt>
                <c:pt idx="216" formatCode="0.00E+00">
                  <c:v>3.070088E-2</c:v>
                </c:pt>
                <c:pt idx="217" formatCode="0.00E+00">
                  <c:v>1.7308009999999999E-2</c:v>
                </c:pt>
                <c:pt idx="218" formatCode="0.00E+00">
                  <c:v>2.4205709999999998E-2</c:v>
                </c:pt>
                <c:pt idx="219" formatCode="0.00E+00">
                  <c:v>1.99002E-2</c:v>
                </c:pt>
                <c:pt idx="220" formatCode="0.00E+00">
                  <c:v>1.3111100000000001E-3</c:v>
                </c:pt>
                <c:pt idx="221" formatCode="0.00E+00">
                  <c:v>5.4675649999999998E-3</c:v>
                </c:pt>
                <c:pt idx="222" formatCode="0.00E+00">
                  <c:v>8.8365519999999993E-3</c:v>
                </c:pt>
                <c:pt idx="223" formatCode="0.00E+00">
                  <c:v>-1.206894E-2</c:v>
                </c:pt>
                <c:pt idx="224" formatCode="0.00E+00">
                  <c:v>-1.923213E-2</c:v>
                </c:pt>
                <c:pt idx="225" formatCode="0.00E+00">
                  <c:v>-1.0605399999999999E-2</c:v>
                </c:pt>
                <c:pt idx="226" formatCode="0.00E+00">
                  <c:v>-1.729265E-2</c:v>
                </c:pt>
                <c:pt idx="227" formatCode="0.00E+00">
                  <c:v>-2.254331E-2</c:v>
                </c:pt>
                <c:pt idx="228" formatCode="0.00E+00">
                  <c:v>-1.6363989999999998E-2</c:v>
                </c:pt>
                <c:pt idx="229" formatCode="0.00E+00">
                  <c:v>-2.1110940000000002E-2</c:v>
                </c:pt>
                <c:pt idx="230" formatCode="0.00E+00">
                  <c:v>-2.5139479999999999E-2</c:v>
                </c:pt>
                <c:pt idx="231" formatCode="0.00E+00">
                  <c:v>-1.7755239999999999E-2</c:v>
                </c:pt>
                <c:pt idx="232" formatCode="0.00E+00">
                  <c:v>-2.3793829999999998E-2</c:v>
                </c:pt>
                <c:pt idx="233" formatCode="0.00E+00">
                  <c:v>-3.4084629999999998E-2</c:v>
                </c:pt>
                <c:pt idx="234" formatCode="0.00E+00">
                  <c:v>-2.4002929999999999E-2</c:v>
                </c:pt>
                <c:pt idx="235" formatCode="0.00E+00">
                  <c:v>-1.696284E-2</c:v>
                </c:pt>
                <c:pt idx="236" formatCode="0.00E+00">
                  <c:v>-2.294173E-2</c:v>
                </c:pt>
                <c:pt idx="237" formatCode="0.00E+00">
                  <c:v>-1.5199539999999999E-2</c:v>
                </c:pt>
                <c:pt idx="238" formatCode="0.00E+00">
                  <c:v>-3.528785E-3</c:v>
                </c:pt>
                <c:pt idx="239" formatCode="0.00E+00">
                  <c:v>-6.7983280000000002E-3</c:v>
                </c:pt>
                <c:pt idx="240" formatCode="0.00E+00">
                  <c:v>-1.2396289999999999E-3</c:v>
                </c:pt>
                <c:pt idx="241" formatCode="0.00E+00">
                  <c:v>1.7089219999999999E-2</c:v>
                </c:pt>
                <c:pt idx="242" formatCode="0.00E+00">
                  <c:v>2.017511E-2</c:v>
                </c:pt>
                <c:pt idx="243" formatCode="0.00E+00">
                  <c:v>1.412764E-2</c:v>
                </c:pt>
                <c:pt idx="244" formatCode="0.00E+00">
                  <c:v>1.6326279999999999E-2</c:v>
                </c:pt>
                <c:pt idx="245" formatCode="0.00E+00">
                  <c:v>1.6980539999999999E-2</c:v>
                </c:pt>
                <c:pt idx="246" formatCode="0.00E+00">
                  <c:v>1.693304E-2</c:v>
                </c:pt>
                <c:pt idx="247" formatCode="0.00E+00">
                  <c:v>2.394518E-2</c:v>
                </c:pt>
                <c:pt idx="248" formatCode="0.00E+00">
                  <c:v>2.3622710000000002E-2</c:v>
                </c:pt>
                <c:pt idx="249" formatCode="0.00E+00">
                  <c:v>1.6082340000000001E-2</c:v>
                </c:pt>
                <c:pt idx="250" formatCode="0.00E+00">
                  <c:v>1.8123509999999999E-2</c:v>
                </c:pt>
                <c:pt idx="251" formatCode="0.00E+00">
                  <c:v>1.8442779999999999E-2</c:v>
                </c:pt>
                <c:pt idx="252" formatCode="0.00E+00">
                  <c:v>8.3260250000000008E-3</c:v>
                </c:pt>
                <c:pt idx="253" formatCode="0.00E+00">
                  <c:v>9.0437079999999993E-3</c:v>
                </c:pt>
                <c:pt idx="254" formatCode="0.00E+00">
                  <c:v>1.671777E-2</c:v>
                </c:pt>
                <c:pt idx="255" formatCode="0.00E+00">
                  <c:v>6.4584280000000004E-3</c:v>
                </c:pt>
                <c:pt idx="256" formatCode="0.00E+00">
                  <c:v>-6.5843259999999997E-3</c:v>
                </c:pt>
                <c:pt idx="257" formatCode="0.00E+00">
                  <c:v>-1.1835140000000001E-3</c:v>
                </c:pt>
                <c:pt idx="258" formatCode="0.00E+00">
                  <c:v>3.056834E-3</c:v>
                </c:pt>
                <c:pt idx="259" formatCode="0.00E+00">
                  <c:v>-5.085259E-3</c:v>
                </c:pt>
                <c:pt idx="260" formatCode="0.00E+00">
                  <c:v>-9.1644410000000006E-3</c:v>
                </c:pt>
                <c:pt idx="261" formatCode="0.00E+00">
                  <c:v>-1.040403E-2</c:v>
                </c:pt>
                <c:pt idx="262" formatCode="0.00E+00">
                  <c:v>-1.725616E-2</c:v>
                </c:pt>
                <c:pt idx="263" formatCode="0.00E+00">
                  <c:v>-1.8401859999999999E-2</c:v>
                </c:pt>
                <c:pt idx="264" formatCode="0.00E+00">
                  <c:v>-1.290899E-2</c:v>
                </c:pt>
                <c:pt idx="265" formatCode="0.00E+00">
                  <c:v>-1.361163E-2</c:v>
                </c:pt>
                <c:pt idx="266" formatCode="0.00E+00">
                  <c:v>-1.475865E-2</c:v>
                </c:pt>
                <c:pt idx="267" formatCode="0.00E+00">
                  <c:v>-9.3848460000000005E-3</c:v>
                </c:pt>
                <c:pt idx="268" formatCode="0.00E+00">
                  <c:v>-8.3490360000000007E-3</c:v>
                </c:pt>
                <c:pt idx="269" formatCode="0.00E+00">
                  <c:v>-1.1687100000000001E-2</c:v>
                </c:pt>
                <c:pt idx="270" formatCode="0.00E+00">
                  <c:v>-9.6707019999999998E-3</c:v>
                </c:pt>
                <c:pt idx="271" formatCode="0.00E+00">
                  <c:v>-8.7530390000000007E-3</c:v>
                </c:pt>
                <c:pt idx="272" formatCode="0.00E+00">
                  <c:v>-1.166998E-2</c:v>
                </c:pt>
                <c:pt idx="273" formatCode="0.00E+00">
                  <c:v>-6.1218610000000001E-3</c:v>
                </c:pt>
                <c:pt idx="274" formatCode="0.00E+00">
                  <c:v>3.4885480000000002E-3</c:v>
                </c:pt>
                <c:pt idx="275" formatCode="0.00E+00">
                  <c:v>2.9101550000000002E-3</c:v>
                </c:pt>
                <c:pt idx="276" formatCode="0.00E+00">
                  <c:v>-3.6699539999999998E-4</c:v>
                </c:pt>
                <c:pt idx="277" formatCode="0.00E+00">
                  <c:v>2.232379E-3</c:v>
                </c:pt>
                <c:pt idx="278" formatCode="0.00E+00">
                  <c:v>2.5620690000000002E-3</c:v>
                </c:pt>
                <c:pt idx="279" formatCode="0.00E+00">
                  <c:v>2.7865339999999998E-3</c:v>
                </c:pt>
                <c:pt idx="280" formatCode="0.00E+00">
                  <c:v>1.0802020000000001E-2</c:v>
                </c:pt>
                <c:pt idx="281" formatCode="0.00E+00">
                  <c:v>1.456731E-2</c:v>
                </c:pt>
                <c:pt idx="282" formatCode="0.00E+00">
                  <c:v>8.4102120000000002E-3</c:v>
                </c:pt>
                <c:pt idx="283" formatCode="0.00E+00">
                  <c:v>9.4703549999999997E-3</c:v>
                </c:pt>
                <c:pt idx="284" formatCode="0.00E+00">
                  <c:v>1.7489339999999999E-2</c:v>
                </c:pt>
                <c:pt idx="285" formatCode="0.00E+00">
                  <c:v>1.37114E-2</c:v>
                </c:pt>
                <c:pt idx="286" formatCode="0.00E+00">
                  <c:v>4.5537559999999999E-3</c:v>
                </c:pt>
                <c:pt idx="287" formatCode="0.00E+00">
                  <c:v>6.4379429999999998E-3</c:v>
                </c:pt>
                <c:pt idx="288" formatCode="0.00E+00">
                  <c:v>9.8083140000000003E-3</c:v>
                </c:pt>
                <c:pt idx="289" formatCode="0.00E+00">
                  <c:v>6.4464209999999999E-3</c:v>
                </c:pt>
                <c:pt idx="290" formatCode="0.00E+00">
                  <c:v>7.6534660000000003E-3</c:v>
                </c:pt>
                <c:pt idx="291" formatCode="0.00E+00">
                  <c:v>1.039355E-2</c:v>
                </c:pt>
                <c:pt idx="292" formatCode="0.00E+00">
                  <c:v>1.798118E-3</c:v>
                </c:pt>
                <c:pt idx="293" formatCode="0.00E+00">
                  <c:v>-6.3188790000000003E-3</c:v>
                </c:pt>
                <c:pt idx="294" formatCode="0.00E+00">
                  <c:v>-2.0030989999999999E-3</c:v>
                </c:pt>
                <c:pt idx="295" formatCode="0.00E+00">
                  <c:v>-9.3492749999999996E-4</c:v>
                </c:pt>
                <c:pt idx="296" formatCode="0.00E+00">
                  <c:v>-8.8971209999999992E-3</c:v>
                </c:pt>
                <c:pt idx="297" formatCode="0.00E+00">
                  <c:v>-8.2096280000000001E-3</c:v>
                </c:pt>
                <c:pt idx="298" formatCode="0.00E+00">
                  <c:v>-9.9208210000000007E-4</c:v>
                </c:pt>
                <c:pt idx="299" formatCode="0.00E+00">
                  <c:v>-4.9076609999999998E-3</c:v>
                </c:pt>
                <c:pt idx="300" formatCode="0.00E+00">
                  <c:v>-1.1176439999999999E-2</c:v>
                </c:pt>
                <c:pt idx="301" formatCode="0.00E+00">
                  <c:v>-5.5262059999999997E-3</c:v>
                </c:pt>
                <c:pt idx="302" formatCode="0.00E+00">
                  <c:v>-2.1418539999999999E-3</c:v>
                </c:pt>
                <c:pt idx="303" formatCode="0.00E+00">
                  <c:v>-9.9800900000000005E-3</c:v>
                </c:pt>
                <c:pt idx="304" formatCode="0.00E+00">
                  <c:v>-1.16994E-2</c:v>
                </c:pt>
                <c:pt idx="305" formatCode="0.00E+00">
                  <c:v>-4.3474159999999998E-3</c:v>
                </c:pt>
                <c:pt idx="306" formatCode="0.00E+00">
                  <c:v>-5.2884430000000003E-3</c:v>
                </c:pt>
                <c:pt idx="307" formatCode="0.00E+00">
                  <c:v>-1.089642E-2</c:v>
                </c:pt>
                <c:pt idx="308" formatCode="0.00E+00">
                  <c:v>-5.7430249999999997E-3</c:v>
                </c:pt>
                <c:pt idx="309" formatCode="0.00E+00">
                  <c:v>8.1735740000000003E-4</c:v>
                </c:pt>
                <c:pt idx="310" formatCode="0.00E+00">
                  <c:v>-3.5086100000000001E-3</c:v>
                </c:pt>
                <c:pt idx="311" formatCode="0.00E+00">
                  <c:v>-5.9095570000000002E-3</c:v>
                </c:pt>
                <c:pt idx="312" formatCode="0.00E+00">
                  <c:v>1.32369E-3</c:v>
                </c:pt>
                <c:pt idx="313" formatCode="0.00E+00">
                  <c:v>3.5708390000000001E-3</c:v>
                </c:pt>
                <c:pt idx="314" formatCode="0.00E+00">
                  <c:v>-2.2819770000000001E-3</c:v>
                </c:pt>
                <c:pt idx="315" formatCode="0.00E+00">
                  <c:v>-1.6337669999999999E-3</c:v>
                </c:pt>
                <c:pt idx="316" formatCode="0.00E+00">
                  <c:v>5.1589920000000003E-3</c:v>
                </c:pt>
                <c:pt idx="317" formatCode="0.00E+00">
                  <c:v>6.0169560000000004E-3</c:v>
                </c:pt>
                <c:pt idx="318" formatCode="0.00E+00">
                  <c:v>3.948076E-3</c:v>
                </c:pt>
                <c:pt idx="319" formatCode="0.00E+00">
                  <c:v>6.3610230000000004E-3</c:v>
                </c:pt>
                <c:pt idx="320" formatCode="0.00E+00">
                  <c:v>7.5394720000000002E-3</c:v>
                </c:pt>
                <c:pt idx="321" formatCode="0.00E+00">
                  <c:v>4.899062E-3</c:v>
                </c:pt>
                <c:pt idx="322" formatCode="0.00E+00">
                  <c:v>6.1793059999999999E-3</c:v>
                </c:pt>
                <c:pt idx="323" formatCode="0.00E+00">
                  <c:v>1.0029730000000001E-2</c:v>
                </c:pt>
                <c:pt idx="324" formatCode="0.00E+00">
                  <c:v>8.2247650000000002E-3</c:v>
                </c:pt>
                <c:pt idx="325" formatCode="0.00E+00">
                  <c:v>5.0119759999999996E-3</c:v>
                </c:pt>
                <c:pt idx="326" formatCode="0.00E+00">
                  <c:v>7.1805050000000002E-3</c:v>
                </c:pt>
                <c:pt idx="327" formatCode="0.00E+00">
                  <c:v>8.1061989999999997E-3</c:v>
                </c:pt>
                <c:pt idx="328" formatCode="0.00E+00">
                  <c:v>3.6337129999999998E-3</c:v>
                </c:pt>
                <c:pt idx="329" formatCode="0.00E+00">
                  <c:v>2.0445989999999998E-3</c:v>
                </c:pt>
                <c:pt idx="330" formatCode="0.00E+00">
                  <c:v>4.0970779999999997E-3</c:v>
                </c:pt>
                <c:pt idx="331" formatCode="0.00E+00">
                  <c:v>8.464376E-4</c:v>
                </c:pt>
                <c:pt idx="332" formatCode="0.00E+00">
                  <c:v>-4.0190750000000004E-3</c:v>
                </c:pt>
                <c:pt idx="333" formatCode="0.00E+00">
                  <c:v>-8.4481840000000003E-4</c:v>
                </c:pt>
                <c:pt idx="334" formatCode="0.00E+00">
                  <c:v>2.2682000000000002E-3</c:v>
                </c:pt>
                <c:pt idx="335" formatCode="0.00E+00">
                  <c:v>-5.2693610000000002E-3</c:v>
                </c:pt>
                <c:pt idx="336" formatCode="0.00E+00">
                  <c:v>-1.1936159999999999E-2</c:v>
                </c:pt>
                <c:pt idx="337" formatCode="0.00E+00">
                  <c:v>-6.098493E-3</c:v>
                </c:pt>
                <c:pt idx="338" formatCode="0.00E+00">
                  <c:v>-4.8681879999999997E-4</c:v>
                </c:pt>
                <c:pt idx="339" formatCode="0.00E+00">
                  <c:v>-6.2187839999999998E-3</c:v>
                </c:pt>
                <c:pt idx="340" formatCode="0.00E+00">
                  <c:v>-1.0545560000000001E-2</c:v>
                </c:pt>
                <c:pt idx="341" formatCode="0.00E+00">
                  <c:v>-4.7233429999999996E-3</c:v>
                </c:pt>
                <c:pt idx="342" formatCode="0.00E+00">
                  <c:v>-1.626324E-3</c:v>
                </c:pt>
                <c:pt idx="343" formatCode="0.00E+00">
                  <c:v>-6.7500590000000001E-3</c:v>
                </c:pt>
                <c:pt idx="344" formatCode="0.00E+00">
                  <c:v>-6.8748979999999999E-3</c:v>
                </c:pt>
                <c:pt idx="345" formatCode="0.00E+00">
                  <c:v>-3.462618E-4</c:v>
                </c:pt>
                <c:pt idx="346" formatCode="0.00E+00">
                  <c:v>-1.6962819999999999E-3</c:v>
                </c:pt>
                <c:pt idx="347" formatCode="0.00E+00">
                  <c:v>-9.3900649999999995E-3</c:v>
                </c:pt>
                <c:pt idx="348" formatCode="0.00E+00">
                  <c:v>-6.7828130000000004E-3</c:v>
                </c:pt>
                <c:pt idx="349" formatCode="0.00E+00">
                  <c:v>3.4001280000000001E-3</c:v>
                </c:pt>
                <c:pt idx="350" formatCode="0.00E+00">
                  <c:v>3.1782500000000001E-3</c:v>
                </c:pt>
                <c:pt idx="351" formatCode="0.00E+00">
                  <c:v>-5.2894070000000003E-3</c:v>
                </c:pt>
                <c:pt idx="352" formatCode="0.00E+00">
                  <c:v>-4.8689290000000001E-3</c:v>
                </c:pt>
                <c:pt idx="353" formatCode="0.00E+00">
                  <c:v>2.9001769999999999E-3</c:v>
                </c:pt>
                <c:pt idx="354" formatCode="0.00E+00">
                  <c:v>3.7953330000000001E-3</c:v>
                </c:pt>
                <c:pt idx="355" formatCode="0.00E+00">
                  <c:v>6.0379240000000005E-4</c:v>
                </c:pt>
                <c:pt idx="356" formatCode="0.00E+00">
                  <c:v>4.8038320000000001E-3</c:v>
                </c:pt>
                <c:pt idx="357" formatCode="0.00E+00">
                  <c:v>1.0786509999999999E-2</c:v>
                </c:pt>
                <c:pt idx="358" formatCode="0.00E+00">
                  <c:v>7.4772789999999999E-3</c:v>
                </c:pt>
                <c:pt idx="359" formatCode="0.00E+00">
                  <c:v>1.6886290000000001E-3</c:v>
                </c:pt>
                <c:pt idx="360" formatCode="0.00E+00">
                  <c:v>4.0636509999999997E-3</c:v>
                </c:pt>
                <c:pt idx="361" formatCode="0.00E+00">
                  <c:v>7.5879370000000003E-3</c:v>
                </c:pt>
                <c:pt idx="362" formatCode="0.00E+00">
                  <c:v>3.1124210000000002E-3</c:v>
                </c:pt>
                <c:pt idx="363" formatCode="0.00E+00">
                  <c:v>-1.169209E-3</c:v>
                </c:pt>
                <c:pt idx="364" formatCode="0.00E+00">
                  <c:v>3.3900319999999999E-3</c:v>
                </c:pt>
                <c:pt idx="365" formatCode="0.00E+00">
                  <c:v>7.8897129999999996E-3</c:v>
                </c:pt>
                <c:pt idx="366" formatCode="0.00E+00">
                  <c:v>3.7650890000000001E-3</c:v>
                </c:pt>
                <c:pt idx="367" formatCode="0.00E+00">
                  <c:v>-4.640596E-5</c:v>
                </c:pt>
                <c:pt idx="368" formatCode="0.00E+00">
                  <c:v>4.7379020000000004E-3</c:v>
                </c:pt>
                <c:pt idx="369" formatCode="0.00E+00">
                  <c:v>9.0799090000000006E-3</c:v>
                </c:pt>
                <c:pt idx="370" formatCode="0.00E+00">
                  <c:v>4.3178119999999999E-3</c:v>
                </c:pt>
                <c:pt idx="371" formatCode="0.00E+00">
                  <c:v>-1.5711690000000001E-3</c:v>
                </c:pt>
                <c:pt idx="372" formatCode="0.00E+00">
                  <c:v>-3.5176199999999998E-4</c:v>
                </c:pt>
                <c:pt idx="373" formatCode="0.00E+00">
                  <c:v>1.3052129999999999E-3</c:v>
                </c:pt>
                <c:pt idx="374" formatCode="0.00E+00">
                  <c:v>-3.0551150000000002E-3</c:v>
                </c:pt>
                <c:pt idx="375" formatCode="0.00E+00">
                  <c:v>-6.2750990000000001E-3</c:v>
                </c:pt>
                <c:pt idx="376" formatCode="0.00E+00">
                  <c:v>-2.6174789999999998E-3</c:v>
                </c:pt>
                <c:pt idx="377" formatCode="0.00E+00">
                  <c:v>-1.8973110000000001E-4</c:v>
                </c:pt>
                <c:pt idx="378" formatCode="0.00E+00">
                  <c:v>-5.4537070000000003E-3</c:v>
                </c:pt>
                <c:pt idx="379" formatCode="0.00E+00">
                  <c:v>-1.0284160000000001E-2</c:v>
                </c:pt>
                <c:pt idx="380" formatCode="0.00E+00">
                  <c:v>-7.0803020000000001E-3</c:v>
                </c:pt>
              </c:numCache>
            </c:numRef>
          </c:yVal>
          <c:smooth val="1"/>
          <c:extLst>
            <c:ext xmlns:c16="http://schemas.microsoft.com/office/drawing/2014/chart" uri="{C3380CC4-5D6E-409C-BE32-E72D297353CC}">
              <c16:uniqueId val="{00000000-F57A-4DA4-BC68-C82F46791E32}"/>
            </c:ext>
          </c:extLst>
        </c:ser>
        <c:ser>
          <c:idx val="1"/>
          <c:order val="1"/>
          <c:tx>
            <c:v>実験値</c:v>
          </c:tx>
          <c:spPr>
            <a:ln w="19050" cap="rnd">
              <a:solidFill>
                <a:schemeClr val="accent2"/>
              </a:solidFill>
              <a:round/>
            </a:ln>
            <a:effectLst/>
          </c:spPr>
          <c:marker>
            <c:symbol val="none"/>
          </c:marker>
          <c:xVal>
            <c:numRef>
              <c:f>Sheet3!$E$1:$E$66</c:f>
              <c:numCache>
                <c:formatCode>General</c:formatCode>
                <c:ptCount val="66"/>
                <c:pt idx="0">
                  <c:v>2.2495543672014202</c:v>
                </c:pt>
                <c:pt idx="1">
                  <c:v>2.3743315508021299</c:v>
                </c:pt>
                <c:pt idx="2">
                  <c:v>2.39215686274509</c:v>
                </c:pt>
                <c:pt idx="3">
                  <c:v>2.4991087344028502</c:v>
                </c:pt>
                <c:pt idx="4">
                  <c:v>2.5169340463458099</c:v>
                </c:pt>
                <c:pt idx="5">
                  <c:v>2.5525846702317199</c:v>
                </c:pt>
                <c:pt idx="6">
                  <c:v>2.57040998217468</c:v>
                </c:pt>
                <c:pt idx="7">
                  <c:v>2.6060606060606002</c:v>
                </c:pt>
                <c:pt idx="8">
                  <c:v>2.6238859180035599</c:v>
                </c:pt>
                <c:pt idx="9">
                  <c:v>2.64171122994652</c:v>
                </c:pt>
                <c:pt idx="10">
                  <c:v>2.6595365418894801</c:v>
                </c:pt>
                <c:pt idx="11">
                  <c:v>2.71301247771836</c:v>
                </c:pt>
                <c:pt idx="12">
                  <c:v>2.71301247771836</c:v>
                </c:pt>
                <c:pt idx="13">
                  <c:v>2.71301247771836</c:v>
                </c:pt>
                <c:pt idx="14">
                  <c:v>2.74866310160427</c:v>
                </c:pt>
                <c:pt idx="15">
                  <c:v>2.7843137254901902</c:v>
                </c:pt>
                <c:pt idx="16">
                  <c:v>2.8021390374331498</c:v>
                </c:pt>
                <c:pt idx="17">
                  <c:v>2.92691622103386</c:v>
                </c:pt>
                <c:pt idx="18">
                  <c:v>2.9803921568627398</c:v>
                </c:pt>
                <c:pt idx="19">
                  <c:v>3.0160427807486601</c:v>
                </c:pt>
                <c:pt idx="20">
                  <c:v>3.0695187165775399</c:v>
                </c:pt>
                <c:pt idx="21">
                  <c:v>3.0873440285204898</c:v>
                </c:pt>
                <c:pt idx="22">
                  <c:v>3.19429590017825</c:v>
                </c:pt>
                <c:pt idx="23">
                  <c:v>3.2121212121212102</c:v>
                </c:pt>
                <c:pt idx="24">
                  <c:v>3.2655971479500798</c:v>
                </c:pt>
                <c:pt idx="25">
                  <c:v>3.3547237076648799</c:v>
                </c:pt>
                <c:pt idx="26">
                  <c:v>3.4616755793226299</c:v>
                </c:pt>
                <c:pt idx="27">
                  <c:v>3.6399286987522199</c:v>
                </c:pt>
                <c:pt idx="28">
                  <c:v>3.90730837789661</c:v>
                </c:pt>
                <c:pt idx="29">
                  <c:v>4.1746880570409903</c:v>
                </c:pt>
                <c:pt idx="30">
                  <c:v>4.2816399286987501</c:v>
                </c:pt>
                <c:pt idx="31">
                  <c:v>4.4598930481283396</c:v>
                </c:pt>
                <c:pt idx="32">
                  <c:v>4.5133689839572098</c:v>
                </c:pt>
                <c:pt idx="33">
                  <c:v>4.6203208556149704</c:v>
                </c:pt>
                <c:pt idx="34">
                  <c:v>4.9233511586452696</c:v>
                </c:pt>
                <c:pt idx="35">
                  <c:v>5.1907308377896602</c:v>
                </c:pt>
                <c:pt idx="36">
                  <c:v>5.4402852049910804</c:v>
                </c:pt>
                <c:pt idx="37">
                  <c:v>5.6720142602495498</c:v>
                </c:pt>
                <c:pt idx="38">
                  <c:v>5.9037433155080201</c:v>
                </c:pt>
                <c:pt idx="39">
                  <c:v>6.0998217468805702</c:v>
                </c:pt>
                <c:pt idx="40">
                  <c:v>6.3137254901960702</c:v>
                </c:pt>
                <c:pt idx="41">
                  <c:v>6.5098039215686203</c:v>
                </c:pt>
                <c:pt idx="42">
                  <c:v>6.7593582887700503</c:v>
                </c:pt>
                <c:pt idx="43">
                  <c:v>6.9910873440285197</c:v>
                </c:pt>
                <c:pt idx="44">
                  <c:v>7.1871657754010698</c:v>
                </c:pt>
                <c:pt idx="45">
                  <c:v>7.3654188948306496</c:v>
                </c:pt>
                <c:pt idx="46">
                  <c:v>7.5793226381461603</c:v>
                </c:pt>
                <c:pt idx="47">
                  <c:v>7.8288770053475902</c:v>
                </c:pt>
                <c:pt idx="48">
                  <c:v>8.1140819964349298</c:v>
                </c:pt>
                <c:pt idx="49">
                  <c:v>8.3636363636363598</c:v>
                </c:pt>
                <c:pt idx="50">
                  <c:v>8.5418894830659493</c:v>
                </c:pt>
                <c:pt idx="51">
                  <c:v>8.8092691622103292</c:v>
                </c:pt>
                <c:pt idx="52">
                  <c:v>9.0588235294117592</c:v>
                </c:pt>
                <c:pt idx="53">
                  <c:v>9.3262032085561497</c:v>
                </c:pt>
                <c:pt idx="54">
                  <c:v>9.5401069518716497</c:v>
                </c:pt>
                <c:pt idx="55">
                  <c:v>9.7718360071301191</c:v>
                </c:pt>
                <c:pt idx="56">
                  <c:v>9.9679144385026692</c:v>
                </c:pt>
                <c:pt idx="57">
                  <c:v>10.1461675579322</c:v>
                </c:pt>
                <c:pt idx="58">
                  <c:v>10.3778966131907</c:v>
                </c:pt>
                <c:pt idx="59">
                  <c:v>10.645276292335099</c:v>
                </c:pt>
                <c:pt idx="60">
                  <c:v>10.7522281639928</c:v>
                </c:pt>
                <c:pt idx="61">
                  <c:v>11.0196078431372</c:v>
                </c:pt>
                <c:pt idx="62">
                  <c:v>11.1978609625668</c:v>
                </c:pt>
                <c:pt idx="63">
                  <c:v>11.4295900178253</c:v>
                </c:pt>
                <c:pt idx="64">
                  <c:v>11.6256684491978</c:v>
                </c:pt>
                <c:pt idx="65">
                  <c:v>11.8752228163992</c:v>
                </c:pt>
              </c:numCache>
            </c:numRef>
          </c:xVal>
          <c:yVal>
            <c:numRef>
              <c:f>Sheet3!$G$1:$G$66</c:f>
              <c:numCache>
                <c:formatCode>General</c:formatCode>
                <c:ptCount val="66"/>
                <c:pt idx="0">
                  <c:v>-0.61351357317483979</c:v>
                </c:pt>
                <c:pt idx="1">
                  <c:v>-0.5284708310568802</c:v>
                </c:pt>
                <c:pt idx="2">
                  <c:v>-0.41238555653053011</c:v>
                </c:pt>
                <c:pt idx="3">
                  <c:v>-0.28088938924853002</c:v>
                </c:pt>
                <c:pt idx="4">
                  <c:v>-0.16480411472217016</c:v>
                </c:pt>
                <c:pt idx="5">
                  <c:v>-4.8732636876879898E-2</c:v>
                </c:pt>
                <c:pt idx="6">
                  <c:v>5.9612699568989846E-2</c:v>
                </c:pt>
                <c:pt idx="7">
                  <c:v>0.1602043012532901</c:v>
                </c:pt>
                <c:pt idx="8">
                  <c:v>0.31498926618212009</c:v>
                </c:pt>
                <c:pt idx="9">
                  <c:v>0.43881447878897983</c:v>
                </c:pt>
                <c:pt idx="10">
                  <c:v>0.53167993907385025</c:v>
                </c:pt>
                <c:pt idx="11">
                  <c:v>0.66321749639906002</c:v>
                </c:pt>
                <c:pt idx="12">
                  <c:v>0.75609675336500981</c:v>
                </c:pt>
                <c:pt idx="13">
                  <c:v>0.87219582457244016</c:v>
                </c:pt>
                <c:pt idx="14">
                  <c:v>0.97278742625674042</c:v>
                </c:pt>
                <c:pt idx="15">
                  <c:v>1.0888589041020298</c:v>
                </c:pt>
                <c:pt idx="16">
                  <c:v>1.1739844263063999</c:v>
                </c:pt>
                <c:pt idx="17">
                  <c:v>1.08100859257297</c:v>
                </c:pt>
                <c:pt idx="18">
                  <c:v>0.98808794556380963</c:v>
                </c:pt>
                <c:pt idx="19">
                  <c:v>0.87196128099424008</c:v>
                </c:pt>
                <c:pt idx="20">
                  <c:v>0.71712112934111971</c:v>
                </c:pt>
                <c:pt idx="21">
                  <c:v>0.57778844721114009</c:v>
                </c:pt>
                <c:pt idx="22">
                  <c:v>0.43064684359530014</c:v>
                </c:pt>
                <c:pt idx="23">
                  <c:v>0.3145339757068002</c:v>
                </c:pt>
                <c:pt idx="24">
                  <c:v>0.19839351445616016</c:v>
                </c:pt>
                <c:pt idx="25">
                  <c:v>5.1265707521389814E-2</c:v>
                </c:pt>
                <c:pt idx="26">
                  <c:v>-8.0396019933449914E-2</c:v>
                </c:pt>
                <c:pt idx="27">
                  <c:v>-0.21211293411256982</c:v>
                </c:pt>
                <c:pt idx="28">
                  <c:v>-0.30519914129456982</c:v>
                </c:pt>
                <c:pt idx="29">
                  <c:v>-0.2434865868666698</c:v>
                </c:pt>
                <c:pt idx="30">
                  <c:v>-0.15069010998715004</c:v>
                </c:pt>
                <c:pt idx="31">
                  <c:v>-5.0208881751410139E-2</c:v>
                </c:pt>
                <c:pt idx="32">
                  <c:v>1.1669232849340183E-2</c:v>
                </c:pt>
                <c:pt idx="33">
                  <c:v>7.3505957406879929E-2</c:v>
                </c:pt>
                <c:pt idx="34">
                  <c:v>0.1429308565531402</c:v>
                </c:pt>
                <c:pt idx="35">
                  <c:v>0.12724403017609998</c:v>
                </c:pt>
                <c:pt idx="36">
                  <c:v>7.2871310077640139E-2</c:v>
                </c:pt>
                <c:pt idx="37">
                  <c:v>1.077244857977E-2</c:v>
                </c:pt>
                <c:pt idx="38">
                  <c:v>-1.2626722515639788E-2</c:v>
                </c:pt>
                <c:pt idx="39">
                  <c:v>-5.9218114490379836E-2</c:v>
                </c:pt>
                <c:pt idx="40">
                  <c:v>-4.3903798502240132E-2</c:v>
                </c:pt>
                <c:pt idx="41">
                  <c:v>-5.3558715915298372E-3</c:v>
                </c:pt>
                <c:pt idx="42">
                  <c:v>4.8630541436950114E-2</c:v>
                </c:pt>
                <c:pt idx="43">
                  <c:v>7.1670998824520105E-2</c:v>
                </c:pt>
                <c:pt idx="44">
                  <c:v>6.3779297252250178E-2</c:v>
                </c:pt>
                <c:pt idx="45">
                  <c:v>3.2681578119559962E-2</c:v>
                </c:pt>
                <c:pt idx="46">
                  <c:v>3.2516017946719877E-2</c:v>
                </c:pt>
                <c:pt idx="47">
                  <c:v>1.3631120897499294E-3</c:v>
                </c:pt>
                <c:pt idx="48">
                  <c:v>-6.5975728878702178E-3</c:v>
                </c:pt>
                <c:pt idx="49">
                  <c:v>-2.2270602583850163E-2</c:v>
                </c:pt>
                <c:pt idx="50">
                  <c:v>-3.0148507475050046E-2</c:v>
                </c:pt>
                <c:pt idx="51">
                  <c:v>-3.8095395771600149E-2</c:v>
                </c:pt>
                <c:pt idx="52">
                  <c:v>-3.8288549306579878E-2</c:v>
                </c:pt>
                <c:pt idx="53">
                  <c:v>3.1163943201820032E-2</c:v>
                </c:pt>
                <c:pt idx="54">
                  <c:v>6.1958135350959953E-2</c:v>
                </c:pt>
                <c:pt idx="55">
                  <c:v>6.9518716577539941E-2</c:v>
                </c:pt>
                <c:pt idx="56">
                  <c:v>6.1627015005270014E-2</c:v>
                </c:pt>
                <c:pt idx="57">
                  <c:v>1.5049419711589795E-2</c:v>
                </c:pt>
                <c:pt idx="58">
                  <c:v>1.4870062857680111E-2</c:v>
                </c:pt>
                <c:pt idx="59">
                  <c:v>-8.556701599870209E-3</c:v>
                </c:pt>
                <c:pt idx="60">
                  <c:v>-3.1859295927770148E-2</c:v>
                </c:pt>
                <c:pt idx="61">
                  <c:v>-3.9806184224330021E-2</c:v>
                </c:pt>
                <c:pt idx="62">
                  <c:v>-8.9843987130500125E-3</c:v>
                </c:pt>
                <c:pt idx="63">
                  <c:v>2.1795996755019864E-2</c:v>
                </c:pt>
                <c:pt idx="64">
                  <c:v>5.2603985585220059E-2</c:v>
                </c:pt>
                <c:pt idx="65">
                  <c:v>4.467089396974E-2</c:v>
                </c:pt>
              </c:numCache>
            </c:numRef>
          </c:yVal>
          <c:smooth val="1"/>
          <c:extLst>
            <c:ext xmlns:c16="http://schemas.microsoft.com/office/drawing/2014/chart" uri="{C3380CC4-5D6E-409C-BE32-E72D297353CC}">
              <c16:uniqueId val="{00000001-F57A-4DA4-BC68-C82F46791E32}"/>
            </c:ext>
          </c:extLst>
        </c:ser>
        <c:dLbls>
          <c:showLegendKey val="0"/>
          <c:showVal val="0"/>
          <c:showCatName val="0"/>
          <c:showSerName val="0"/>
          <c:showPercent val="0"/>
          <c:showBubbleSize val="0"/>
        </c:dLbls>
        <c:axId val="1186189408"/>
        <c:axId val="1186186528"/>
      </c:scatterChart>
      <c:valAx>
        <c:axId val="1186189408"/>
        <c:scaling>
          <c:orientation val="minMax"/>
          <c:max val="10"/>
          <c:min val="2"/>
        </c:scaling>
        <c:delete val="0"/>
        <c:axPos val="b"/>
        <c:majorGridlines>
          <c:spPr>
            <a:ln w="9525" cap="flat" cmpd="sng" algn="ctr">
              <a:noFill/>
              <a:round/>
            </a:ln>
            <a:effectLst/>
          </c:spPr>
        </c:majorGridlines>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ltLang="ja-JP" sz="1000" b="0" i="0" u="none" strike="noStrike" kern="1200" baseline="0" dirty="0">
                    <a:solidFill>
                      <a:srgbClr val="000000">
                        <a:lumMod val="65000"/>
                        <a:lumOff val="35000"/>
                      </a:srgbClr>
                    </a:solidFill>
                  </a:rPr>
                  <a:t>Q[</a:t>
                </a:r>
                <a:r>
                  <a:rPr lang="en-US" altLang="ja-JP" sz="1000" b="0" i="0" u="none" strike="noStrike" kern="1200" baseline="0" dirty="0">
                    <a:solidFill>
                      <a:srgbClr val="000000">
                        <a:lumMod val="65000"/>
                        <a:lumOff val="35000"/>
                      </a:srgbClr>
                    </a:solidFill>
                    <a:latin typeface="Yu Gothic UI" panose="020B0500000000000000" pitchFamily="50" charset="-128"/>
                    <a:ea typeface="Yu Gothic UI" panose="020B0500000000000000" pitchFamily="50" charset="-128"/>
                  </a:rPr>
                  <a:t>Å</a:t>
                </a:r>
                <a:r>
                  <a:rPr lang="en-US" altLang="ja-JP" sz="800" b="0" i="0" u="none" strike="noStrike" kern="1200" baseline="0" dirty="0">
                    <a:solidFill>
                      <a:srgbClr val="000000">
                        <a:lumMod val="65000"/>
                        <a:lumOff val="35000"/>
                      </a:srgbClr>
                    </a:solidFill>
                    <a:latin typeface="Yu Gothic UI" panose="020B0500000000000000" pitchFamily="50" charset="-128"/>
                    <a:ea typeface="Yu Gothic UI" panose="020B0500000000000000" pitchFamily="50" charset="-128"/>
                  </a:rPr>
                  <a:t>¯¹</a:t>
                </a:r>
                <a:r>
                  <a:rPr lang="en-US" altLang="ja-JP" sz="1000" b="0" i="0" u="none" strike="noStrike" kern="1200" baseline="0" dirty="0">
                    <a:solidFill>
                      <a:srgbClr val="000000">
                        <a:lumMod val="65000"/>
                        <a:lumOff val="35000"/>
                      </a:srgbClr>
                    </a:solidFill>
                  </a:rPr>
                  <a:t>]</a:t>
                </a:r>
                <a:endParaRPr lang="ja-JP" altLang="en-US" sz="1000" b="0" i="0" u="none" strike="noStrike" kern="1200" baseline="0" dirty="0">
                  <a:solidFill>
                    <a:srgbClr val="000000">
                      <a:lumMod val="65000"/>
                      <a:lumOff val="35000"/>
                    </a:srgbClr>
                  </a:solidFill>
                </a:endParaRPr>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ja-JP" altLang="en-US"/>
            </a:p>
          </c:txPr>
        </c:title>
        <c:numFmt formatCode="General" sourceLinked="1"/>
        <c:majorTickMark val="none"/>
        <c:minorTickMark val="none"/>
        <c:tickLblPos val="low"/>
        <c:spPr>
          <a:noFill/>
          <a:ln w="9525" cap="flat" cmpd="sng" algn="ctr">
            <a:no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ja-JP"/>
          </a:p>
        </c:txPr>
        <c:crossAx val="1186186528"/>
        <c:crosses val="autoZero"/>
        <c:crossBetween val="midCat"/>
      </c:valAx>
      <c:valAx>
        <c:axId val="1186186528"/>
        <c:scaling>
          <c:orientation val="minMax"/>
        </c:scaling>
        <c:delete val="0"/>
        <c:axPos val="l"/>
        <c:majorGridlines>
          <c:spPr>
            <a:ln w="9525" cap="flat" cmpd="sng" algn="ctr">
              <a:no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ltLang="ja-JP" sz="1000" b="0" i="0" u="none" strike="noStrike" kern="1200" baseline="0" dirty="0">
                    <a:solidFill>
                      <a:srgbClr val="000000">
                        <a:lumMod val="65000"/>
                        <a:lumOff val="35000"/>
                      </a:srgbClr>
                    </a:solidFill>
                  </a:rPr>
                  <a:t>S(Q)</a:t>
                </a:r>
                <a:endParaRPr lang="ja-JP" altLang="en-US" sz="1000" b="0" i="0" u="none" strike="noStrike" kern="1200" baseline="0" dirty="0">
                  <a:solidFill>
                    <a:srgbClr val="000000">
                      <a:lumMod val="65000"/>
                      <a:lumOff val="35000"/>
                    </a:srgbClr>
                  </a:solidFill>
                </a:endParaRPr>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ja-JP" altLang="en-US"/>
            </a:p>
          </c:txPr>
        </c:title>
        <c:numFmt formatCode="General" sourceLinked="1"/>
        <c:majorTickMark val="none"/>
        <c:minorTickMark val="none"/>
        <c:tickLblPos val="nextTo"/>
        <c:spPr>
          <a:noFill/>
          <a:ln w="9525" cap="flat" cmpd="sng" algn="ctr">
            <a:no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ja-JP"/>
          </a:p>
        </c:txPr>
        <c:crossAx val="1186189408"/>
        <c:crosses val="autoZero"/>
        <c:crossBetween val="midCat"/>
      </c:valAx>
      <c:spPr>
        <a:noFill/>
        <a:ln>
          <a:solidFill>
            <a:schemeClr val="tx1"/>
          </a:solidFill>
        </a:ln>
        <a:effectLst/>
      </c:spPr>
    </c:plotArea>
    <c:legend>
      <c:legendPos val="r"/>
      <c:layout>
        <c:manualLayout>
          <c:xMode val="edge"/>
          <c:yMode val="edge"/>
          <c:x val="0.74057147199935691"/>
          <c:y val="0.11631889763779529"/>
          <c:w val="0.1844939666378913"/>
          <c:h val="0.15337942287873585"/>
        </c:manualLayout>
      </c:layout>
      <c:overlay val="1"/>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ja-JP"/>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ja-JP"/>
    </a:p>
  </c:txPr>
  <c:externalData r:id="rId4">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barChart>
        <c:barDir val="bar"/>
        <c:grouping val="clustered"/>
        <c:varyColors val="0"/>
        <c:ser>
          <c:idx val="0"/>
          <c:order val="0"/>
          <c:tx>
            <c:v>基準</c:v>
          </c:tx>
          <c:spPr>
            <a:solidFill>
              <a:schemeClr val="accent1"/>
            </a:solidFill>
            <a:ln>
              <a:noFill/>
            </a:ln>
            <a:effectLst/>
          </c:spPr>
          <c:invertIfNegative val="0"/>
          <c:cat>
            <c:strRef>
              <c:f>input_std_Zr!$A$2:$A$9</c:f>
              <c:strCache>
                <c:ptCount val="8"/>
                <c:pt idx="0">
                  <c:v> &lt; 0  1 10  2 &gt;</c:v>
                </c:pt>
                <c:pt idx="1">
                  <c:v> &lt; 0  3  6  4 &gt;</c:v>
                </c:pt>
                <c:pt idx="2">
                  <c:v>&lt; 0  2  8  4 &gt;</c:v>
                </c:pt>
                <c:pt idx="3">
                  <c:v> &lt; 0  2  8  2 &gt;</c:v>
                </c:pt>
                <c:pt idx="4">
                  <c:v> &lt; 0  3  8  2 &gt;</c:v>
                </c:pt>
                <c:pt idx="5">
                  <c:v> &lt; 0  1 10  3 &gt;</c:v>
                </c:pt>
                <c:pt idx="6">
                  <c:v> &lt; 0  3  6  3 &gt;</c:v>
                </c:pt>
                <c:pt idx="7">
                  <c:v> &lt; 0  4  6  3 &gt;</c:v>
                </c:pt>
              </c:strCache>
            </c:strRef>
          </c:cat>
          <c:val>
            <c:numRef>
              <c:f>input_std_Zr!$B$2:$B$9</c:f>
              <c:numCache>
                <c:formatCode>General</c:formatCode>
                <c:ptCount val="8"/>
                <c:pt idx="0">
                  <c:v>604</c:v>
                </c:pt>
                <c:pt idx="1">
                  <c:v>469</c:v>
                </c:pt>
                <c:pt idx="2">
                  <c:v>317</c:v>
                </c:pt>
                <c:pt idx="3">
                  <c:v>270</c:v>
                </c:pt>
                <c:pt idx="4">
                  <c:v>265</c:v>
                </c:pt>
                <c:pt idx="5">
                  <c:v>247</c:v>
                </c:pt>
                <c:pt idx="6">
                  <c:v>237</c:v>
                </c:pt>
                <c:pt idx="7">
                  <c:v>231</c:v>
                </c:pt>
              </c:numCache>
            </c:numRef>
          </c:val>
          <c:extLst>
            <c:ext xmlns:c16="http://schemas.microsoft.com/office/drawing/2014/chart" uri="{C3380CC4-5D6E-409C-BE32-E72D297353CC}">
              <c16:uniqueId val="{00000000-E5EA-4DA4-AB79-784474C807AD}"/>
            </c:ext>
          </c:extLst>
        </c:ser>
        <c:ser>
          <c:idx val="1"/>
          <c:order val="1"/>
          <c:tx>
            <c:v>Zr, Ti の原子サイズ1.1倍</c:v>
          </c:tx>
          <c:spPr>
            <a:solidFill>
              <a:schemeClr val="accent2"/>
            </a:solidFill>
            <a:ln>
              <a:noFill/>
            </a:ln>
            <a:effectLst/>
          </c:spPr>
          <c:invertIfNegative val="0"/>
          <c:val>
            <c:numRef>
              <c:f>input_std_Zr!$E$2:$E$9</c:f>
              <c:numCache>
                <c:formatCode>General</c:formatCode>
                <c:ptCount val="8"/>
                <c:pt idx="0">
                  <c:v>600</c:v>
                </c:pt>
                <c:pt idx="1">
                  <c:v>352</c:v>
                </c:pt>
                <c:pt idx="2">
                  <c:v>311</c:v>
                </c:pt>
                <c:pt idx="3">
                  <c:v>227</c:v>
                </c:pt>
                <c:pt idx="4">
                  <c:v>280</c:v>
                </c:pt>
                <c:pt idx="5">
                  <c:v>310</c:v>
                </c:pt>
                <c:pt idx="6">
                  <c:v>192</c:v>
                </c:pt>
                <c:pt idx="7">
                  <c:v>201</c:v>
                </c:pt>
              </c:numCache>
            </c:numRef>
          </c:val>
          <c:extLst>
            <c:ext xmlns:c16="http://schemas.microsoft.com/office/drawing/2014/chart" uri="{C3380CC4-5D6E-409C-BE32-E72D297353CC}">
              <c16:uniqueId val="{00000001-E5EA-4DA4-AB79-784474C807AD}"/>
            </c:ext>
          </c:extLst>
        </c:ser>
        <c:ser>
          <c:idx val="2"/>
          <c:order val="2"/>
          <c:tx>
            <c:v>Zr, Ti の原子サイズ0.9倍</c:v>
          </c:tx>
          <c:spPr>
            <a:solidFill>
              <a:schemeClr val="accent3"/>
            </a:solidFill>
            <a:ln>
              <a:noFill/>
            </a:ln>
            <a:effectLst/>
          </c:spPr>
          <c:invertIfNegative val="0"/>
          <c:val>
            <c:numRef>
              <c:f>input_std_Zr!$F$2:$F$9</c:f>
              <c:numCache>
                <c:formatCode>General</c:formatCode>
                <c:ptCount val="8"/>
                <c:pt idx="0">
                  <c:v>133</c:v>
                </c:pt>
                <c:pt idx="1">
                  <c:v>426</c:v>
                </c:pt>
                <c:pt idx="2">
                  <c:v>66</c:v>
                </c:pt>
                <c:pt idx="3">
                  <c:v>160</c:v>
                </c:pt>
                <c:pt idx="4">
                  <c:v>117</c:v>
                </c:pt>
                <c:pt idx="5">
                  <c:v>39</c:v>
                </c:pt>
                <c:pt idx="6">
                  <c:v>189</c:v>
                </c:pt>
                <c:pt idx="7">
                  <c:v>200</c:v>
                </c:pt>
              </c:numCache>
            </c:numRef>
          </c:val>
          <c:extLst>
            <c:ext xmlns:c16="http://schemas.microsoft.com/office/drawing/2014/chart" uri="{C3380CC4-5D6E-409C-BE32-E72D297353CC}">
              <c16:uniqueId val="{00000002-E5EA-4DA4-AB79-784474C807AD}"/>
            </c:ext>
          </c:extLst>
        </c:ser>
        <c:dLbls>
          <c:showLegendKey val="0"/>
          <c:showVal val="0"/>
          <c:showCatName val="0"/>
          <c:showSerName val="0"/>
          <c:showPercent val="0"/>
          <c:showBubbleSize val="0"/>
        </c:dLbls>
        <c:gapWidth val="182"/>
        <c:axId val="2027545503"/>
        <c:axId val="2027545983"/>
      </c:barChart>
      <c:catAx>
        <c:axId val="2027545503"/>
        <c:scaling>
          <c:orientation val="minMax"/>
        </c:scaling>
        <c:delete val="0"/>
        <c:axPos val="l"/>
        <c:title>
          <c:tx>
            <c:rich>
              <a:bodyPr rot="-5400000" spcFirstLastPara="1" vertOverflow="ellipsis" vert="horz" wrap="square" anchor="ctr" anchorCtr="1"/>
              <a:lstStyle/>
              <a:p>
                <a:pPr>
                  <a:defRPr sz="1000" b="0" i="0" u="none" strike="noStrike" kern="1200" baseline="0">
                    <a:solidFill>
                      <a:schemeClr val="tx1"/>
                    </a:solidFill>
                    <a:latin typeface="+mn-lt"/>
                    <a:ea typeface="+mn-ea"/>
                    <a:cs typeface="+mn-cs"/>
                  </a:defRPr>
                </a:pPr>
                <a:r>
                  <a:rPr lang="en-US"/>
                  <a:t>Voronoi Index</a:t>
                </a:r>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ja-JP"/>
            </a:p>
          </c:txPr>
        </c:title>
        <c:numFmt formatCode="General" sourceLinked="1"/>
        <c:majorTickMark val="none"/>
        <c:minorTickMark val="none"/>
        <c:tickLblPos val="nextTo"/>
        <c:spPr>
          <a:noFill/>
          <a:ln w="9525" cap="flat" cmpd="sng" algn="ctr">
            <a:noFill/>
            <a:round/>
          </a:ln>
          <a:effectLst/>
        </c:spPr>
        <c:txPr>
          <a:bodyPr rot="-60000000" spcFirstLastPara="1" vertOverflow="ellipsis" vert="horz" wrap="square" anchor="ctr" anchorCtr="1"/>
          <a:lstStyle/>
          <a:p>
            <a:pPr>
              <a:defRPr sz="1050" b="0" i="0" u="none" strike="noStrike" kern="1200" baseline="0">
                <a:solidFill>
                  <a:schemeClr val="tx1"/>
                </a:solidFill>
                <a:latin typeface="+mn-lt"/>
                <a:ea typeface="+mn-ea"/>
                <a:cs typeface="+mn-cs"/>
              </a:defRPr>
            </a:pPr>
            <a:endParaRPr lang="ja-JP"/>
          </a:p>
        </c:txPr>
        <c:crossAx val="2027545983"/>
        <c:crosses val="autoZero"/>
        <c:auto val="1"/>
        <c:lblAlgn val="ctr"/>
        <c:lblOffset val="100"/>
        <c:noMultiLvlLbl val="0"/>
      </c:catAx>
      <c:valAx>
        <c:axId val="2027545983"/>
        <c:scaling>
          <c:orientation val="minMax"/>
        </c:scaling>
        <c:delete val="0"/>
        <c:axPos val="b"/>
        <c:majorGridlines>
          <c:spPr>
            <a:ln w="9525" cap="flat" cmpd="sng" algn="ctr">
              <a:noFill/>
              <a:round/>
            </a:ln>
            <a:effectLst/>
          </c:spPr>
        </c:majorGridlines>
        <c:title>
          <c:tx>
            <c:rich>
              <a:bodyPr rot="0" spcFirstLastPara="1" vertOverflow="ellipsis" vert="horz" wrap="square" anchor="ctr" anchorCtr="1"/>
              <a:lstStyle/>
              <a:p>
                <a:pPr>
                  <a:defRPr sz="1000" b="0" i="0" u="none" strike="noStrike" kern="1200" baseline="0">
                    <a:solidFill>
                      <a:schemeClr val="tx1"/>
                    </a:solidFill>
                    <a:latin typeface="+mn-lt"/>
                    <a:ea typeface="+mn-ea"/>
                    <a:cs typeface="+mn-cs"/>
                  </a:defRPr>
                </a:pPr>
                <a:r>
                  <a:rPr lang="en-US"/>
                  <a:t>Number</a:t>
                </a:r>
                <a:endParaRPr lang="ja-JP"/>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ja-JP" altLang="en-US"/>
            </a:p>
          </c:txPr>
        </c:title>
        <c:numFmt formatCode="General" sourceLinked="1"/>
        <c:majorTickMark val="out"/>
        <c:minorTickMark val="none"/>
        <c:tickLblPos val="nextTo"/>
        <c:spPr>
          <a:noFill/>
          <a:ln>
            <a:solidFill>
              <a:sysClr val="windowText" lastClr="000000"/>
            </a:solidFill>
          </a:ln>
          <a:effectLst/>
        </c:spPr>
        <c:txPr>
          <a:bodyPr rot="-60000000" spcFirstLastPara="1" vertOverflow="ellipsis" vert="horz" wrap="square" anchor="ctr" anchorCtr="1"/>
          <a:lstStyle/>
          <a:p>
            <a:pPr>
              <a:defRPr sz="1050" b="0" i="0" u="none" strike="noStrike" kern="1200" baseline="0">
                <a:solidFill>
                  <a:schemeClr val="tx1"/>
                </a:solidFill>
                <a:latin typeface="+mn-lt"/>
                <a:ea typeface="+mn-ea"/>
                <a:cs typeface="+mn-cs"/>
              </a:defRPr>
            </a:pPr>
            <a:endParaRPr lang="ja-JP"/>
          </a:p>
        </c:txPr>
        <c:crossAx val="2027545503"/>
        <c:crosses val="autoZero"/>
        <c:crossBetween val="between"/>
      </c:valAx>
      <c:spPr>
        <a:noFill/>
        <a:ln>
          <a:solidFill>
            <a:sysClr val="windowText" lastClr="000000"/>
          </a:solidFill>
        </a:ln>
        <a:effectLst/>
      </c:spPr>
    </c:plotArea>
    <c:legend>
      <c:legendPos val="r"/>
      <c:layout>
        <c:manualLayout>
          <c:xMode val="edge"/>
          <c:yMode val="edge"/>
          <c:x val="0.61542629046369202"/>
          <c:y val="7.7256124234470688E-2"/>
          <c:w val="0.3067959317585302"/>
          <c:h val="0.23437664041994752"/>
        </c:manualLayout>
      </c:layout>
      <c:overlay val="1"/>
      <c:spPr>
        <a:noFill/>
        <a:ln>
          <a:noFill/>
        </a:ln>
        <a:effectLst/>
      </c:spPr>
      <c:txPr>
        <a:bodyPr rot="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ja-JP"/>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solidFill>
            <a:schemeClr val="tx1"/>
          </a:solidFill>
        </a:defRPr>
      </a:pPr>
      <a:endParaRPr lang="ja-JP"/>
    </a:p>
  </c:txPr>
  <c:externalData r:id="rId4">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barChart>
        <c:barDir val="bar"/>
        <c:grouping val="clustered"/>
        <c:varyColors val="0"/>
        <c:ser>
          <c:idx val="0"/>
          <c:order val="0"/>
          <c:tx>
            <c:v>基準</c:v>
          </c:tx>
          <c:spPr>
            <a:solidFill>
              <a:schemeClr val="accent1"/>
            </a:solidFill>
            <a:ln>
              <a:noFill/>
            </a:ln>
            <a:effectLst/>
          </c:spPr>
          <c:invertIfNegative val="0"/>
          <c:cat>
            <c:strRef>
              <c:f>input_std_Ti!$A$2:$A$9</c:f>
              <c:strCache>
                <c:ptCount val="8"/>
                <c:pt idx="0">
                  <c:v> &lt; 0  0 12  0  &gt;</c:v>
                </c:pt>
                <c:pt idx="1">
                  <c:v> &lt; 0  2  8  1 &gt;</c:v>
                </c:pt>
                <c:pt idx="2">
                  <c:v> &lt; 0  2  8  2 &gt;</c:v>
                </c:pt>
                <c:pt idx="3">
                  <c:v> &lt; 0  1 10  2 &gt;</c:v>
                </c:pt>
                <c:pt idx="4">
                  <c:v>&lt; 0  3  6  3 &gt;</c:v>
                </c:pt>
                <c:pt idx="5">
                  <c:v> &lt; 0  4  6  2 &gt;</c:v>
                </c:pt>
                <c:pt idx="6">
                  <c:v> &lt; 0  4  4  3 &gt;</c:v>
                </c:pt>
                <c:pt idx="7">
                  <c:v> &lt; 0  4  6  1 &gt;</c:v>
                </c:pt>
              </c:strCache>
            </c:strRef>
          </c:cat>
          <c:val>
            <c:numRef>
              <c:f>input_std_Ti!$B$2:$B$9</c:f>
              <c:numCache>
                <c:formatCode>General</c:formatCode>
                <c:ptCount val="8"/>
                <c:pt idx="0">
                  <c:v>236</c:v>
                </c:pt>
                <c:pt idx="1">
                  <c:v>214</c:v>
                </c:pt>
                <c:pt idx="2">
                  <c:v>157</c:v>
                </c:pt>
                <c:pt idx="3">
                  <c:v>117</c:v>
                </c:pt>
                <c:pt idx="4">
                  <c:v>109</c:v>
                </c:pt>
                <c:pt idx="5">
                  <c:v>97</c:v>
                </c:pt>
                <c:pt idx="6">
                  <c:v>90</c:v>
                </c:pt>
                <c:pt idx="7">
                  <c:v>84</c:v>
                </c:pt>
              </c:numCache>
            </c:numRef>
          </c:val>
          <c:extLst>
            <c:ext xmlns:c16="http://schemas.microsoft.com/office/drawing/2014/chart" uri="{C3380CC4-5D6E-409C-BE32-E72D297353CC}">
              <c16:uniqueId val="{00000000-039F-4D87-BC7B-B4B746C5FA61}"/>
            </c:ext>
          </c:extLst>
        </c:ser>
        <c:ser>
          <c:idx val="1"/>
          <c:order val="1"/>
          <c:tx>
            <c:v>Zr, Ti の原子サイズ1.1倍</c:v>
          </c:tx>
          <c:spPr>
            <a:solidFill>
              <a:schemeClr val="accent2"/>
            </a:solidFill>
            <a:ln>
              <a:noFill/>
            </a:ln>
            <a:effectLst/>
          </c:spPr>
          <c:invertIfNegative val="0"/>
          <c:cat>
            <c:strRef>
              <c:f>input_std_Ti!$A$2:$A$9</c:f>
              <c:strCache>
                <c:ptCount val="8"/>
                <c:pt idx="0">
                  <c:v> &lt; 0  0 12  0  &gt;</c:v>
                </c:pt>
                <c:pt idx="1">
                  <c:v> &lt; 0  2  8  1 &gt;</c:v>
                </c:pt>
                <c:pt idx="2">
                  <c:v> &lt; 0  2  8  2 &gt;</c:v>
                </c:pt>
                <c:pt idx="3">
                  <c:v> &lt; 0  1 10  2 &gt;</c:v>
                </c:pt>
                <c:pt idx="4">
                  <c:v>&lt; 0  3  6  3 &gt;</c:v>
                </c:pt>
                <c:pt idx="5">
                  <c:v> &lt; 0  4  6  2 &gt;</c:v>
                </c:pt>
                <c:pt idx="6">
                  <c:v> &lt; 0  4  4  3 &gt;</c:v>
                </c:pt>
                <c:pt idx="7">
                  <c:v> &lt; 0  4  6  1 &gt;</c:v>
                </c:pt>
              </c:strCache>
            </c:strRef>
          </c:cat>
          <c:val>
            <c:numRef>
              <c:f>input_std_Ti!$C$2:$C$9</c:f>
              <c:numCache>
                <c:formatCode>General</c:formatCode>
                <c:ptCount val="8"/>
                <c:pt idx="0">
                  <c:v>153</c:v>
                </c:pt>
                <c:pt idx="1">
                  <c:v>117</c:v>
                </c:pt>
                <c:pt idx="2">
                  <c:v>168</c:v>
                </c:pt>
                <c:pt idx="3">
                  <c:v>193</c:v>
                </c:pt>
                <c:pt idx="4">
                  <c:v>112</c:v>
                </c:pt>
                <c:pt idx="5">
                  <c:v>96</c:v>
                </c:pt>
                <c:pt idx="6">
                  <c:v>34</c:v>
                </c:pt>
                <c:pt idx="7">
                  <c:v>34</c:v>
                </c:pt>
              </c:numCache>
            </c:numRef>
          </c:val>
          <c:extLst>
            <c:ext xmlns:c16="http://schemas.microsoft.com/office/drawing/2014/chart" uri="{C3380CC4-5D6E-409C-BE32-E72D297353CC}">
              <c16:uniqueId val="{00000001-039F-4D87-BC7B-B4B746C5FA61}"/>
            </c:ext>
          </c:extLst>
        </c:ser>
        <c:ser>
          <c:idx val="2"/>
          <c:order val="2"/>
          <c:tx>
            <c:v>Zr, Ti の原子サイズ0.9倍</c:v>
          </c:tx>
          <c:spPr>
            <a:solidFill>
              <a:schemeClr val="accent3"/>
            </a:solidFill>
            <a:ln>
              <a:noFill/>
            </a:ln>
            <a:effectLst/>
          </c:spPr>
          <c:invertIfNegative val="0"/>
          <c:cat>
            <c:strRef>
              <c:f>input_std_Ti!$A$2:$A$9</c:f>
              <c:strCache>
                <c:ptCount val="8"/>
                <c:pt idx="0">
                  <c:v> &lt; 0  0 12  0  &gt;</c:v>
                </c:pt>
                <c:pt idx="1">
                  <c:v> &lt; 0  2  8  1 &gt;</c:v>
                </c:pt>
                <c:pt idx="2">
                  <c:v> &lt; 0  2  8  2 &gt;</c:v>
                </c:pt>
                <c:pt idx="3">
                  <c:v> &lt; 0  1 10  2 &gt;</c:v>
                </c:pt>
                <c:pt idx="4">
                  <c:v>&lt; 0  3  6  3 &gt;</c:v>
                </c:pt>
                <c:pt idx="5">
                  <c:v> &lt; 0  4  6  2 &gt;</c:v>
                </c:pt>
                <c:pt idx="6">
                  <c:v> &lt; 0  4  4  3 &gt;</c:v>
                </c:pt>
                <c:pt idx="7">
                  <c:v> &lt; 0  4  6  1 &gt;</c:v>
                </c:pt>
              </c:strCache>
            </c:strRef>
          </c:cat>
          <c:val>
            <c:numRef>
              <c:f>input_std_Ti!$D$2:$D$9</c:f>
              <c:numCache>
                <c:formatCode>General</c:formatCode>
                <c:ptCount val="8"/>
                <c:pt idx="0">
                  <c:v>48</c:v>
                </c:pt>
                <c:pt idx="1">
                  <c:v>61</c:v>
                </c:pt>
                <c:pt idx="2">
                  <c:v>79</c:v>
                </c:pt>
                <c:pt idx="3">
                  <c:v>33</c:v>
                </c:pt>
                <c:pt idx="4">
                  <c:v>55</c:v>
                </c:pt>
                <c:pt idx="5">
                  <c:v>104</c:v>
                </c:pt>
                <c:pt idx="6">
                  <c:v>98</c:v>
                </c:pt>
                <c:pt idx="7">
                  <c:v>47</c:v>
                </c:pt>
              </c:numCache>
            </c:numRef>
          </c:val>
          <c:extLst>
            <c:ext xmlns:c16="http://schemas.microsoft.com/office/drawing/2014/chart" uri="{C3380CC4-5D6E-409C-BE32-E72D297353CC}">
              <c16:uniqueId val="{00000002-039F-4D87-BC7B-B4B746C5FA61}"/>
            </c:ext>
          </c:extLst>
        </c:ser>
        <c:dLbls>
          <c:showLegendKey val="0"/>
          <c:showVal val="0"/>
          <c:showCatName val="0"/>
          <c:showSerName val="0"/>
          <c:showPercent val="0"/>
          <c:showBubbleSize val="0"/>
        </c:dLbls>
        <c:gapWidth val="182"/>
        <c:axId val="549351759"/>
        <c:axId val="549364719"/>
      </c:barChart>
      <c:catAx>
        <c:axId val="549351759"/>
        <c:scaling>
          <c:orientation val="minMax"/>
        </c:scaling>
        <c:delete val="0"/>
        <c:axPos val="l"/>
        <c:title>
          <c:tx>
            <c:rich>
              <a:bodyPr rot="-5400000" spcFirstLastPara="1" vertOverflow="ellipsis" vert="horz" wrap="square" anchor="ctr" anchorCtr="1"/>
              <a:lstStyle/>
              <a:p>
                <a:pPr>
                  <a:defRPr sz="1000" b="0" i="0" u="none" strike="noStrike" kern="1200" baseline="0">
                    <a:solidFill>
                      <a:schemeClr val="tx1"/>
                    </a:solidFill>
                    <a:latin typeface="+mn-lt"/>
                    <a:ea typeface="+mn-ea"/>
                    <a:cs typeface="+mn-cs"/>
                  </a:defRPr>
                </a:pPr>
                <a:r>
                  <a:rPr lang="en-US"/>
                  <a:t>Voronoi Index</a:t>
                </a:r>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ja-JP"/>
            </a:p>
          </c:txPr>
        </c:title>
        <c:numFmt formatCode="General" sourceLinked="1"/>
        <c:majorTickMark val="none"/>
        <c:minorTickMark val="none"/>
        <c:tickLblPos val="nextTo"/>
        <c:spPr>
          <a:noFill/>
          <a:ln w="9525" cap="flat" cmpd="sng" algn="ctr">
            <a:noFill/>
            <a:round/>
          </a:ln>
          <a:effectLst/>
        </c:spPr>
        <c:txPr>
          <a:bodyPr rot="-60000000" spcFirstLastPara="1" vertOverflow="ellipsis" vert="horz" wrap="square" anchor="ctr" anchorCtr="1"/>
          <a:lstStyle/>
          <a:p>
            <a:pPr>
              <a:defRPr sz="1050" b="0" i="0" u="none" strike="noStrike" kern="1200" baseline="0">
                <a:solidFill>
                  <a:schemeClr val="tx1"/>
                </a:solidFill>
                <a:latin typeface="+mn-lt"/>
                <a:ea typeface="+mn-ea"/>
                <a:cs typeface="+mn-cs"/>
              </a:defRPr>
            </a:pPr>
            <a:endParaRPr lang="ja-JP"/>
          </a:p>
        </c:txPr>
        <c:crossAx val="549364719"/>
        <c:crosses val="autoZero"/>
        <c:auto val="1"/>
        <c:lblAlgn val="ctr"/>
        <c:lblOffset val="100"/>
        <c:noMultiLvlLbl val="0"/>
      </c:catAx>
      <c:valAx>
        <c:axId val="549364719"/>
        <c:scaling>
          <c:orientation val="minMax"/>
        </c:scaling>
        <c:delete val="0"/>
        <c:axPos val="b"/>
        <c:majorGridlines>
          <c:spPr>
            <a:ln w="9525" cap="flat" cmpd="sng" algn="ctr">
              <a:noFill/>
              <a:round/>
            </a:ln>
            <a:effectLst/>
          </c:spPr>
        </c:majorGridlines>
        <c:title>
          <c:tx>
            <c:rich>
              <a:bodyPr rot="0" spcFirstLastPara="1" vertOverflow="ellipsis" vert="horz" wrap="square" anchor="ctr" anchorCtr="1"/>
              <a:lstStyle/>
              <a:p>
                <a:pPr>
                  <a:defRPr sz="1000" b="0" i="0" u="none" strike="noStrike" kern="1200" baseline="0">
                    <a:solidFill>
                      <a:schemeClr val="tx1"/>
                    </a:solidFill>
                    <a:latin typeface="+mn-lt"/>
                    <a:ea typeface="+mn-ea"/>
                    <a:cs typeface="+mn-cs"/>
                  </a:defRPr>
                </a:pPr>
                <a:r>
                  <a:rPr lang="en-US"/>
                  <a:t>Number</a:t>
                </a:r>
                <a:endParaRPr lang="ja-JP"/>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ja-JP" altLang="en-US"/>
            </a:p>
          </c:txPr>
        </c:title>
        <c:numFmt formatCode="General" sourceLinked="1"/>
        <c:majorTickMark val="out"/>
        <c:minorTickMark val="none"/>
        <c:tickLblPos val="nextTo"/>
        <c:spPr>
          <a:noFill/>
          <a:ln>
            <a:solidFill>
              <a:sysClr val="windowText" lastClr="000000"/>
            </a:solidFill>
          </a:ln>
          <a:effectLst/>
        </c:spPr>
        <c:txPr>
          <a:bodyPr rot="-60000000" spcFirstLastPara="1" vertOverflow="ellipsis" vert="horz" wrap="square" anchor="ctr" anchorCtr="1"/>
          <a:lstStyle/>
          <a:p>
            <a:pPr>
              <a:defRPr sz="1050" b="0" i="0" u="none" strike="noStrike" kern="1200" baseline="0">
                <a:solidFill>
                  <a:schemeClr val="tx1"/>
                </a:solidFill>
                <a:latin typeface="+mn-lt"/>
                <a:ea typeface="+mn-ea"/>
                <a:cs typeface="+mn-cs"/>
              </a:defRPr>
            </a:pPr>
            <a:endParaRPr lang="ja-JP"/>
          </a:p>
        </c:txPr>
        <c:crossAx val="549351759"/>
        <c:crosses val="autoZero"/>
        <c:crossBetween val="between"/>
      </c:valAx>
      <c:spPr>
        <a:noFill/>
        <a:ln>
          <a:solidFill>
            <a:sysClr val="windowText" lastClr="000000"/>
          </a:solidFill>
        </a:ln>
        <a:effectLst/>
      </c:spPr>
    </c:plotArea>
    <c:legend>
      <c:legendPos val="b"/>
      <c:layout>
        <c:manualLayout>
          <c:xMode val="edge"/>
          <c:yMode val="edge"/>
          <c:x val="0.60721172353455821"/>
          <c:y val="6.076334208223972E-2"/>
          <c:w val="0.32446522309711284"/>
          <c:h val="0.24942184310294543"/>
        </c:manualLayout>
      </c:layout>
      <c:overlay val="1"/>
      <c:spPr>
        <a:noFill/>
        <a:ln>
          <a:noFill/>
        </a:ln>
        <a:effectLst/>
      </c:spPr>
      <c:txPr>
        <a:bodyPr rot="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ja-JP"/>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solidFill>
            <a:schemeClr val="tx1"/>
          </a:solidFill>
        </a:defRPr>
      </a:pPr>
      <a:endParaRPr lang="ja-JP"/>
    </a:p>
  </c:txPr>
  <c:externalData r:id="rId4">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barChart>
        <c:barDir val="bar"/>
        <c:grouping val="clustered"/>
        <c:varyColors val="0"/>
        <c:ser>
          <c:idx val="0"/>
          <c:order val="0"/>
          <c:tx>
            <c:v>基準</c:v>
          </c:tx>
          <c:spPr>
            <a:solidFill>
              <a:schemeClr val="accent1"/>
            </a:solidFill>
            <a:ln>
              <a:noFill/>
            </a:ln>
            <a:effectLst/>
          </c:spPr>
          <c:invertIfNegative val="0"/>
          <c:cat>
            <c:strRef>
              <c:f>input_std_Cu!$A$2:$A$9</c:f>
              <c:strCache>
                <c:ptCount val="8"/>
                <c:pt idx="0">
                  <c:v> &lt; 0  2  8  1 &gt;</c:v>
                </c:pt>
                <c:pt idx="1">
                  <c:v> &lt; 0  3  6  1 &gt;</c:v>
                </c:pt>
                <c:pt idx="2">
                  <c:v> &lt; 0  0 12  0 &gt;</c:v>
                </c:pt>
                <c:pt idx="3">
                  <c:v> &lt; 0  2  8  0 &gt;</c:v>
                </c:pt>
                <c:pt idx="4">
                  <c:v> &lt; 0  4  6  0 &gt;</c:v>
                </c:pt>
                <c:pt idx="5">
                  <c:v> &lt; 0  2  8  2 &gt;</c:v>
                </c:pt>
                <c:pt idx="6">
                  <c:v> &lt; 0  3  6  0 &gt;</c:v>
                </c:pt>
                <c:pt idx="7">
                  <c:v> &lt; 0  4  6  1 &gt;</c:v>
                </c:pt>
              </c:strCache>
            </c:strRef>
          </c:cat>
          <c:val>
            <c:numRef>
              <c:f>input_std_Cu!$B$2:$B$9</c:f>
              <c:numCache>
                <c:formatCode>General</c:formatCode>
                <c:ptCount val="8"/>
                <c:pt idx="0">
                  <c:v>609</c:v>
                </c:pt>
                <c:pt idx="1">
                  <c:v>332</c:v>
                </c:pt>
                <c:pt idx="2">
                  <c:v>331</c:v>
                </c:pt>
                <c:pt idx="3">
                  <c:v>303</c:v>
                </c:pt>
                <c:pt idx="4">
                  <c:v>218</c:v>
                </c:pt>
                <c:pt idx="5">
                  <c:v>161</c:v>
                </c:pt>
                <c:pt idx="6">
                  <c:v>137</c:v>
                </c:pt>
                <c:pt idx="7">
                  <c:v>135</c:v>
                </c:pt>
              </c:numCache>
            </c:numRef>
          </c:val>
          <c:extLst>
            <c:ext xmlns:c16="http://schemas.microsoft.com/office/drawing/2014/chart" uri="{C3380CC4-5D6E-409C-BE32-E72D297353CC}">
              <c16:uniqueId val="{00000000-FA71-420F-99C9-78A81B0CB2AF}"/>
            </c:ext>
          </c:extLst>
        </c:ser>
        <c:ser>
          <c:idx val="1"/>
          <c:order val="1"/>
          <c:tx>
            <c:v>Zr, Ti の原子サイズ1.1倍</c:v>
          </c:tx>
          <c:spPr>
            <a:solidFill>
              <a:schemeClr val="accent2"/>
            </a:solidFill>
            <a:ln>
              <a:noFill/>
            </a:ln>
            <a:effectLst/>
          </c:spPr>
          <c:invertIfNegative val="0"/>
          <c:cat>
            <c:strRef>
              <c:f>input_std_Cu!$A$2:$A$9</c:f>
              <c:strCache>
                <c:ptCount val="8"/>
                <c:pt idx="0">
                  <c:v> &lt; 0  2  8  1 &gt;</c:v>
                </c:pt>
                <c:pt idx="1">
                  <c:v> &lt; 0  3  6  1 &gt;</c:v>
                </c:pt>
                <c:pt idx="2">
                  <c:v> &lt; 0  0 12  0 &gt;</c:v>
                </c:pt>
                <c:pt idx="3">
                  <c:v> &lt; 0  2  8  0 &gt;</c:v>
                </c:pt>
                <c:pt idx="4">
                  <c:v> &lt; 0  4  6  0 &gt;</c:v>
                </c:pt>
                <c:pt idx="5">
                  <c:v> &lt; 0  2  8  2 &gt;</c:v>
                </c:pt>
                <c:pt idx="6">
                  <c:v> &lt; 0  3  6  0 &gt;</c:v>
                </c:pt>
                <c:pt idx="7">
                  <c:v> &lt; 0  4  6  1 &gt;</c:v>
                </c:pt>
              </c:strCache>
            </c:strRef>
          </c:cat>
          <c:val>
            <c:numRef>
              <c:f>input_std_Cu!$C$2:$C$9</c:f>
              <c:numCache>
                <c:formatCode>General</c:formatCode>
                <c:ptCount val="8"/>
                <c:pt idx="0">
                  <c:v>548</c:v>
                </c:pt>
                <c:pt idx="1">
                  <c:v>413</c:v>
                </c:pt>
                <c:pt idx="2">
                  <c:v>229</c:v>
                </c:pt>
                <c:pt idx="3">
                  <c:v>456</c:v>
                </c:pt>
                <c:pt idx="4">
                  <c:v>260</c:v>
                </c:pt>
                <c:pt idx="5">
                  <c:v>63</c:v>
                </c:pt>
                <c:pt idx="6">
                  <c:v>296</c:v>
                </c:pt>
                <c:pt idx="7">
                  <c:v>122</c:v>
                </c:pt>
              </c:numCache>
            </c:numRef>
          </c:val>
          <c:extLst>
            <c:ext xmlns:c16="http://schemas.microsoft.com/office/drawing/2014/chart" uri="{C3380CC4-5D6E-409C-BE32-E72D297353CC}">
              <c16:uniqueId val="{00000001-FA71-420F-99C9-78A81B0CB2AF}"/>
            </c:ext>
          </c:extLst>
        </c:ser>
        <c:ser>
          <c:idx val="2"/>
          <c:order val="2"/>
          <c:tx>
            <c:v>Zr, Ti の原子サイズ0.9倍</c:v>
          </c:tx>
          <c:spPr>
            <a:solidFill>
              <a:schemeClr val="accent3"/>
            </a:solidFill>
            <a:ln>
              <a:noFill/>
            </a:ln>
            <a:effectLst/>
          </c:spPr>
          <c:invertIfNegative val="0"/>
          <c:cat>
            <c:strRef>
              <c:f>input_std_Cu!$A$2:$A$9</c:f>
              <c:strCache>
                <c:ptCount val="8"/>
                <c:pt idx="0">
                  <c:v> &lt; 0  2  8  1 &gt;</c:v>
                </c:pt>
                <c:pt idx="1">
                  <c:v> &lt; 0  3  6  1 &gt;</c:v>
                </c:pt>
                <c:pt idx="2">
                  <c:v> &lt; 0  0 12  0 &gt;</c:v>
                </c:pt>
                <c:pt idx="3">
                  <c:v> &lt; 0  2  8  0 &gt;</c:v>
                </c:pt>
                <c:pt idx="4">
                  <c:v> &lt; 0  4  6  0 &gt;</c:v>
                </c:pt>
                <c:pt idx="5">
                  <c:v> &lt; 0  2  8  2 &gt;</c:v>
                </c:pt>
                <c:pt idx="6">
                  <c:v> &lt; 0  3  6  0 &gt;</c:v>
                </c:pt>
                <c:pt idx="7">
                  <c:v> &lt; 0  4  6  1 &gt;</c:v>
                </c:pt>
              </c:strCache>
            </c:strRef>
          </c:cat>
          <c:val>
            <c:numRef>
              <c:f>input_std_Cu!$D$2:$D$9</c:f>
              <c:numCache>
                <c:formatCode>General</c:formatCode>
                <c:ptCount val="8"/>
                <c:pt idx="0">
                  <c:v>183</c:v>
                </c:pt>
                <c:pt idx="1">
                  <c:v>95</c:v>
                </c:pt>
                <c:pt idx="2">
                  <c:v>110</c:v>
                </c:pt>
                <c:pt idx="3">
                  <c:v>21</c:v>
                </c:pt>
                <c:pt idx="4">
                  <c:v>47</c:v>
                </c:pt>
                <c:pt idx="5">
                  <c:v>129</c:v>
                </c:pt>
                <c:pt idx="6">
                  <c:v>5</c:v>
                </c:pt>
                <c:pt idx="7">
                  <c:v>158</c:v>
                </c:pt>
              </c:numCache>
            </c:numRef>
          </c:val>
          <c:extLst>
            <c:ext xmlns:c16="http://schemas.microsoft.com/office/drawing/2014/chart" uri="{C3380CC4-5D6E-409C-BE32-E72D297353CC}">
              <c16:uniqueId val="{00000002-FA71-420F-99C9-78A81B0CB2AF}"/>
            </c:ext>
          </c:extLst>
        </c:ser>
        <c:dLbls>
          <c:showLegendKey val="0"/>
          <c:showVal val="0"/>
          <c:showCatName val="0"/>
          <c:showSerName val="0"/>
          <c:showPercent val="0"/>
          <c:showBubbleSize val="0"/>
        </c:dLbls>
        <c:gapWidth val="182"/>
        <c:axId val="1173334960"/>
        <c:axId val="1173348400"/>
      </c:barChart>
      <c:catAx>
        <c:axId val="1173334960"/>
        <c:scaling>
          <c:orientation val="minMax"/>
        </c:scaling>
        <c:delete val="0"/>
        <c:axPos val="l"/>
        <c:title>
          <c:tx>
            <c:rich>
              <a:bodyPr rot="-5400000" spcFirstLastPara="1" vertOverflow="ellipsis" vert="horz" wrap="square" anchor="ctr" anchorCtr="1"/>
              <a:lstStyle/>
              <a:p>
                <a:pPr>
                  <a:defRPr sz="1000" b="0" i="0" u="none" strike="noStrike" kern="1200" baseline="0">
                    <a:solidFill>
                      <a:schemeClr val="tx1"/>
                    </a:solidFill>
                    <a:latin typeface="+mn-lt"/>
                    <a:ea typeface="+mn-ea"/>
                    <a:cs typeface="+mn-cs"/>
                  </a:defRPr>
                </a:pPr>
                <a:r>
                  <a:rPr lang="en-US"/>
                  <a:t>Voronoi Index</a:t>
                </a:r>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ja-JP"/>
            </a:p>
          </c:txPr>
        </c:title>
        <c:numFmt formatCode="General" sourceLinked="1"/>
        <c:majorTickMark val="none"/>
        <c:minorTickMark val="none"/>
        <c:tickLblPos val="nextTo"/>
        <c:spPr>
          <a:noFill/>
          <a:ln w="9525" cap="flat" cmpd="sng" algn="ctr">
            <a:noFill/>
            <a:round/>
          </a:ln>
          <a:effectLst/>
        </c:spPr>
        <c:txPr>
          <a:bodyPr rot="-60000000" spcFirstLastPara="1" vertOverflow="ellipsis" vert="horz" wrap="square" anchor="ctr" anchorCtr="1"/>
          <a:lstStyle/>
          <a:p>
            <a:pPr>
              <a:defRPr sz="1050" b="0" i="0" u="none" strike="noStrike" kern="1200" baseline="0">
                <a:solidFill>
                  <a:schemeClr val="tx1"/>
                </a:solidFill>
                <a:latin typeface="+mn-lt"/>
                <a:ea typeface="+mn-ea"/>
                <a:cs typeface="+mn-cs"/>
              </a:defRPr>
            </a:pPr>
            <a:endParaRPr lang="ja-JP"/>
          </a:p>
        </c:txPr>
        <c:crossAx val="1173348400"/>
        <c:crosses val="autoZero"/>
        <c:auto val="1"/>
        <c:lblAlgn val="ctr"/>
        <c:lblOffset val="100"/>
        <c:noMultiLvlLbl val="0"/>
      </c:catAx>
      <c:valAx>
        <c:axId val="1173348400"/>
        <c:scaling>
          <c:orientation val="minMax"/>
        </c:scaling>
        <c:delete val="0"/>
        <c:axPos val="b"/>
        <c:majorGridlines>
          <c:spPr>
            <a:ln w="9525" cap="flat" cmpd="sng" algn="ctr">
              <a:noFill/>
              <a:round/>
            </a:ln>
            <a:effectLst/>
          </c:spPr>
        </c:majorGridlines>
        <c:title>
          <c:tx>
            <c:rich>
              <a:bodyPr rot="0" spcFirstLastPara="1" vertOverflow="ellipsis" vert="horz" wrap="square" anchor="ctr" anchorCtr="1"/>
              <a:lstStyle/>
              <a:p>
                <a:pPr>
                  <a:defRPr sz="1000" b="0" i="0" u="none" strike="noStrike" kern="1200" baseline="0">
                    <a:solidFill>
                      <a:schemeClr val="tx1"/>
                    </a:solidFill>
                    <a:latin typeface="+mn-lt"/>
                    <a:ea typeface="+mn-ea"/>
                    <a:cs typeface="+mn-cs"/>
                  </a:defRPr>
                </a:pPr>
                <a:r>
                  <a:rPr lang="en-US"/>
                  <a:t>Number</a:t>
                </a:r>
                <a:endParaRPr lang="ja-JP"/>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ja-JP" altLang="en-US"/>
            </a:p>
          </c:txPr>
        </c:title>
        <c:numFmt formatCode="General" sourceLinked="1"/>
        <c:majorTickMark val="out"/>
        <c:minorTickMark val="none"/>
        <c:tickLblPos val="nextTo"/>
        <c:spPr>
          <a:noFill/>
          <a:ln>
            <a:solidFill>
              <a:sysClr val="windowText" lastClr="000000"/>
            </a:solidFill>
          </a:ln>
          <a:effectLst/>
        </c:spPr>
        <c:txPr>
          <a:bodyPr rot="-60000000" spcFirstLastPara="1" vertOverflow="ellipsis" vert="horz" wrap="square" anchor="ctr" anchorCtr="1"/>
          <a:lstStyle/>
          <a:p>
            <a:pPr>
              <a:defRPr sz="1050" b="0" i="0" u="none" strike="noStrike" kern="1200" baseline="0">
                <a:solidFill>
                  <a:schemeClr val="tx1"/>
                </a:solidFill>
                <a:latin typeface="+mn-lt"/>
                <a:ea typeface="+mn-ea"/>
                <a:cs typeface="+mn-cs"/>
              </a:defRPr>
            </a:pPr>
            <a:endParaRPr lang="ja-JP"/>
          </a:p>
        </c:txPr>
        <c:crossAx val="1173334960"/>
        <c:crosses val="autoZero"/>
        <c:crossBetween val="between"/>
      </c:valAx>
      <c:spPr>
        <a:noFill/>
        <a:ln>
          <a:solidFill>
            <a:sysClr val="windowText" lastClr="000000"/>
          </a:solidFill>
        </a:ln>
        <a:effectLst/>
      </c:spPr>
    </c:plotArea>
    <c:legend>
      <c:legendPos val="b"/>
      <c:layout>
        <c:manualLayout>
          <c:xMode val="edge"/>
          <c:yMode val="edge"/>
          <c:x val="0.62110061242344694"/>
          <c:y val="8.3911490230387867E-2"/>
          <c:w val="0.32446522309711284"/>
          <c:h val="0.230903324584427"/>
        </c:manualLayout>
      </c:layout>
      <c:overlay val="1"/>
      <c:spPr>
        <a:noFill/>
        <a:ln>
          <a:noFill/>
        </a:ln>
        <a:effectLst/>
      </c:spPr>
      <c:txPr>
        <a:bodyPr rot="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ja-JP"/>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solidFill>
            <a:schemeClr val="tx1"/>
          </a:solidFill>
        </a:defRPr>
      </a:pPr>
      <a:endParaRPr lang="ja-JP"/>
    </a:p>
  </c:txPr>
  <c:externalData r:id="rId4">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barChart>
        <c:barDir val="bar"/>
        <c:grouping val="clustered"/>
        <c:varyColors val="0"/>
        <c:ser>
          <c:idx val="0"/>
          <c:order val="0"/>
          <c:tx>
            <c:v>基準</c:v>
          </c:tx>
          <c:spPr>
            <a:solidFill>
              <a:schemeClr val="accent1"/>
            </a:solidFill>
            <a:ln>
              <a:noFill/>
            </a:ln>
            <a:effectLst/>
          </c:spPr>
          <c:invertIfNegative val="0"/>
          <c:cat>
            <c:strRef>
              <c:f>input_std_Be!$A$2:$A$9</c:f>
              <c:strCache>
                <c:ptCount val="8"/>
                <c:pt idx="0">
                  <c:v> &lt; 0  3  6  0  &gt;</c:v>
                </c:pt>
                <c:pt idx="1">
                  <c:v> &lt; 0  2  8  0 &gt;</c:v>
                </c:pt>
                <c:pt idx="2">
                  <c:v> &lt; 0  3  6  1 &gt;</c:v>
                </c:pt>
                <c:pt idx="3">
                  <c:v> &lt; 0  4  6  0 &gt;</c:v>
                </c:pt>
                <c:pt idx="4">
                  <c:v> &lt; 0  2  8  1 &gt;</c:v>
                </c:pt>
                <c:pt idx="5">
                  <c:v> &lt; 0  5  4  0 &gt;</c:v>
                </c:pt>
                <c:pt idx="6">
                  <c:v> &lt; 0  4  4  0 &gt;</c:v>
                </c:pt>
                <c:pt idx="7">
                  <c:v> &lt; 0  4  4  1 &gt;</c:v>
                </c:pt>
              </c:strCache>
            </c:strRef>
          </c:cat>
          <c:val>
            <c:numRef>
              <c:f>input_std_Be!$B$2:$B$9</c:f>
              <c:numCache>
                <c:formatCode>General</c:formatCode>
                <c:ptCount val="8"/>
                <c:pt idx="0">
                  <c:v>810</c:v>
                </c:pt>
                <c:pt idx="1">
                  <c:v>463</c:v>
                </c:pt>
                <c:pt idx="2">
                  <c:v>449</c:v>
                </c:pt>
                <c:pt idx="3">
                  <c:v>285</c:v>
                </c:pt>
                <c:pt idx="4">
                  <c:v>249</c:v>
                </c:pt>
                <c:pt idx="5">
                  <c:v>231</c:v>
                </c:pt>
                <c:pt idx="6">
                  <c:v>172</c:v>
                </c:pt>
                <c:pt idx="7">
                  <c:v>109</c:v>
                </c:pt>
              </c:numCache>
            </c:numRef>
          </c:val>
          <c:extLst>
            <c:ext xmlns:c16="http://schemas.microsoft.com/office/drawing/2014/chart" uri="{C3380CC4-5D6E-409C-BE32-E72D297353CC}">
              <c16:uniqueId val="{00000000-AFBF-4F01-9664-C568EC03144C}"/>
            </c:ext>
          </c:extLst>
        </c:ser>
        <c:ser>
          <c:idx val="1"/>
          <c:order val="1"/>
          <c:tx>
            <c:v>Zr, Ti の原子サイズ1.1倍</c:v>
          </c:tx>
          <c:spPr>
            <a:solidFill>
              <a:schemeClr val="accent2"/>
            </a:solidFill>
            <a:ln>
              <a:noFill/>
            </a:ln>
            <a:effectLst/>
          </c:spPr>
          <c:invertIfNegative val="0"/>
          <c:cat>
            <c:strRef>
              <c:f>input_std_Be!$A$2:$A$9</c:f>
              <c:strCache>
                <c:ptCount val="8"/>
                <c:pt idx="0">
                  <c:v> &lt; 0  3  6  0  &gt;</c:v>
                </c:pt>
                <c:pt idx="1">
                  <c:v> &lt; 0  2  8  0 &gt;</c:v>
                </c:pt>
                <c:pt idx="2">
                  <c:v> &lt; 0  3  6  1 &gt;</c:v>
                </c:pt>
                <c:pt idx="3">
                  <c:v> &lt; 0  4  6  0 &gt;</c:v>
                </c:pt>
                <c:pt idx="4">
                  <c:v> &lt; 0  2  8  1 &gt;</c:v>
                </c:pt>
                <c:pt idx="5">
                  <c:v> &lt; 0  5  4  0 &gt;</c:v>
                </c:pt>
                <c:pt idx="6">
                  <c:v> &lt; 0  4  4  0 &gt;</c:v>
                </c:pt>
                <c:pt idx="7">
                  <c:v> &lt; 0  4  4  1 &gt;</c:v>
                </c:pt>
              </c:strCache>
            </c:strRef>
          </c:cat>
          <c:val>
            <c:numRef>
              <c:f>input_std_Be!$C$2:$C$9</c:f>
              <c:numCache>
                <c:formatCode>General</c:formatCode>
                <c:ptCount val="8"/>
                <c:pt idx="0">
                  <c:v>1021</c:v>
                </c:pt>
                <c:pt idx="1">
                  <c:v>490</c:v>
                </c:pt>
                <c:pt idx="2">
                  <c:v>381</c:v>
                </c:pt>
                <c:pt idx="3">
                  <c:v>246</c:v>
                </c:pt>
                <c:pt idx="4">
                  <c:v>138</c:v>
                </c:pt>
                <c:pt idx="5">
                  <c:v>248</c:v>
                </c:pt>
                <c:pt idx="6">
                  <c:v>310</c:v>
                </c:pt>
                <c:pt idx="7">
                  <c:v>92</c:v>
                </c:pt>
              </c:numCache>
            </c:numRef>
          </c:val>
          <c:extLst>
            <c:ext xmlns:c16="http://schemas.microsoft.com/office/drawing/2014/chart" uri="{C3380CC4-5D6E-409C-BE32-E72D297353CC}">
              <c16:uniqueId val="{00000001-AFBF-4F01-9664-C568EC03144C}"/>
            </c:ext>
          </c:extLst>
        </c:ser>
        <c:ser>
          <c:idx val="2"/>
          <c:order val="2"/>
          <c:tx>
            <c:v>Zr, Ti の原子サイズ0.9倍</c:v>
          </c:tx>
          <c:spPr>
            <a:solidFill>
              <a:schemeClr val="accent3"/>
            </a:solidFill>
            <a:ln>
              <a:noFill/>
            </a:ln>
            <a:effectLst/>
          </c:spPr>
          <c:invertIfNegative val="0"/>
          <c:cat>
            <c:strRef>
              <c:f>input_std_Be!$A$2:$A$9</c:f>
              <c:strCache>
                <c:ptCount val="8"/>
                <c:pt idx="0">
                  <c:v> &lt; 0  3  6  0  &gt;</c:v>
                </c:pt>
                <c:pt idx="1">
                  <c:v> &lt; 0  2  8  0 &gt;</c:v>
                </c:pt>
                <c:pt idx="2">
                  <c:v> &lt; 0  3  6  1 &gt;</c:v>
                </c:pt>
                <c:pt idx="3">
                  <c:v> &lt; 0  4  6  0 &gt;</c:v>
                </c:pt>
                <c:pt idx="4">
                  <c:v> &lt; 0  2  8  1 &gt;</c:v>
                </c:pt>
                <c:pt idx="5">
                  <c:v> &lt; 0  5  4  0 &gt;</c:v>
                </c:pt>
                <c:pt idx="6">
                  <c:v> &lt; 0  4  4  0 &gt;</c:v>
                </c:pt>
                <c:pt idx="7">
                  <c:v> &lt; 0  4  4  1 &gt;</c:v>
                </c:pt>
              </c:strCache>
            </c:strRef>
          </c:cat>
          <c:val>
            <c:numRef>
              <c:f>input_std_Be!$D$2:$D$9</c:f>
              <c:numCache>
                <c:formatCode>General</c:formatCode>
                <c:ptCount val="8"/>
                <c:pt idx="0">
                  <c:v>145</c:v>
                </c:pt>
                <c:pt idx="1">
                  <c:v>136</c:v>
                </c:pt>
                <c:pt idx="2">
                  <c:v>465</c:v>
                </c:pt>
                <c:pt idx="3">
                  <c:v>180</c:v>
                </c:pt>
                <c:pt idx="4">
                  <c:v>198</c:v>
                </c:pt>
                <c:pt idx="5">
                  <c:v>54</c:v>
                </c:pt>
                <c:pt idx="6">
                  <c:v>12</c:v>
                </c:pt>
                <c:pt idx="7">
                  <c:v>74</c:v>
                </c:pt>
              </c:numCache>
            </c:numRef>
          </c:val>
          <c:extLst>
            <c:ext xmlns:c16="http://schemas.microsoft.com/office/drawing/2014/chart" uri="{C3380CC4-5D6E-409C-BE32-E72D297353CC}">
              <c16:uniqueId val="{00000002-AFBF-4F01-9664-C568EC03144C}"/>
            </c:ext>
          </c:extLst>
        </c:ser>
        <c:dLbls>
          <c:showLegendKey val="0"/>
          <c:showVal val="0"/>
          <c:showCatName val="0"/>
          <c:showSerName val="0"/>
          <c:showPercent val="0"/>
          <c:showBubbleSize val="0"/>
        </c:dLbls>
        <c:gapWidth val="182"/>
        <c:axId val="25666511"/>
        <c:axId val="25653551"/>
      </c:barChart>
      <c:catAx>
        <c:axId val="25666511"/>
        <c:scaling>
          <c:orientation val="minMax"/>
        </c:scaling>
        <c:delete val="0"/>
        <c:axPos val="l"/>
        <c:title>
          <c:tx>
            <c:rich>
              <a:bodyPr rot="-5400000" spcFirstLastPara="1" vertOverflow="ellipsis" vert="horz" wrap="square" anchor="ctr" anchorCtr="1"/>
              <a:lstStyle/>
              <a:p>
                <a:pPr>
                  <a:defRPr sz="1000" b="0" i="0" u="none" strike="noStrike" kern="1200" baseline="0">
                    <a:solidFill>
                      <a:schemeClr val="tx1"/>
                    </a:solidFill>
                    <a:latin typeface="+mn-lt"/>
                    <a:ea typeface="+mn-ea"/>
                    <a:cs typeface="+mn-cs"/>
                  </a:defRPr>
                </a:pPr>
                <a:r>
                  <a:rPr lang="en-US"/>
                  <a:t>Voronoi Index</a:t>
                </a:r>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ja-JP"/>
            </a:p>
          </c:txPr>
        </c:title>
        <c:numFmt formatCode="General" sourceLinked="1"/>
        <c:majorTickMark val="none"/>
        <c:minorTickMark val="none"/>
        <c:tickLblPos val="nextTo"/>
        <c:spPr>
          <a:noFill/>
          <a:ln w="9525" cap="flat" cmpd="sng" algn="ctr">
            <a:noFill/>
            <a:round/>
          </a:ln>
          <a:effectLst/>
        </c:spPr>
        <c:txPr>
          <a:bodyPr rot="-60000000" spcFirstLastPara="1" vertOverflow="ellipsis" vert="horz" wrap="square" anchor="ctr" anchorCtr="1"/>
          <a:lstStyle/>
          <a:p>
            <a:pPr>
              <a:defRPr sz="1050" b="0" i="0" u="none" strike="noStrike" kern="1200" baseline="0">
                <a:solidFill>
                  <a:schemeClr val="tx1"/>
                </a:solidFill>
                <a:latin typeface="+mn-lt"/>
                <a:ea typeface="+mn-ea"/>
                <a:cs typeface="+mn-cs"/>
              </a:defRPr>
            </a:pPr>
            <a:endParaRPr lang="ja-JP"/>
          </a:p>
        </c:txPr>
        <c:crossAx val="25653551"/>
        <c:crosses val="autoZero"/>
        <c:auto val="1"/>
        <c:lblAlgn val="ctr"/>
        <c:lblOffset val="100"/>
        <c:noMultiLvlLbl val="0"/>
      </c:catAx>
      <c:valAx>
        <c:axId val="25653551"/>
        <c:scaling>
          <c:orientation val="minMax"/>
        </c:scaling>
        <c:delete val="0"/>
        <c:axPos val="b"/>
        <c:majorGridlines>
          <c:spPr>
            <a:ln w="9525" cap="flat" cmpd="sng" algn="ctr">
              <a:noFill/>
              <a:round/>
            </a:ln>
            <a:effectLst/>
          </c:spPr>
        </c:majorGridlines>
        <c:title>
          <c:tx>
            <c:rich>
              <a:bodyPr rot="0" spcFirstLastPara="1" vertOverflow="ellipsis" vert="horz" wrap="square" anchor="ctr" anchorCtr="1"/>
              <a:lstStyle/>
              <a:p>
                <a:pPr>
                  <a:defRPr sz="1000" b="0" i="0" u="none" strike="noStrike" kern="1200" baseline="0">
                    <a:solidFill>
                      <a:schemeClr val="tx1"/>
                    </a:solidFill>
                    <a:latin typeface="+mn-lt"/>
                    <a:ea typeface="+mn-ea"/>
                    <a:cs typeface="+mn-cs"/>
                  </a:defRPr>
                </a:pPr>
                <a:r>
                  <a:rPr lang="en-US"/>
                  <a:t>Number</a:t>
                </a:r>
                <a:endParaRPr lang="ja-JP"/>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ja-JP" alt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050" b="0" i="0" u="none" strike="noStrike" kern="1200" baseline="0">
                <a:solidFill>
                  <a:schemeClr val="tx1"/>
                </a:solidFill>
                <a:latin typeface="+mn-lt"/>
                <a:ea typeface="+mn-ea"/>
                <a:cs typeface="+mn-cs"/>
              </a:defRPr>
            </a:pPr>
            <a:endParaRPr lang="ja-JP"/>
          </a:p>
        </c:txPr>
        <c:crossAx val="25666511"/>
        <c:crosses val="autoZero"/>
        <c:crossBetween val="between"/>
      </c:valAx>
      <c:spPr>
        <a:noFill/>
        <a:ln>
          <a:solidFill>
            <a:sysClr val="windowText" lastClr="000000"/>
          </a:solidFill>
        </a:ln>
        <a:effectLst/>
      </c:spPr>
    </c:plotArea>
    <c:legend>
      <c:legendPos val="b"/>
      <c:layout>
        <c:manualLayout>
          <c:xMode val="edge"/>
          <c:yMode val="edge"/>
          <c:x val="0.61276727909011375"/>
          <c:y val="9.7800379119276762E-2"/>
          <c:w val="0.30313188976377953"/>
          <c:h val="0.230903324584427"/>
        </c:manualLayout>
      </c:layout>
      <c:overlay val="1"/>
      <c:spPr>
        <a:noFill/>
        <a:ln>
          <a:noFill/>
        </a:ln>
        <a:effectLst/>
      </c:spPr>
      <c:txPr>
        <a:bodyPr rot="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ja-JP"/>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solidFill>
            <a:schemeClr val="tx1"/>
          </a:solidFill>
        </a:defRPr>
      </a:pPr>
      <a:endParaRPr lang="ja-JP"/>
    </a:p>
  </c:txPr>
  <c:externalData r:id="rId4">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9.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10.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11.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12.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3.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4.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5.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a:extLst>
              <a:ext uri="{FF2B5EF4-FFF2-40B4-BE49-F238E27FC236}">
                <a16:creationId xmlns:a16="http://schemas.microsoft.com/office/drawing/2014/main" id="{313899CB-67B2-EFAC-3A7E-08CBB6E21ADB}"/>
              </a:ext>
            </a:extLst>
          </p:cNvPr>
          <p:cNvSpPr>
            <a:spLocks noGrp="1"/>
          </p:cNvSpPr>
          <p:nvPr>
            <p:ph type="hdr" sz="quarter"/>
          </p:nvPr>
        </p:nvSpPr>
        <p:spPr>
          <a:xfrm>
            <a:off x="0" y="0"/>
            <a:ext cx="3962400" cy="344091"/>
          </a:xfrm>
          <a:prstGeom prst="rect">
            <a:avLst/>
          </a:prstGeom>
        </p:spPr>
        <p:txBody>
          <a:bodyPr vert="horz" lIns="91440" tIns="45720" rIns="91440" bIns="45720" rtlCol="0"/>
          <a:lstStyle>
            <a:lvl1pPr algn="l">
              <a:defRPr sz="1200"/>
            </a:lvl1pPr>
          </a:lstStyle>
          <a:p>
            <a:endParaRPr kumimoji="1" lang="ja-JP" altLang="en-US"/>
          </a:p>
        </p:txBody>
      </p:sp>
      <p:sp>
        <p:nvSpPr>
          <p:cNvPr id="4" name="フッター プレースホルダー 3">
            <a:extLst>
              <a:ext uri="{FF2B5EF4-FFF2-40B4-BE49-F238E27FC236}">
                <a16:creationId xmlns:a16="http://schemas.microsoft.com/office/drawing/2014/main" id="{7DD39DBB-D5AA-822A-E528-DC893F4C8B84}"/>
              </a:ext>
            </a:extLst>
          </p:cNvPr>
          <p:cNvSpPr>
            <a:spLocks noGrp="1"/>
          </p:cNvSpPr>
          <p:nvPr>
            <p:ph type="ftr" sz="quarter" idx="2"/>
          </p:nvPr>
        </p:nvSpPr>
        <p:spPr>
          <a:xfrm>
            <a:off x="0" y="6513910"/>
            <a:ext cx="3962400" cy="344090"/>
          </a:xfrm>
          <a:prstGeom prst="rect">
            <a:avLst/>
          </a:prstGeom>
        </p:spPr>
        <p:txBody>
          <a:bodyPr vert="horz" lIns="91440" tIns="45720" rIns="91440" bIns="45720" rtlCol="0" anchor="b"/>
          <a:lstStyle>
            <a:lvl1pPr algn="l">
              <a:defRPr sz="1200"/>
            </a:lvl1pPr>
          </a:lstStyle>
          <a:p>
            <a:endParaRPr kumimoji="1" lang="ja-JP" altLang="en-US"/>
          </a:p>
        </p:txBody>
      </p:sp>
    </p:spTree>
    <p:extLst>
      <p:ext uri="{BB962C8B-B14F-4D97-AF65-F5344CB8AC3E}">
        <p14:creationId xmlns:p14="http://schemas.microsoft.com/office/powerpoint/2010/main" val="67152326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3962400" cy="344091"/>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5179484" y="0"/>
            <a:ext cx="3962400" cy="344091"/>
          </a:xfrm>
          <a:prstGeom prst="rect">
            <a:avLst/>
          </a:prstGeom>
        </p:spPr>
        <p:txBody>
          <a:bodyPr vert="horz" lIns="91440" tIns="45720" rIns="91440" bIns="45720" rtlCol="0"/>
          <a:lstStyle>
            <a:lvl1pPr algn="r">
              <a:defRPr sz="1200"/>
            </a:lvl1pPr>
          </a:lstStyle>
          <a:p>
            <a:fld id="{66F75B43-45DA-41E0-AECD-D194B4BE7567}" type="datetimeFigureOut">
              <a:rPr kumimoji="1" lang="ja-JP" altLang="en-US" smtClean="0"/>
              <a:t>2025/2/7</a:t>
            </a:fld>
            <a:endParaRPr kumimoji="1" lang="ja-JP" altLang="en-US"/>
          </a:p>
        </p:txBody>
      </p:sp>
      <p:sp>
        <p:nvSpPr>
          <p:cNvPr id="4" name="スライド イメージ プレースホルダー 3"/>
          <p:cNvSpPr>
            <a:spLocks noGrp="1" noRot="1" noChangeAspect="1"/>
          </p:cNvSpPr>
          <p:nvPr>
            <p:ph type="sldImg" idx="2"/>
          </p:nvPr>
        </p:nvSpPr>
        <p:spPr>
          <a:xfrm>
            <a:off x="2514600" y="857250"/>
            <a:ext cx="4114800" cy="2314575"/>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914400" y="3300412"/>
            <a:ext cx="7315200" cy="2700338"/>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6513910"/>
            <a:ext cx="3962400" cy="344090"/>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5179484" y="6513910"/>
            <a:ext cx="3962400" cy="344090"/>
          </a:xfrm>
          <a:prstGeom prst="rect">
            <a:avLst/>
          </a:prstGeom>
        </p:spPr>
        <p:txBody>
          <a:bodyPr vert="horz" lIns="91440" tIns="45720" rIns="91440" bIns="45720" rtlCol="0" anchor="b"/>
          <a:lstStyle>
            <a:lvl1pPr algn="r">
              <a:defRPr sz="1200"/>
            </a:lvl1pPr>
          </a:lstStyle>
          <a:p>
            <a:fld id="{26498406-1582-4DB8-9386-D747FFB539A7}" type="slidenum">
              <a:rPr kumimoji="1" lang="ja-JP" altLang="en-US" smtClean="0"/>
              <a:t>‹#›</a:t>
            </a:fld>
            <a:endParaRPr kumimoji="1" lang="ja-JP" altLang="en-US"/>
          </a:p>
        </p:txBody>
      </p:sp>
    </p:spTree>
    <p:extLst>
      <p:ext uri="{BB962C8B-B14F-4D97-AF65-F5344CB8AC3E}">
        <p14:creationId xmlns:p14="http://schemas.microsoft.com/office/powerpoint/2010/main" val="1117766201"/>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26498406-1582-4DB8-9386-D747FFB539A7}" type="slidenum">
              <a:rPr kumimoji="1" lang="ja-JP" altLang="en-US" smtClean="0"/>
              <a:t>7</a:t>
            </a:fld>
            <a:endParaRPr kumimoji="1" lang="ja-JP" altLang="en-US"/>
          </a:p>
        </p:txBody>
      </p:sp>
    </p:spTree>
    <p:extLst>
      <p:ext uri="{BB962C8B-B14F-4D97-AF65-F5344CB8AC3E}">
        <p14:creationId xmlns:p14="http://schemas.microsoft.com/office/powerpoint/2010/main" val="183541947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26498406-1582-4DB8-9386-D747FFB539A7}" type="slidenum">
              <a:rPr kumimoji="1" lang="ja-JP" altLang="en-US" smtClean="0"/>
              <a:t>10</a:t>
            </a:fld>
            <a:endParaRPr kumimoji="1" lang="ja-JP" altLang="en-US"/>
          </a:p>
        </p:txBody>
      </p:sp>
    </p:spTree>
    <p:extLst>
      <p:ext uri="{BB962C8B-B14F-4D97-AF65-F5344CB8AC3E}">
        <p14:creationId xmlns:p14="http://schemas.microsoft.com/office/powerpoint/2010/main" val="183591555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26498406-1582-4DB8-9386-D747FFB539A7}" type="slidenum">
              <a:rPr kumimoji="1" lang="ja-JP" altLang="en-US" smtClean="0"/>
              <a:t>11</a:t>
            </a:fld>
            <a:endParaRPr kumimoji="1" lang="ja-JP" altLang="en-US"/>
          </a:p>
        </p:txBody>
      </p:sp>
    </p:spTree>
    <p:extLst>
      <p:ext uri="{BB962C8B-B14F-4D97-AF65-F5344CB8AC3E}">
        <p14:creationId xmlns:p14="http://schemas.microsoft.com/office/powerpoint/2010/main" val="263594739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AF8351B-FC9E-1305-3BBF-D50834B1F3D8}"/>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00741A59-5BBD-6A0A-3AB9-38FA32C3185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77B08119-A4A9-BBA6-619E-BC186F3A325C}"/>
              </a:ext>
            </a:extLst>
          </p:cNvPr>
          <p:cNvSpPr>
            <a:spLocks noGrp="1"/>
          </p:cNvSpPr>
          <p:nvPr>
            <p:ph type="dt" sz="half" idx="10"/>
          </p:nvPr>
        </p:nvSpPr>
        <p:spPr/>
        <p:txBody>
          <a:bodyPr/>
          <a:lstStyle/>
          <a:p>
            <a:fld id="{3233FA8F-7D0A-4FE4-91F9-AF128956BA20}" type="datetimeFigureOut">
              <a:rPr kumimoji="1" lang="ja-JP" altLang="en-US" smtClean="0"/>
              <a:t>2025/2/7</a:t>
            </a:fld>
            <a:endParaRPr kumimoji="1" lang="ja-JP" altLang="en-US"/>
          </a:p>
        </p:txBody>
      </p:sp>
      <p:sp>
        <p:nvSpPr>
          <p:cNvPr id="5" name="フッター プレースホルダー 4">
            <a:extLst>
              <a:ext uri="{FF2B5EF4-FFF2-40B4-BE49-F238E27FC236}">
                <a16:creationId xmlns:a16="http://schemas.microsoft.com/office/drawing/2014/main" id="{7BACA6E3-E1CD-7E3E-FAA1-B684B2957221}"/>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8AA0F7EF-2456-0EB7-7788-44906F07EBDC}"/>
              </a:ext>
            </a:extLst>
          </p:cNvPr>
          <p:cNvSpPr>
            <a:spLocks noGrp="1"/>
          </p:cNvSpPr>
          <p:nvPr>
            <p:ph type="sldNum" sz="quarter" idx="12"/>
          </p:nvPr>
        </p:nvSpPr>
        <p:spPr/>
        <p:txBody>
          <a:bodyPr/>
          <a:lstStyle/>
          <a:p>
            <a:fld id="{4CB22110-1F26-4B7D-9D5D-8FA830009C3A}" type="slidenum">
              <a:rPr kumimoji="1" lang="ja-JP" altLang="en-US" smtClean="0"/>
              <a:t>‹#›</a:t>
            </a:fld>
            <a:endParaRPr kumimoji="1" lang="ja-JP" altLang="en-US"/>
          </a:p>
        </p:txBody>
      </p:sp>
    </p:spTree>
    <p:extLst>
      <p:ext uri="{BB962C8B-B14F-4D97-AF65-F5344CB8AC3E}">
        <p14:creationId xmlns:p14="http://schemas.microsoft.com/office/powerpoint/2010/main" val="232020889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2FB8A0E-E6CE-2FAC-DDB5-DB34FD914C1D}"/>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6F4D7756-871A-BC08-9A6F-30DBAD0741FF}"/>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7FBB72F4-88D5-F3E4-4633-CBC08008DA1B}"/>
              </a:ext>
            </a:extLst>
          </p:cNvPr>
          <p:cNvSpPr>
            <a:spLocks noGrp="1"/>
          </p:cNvSpPr>
          <p:nvPr>
            <p:ph type="dt" sz="half" idx="10"/>
          </p:nvPr>
        </p:nvSpPr>
        <p:spPr/>
        <p:txBody>
          <a:bodyPr/>
          <a:lstStyle/>
          <a:p>
            <a:fld id="{3233FA8F-7D0A-4FE4-91F9-AF128956BA20}" type="datetimeFigureOut">
              <a:rPr kumimoji="1" lang="ja-JP" altLang="en-US" smtClean="0"/>
              <a:t>2025/2/7</a:t>
            </a:fld>
            <a:endParaRPr kumimoji="1" lang="ja-JP" altLang="en-US"/>
          </a:p>
        </p:txBody>
      </p:sp>
      <p:sp>
        <p:nvSpPr>
          <p:cNvPr id="5" name="フッター プレースホルダー 4">
            <a:extLst>
              <a:ext uri="{FF2B5EF4-FFF2-40B4-BE49-F238E27FC236}">
                <a16:creationId xmlns:a16="http://schemas.microsoft.com/office/drawing/2014/main" id="{6CF1E636-B1D2-2533-D61B-DF5F57C42326}"/>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12C6A450-F717-3C0A-4C29-DA367DADA966}"/>
              </a:ext>
            </a:extLst>
          </p:cNvPr>
          <p:cNvSpPr>
            <a:spLocks noGrp="1"/>
          </p:cNvSpPr>
          <p:nvPr>
            <p:ph type="sldNum" sz="quarter" idx="12"/>
          </p:nvPr>
        </p:nvSpPr>
        <p:spPr/>
        <p:txBody>
          <a:bodyPr/>
          <a:lstStyle/>
          <a:p>
            <a:fld id="{4CB22110-1F26-4B7D-9D5D-8FA830009C3A}" type="slidenum">
              <a:rPr kumimoji="1" lang="ja-JP" altLang="en-US" smtClean="0"/>
              <a:t>‹#›</a:t>
            </a:fld>
            <a:endParaRPr kumimoji="1" lang="ja-JP" altLang="en-US"/>
          </a:p>
        </p:txBody>
      </p:sp>
    </p:spTree>
    <p:extLst>
      <p:ext uri="{BB962C8B-B14F-4D97-AF65-F5344CB8AC3E}">
        <p14:creationId xmlns:p14="http://schemas.microsoft.com/office/powerpoint/2010/main" val="207599385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738D980-2A01-A368-D2F5-9BE6D79DD937}"/>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81FD0653-03DE-1A77-F2E8-C9A55D27567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EC69C77C-36F0-0EC1-DBF4-0D81A5FE7644}"/>
              </a:ext>
            </a:extLst>
          </p:cNvPr>
          <p:cNvSpPr>
            <a:spLocks noGrp="1"/>
          </p:cNvSpPr>
          <p:nvPr>
            <p:ph type="dt" sz="half" idx="10"/>
          </p:nvPr>
        </p:nvSpPr>
        <p:spPr/>
        <p:txBody>
          <a:bodyPr/>
          <a:lstStyle/>
          <a:p>
            <a:fld id="{3233FA8F-7D0A-4FE4-91F9-AF128956BA20}" type="datetimeFigureOut">
              <a:rPr kumimoji="1" lang="ja-JP" altLang="en-US" smtClean="0"/>
              <a:t>2025/2/7</a:t>
            </a:fld>
            <a:endParaRPr kumimoji="1" lang="ja-JP" altLang="en-US"/>
          </a:p>
        </p:txBody>
      </p:sp>
      <p:sp>
        <p:nvSpPr>
          <p:cNvPr id="5" name="フッター プレースホルダー 4">
            <a:extLst>
              <a:ext uri="{FF2B5EF4-FFF2-40B4-BE49-F238E27FC236}">
                <a16:creationId xmlns:a16="http://schemas.microsoft.com/office/drawing/2014/main" id="{732F9700-7361-8B09-9178-E6ABAE6F90C5}"/>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390D3AE2-5024-35FE-2E83-CB2EFA82AC3F}"/>
              </a:ext>
            </a:extLst>
          </p:cNvPr>
          <p:cNvSpPr>
            <a:spLocks noGrp="1"/>
          </p:cNvSpPr>
          <p:nvPr>
            <p:ph type="sldNum" sz="quarter" idx="12"/>
          </p:nvPr>
        </p:nvSpPr>
        <p:spPr/>
        <p:txBody>
          <a:bodyPr/>
          <a:lstStyle/>
          <a:p>
            <a:fld id="{4CB22110-1F26-4B7D-9D5D-8FA830009C3A}" type="slidenum">
              <a:rPr kumimoji="1" lang="ja-JP" altLang="en-US" smtClean="0"/>
              <a:t>‹#›</a:t>
            </a:fld>
            <a:endParaRPr kumimoji="1" lang="ja-JP" altLang="en-US"/>
          </a:p>
        </p:txBody>
      </p:sp>
    </p:spTree>
    <p:extLst>
      <p:ext uri="{BB962C8B-B14F-4D97-AF65-F5344CB8AC3E}">
        <p14:creationId xmlns:p14="http://schemas.microsoft.com/office/powerpoint/2010/main" val="42639154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6EFCE46-3229-6656-6125-3750C7176B6C}"/>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B3799B0C-D375-5287-A55E-78680C005AE1}"/>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4D0F64E3-5AFF-9826-206B-7054C0BFEAF7}"/>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4136E435-843F-C6EF-4D08-B3C861BE70B1}"/>
              </a:ext>
            </a:extLst>
          </p:cNvPr>
          <p:cNvSpPr>
            <a:spLocks noGrp="1"/>
          </p:cNvSpPr>
          <p:nvPr>
            <p:ph type="dt" sz="half" idx="10"/>
          </p:nvPr>
        </p:nvSpPr>
        <p:spPr/>
        <p:txBody>
          <a:bodyPr/>
          <a:lstStyle/>
          <a:p>
            <a:fld id="{3233FA8F-7D0A-4FE4-91F9-AF128956BA20}" type="datetimeFigureOut">
              <a:rPr kumimoji="1" lang="ja-JP" altLang="en-US" smtClean="0"/>
              <a:t>2025/2/7</a:t>
            </a:fld>
            <a:endParaRPr kumimoji="1" lang="ja-JP" altLang="en-US"/>
          </a:p>
        </p:txBody>
      </p:sp>
      <p:sp>
        <p:nvSpPr>
          <p:cNvPr id="6" name="フッター プレースホルダー 5">
            <a:extLst>
              <a:ext uri="{FF2B5EF4-FFF2-40B4-BE49-F238E27FC236}">
                <a16:creationId xmlns:a16="http://schemas.microsoft.com/office/drawing/2014/main" id="{6C883ECD-74BF-8CF1-2017-307F1E993C15}"/>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D4AB1FBA-53C4-2ED2-9844-8D1DAD622967}"/>
              </a:ext>
            </a:extLst>
          </p:cNvPr>
          <p:cNvSpPr>
            <a:spLocks noGrp="1"/>
          </p:cNvSpPr>
          <p:nvPr>
            <p:ph type="sldNum" sz="quarter" idx="12"/>
          </p:nvPr>
        </p:nvSpPr>
        <p:spPr/>
        <p:txBody>
          <a:bodyPr/>
          <a:lstStyle/>
          <a:p>
            <a:fld id="{4CB22110-1F26-4B7D-9D5D-8FA830009C3A}" type="slidenum">
              <a:rPr kumimoji="1" lang="ja-JP" altLang="en-US" smtClean="0"/>
              <a:t>‹#›</a:t>
            </a:fld>
            <a:endParaRPr kumimoji="1" lang="ja-JP" altLang="en-US"/>
          </a:p>
        </p:txBody>
      </p:sp>
    </p:spTree>
    <p:extLst>
      <p:ext uri="{BB962C8B-B14F-4D97-AF65-F5344CB8AC3E}">
        <p14:creationId xmlns:p14="http://schemas.microsoft.com/office/powerpoint/2010/main" val="24443408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28998A2-F43F-2A68-2D26-6310C17E903B}"/>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C78BE50E-9B10-A319-B01E-CD0983B7B3D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C5876A68-0C8A-7F9D-DC18-0BBD99B9C30F}"/>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ADF533CD-98E8-83EA-DFBC-7E64ACBF538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46555E9C-728B-2F75-738B-F2AD48F54AED}"/>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BC411069-2459-9E62-4E21-4A2C71C94A7B}"/>
              </a:ext>
            </a:extLst>
          </p:cNvPr>
          <p:cNvSpPr>
            <a:spLocks noGrp="1"/>
          </p:cNvSpPr>
          <p:nvPr>
            <p:ph type="dt" sz="half" idx="10"/>
          </p:nvPr>
        </p:nvSpPr>
        <p:spPr/>
        <p:txBody>
          <a:bodyPr/>
          <a:lstStyle/>
          <a:p>
            <a:fld id="{3233FA8F-7D0A-4FE4-91F9-AF128956BA20}" type="datetimeFigureOut">
              <a:rPr kumimoji="1" lang="ja-JP" altLang="en-US" smtClean="0"/>
              <a:t>2025/2/7</a:t>
            </a:fld>
            <a:endParaRPr kumimoji="1" lang="ja-JP" altLang="en-US"/>
          </a:p>
        </p:txBody>
      </p:sp>
      <p:sp>
        <p:nvSpPr>
          <p:cNvPr id="8" name="フッター プレースホルダー 7">
            <a:extLst>
              <a:ext uri="{FF2B5EF4-FFF2-40B4-BE49-F238E27FC236}">
                <a16:creationId xmlns:a16="http://schemas.microsoft.com/office/drawing/2014/main" id="{D160AC42-F976-0246-0DB2-79ACFDA0847C}"/>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20FBAD22-943D-0591-E206-659C114B9E1D}"/>
              </a:ext>
            </a:extLst>
          </p:cNvPr>
          <p:cNvSpPr>
            <a:spLocks noGrp="1"/>
          </p:cNvSpPr>
          <p:nvPr>
            <p:ph type="sldNum" sz="quarter" idx="12"/>
          </p:nvPr>
        </p:nvSpPr>
        <p:spPr/>
        <p:txBody>
          <a:bodyPr/>
          <a:lstStyle/>
          <a:p>
            <a:fld id="{4CB22110-1F26-4B7D-9D5D-8FA830009C3A}" type="slidenum">
              <a:rPr kumimoji="1" lang="ja-JP" altLang="en-US" smtClean="0"/>
              <a:t>‹#›</a:t>
            </a:fld>
            <a:endParaRPr kumimoji="1" lang="ja-JP" altLang="en-US"/>
          </a:p>
        </p:txBody>
      </p:sp>
    </p:spTree>
    <p:extLst>
      <p:ext uri="{BB962C8B-B14F-4D97-AF65-F5344CB8AC3E}">
        <p14:creationId xmlns:p14="http://schemas.microsoft.com/office/powerpoint/2010/main" val="12596022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495EAFB-9F3D-4B11-FACD-9693D35D2522}"/>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297DE0EA-49E9-A684-542C-CB9354373DED}"/>
              </a:ext>
            </a:extLst>
          </p:cNvPr>
          <p:cNvSpPr>
            <a:spLocks noGrp="1"/>
          </p:cNvSpPr>
          <p:nvPr>
            <p:ph type="dt" sz="half" idx="10"/>
          </p:nvPr>
        </p:nvSpPr>
        <p:spPr/>
        <p:txBody>
          <a:bodyPr/>
          <a:lstStyle/>
          <a:p>
            <a:fld id="{3233FA8F-7D0A-4FE4-91F9-AF128956BA20}" type="datetimeFigureOut">
              <a:rPr kumimoji="1" lang="ja-JP" altLang="en-US" smtClean="0"/>
              <a:t>2025/2/7</a:t>
            </a:fld>
            <a:endParaRPr kumimoji="1" lang="ja-JP" altLang="en-US"/>
          </a:p>
        </p:txBody>
      </p:sp>
      <p:sp>
        <p:nvSpPr>
          <p:cNvPr id="4" name="フッター プレースホルダー 3">
            <a:extLst>
              <a:ext uri="{FF2B5EF4-FFF2-40B4-BE49-F238E27FC236}">
                <a16:creationId xmlns:a16="http://schemas.microsoft.com/office/drawing/2014/main" id="{C5220E24-F387-5336-1274-456A868B4854}"/>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2372B71F-ED7D-8749-AC30-E8FB94819AD0}"/>
              </a:ext>
            </a:extLst>
          </p:cNvPr>
          <p:cNvSpPr>
            <a:spLocks noGrp="1"/>
          </p:cNvSpPr>
          <p:nvPr>
            <p:ph type="sldNum" sz="quarter" idx="12"/>
          </p:nvPr>
        </p:nvSpPr>
        <p:spPr/>
        <p:txBody>
          <a:bodyPr/>
          <a:lstStyle/>
          <a:p>
            <a:fld id="{4CB22110-1F26-4B7D-9D5D-8FA830009C3A}" type="slidenum">
              <a:rPr kumimoji="1" lang="ja-JP" altLang="en-US" smtClean="0"/>
              <a:t>‹#›</a:t>
            </a:fld>
            <a:endParaRPr kumimoji="1" lang="ja-JP" altLang="en-US"/>
          </a:p>
        </p:txBody>
      </p:sp>
    </p:spTree>
    <p:extLst>
      <p:ext uri="{BB962C8B-B14F-4D97-AF65-F5344CB8AC3E}">
        <p14:creationId xmlns:p14="http://schemas.microsoft.com/office/powerpoint/2010/main" val="16812532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00A2B4E0-676A-9869-D376-560FB74948E7}"/>
              </a:ext>
            </a:extLst>
          </p:cNvPr>
          <p:cNvSpPr>
            <a:spLocks noGrp="1"/>
          </p:cNvSpPr>
          <p:nvPr>
            <p:ph type="dt" sz="half" idx="10"/>
          </p:nvPr>
        </p:nvSpPr>
        <p:spPr/>
        <p:txBody>
          <a:bodyPr/>
          <a:lstStyle/>
          <a:p>
            <a:fld id="{3233FA8F-7D0A-4FE4-91F9-AF128956BA20}" type="datetimeFigureOut">
              <a:rPr kumimoji="1" lang="ja-JP" altLang="en-US" smtClean="0"/>
              <a:t>2025/2/7</a:t>
            </a:fld>
            <a:endParaRPr kumimoji="1" lang="ja-JP" altLang="en-US"/>
          </a:p>
        </p:txBody>
      </p:sp>
      <p:sp>
        <p:nvSpPr>
          <p:cNvPr id="3" name="フッター プレースホルダー 2">
            <a:extLst>
              <a:ext uri="{FF2B5EF4-FFF2-40B4-BE49-F238E27FC236}">
                <a16:creationId xmlns:a16="http://schemas.microsoft.com/office/drawing/2014/main" id="{E380C6FA-A367-D9B0-FBB5-927F3F3CD314}"/>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9AF27645-C9FA-01C6-E51D-683548158FA3}"/>
              </a:ext>
            </a:extLst>
          </p:cNvPr>
          <p:cNvSpPr>
            <a:spLocks noGrp="1"/>
          </p:cNvSpPr>
          <p:nvPr>
            <p:ph type="sldNum" sz="quarter" idx="12"/>
          </p:nvPr>
        </p:nvSpPr>
        <p:spPr/>
        <p:txBody>
          <a:bodyPr/>
          <a:lstStyle/>
          <a:p>
            <a:fld id="{4CB22110-1F26-4B7D-9D5D-8FA830009C3A}" type="slidenum">
              <a:rPr kumimoji="1" lang="ja-JP" altLang="en-US" smtClean="0"/>
              <a:t>‹#›</a:t>
            </a:fld>
            <a:endParaRPr kumimoji="1" lang="ja-JP" altLang="en-US"/>
          </a:p>
        </p:txBody>
      </p:sp>
    </p:spTree>
    <p:extLst>
      <p:ext uri="{BB962C8B-B14F-4D97-AF65-F5344CB8AC3E}">
        <p14:creationId xmlns:p14="http://schemas.microsoft.com/office/powerpoint/2010/main" val="11351357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ACC43B1-3C8B-25CB-456A-E8AC21FF37F5}"/>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1A8A4562-2BD3-C51D-A45B-BFF7B218A0D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456A4747-3EF5-294C-1D9D-85AD892D035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7AF4E6D1-5966-BAE5-33BC-901415E3D7A5}"/>
              </a:ext>
            </a:extLst>
          </p:cNvPr>
          <p:cNvSpPr>
            <a:spLocks noGrp="1"/>
          </p:cNvSpPr>
          <p:nvPr>
            <p:ph type="dt" sz="half" idx="10"/>
          </p:nvPr>
        </p:nvSpPr>
        <p:spPr/>
        <p:txBody>
          <a:bodyPr/>
          <a:lstStyle/>
          <a:p>
            <a:fld id="{3233FA8F-7D0A-4FE4-91F9-AF128956BA20}" type="datetimeFigureOut">
              <a:rPr kumimoji="1" lang="ja-JP" altLang="en-US" smtClean="0"/>
              <a:t>2025/2/7</a:t>
            </a:fld>
            <a:endParaRPr kumimoji="1" lang="ja-JP" altLang="en-US"/>
          </a:p>
        </p:txBody>
      </p:sp>
      <p:sp>
        <p:nvSpPr>
          <p:cNvPr id="6" name="フッター プレースホルダー 5">
            <a:extLst>
              <a:ext uri="{FF2B5EF4-FFF2-40B4-BE49-F238E27FC236}">
                <a16:creationId xmlns:a16="http://schemas.microsoft.com/office/drawing/2014/main" id="{EB9C4566-9124-4132-70BA-2E1691720075}"/>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212A89C6-6663-8104-2EAE-C465F53A47F3}"/>
              </a:ext>
            </a:extLst>
          </p:cNvPr>
          <p:cNvSpPr>
            <a:spLocks noGrp="1"/>
          </p:cNvSpPr>
          <p:nvPr>
            <p:ph type="sldNum" sz="quarter" idx="12"/>
          </p:nvPr>
        </p:nvSpPr>
        <p:spPr/>
        <p:txBody>
          <a:bodyPr/>
          <a:lstStyle/>
          <a:p>
            <a:fld id="{4CB22110-1F26-4B7D-9D5D-8FA830009C3A}" type="slidenum">
              <a:rPr kumimoji="1" lang="ja-JP" altLang="en-US" smtClean="0"/>
              <a:t>‹#›</a:t>
            </a:fld>
            <a:endParaRPr kumimoji="1" lang="ja-JP" altLang="en-US"/>
          </a:p>
        </p:txBody>
      </p:sp>
    </p:spTree>
    <p:extLst>
      <p:ext uri="{BB962C8B-B14F-4D97-AF65-F5344CB8AC3E}">
        <p14:creationId xmlns:p14="http://schemas.microsoft.com/office/powerpoint/2010/main" val="18085844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84B8138-A75F-3754-2BAD-F958DD0CCAA0}"/>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80D7C8C6-A287-F019-580B-027C9B089B1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FB1558C5-43D8-4139-26B7-0B86E1C6076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69E29FAB-18B0-51A1-1073-0093ED16E668}"/>
              </a:ext>
            </a:extLst>
          </p:cNvPr>
          <p:cNvSpPr>
            <a:spLocks noGrp="1"/>
          </p:cNvSpPr>
          <p:nvPr>
            <p:ph type="dt" sz="half" idx="10"/>
          </p:nvPr>
        </p:nvSpPr>
        <p:spPr/>
        <p:txBody>
          <a:bodyPr/>
          <a:lstStyle/>
          <a:p>
            <a:fld id="{3233FA8F-7D0A-4FE4-91F9-AF128956BA20}" type="datetimeFigureOut">
              <a:rPr kumimoji="1" lang="ja-JP" altLang="en-US" smtClean="0"/>
              <a:t>2025/2/7</a:t>
            </a:fld>
            <a:endParaRPr kumimoji="1" lang="ja-JP" altLang="en-US"/>
          </a:p>
        </p:txBody>
      </p:sp>
      <p:sp>
        <p:nvSpPr>
          <p:cNvPr id="6" name="フッター プレースホルダー 5">
            <a:extLst>
              <a:ext uri="{FF2B5EF4-FFF2-40B4-BE49-F238E27FC236}">
                <a16:creationId xmlns:a16="http://schemas.microsoft.com/office/drawing/2014/main" id="{DF9CD15B-7E20-63E4-5253-5F04DEA4D24D}"/>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D28804F6-D251-4BF8-BCC4-58F0AB323C08}"/>
              </a:ext>
            </a:extLst>
          </p:cNvPr>
          <p:cNvSpPr>
            <a:spLocks noGrp="1"/>
          </p:cNvSpPr>
          <p:nvPr>
            <p:ph type="sldNum" sz="quarter" idx="12"/>
          </p:nvPr>
        </p:nvSpPr>
        <p:spPr/>
        <p:txBody>
          <a:bodyPr/>
          <a:lstStyle/>
          <a:p>
            <a:fld id="{4CB22110-1F26-4B7D-9D5D-8FA830009C3A}" type="slidenum">
              <a:rPr kumimoji="1" lang="ja-JP" altLang="en-US" smtClean="0"/>
              <a:t>‹#›</a:t>
            </a:fld>
            <a:endParaRPr kumimoji="1" lang="ja-JP" altLang="en-US"/>
          </a:p>
        </p:txBody>
      </p:sp>
    </p:spTree>
    <p:extLst>
      <p:ext uri="{BB962C8B-B14F-4D97-AF65-F5344CB8AC3E}">
        <p14:creationId xmlns:p14="http://schemas.microsoft.com/office/powerpoint/2010/main" val="30331372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AAC3C13-7526-83E1-D68E-2F683B556324}"/>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AB90BF13-523F-4F02-8DF9-B5118AEFEE26}"/>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C17C8F5B-D55C-0A7D-038E-752D0E36CC2D}"/>
              </a:ext>
            </a:extLst>
          </p:cNvPr>
          <p:cNvSpPr>
            <a:spLocks noGrp="1"/>
          </p:cNvSpPr>
          <p:nvPr>
            <p:ph type="dt" sz="half" idx="10"/>
          </p:nvPr>
        </p:nvSpPr>
        <p:spPr/>
        <p:txBody>
          <a:bodyPr/>
          <a:lstStyle/>
          <a:p>
            <a:fld id="{3233FA8F-7D0A-4FE4-91F9-AF128956BA20}" type="datetimeFigureOut">
              <a:rPr kumimoji="1" lang="ja-JP" altLang="en-US" smtClean="0"/>
              <a:t>2025/2/7</a:t>
            </a:fld>
            <a:endParaRPr kumimoji="1" lang="ja-JP" altLang="en-US"/>
          </a:p>
        </p:txBody>
      </p:sp>
      <p:sp>
        <p:nvSpPr>
          <p:cNvPr id="5" name="フッター プレースホルダー 4">
            <a:extLst>
              <a:ext uri="{FF2B5EF4-FFF2-40B4-BE49-F238E27FC236}">
                <a16:creationId xmlns:a16="http://schemas.microsoft.com/office/drawing/2014/main" id="{39402AA3-D13A-3567-98FE-5CC5B4D93C1E}"/>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2D2ECC22-AB9F-3CEE-FEC1-DA07AC51BD65}"/>
              </a:ext>
            </a:extLst>
          </p:cNvPr>
          <p:cNvSpPr>
            <a:spLocks noGrp="1"/>
          </p:cNvSpPr>
          <p:nvPr>
            <p:ph type="sldNum" sz="quarter" idx="12"/>
          </p:nvPr>
        </p:nvSpPr>
        <p:spPr/>
        <p:txBody>
          <a:bodyPr/>
          <a:lstStyle/>
          <a:p>
            <a:fld id="{4CB22110-1F26-4B7D-9D5D-8FA830009C3A}" type="slidenum">
              <a:rPr kumimoji="1" lang="ja-JP" altLang="en-US" smtClean="0"/>
              <a:t>‹#›</a:t>
            </a:fld>
            <a:endParaRPr kumimoji="1" lang="ja-JP" altLang="en-US"/>
          </a:p>
        </p:txBody>
      </p:sp>
    </p:spTree>
    <p:extLst>
      <p:ext uri="{BB962C8B-B14F-4D97-AF65-F5344CB8AC3E}">
        <p14:creationId xmlns:p14="http://schemas.microsoft.com/office/powerpoint/2010/main" val="238184490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A1298CDC-8775-EA48-0BE3-3BC784DF9495}"/>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B4FDA19F-AD52-20FF-ECCC-5531892313E7}"/>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1466CF1E-EE2B-E345-B772-B2C73E4CB6F4}"/>
              </a:ext>
            </a:extLst>
          </p:cNvPr>
          <p:cNvSpPr>
            <a:spLocks noGrp="1"/>
          </p:cNvSpPr>
          <p:nvPr>
            <p:ph type="dt" sz="half" idx="10"/>
          </p:nvPr>
        </p:nvSpPr>
        <p:spPr/>
        <p:txBody>
          <a:bodyPr/>
          <a:lstStyle/>
          <a:p>
            <a:fld id="{3233FA8F-7D0A-4FE4-91F9-AF128956BA20}" type="datetimeFigureOut">
              <a:rPr kumimoji="1" lang="ja-JP" altLang="en-US" smtClean="0"/>
              <a:t>2025/2/7</a:t>
            </a:fld>
            <a:endParaRPr kumimoji="1" lang="ja-JP" altLang="en-US"/>
          </a:p>
        </p:txBody>
      </p:sp>
      <p:sp>
        <p:nvSpPr>
          <p:cNvPr id="5" name="フッター プレースホルダー 4">
            <a:extLst>
              <a:ext uri="{FF2B5EF4-FFF2-40B4-BE49-F238E27FC236}">
                <a16:creationId xmlns:a16="http://schemas.microsoft.com/office/drawing/2014/main" id="{5BE49D3D-6BC1-F3A0-8259-220B4122B897}"/>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C4832A56-A9AB-E6CC-BB66-E5C1FEA61535}"/>
              </a:ext>
            </a:extLst>
          </p:cNvPr>
          <p:cNvSpPr>
            <a:spLocks noGrp="1"/>
          </p:cNvSpPr>
          <p:nvPr>
            <p:ph type="sldNum" sz="quarter" idx="12"/>
          </p:nvPr>
        </p:nvSpPr>
        <p:spPr/>
        <p:txBody>
          <a:bodyPr/>
          <a:lstStyle/>
          <a:p>
            <a:fld id="{4CB22110-1F26-4B7D-9D5D-8FA830009C3A}" type="slidenum">
              <a:rPr kumimoji="1" lang="ja-JP" altLang="en-US" smtClean="0"/>
              <a:t>‹#›</a:t>
            </a:fld>
            <a:endParaRPr kumimoji="1" lang="ja-JP" altLang="en-US"/>
          </a:p>
        </p:txBody>
      </p:sp>
    </p:spTree>
    <p:extLst>
      <p:ext uri="{BB962C8B-B14F-4D97-AF65-F5344CB8AC3E}">
        <p14:creationId xmlns:p14="http://schemas.microsoft.com/office/powerpoint/2010/main" val="22172960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96B8652A-07A8-3A68-E646-7715437D0C6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4E612DE8-6AF9-565A-EC1F-B2141F517E6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AA0DCB2D-7083-719A-B323-EC12B43FFE4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233FA8F-7D0A-4FE4-91F9-AF128956BA20}" type="datetimeFigureOut">
              <a:rPr kumimoji="1" lang="ja-JP" altLang="en-US" smtClean="0"/>
              <a:t>2025/2/7</a:t>
            </a:fld>
            <a:endParaRPr kumimoji="1" lang="ja-JP" altLang="en-US"/>
          </a:p>
        </p:txBody>
      </p:sp>
      <p:sp>
        <p:nvSpPr>
          <p:cNvPr id="5" name="フッター プレースホルダー 4">
            <a:extLst>
              <a:ext uri="{FF2B5EF4-FFF2-40B4-BE49-F238E27FC236}">
                <a16:creationId xmlns:a16="http://schemas.microsoft.com/office/drawing/2014/main" id="{97385FBA-F883-DA45-F54D-3BEFE87A533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4994C3D8-8B76-68FB-FBF0-23B47789862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CB22110-1F26-4B7D-9D5D-8FA830009C3A}" type="slidenum">
              <a:rPr kumimoji="1" lang="ja-JP" altLang="en-US" smtClean="0"/>
              <a:t>‹#›</a:t>
            </a:fld>
            <a:endParaRPr kumimoji="1" lang="ja-JP" altLang="en-US"/>
          </a:p>
        </p:txBody>
      </p:sp>
    </p:spTree>
    <p:extLst>
      <p:ext uri="{BB962C8B-B14F-4D97-AF65-F5344CB8AC3E}">
        <p14:creationId xmlns:p14="http://schemas.microsoft.com/office/powerpoint/2010/main" val="341811979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4.png"/><Relationship Id="rId7" Type="http://schemas.openxmlformats.org/officeDocument/2006/relationships/image" Target="../media/image7.png"/><Relationship Id="rId2" Type="http://schemas.openxmlformats.org/officeDocument/2006/relationships/image" Target="../media/image30.png"/><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0.png"/><Relationship Id="rId4" Type="http://schemas.openxmlformats.org/officeDocument/2006/relationships/image" Target="../media/image5.png"/><Relationship Id="rId9" Type="http://schemas.openxmlformats.org/officeDocument/2006/relationships/image" Target="../media/image9.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0.png"/><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100.png"/></Relationships>
</file>

<file path=ppt/slides/_rels/slide6.xml.rels><?xml version="1.0" encoding="UTF-8" standalone="yes"?>
<Relationships xmlns="http://schemas.openxmlformats.org/package/2006/relationships"><Relationship Id="rId3" Type="http://schemas.openxmlformats.org/officeDocument/2006/relationships/image" Target="../media/image13.png"/><Relationship Id="rId7" Type="http://schemas.openxmlformats.org/officeDocument/2006/relationships/chart" Target="../charts/chart2.xml"/><Relationship Id="rId2" Type="http://schemas.openxmlformats.org/officeDocument/2006/relationships/image" Target="../media/image12.png"/><Relationship Id="rId1" Type="http://schemas.openxmlformats.org/officeDocument/2006/relationships/slideLayout" Target="../slideLayouts/slideLayout2.xml"/><Relationship Id="rId6" Type="http://schemas.openxmlformats.org/officeDocument/2006/relationships/chart" Target="../charts/chart1.xml"/><Relationship Id="rId5" Type="http://schemas.openxmlformats.org/officeDocument/2006/relationships/image" Target="../media/image15.png"/><Relationship Id="rId4" Type="http://schemas.openxmlformats.org/officeDocument/2006/relationships/image" Target="../media/image14.png"/></Relationships>
</file>

<file path=ppt/slides/_rels/slide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chart" Target="../charts/chart5.xml"/><Relationship Id="rId5" Type="http://schemas.openxmlformats.org/officeDocument/2006/relationships/chart" Target="../charts/chart4.xml"/><Relationship Id="rId4" Type="http://schemas.openxmlformats.org/officeDocument/2006/relationships/chart" Target="../charts/chart3.xml"/></Relationships>
</file>

<file path=ppt/slides/_rels/slide8.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chart" Target="../charts/chart6.xml"/><Relationship Id="rId7" Type="http://schemas.openxmlformats.org/officeDocument/2006/relationships/image" Target="../media/image19.png"/><Relationship Id="rId2" Type="http://schemas.openxmlformats.org/officeDocument/2006/relationships/image" Target="../media/image17.png"/><Relationship Id="rId1" Type="http://schemas.openxmlformats.org/officeDocument/2006/relationships/slideLayout" Target="../slideLayouts/slideLayout2.xml"/><Relationship Id="rId6" Type="http://schemas.openxmlformats.org/officeDocument/2006/relationships/image" Target="../media/image18.png"/><Relationship Id="rId5" Type="http://schemas.openxmlformats.org/officeDocument/2006/relationships/chart" Target="../charts/chart8.xml"/><Relationship Id="rId4" Type="http://schemas.openxmlformats.org/officeDocument/2006/relationships/chart" Target="../charts/chart7.xml"/></Relationships>
</file>

<file path=ppt/slides/_rels/slide9.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chart" Target="../charts/chart9.xml"/><Relationship Id="rId7" Type="http://schemas.openxmlformats.org/officeDocument/2006/relationships/image" Target="../media/image23.png"/><Relationship Id="rId2" Type="http://schemas.openxmlformats.org/officeDocument/2006/relationships/image" Target="../media/image21.png"/><Relationship Id="rId1" Type="http://schemas.openxmlformats.org/officeDocument/2006/relationships/slideLayout" Target="../slideLayouts/slideLayout2.xml"/><Relationship Id="rId6" Type="http://schemas.openxmlformats.org/officeDocument/2006/relationships/image" Target="../media/image22.png"/><Relationship Id="rId5" Type="http://schemas.openxmlformats.org/officeDocument/2006/relationships/chart" Target="../charts/chart11.xml"/><Relationship Id="rId4" Type="http://schemas.openxmlformats.org/officeDocument/2006/relationships/chart" Target="../charts/chart10.xml"/></Relationships>
</file>

<file path=ppt/slides/_rels/slide10.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chart" Target="../charts/chart12.xml"/><Relationship Id="rId7" Type="http://schemas.openxmlformats.org/officeDocument/2006/relationships/image" Target="../media/image25.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chart" Target="../charts/chart15.xml"/><Relationship Id="rId5" Type="http://schemas.openxmlformats.org/officeDocument/2006/relationships/chart" Target="../charts/chart14.xml"/><Relationship Id="rId10" Type="http://schemas.openxmlformats.org/officeDocument/2006/relationships/image" Target="../media/image28.png"/><Relationship Id="rId4" Type="http://schemas.openxmlformats.org/officeDocument/2006/relationships/chart" Target="../charts/chart13.xml"/><Relationship Id="rId9" Type="http://schemas.openxmlformats.org/officeDocument/2006/relationships/image" Target="../media/image27.png"/></Relationships>
</file>

<file path=ppt/slides/_rels/slide1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53116D9-F659-3892-C95B-7D276A7C62C6}"/>
              </a:ext>
            </a:extLst>
          </p:cNvPr>
          <p:cNvSpPr>
            <a:spLocks noGrp="1"/>
          </p:cNvSpPr>
          <p:nvPr>
            <p:ph type="ctrTitle"/>
          </p:nvPr>
        </p:nvSpPr>
        <p:spPr/>
        <p:txBody>
          <a:bodyPr>
            <a:normAutofit fontScale="90000"/>
          </a:bodyPr>
          <a:lstStyle/>
          <a:p>
            <a:r>
              <a:rPr lang="ja-JP" altLang="en-US" b="0" i="0" dirty="0">
                <a:solidFill>
                  <a:srgbClr val="222222"/>
                </a:solidFill>
                <a:effectLst/>
                <a:latin typeface="Arial" panose="020B0604020202020204" pitchFamily="34" charset="0"/>
              </a:rPr>
              <a:t>多元系</a:t>
            </a:r>
            <a:r>
              <a:rPr lang="en-US" altLang="ja-JP" b="0" i="0" dirty="0">
                <a:solidFill>
                  <a:srgbClr val="222222"/>
                </a:solidFill>
                <a:effectLst/>
              </a:rPr>
              <a:t>Zr</a:t>
            </a:r>
            <a:r>
              <a:rPr lang="ja-JP" altLang="en-US" b="0" i="0" dirty="0">
                <a:solidFill>
                  <a:srgbClr val="222222"/>
                </a:solidFill>
                <a:effectLst/>
                <a:latin typeface="Arial" panose="020B0604020202020204" pitchFamily="34" charset="0"/>
              </a:rPr>
              <a:t>基バルク金属ガラスの原子配列モデリング</a:t>
            </a:r>
            <a:endParaRPr kumimoji="1" lang="ja-JP" altLang="en-US" dirty="0"/>
          </a:p>
        </p:txBody>
      </p:sp>
      <p:sp>
        <p:nvSpPr>
          <p:cNvPr id="3" name="字幕 2">
            <a:extLst>
              <a:ext uri="{FF2B5EF4-FFF2-40B4-BE49-F238E27FC236}">
                <a16:creationId xmlns:a16="http://schemas.microsoft.com/office/drawing/2014/main" id="{A8A1F6F2-42DC-AF76-FFB7-2F7BA267D3A4}"/>
              </a:ext>
            </a:extLst>
          </p:cNvPr>
          <p:cNvSpPr>
            <a:spLocks noGrp="1"/>
          </p:cNvSpPr>
          <p:nvPr>
            <p:ph type="subTitle" idx="1"/>
          </p:nvPr>
        </p:nvSpPr>
        <p:spPr>
          <a:xfrm>
            <a:off x="1524000" y="4079875"/>
            <a:ext cx="9144000" cy="1655762"/>
          </a:xfrm>
        </p:spPr>
        <p:txBody>
          <a:bodyPr/>
          <a:lstStyle/>
          <a:p>
            <a:r>
              <a:rPr kumimoji="1" lang="ja-JP" altLang="en-US" dirty="0"/>
              <a:t>氏名：渡部亮太</a:t>
            </a:r>
            <a:endParaRPr kumimoji="1" lang="en-US" altLang="ja-JP" dirty="0"/>
          </a:p>
          <a:p>
            <a:r>
              <a:rPr kumimoji="1" lang="ja-JP" altLang="en-US" dirty="0"/>
              <a:t>学籍番号：</a:t>
            </a:r>
            <a:r>
              <a:rPr kumimoji="1" lang="en-US" altLang="ja-JP" dirty="0"/>
              <a:t>1W212427</a:t>
            </a:r>
          </a:p>
          <a:p>
            <a:r>
              <a:rPr kumimoji="1" lang="ja-JP" altLang="en-US" dirty="0"/>
              <a:t>ご指導教員：平田秋彦　教授</a:t>
            </a:r>
          </a:p>
        </p:txBody>
      </p:sp>
    </p:spTree>
    <p:extLst>
      <p:ext uri="{BB962C8B-B14F-4D97-AF65-F5344CB8AC3E}">
        <p14:creationId xmlns:p14="http://schemas.microsoft.com/office/powerpoint/2010/main" val="3653577635"/>
      </p:ext>
    </p:extLst>
  </p:cSld>
  <p:clrMapOvr>
    <a:masterClrMapping/>
  </p:clrMapOvr>
  <mc:AlternateContent xmlns:mc="http://schemas.openxmlformats.org/markup-compatibility/2006" xmlns:p14="http://schemas.microsoft.com/office/powerpoint/2010/main">
    <mc:Choice Requires="p14">
      <p:transition spd="slow" p14:dur="2000" advTm="4123"/>
    </mc:Choice>
    <mc:Fallback xmlns="">
      <p:transition spd="slow" advTm="4123"/>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852B114-3ED8-8A54-0767-5AC1BB25B9A1}"/>
              </a:ext>
            </a:extLst>
          </p:cNvPr>
          <p:cNvSpPr>
            <a:spLocks noGrp="1"/>
          </p:cNvSpPr>
          <p:nvPr>
            <p:ph type="title"/>
          </p:nvPr>
        </p:nvSpPr>
        <p:spPr>
          <a:xfrm>
            <a:off x="0" y="1"/>
            <a:ext cx="10515600" cy="800100"/>
          </a:xfrm>
        </p:spPr>
        <p:txBody>
          <a:bodyPr>
            <a:normAutofit/>
          </a:bodyPr>
          <a:lstStyle/>
          <a:p>
            <a:r>
              <a:rPr kumimoji="1" lang="ja-JP" altLang="en-US" sz="3600" dirty="0"/>
              <a:t>概要</a:t>
            </a:r>
          </a:p>
        </p:txBody>
      </p:sp>
      <mc:AlternateContent xmlns:mc="http://schemas.openxmlformats.org/markup-compatibility/2006" xmlns:a14="http://schemas.microsoft.com/office/drawing/2010/main">
        <mc:Choice Requires="a14">
          <p:sp>
            <p:nvSpPr>
              <p:cNvPr id="3" name="コンテンツ プレースホルダー 2">
                <a:extLst>
                  <a:ext uri="{FF2B5EF4-FFF2-40B4-BE49-F238E27FC236}">
                    <a16:creationId xmlns:a16="http://schemas.microsoft.com/office/drawing/2014/main" id="{EB179E11-48E1-1D4C-C6C8-269FFFF2D816}"/>
                  </a:ext>
                </a:extLst>
              </p:cNvPr>
              <p:cNvSpPr>
                <a:spLocks noGrp="1"/>
              </p:cNvSpPr>
              <p:nvPr>
                <p:ph idx="1"/>
              </p:nvPr>
            </p:nvSpPr>
            <p:spPr>
              <a:xfrm>
                <a:off x="-1" y="616688"/>
                <a:ext cx="12192001" cy="6241311"/>
              </a:xfrm>
            </p:spPr>
            <p:txBody>
              <a:bodyPr anchor="ctr">
                <a:normAutofit/>
              </a:bodyPr>
              <a:lstStyle/>
              <a:p>
                <a:pPr marL="0" indent="0">
                  <a:buNone/>
                </a:pPr>
                <a:r>
                  <a:rPr kumimoji="1" lang="en-US" altLang="ja-JP" dirty="0"/>
                  <a:t>1. </a:t>
                </a:r>
                <a:r>
                  <a:rPr kumimoji="1" lang="ja-JP" altLang="en-US" dirty="0"/>
                  <a:t>研究背景</a:t>
                </a:r>
                <a:endParaRPr kumimoji="1" lang="en-US" altLang="ja-JP" dirty="0"/>
              </a:p>
              <a:p>
                <a:pPr marL="0" indent="0">
                  <a:buNone/>
                </a:pPr>
                <a:r>
                  <a:rPr kumimoji="1" lang="ja-JP" altLang="en-US" dirty="0"/>
                  <a:t>バルク金属ガラス（</a:t>
                </a:r>
                <a:r>
                  <a:rPr kumimoji="1" lang="en-US" altLang="ja-JP" dirty="0"/>
                  <a:t>BMG</a:t>
                </a:r>
                <a:r>
                  <a:rPr kumimoji="1" lang="ja-JP" altLang="en-US" dirty="0"/>
                  <a:t>）は、金属が結晶化する前に急冷されることで、無秩序なガラス状態を形成する材料である。本研究では、</a:t>
                </a:r>
                <a:r>
                  <a:rPr kumimoji="1" lang="en-US" altLang="ja-JP" dirty="0"/>
                  <a:t>Zr</a:t>
                </a:r>
                <a:r>
                  <a:rPr kumimoji="1" lang="ja-JP" altLang="en-US" dirty="0"/>
                  <a:t>基バルク金属ガラスについて、単純な</a:t>
                </a:r>
                <a:r>
                  <a:rPr kumimoji="1" lang="en-US" altLang="ja-JP" dirty="0"/>
                  <a:t>3</a:t>
                </a:r>
                <a:r>
                  <a:rPr kumimoji="1" lang="ja-JP" altLang="en-US" dirty="0"/>
                  <a:t>元系と複雑な</a:t>
                </a:r>
                <a:r>
                  <a:rPr kumimoji="1" lang="en-US" altLang="ja-JP" dirty="0"/>
                  <a:t>4</a:t>
                </a:r>
                <a:r>
                  <a:rPr kumimoji="1" lang="ja-JP" altLang="en-US" dirty="0"/>
                  <a:t>元系に対する構造モデルを作成し、原子サイズ効果がガラス構造形成に及ぼす影響を調査する。</a:t>
                </a:r>
                <a:endParaRPr kumimoji="1" lang="en-US" altLang="ja-JP" dirty="0"/>
              </a:p>
              <a:p>
                <a:pPr marL="0" indent="0">
                  <a:buNone/>
                </a:pPr>
                <a:endParaRPr lang="en-US" altLang="ja-JP" sz="800" dirty="0"/>
              </a:p>
              <a:p>
                <a:pPr marL="0" indent="0">
                  <a:buNone/>
                </a:pPr>
                <a:r>
                  <a:rPr kumimoji="1" lang="en-US" altLang="ja-JP" dirty="0"/>
                  <a:t>2. </a:t>
                </a:r>
                <a:r>
                  <a:rPr kumimoji="1" lang="ja-JP" altLang="en-US" dirty="0"/>
                  <a:t>計算方法</a:t>
                </a:r>
                <a:endParaRPr kumimoji="1" lang="en-US" altLang="ja-JP" dirty="0"/>
              </a:p>
              <a:p>
                <a:pPr marL="0" indent="0">
                  <a:buNone/>
                </a:pPr>
                <a:r>
                  <a:rPr kumimoji="1" lang="ja-JP" altLang="en-US" dirty="0"/>
                  <a:t>対象材料</a:t>
                </a:r>
                <a:r>
                  <a:rPr lang="ja-JP" altLang="en-US" dirty="0"/>
                  <a:t>：</a:t>
                </a:r>
                <a14:m>
                  <m:oMath xmlns:m="http://schemas.openxmlformats.org/officeDocument/2006/math">
                    <m:sSub>
                      <m:sSubPr>
                        <m:ctrlPr>
                          <a:rPr lang="ja-JP" altLang="ja-JP" sz="2800" i="1" smtClean="0">
                            <a:effectLst/>
                            <a:latin typeface="Cambria Math" panose="02040503050406030204" pitchFamily="18" charset="0"/>
                            <a:ea typeface="Cambria Math" panose="02040503050406030204" pitchFamily="18" charset="0"/>
                          </a:rPr>
                        </m:ctrlPr>
                      </m:sSubPr>
                      <m:e>
                        <m:r>
                          <a:rPr lang="en-US" altLang="ja-JP" sz="2800" i="1">
                            <a:effectLst/>
                            <a:latin typeface="Cambria Math" panose="02040503050406030204" pitchFamily="18" charset="0"/>
                            <a:ea typeface="游明朝" panose="02020400000000000000" pitchFamily="18" charset="-128"/>
                            <a:cs typeface="Times New Roman" panose="02020603050405020304" pitchFamily="18" charset="0"/>
                          </a:rPr>
                          <m:t>𝑍𝑟</m:t>
                        </m:r>
                      </m:e>
                      <m:sub>
                        <m:r>
                          <a:rPr lang="en-US" altLang="ja-JP" sz="2800" i="1">
                            <a:effectLst/>
                            <a:latin typeface="Cambria Math" panose="02040503050406030204" pitchFamily="18" charset="0"/>
                            <a:ea typeface="游明朝" panose="02020400000000000000" pitchFamily="18" charset="-128"/>
                            <a:cs typeface="Times New Roman" panose="02020603050405020304" pitchFamily="18" charset="0"/>
                          </a:rPr>
                          <m:t>30</m:t>
                        </m:r>
                      </m:sub>
                    </m:sSub>
                    <m:sSub>
                      <m:sSubPr>
                        <m:ctrlPr>
                          <a:rPr lang="ja-JP" altLang="ja-JP" sz="2800" i="1">
                            <a:effectLst/>
                            <a:latin typeface="Cambria Math" panose="02040503050406030204" pitchFamily="18" charset="0"/>
                            <a:ea typeface="Cambria Math" panose="02040503050406030204" pitchFamily="18" charset="0"/>
                          </a:rPr>
                        </m:ctrlPr>
                      </m:sSubPr>
                      <m:e>
                        <m:r>
                          <a:rPr lang="en-US" altLang="ja-JP" sz="2800" i="1">
                            <a:effectLst/>
                            <a:latin typeface="Cambria Math" panose="02040503050406030204" pitchFamily="18" charset="0"/>
                            <a:ea typeface="游明朝" panose="02020400000000000000" pitchFamily="18" charset="-128"/>
                            <a:cs typeface="Times New Roman" panose="02020603050405020304" pitchFamily="18" charset="0"/>
                          </a:rPr>
                          <m:t>𝑇𝑖</m:t>
                        </m:r>
                      </m:e>
                      <m:sub>
                        <m:r>
                          <a:rPr lang="en-US" altLang="ja-JP" sz="2800" i="1">
                            <a:effectLst/>
                            <a:latin typeface="Cambria Math" panose="02040503050406030204" pitchFamily="18" charset="0"/>
                            <a:ea typeface="游明朝" panose="02020400000000000000" pitchFamily="18" charset="-128"/>
                            <a:cs typeface="Times New Roman" panose="02020603050405020304" pitchFamily="18" charset="0"/>
                          </a:rPr>
                          <m:t>25</m:t>
                        </m:r>
                      </m:sub>
                    </m:sSub>
                    <m:sSub>
                      <m:sSubPr>
                        <m:ctrlPr>
                          <a:rPr lang="ja-JP" altLang="ja-JP" sz="2800" i="1">
                            <a:effectLst/>
                            <a:latin typeface="Cambria Math" panose="02040503050406030204" pitchFamily="18" charset="0"/>
                            <a:ea typeface="Cambria Math" panose="02040503050406030204" pitchFamily="18" charset="0"/>
                          </a:rPr>
                        </m:ctrlPr>
                      </m:sSubPr>
                      <m:e>
                        <m:r>
                          <a:rPr lang="en-US" altLang="ja-JP" sz="2800" i="1">
                            <a:effectLst/>
                            <a:latin typeface="Cambria Math" panose="02040503050406030204" pitchFamily="18" charset="0"/>
                            <a:ea typeface="游明朝" panose="02020400000000000000" pitchFamily="18" charset="-128"/>
                            <a:cs typeface="Times New Roman" panose="02020603050405020304" pitchFamily="18" charset="0"/>
                          </a:rPr>
                          <m:t>𝐵𝑒</m:t>
                        </m:r>
                      </m:e>
                      <m:sub>
                        <m:r>
                          <a:rPr lang="en-US" altLang="ja-JP" sz="2800" i="1">
                            <a:effectLst/>
                            <a:latin typeface="Cambria Math" panose="02040503050406030204" pitchFamily="18" charset="0"/>
                            <a:ea typeface="游明朝" panose="02020400000000000000" pitchFamily="18" charset="-128"/>
                            <a:cs typeface="Times New Roman" panose="02020603050405020304" pitchFamily="18" charset="0"/>
                          </a:rPr>
                          <m:t>45</m:t>
                        </m:r>
                      </m:sub>
                    </m:sSub>
                  </m:oMath>
                </a14:m>
                <a:r>
                  <a:rPr kumimoji="1" lang="en-US" altLang="ja-JP" dirty="0"/>
                  <a:t>, </a:t>
                </a:r>
                <a14:m>
                  <m:oMath xmlns:m="http://schemas.openxmlformats.org/officeDocument/2006/math">
                    <m:sSub>
                      <m:sSubPr>
                        <m:ctrlPr>
                          <a:rPr lang="ja-JP" altLang="ja-JP" i="1">
                            <a:latin typeface="Cambria Math" panose="02040503050406030204" pitchFamily="18" charset="0"/>
                          </a:rPr>
                        </m:ctrlPr>
                      </m:sSubPr>
                      <m:e>
                        <m:r>
                          <a:rPr lang="en-US" altLang="ja-JP" i="1">
                            <a:latin typeface="Cambria Math" panose="02040503050406030204" pitchFamily="18" charset="0"/>
                          </a:rPr>
                          <m:t>𝑍𝑟</m:t>
                        </m:r>
                      </m:e>
                      <m:sub>
                        <m:r>
                          <a:rPr lang="en-US" altLang="ja-JP" i="1">
                            <a:latin typeface="Cambria Math" panose="02040503050406030204" pitchFamily="18" charset="0"/>
                          </a:rPr>
                          <m:t>41.2</m:t>
                        </m:r>
                      </m:sub>
                    </m:sSub>
                    <m:sSub>
                      <m:sSubPr>
                        <m:ctrlPr>
                          <a:rPr lang="ja-JP" altLang="ja-JP" i="1">
                            <a:latin typeface="Cambria Math" panose="02040503050406030204" pitchFamily="18" charset="0"/>
                          </a:rPr>
                        </m:ctrlPr>
                      </m:sSubPr>
                      <m:e>
                        <m:r>
                          <a:rPr lang="en-US" altLang="ja-JP" i="1">
                            <a:latin typeface="Cambria Math" panose="02040503050406030204" pitchFamily="18" charset="0"/>
                          </a:rPr>
                          <m:t>𝑇𝑖</m:t>
                        </m:r>
                      </m:e>
                      <m:sub>
                        <m:r>
                          <a:rPr lang="en-US" altLang="ja-JP" i="1">
                            <a:latin typeface="Cambria Math" panose="02040503050406030204" pitchFamily="18" charset="0"/>
                          </a:rPr>
                          <m:t>13.8</m:t>
                        </m:r>
                      </m:sub>
                    </m:sSub>
                    <m:sSub>
                      <m:sSubPr>
                        <m:ctrlPr>
                          <a:rPr lang="ja-JP" altLang="ja-JP" i="1">
                            <a:latin typeface="Cambria Math" panose="02040503050406030204" pitchFamily="18" charset="0"/>
                          </a:rPr>
                        </m:ctrlPr>
                      </m:sSubPr>
                      <m:e>
                        <m:r>
                          <a:rPr lang="en-US" altLang="ja-JP" i="1">
                            <a:latin typeface="Cambria Math" panose="02040503050406030204" pitchFamily="18" charset="0"/>
                          </a:rPr>
                          <m:t>𝐶𝑢</m:t>
                        </m:r>
                      </m:e>
                      <m:sub>
                        <m:r>
                          <a:rPr lang="en-US" altLang="ja-JP" i="1">
                            <a:latin typeface="Cambria Math" panose="02040503050406030204" pitchFamily="18" charset="0"/>
                          </a:rPr>
                          <m:t>22.5</m:t>
                        </m:r>
                      </m:sub>
                    </m:sSub>
                    <m:sSub>
                      <m:sSubPr>
                        <m:ctrlPr>
                          <a:rPr lang="ja-JP" altLang="ja-JP" i="1">
                            <a:latin typeface="Cambria Math" panose="02040503050406030204" pitchFamily="18" charset="0"/>
                          </a:rPr>
                        </m:ctrlPr>
                      </m:sSubPr>
                      <m:e>
                        <m:r>
                          <a:rPr lang="en-US" altLang="ja-JP" i="1">
                            <a:latin typeface="Cambria Math" panose="02040503050406030204" pitchFamily="18" charset="0"/>
                          </a:rPr>
                          <m:t>𝐵𝑒</m:t>
                        </m:r>
                      </m:e>
                      <m:sub>
                        <m:r>
                          <a:rPr lang="en-US" altLang="ja-JP" i="1">
                            <a:latin typeface="Cambria Math" panose="02040503050406030204" pitchFamily="18" charset="0"/>
                          </a:rPr>
                          <m:t>22.5</m:t>
                        </m:r>
                      </m:sub>
                    </m:sSub>
                  </m:oMath>
                </a14:m>
                <a:endParaRPr lang="en-US" altLang="ja-JP" dirty="0"/>
              </a:p>
              <a:p>
                <a:pPr marL="0" indent="0">
                  <a:buNone/>
                </a:pPr>
                <a:r>
                  <a:rPr lang="ja-JP" altLang="en-US" dirty="0"/>
                  <a:t>シミュレーション方法；分子動力学シミュレーション</a:t>
                </a:r>
                <a:r>
                  <a:rPr lang="en-US" altLang="ja-JP" dirty="0"/>
                  <a:t>(LAMMPS)</a:t>
                </a:r>
              </a:p>
              <a:p>
                <a:pPr marL="0" indent="0">
                  <a:buNone/>
                </a:pPr>
                <a:r>
                  <a:rPr lang="ja-JP" altLang="en-US" dirty="0"/>
                  <a:t>ポテンシャル：</a:t>
                </a:r>
                <a:r>
                  <a:rPr kumimoji="1" lang="ja-JP" altLang="en-US" sz="2800" dirty="0"/>
                  <a:t>レナードジョーンズポテンシャル</a:t>
                </a:r>
                <a:endParaRPr kumimoji="1" lang="en-US" altLang="ja-JP" sz="2800" dirty="0"/>
              </a:p>
              <a:p>
                <a:pPr marL="0" indent="0">
                  <a:buNone/>
                </a:pPr>
                <a:endParaRPr lang="en-US" altLang="ja-JP" sz="800" dirty="0"/>
              </a:p>
              <a:p>
                <a:pPr marL="0" indent="0">
                  <a:buNone/>
                </a:pPr>
                <a:r>
                  <a:rPr lang="en-US" altLang="ja-JP" dirty="0"/>
                  <a:t>3. </a:t>
                </a:r>
                <a:r>
                  <a:rPr lang="ja-JP" altLang="en-US" dirty="0"/>
                  <a:t>解析方法</a:t>
                </a:r>
                <a:endParaRPr lang="en-US" altLang="ja-JP" dirty="0"/>
              </a:p>
              <a:p>
                <a:pPr marL="0" indent="0">
                  <a:buNone/>
                </a:pPr>
                <a:r>
                  <a:rPr lang="ja-JP" altLang="en-US" dirty="0"/>
                  <a:t>二体分布関数解析</a:t>
                </a:r>
                <a:r>
                  <a:rPr lang="en-US" altLang="ja-JP" dirty="0"/>
                  <a:t>, </a:t>
                </a:r>
                <a:r>
                  <a:rPr kumimoji="1" lang="ja-JP" altLang="en-US" dirty="0"/>
                  <a:t>構造因子解析</a:t>
                </a:r>
                <a:r>
                  <a:rPr lang="en-US" altLang="ja-JP" dirty="0"/>
                  <a:t>, </a:t>
                </a:r>
                <a:r>
                  <a:rPr kumimoji="1" lang="en-US" altLang="ja-JP" dirty="0"/>
                  <a:t>Voronoi</a:t>
                </a:r>
                <a:r>
                  <a:rPr kumimoji="1" lang="ja-JP" altLang="en-US" dirty="0"/>
                  <a:t>多面体解析</a:t>
                </a:r>
                <a:endParaRPr kumimoji="1" lang="en-US" altLang="ja-JP" dirty="0"/>
              </a:p>
            </p:txBody>
          </p:sp>
        </mc:Choice>
        <mc:Fallback xmlns="">
          <p:sp>
            <p:nvSpPr>
              <p:cNvPr id="3" name="コンテンツ プレースホルダー 2">
                <a:extLst>
                  <a:ext uri="{FF2B5EF4-FFF2-40B4-BE49-F238E27FC236}">
                    <a16:creationId xmlns:a16="http://schemas.microsoft.com/office/drawing/2014/main" id="{EB179E11-48E1-1D4C-C6C8-269FFFF2D816}"/>
                  </a:ext>
                </a:extLst>
              </p:cNvPr>
              <p:cNvSpPr>
                <a:spLocks noGrp="1" noRot="1" noChangeAspect="1" noMove="1" noResize="1" noEditPoints="1" noAdjustHandles="1" noChangeArrowheads="1" noChangeShapeType="1" noTextEdit="1"/>
              </p:cNvSpPr>
              <p:nvPr>
                <p:ph idx="1"/>
              </p:nvPr>
            </p:nvSpPr>
            <p:spPr>
              <a:xfrm>
                <a:off x="-1" y="616688"/>
                <a:ext cx="12192001" cy="6241311"/>
              </a:xfrm>
              <a:blipFill>
                <a:blip r:embed="rId2"/>
                <a:stretch>
                  <a:fillRect l="-1000" r="-2000"/>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32566751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55996AF-006B-5AFA-1AA1-97F4A9477D63}"/>
              </a:ext>
            </a:extLst>
          </p:cNvPr>
          <p:cNvSpPr>
            <a:spLocks noGrp="1"/>
          </p:cNvSpPr>
          <p:nvPr>
            <p:ph type="title"/>
          </p:nvPr>
        </p:nvSpPr>
        <p:spPr>
          <a:xfrm>
            <a:off x="0" y="1"/>
            <a:ext cx="1327484" cy="1021557"/>
          </a:xfrm>
        </p:spPr>
        <p:txBody>
          <a:bodyPr>
            <a:normAutofit/>
          </a:bodyPr>
          <a:lstStyle/>
          <a:p>
            <a:pPr algn="ctr"/>
            <a:r>
              <a:rPr kumimoji="1" lang="ja-JP" altLang="en-US" sz="3600" b="1" dirty="0"/>
              <a:t>背景</a:t>
            </a:r>
          </a:p>
        </p:txBody>
      </p:sp>
      <p:sp>
        <p:nvSpPr>
          <p:cNvPr id="3" name="コンテンツ プレースホルダー 2">
            <a:extLst>
              <a:ext uri="{FF2B5EF4-FFF2-40B4-BE49-F238E27FC236}">
                <a16:creationId xmlns:a16="http://schemas.microsoft.com/office/drawing/2014/main" id="{AEF0F961-F76E-36CF-985C-90E8EBBDCEDF}"/>
              </a:ext>
            </a:extLst>
          </p:cNvPr>
          <p:cNvSpPr>
            <a:spLocks noGrp="1"/>
          </p:cNvSpPr>
          <p:nvPr>
            <p:ph idx="1"/>
          </p:nvPr>
        </p:nvSpPr>
        <p:spPr>
          <a:xfrm>
            <a:off x="185828" y="801395"/>
            <a:ext cx="8784956" cy="2975592"/>
          </a:xfrm>
          <a:ln w="28575">
            <a:solidFill>
              <a:schemeClr val="accent1"/>
            </a:solidFill>
          </a:ln>
        </p:spPr>
        <p:txBody>
          <a:bodyPr anchor="ctr">
            <a:noAutofit/>
          </a:bodyPr>
          <a:lstStyle/>
          <a:p>
            <a:pPr marL="0" indent="0">
              <a:buNone/>
            </a:pPr>
            <a:r>
              <a:rPr kumimoji="1" lang="ja-JP" altLang="en-US" dirty="0"/>
              <a:t>バルク金属ガラスとは</a:t>
            </a:r>
            <a:endParaRPr kumimoji="1" lang="en-US" altLang="ja-JP" dirty="0"/>
          </a:p>
          <a:p>
            <a:pPr marL="0" indent="0">
              <a:buNone/>
            </a:pPr>
            <a:r>
              <a:rPr lang="ja-JP" altLang="en-US" dirty="0"/>
              <a:t>金属物質が結晶化するより早く冷却することで原子が無秩序に配列したガラス状態が得られる。</a:t>
            </a:r>
            <a:r>
              <a:rPr lang="en-US" altLang="ja-JP" dirty="0"/>
              <a:t>Mg, La, Zr, Fe, Pd</a:t>
            </a:r>
            <a:r>
              <a:rPr lang="ja-JP" altLang="en-US" dirty="0"/>
              <a:t>を基にした特定の合金は、比較的緩慢な冷却</a:t>
            </a:r>
            <a:r>
              <a:rPr lang="en-US" altLang="ja-JP" dirty="0"/>
              <a:t>(0.001〜1000K/</a:t>
            </a:r>
            <a:r>
              <a:rPr lang="ja-JP" altLang="en-US" dirty="0"/>
              <a:t>秒</a:t>
            </a:r>
            <a:r>
              <a:rPr lang="en-US" altLang="ja-JP" dirty="0"/>
              <a:t>)</a:t>
            </a:r>
            <a:r>
              <a:rPr lang="ja-JP" altLang="en-US" dirty="0"/>
              <a:t>によっても結晶化を回避でき、バルク状のガラス状態が得られる。これをバルク金属ガラスという。</a:t>
            </a:r>
            <a:endParaRPr lang="en-US" altLang="ja-JP" dirty="0"/>
          </a:p>
        </p:txBody>
      </p:sp>
      <p:pic>
        <p:nvPicPr>
          <p:cNvPr id="8" name="図 7">
            <a:extLst>
              <a:ext uri="{FF2B5EF4-FFF2-40B4-BE49-F238E27FC236}">
                <a16:creationId xmlns:a16="http://schemas.microsoft.com/office/drawing/2014/main" id="{DA184063-6E35-6364-0D1C-93029A337FFA}"/>
              </a:ext>
            </a:extLst>
          </p:cNvPr>
          <p:cNvPicPr>
            <a:picLocks noChangeAspect="1"/>
          </p:cNvPicPr>
          <p:nvPr/>
        </p:nvPicPr>
        <p:blipFill rotWithShape="1">
          <a:blip r:embed="rId2"/>
          <a:srcRect t="1" r="1013" b="776"/>
          <a:stretch/>
        </p:blipFill>
        <p:spPr>
          <a:xfrm>
            <a:off x="9260708" y="75932"/>
            <a:ext cx="2511187" cy="2219876"/>
          </a:xfrm>
          <a:prstGeom prst="rect">
            <a:avLst/>
          </a:prstGeom>
        </p:spPr>
      </p:pic>
      <p:pic>
        <p:nvPicPr>
          <p:cNvPr id="10" name="図 9">
            <a:extLst>
              <a:ext uri="{FF2B5EF4-FFF2-40B4-BE49-F238E27FC236}">
                <a16:creationId xmlns:a16="http://schemas.microsoft.com/office/drawing/2014/main" id="{C0FB2949-D3BB-D027-E1A3-C6B2607EEFFC}"/>
              </a:ext>
            </a:extLst>
          </p:cNvPr>
          <p:cNvPicPr>
            <a:picLocks noChangeAspect="1"/>
          </p:cNvPicPr>
          <p:nvPr/>
        </p:nvPicPr>
        <p:blipFill>
          <a:blip r:embed="rId3"/>
          <a:stretch>
            <a:fillRect/>
          </a:stretch>
        </p:blipFill>
        <p:spPr>
          <a:xfrm>
            <a:off x="9356484" y="2650905"/>
            <a:ext cx="2415411" cy="2105581"/>
          </a:xfrm>
          <a:prstGeom prst="rect">
            <a:avLst/>
          </a:prstGeom>
        </p:spPr>
      </p:pic>
      <p:sp>
        <p:nvSpPr>
          <p:cNvPr id="11" name="テキスト ボックス 10">
            <a:extLst>
              <a:ext uri="{FF2B5EF4-FFF2-40B4-BE49-F238E27FC236}">
                <a16:creationId xmlns:a16="http://schemas.microsoft.com/office/drawing/2014/main" id="{6A2408E1-AFDB-C29B-F0EB-1C10D6E63B7F}"/>
              </a:ext>
            </a:extLst>
          </p:cNvPr>
          <p:cNvSpPr txBox="1"/>
          <p:nvPr/>
        </p:nvSpPr>
        <p:spPr>
          <a:xfrm>
            <a:off x="9889364" y="2264723"/>
            <a:ext cx="1550706" cy="369332"/>
          </a:xfrm>
          <a:prstGeom prst="rect">
            <a:avLst/>
          </a:prstGeom>
          <a:noFill/>
        </p:spPr>
        <p:txBody>
          <a:bodyPr wrap="square" rtlCol="0">
            <a:spAutoFit/>
          </a:bodyPr>
          <a:lstStyle/>
          <a:p>
            <a:r>
              <a:rPr kumimoji="1" lang="en-US" altLang="ja-JP" dirty="0"/>
              <a:t>Zr-Al-Ni-Cu</a:t>
            </a:r>
          </a:p>
        </p:txBody>
      </p:sp>
      <p:sp>
        <p:nvSpPr>
          <p:cNvPr id="12" name="テキスト ボックス 11">
            <a:extLst>
              <a:ext uri="{FF2B5EF4-FFF2-40B4-BE49-F238E27FC236}">
                <a16:creationId xmlns:a16="http://schemas.microsoft.com/office/drawing/2014/main" id="{BB4F6113-D198-2034-A99E-34C4AB297223}"/>
              </a:ext>
            </a:extLst>
          </p:cNvPr>
          <p:cNvSpPr txBox="1"/>
          <p:nvPr/>
        </p:nvSpPr>
        <p:spPr>
          <a:xfrm>
            <a:off x="9889364" y="4737378"/>
            <a:ext cx="1550707" cy="369332"/>
          </a:xfrm>
          <a:prstGeom prst="rect">
            <a:avLst/>
          </a:prstGeom>
          <a:noFill/>
        </p:spPr>
        <p:txBody>
          <a:bodyPr wrap="square" rtlCol="0">
            <a:spAutoFit/>
          </a:bodyPr>
          <a:lstStyle/>
          <a:p>
            <a:r>
              <a:rPr lang="en-US" altLang="ja-JP" dirty="0"/>
              <a:t>Cu-Zr-Al-Ag</a:t>
            </a:r>
            <a:endParaRPr kumimoji="1" lang="ja-JP" altLang="en-US" dirty="0"/>
          </a:p>
        </p:txBody>
      </p:sp>
      <p:sp>
        <p:nvSpPr>
          <p:cNvPr id="14" name="テキスト ボックス 13">
            <a:extLst>
              <a:ext uri="{FF2B5EF4-FFF2-40B4-BE49-F238E27FC236}">
                <a16:creationId xmlns:a16="http://schemas.microsoft.com/office/drawing/2014/main" id="{F716AAA1-BF96-912C-0A83-813887699953}"/>
              </a:ext>
            </a:extLst>
          </p:cNvPr>
          <p:cNvSpPr txBox="1"/>
          <p:nvPr/>
        </p:nvSpPr>
        <p:spPr>
          <a:xfrm>
            <a:off x="185828" y="3877432"/>
            <a:ext cx="8784956" cy="954107"/>
          </a:xfrm>
          <a:prstGeom prst="rect">
            <a:avLst/>
          </a:prstGeom>
          <a:solidFill>
            <a:srgbClr val="D9E3F3"/>
          </a:solidFill>
          <a:ln w="28575">
            <a:solidFill>
              <a:schemeClr val="accent1"/>
            </a:solidFill>
          </a:ln>
        </p:spPr>
        <p:txBody>
          <a:bodyPr wrap="square" rtlCol="0" anchor="ctr">
            <a:spAutoFit/>
          </a:bodyPr>
          <a:lstStyle/>
          <a:p>
            <a:r>
              <a:rPr kumimoji="1" lang="ja-JP" altLang="en-US" sz="2800" dirty="0"/>
              <a:t>バルク金属ガラスは原子サイズが異なる</a:t>
            </a:r>
            <a:r>
              <a:rPr kumimoji="1" lang="en-US" altLang="ja-JP" sz="2800" dirty="0"/>
              <a:t>3~5</a:t>
            </a:r>
            <a:r>
              <a:rPr kumimoji="1" lang="ja-JP" altLang="en-US" sz="2800" dirty="0"/>
              <a:t>種類の原子を含む必要がある</a:t>
            </a:r>
            <a:r>
              <a:rPr lang="ja-JP" altLang="en-US" sz="2800" dirty="0"/>
              <a:t>。</a:t>
            </a:r>
            <a:r>
              <a:rPr lang="en-US" altLang="ja-JP" sz="2800" dirty="0"/>
              <a:t>(confusion principle)</a:t>
            </a:r>
            <a:r>
              <a:rPr lang="ja-JP" altLang="en-US" sz="2800" dirty="0"/>
              <a:t> </a:t>
            </a:r>
            <a:endParaRPr lang="en-US" altLang="ja-JP" sz="2800" dirty="0"/>
          </a:p>
        </p:txBody>
      </p:sp>
      <p:sp>
        <p:nvSpPr>
          <p:cNvPr id="4" name="テキスト ボックス 3">
            <a:extLst>
              <a:ext uri="{FF2B5EF4-FFF2-40B4-BE49-F238E27FC236}">
                <a16:creationId xmlns:a16="http://schemas.microsoft.com/office/drawing/2014/main" id="{4BA683CC-307B-B078-C5EE-8F6DAEC7C271}"/>
              </a:ext>
            </a:extLst>
          </p:cNvPr>
          <p:cNvSpPr txBox="1"/>
          <p:nvPr/>
        </p:nvSpPr>
        <p:spPr>
          <a:xfrm>
            <a:off x="7757773" y="5004436"/>
            <a:ext cx="4518897" cy="276999"/>
          </a:xfrm>
          <a:prstGeom prst="rect">
            <a:avLst/>
          </a:prstGeom>
          <a:noFill/>
        </p:spPr>
        <p:txBody>
          <a:bodyPr wrap="square" rtlCol="0">
            <a:spAutoFit/>
          </a:bodyPr>
          <a:lstStyle/>
          <a:p>
            <a:r>
              <a:rPr kumimoji="1" lang="en-US" altLang="ja-JP" sz="1200" dirty="0"/>
              <a:t>Ref) A Inoue, A Takeuchi, Acta Mater., 59 (2011) 2243-22267.</a:t>
            </a:r>
            <a:endParaRPr kumimoji="1" lang="ja-JP" altLang="en-US" sz="1200" dirty="0"/>
          </a:p>
        </p:txBody>
      </p:sp>
      <p:sp>
        <p:nvSpPr>
          <p:cNvPr id="5" name="テキスト ボックス 12">
            <a:extLst>
              <a:ext uri="{FF2B5EF4-FFF2-40B4-BE49-F238E27FC236}">
                <a16:creationId xmlns:a16="http://schemas.microsoft.com/office/drawing/2014/main" id="{006FE49B-CDF5-9D08-CABD-D9988554D3C5}"/>
              </a:ext>
            </a:extLst>
          </p:cNvPr>
          <p:cNvSpPr txBox="1"/>
          <p:nvPr/>
        </p:nvSpPr>
        <p:spPr>
          <a:xfrm>
            <a:off x="185828" y="5381880"/>
            <a:ext cx="11801764" cy="1384995"/>
          </a:xfrm>
          <a:prstGeom prst="rect">
            <a:avLst/>
          </a:prstGeom>
          <a:solidFill>
            <a:schemeClr val="accent2">
              <a:lumMod val="40000"/>
              <a:lumOff val="60000"/>
            </a:schemeClr>
          </a:solidFill>
          <a:ln w="28575">
            <a:solidFill>
              <a:schemeClr val="accent2"/>
            </a:solidFill>
          </a:ln>
        </p:spPr>
        <p:txBody>
          <a:bodyPr wrap="square" rtlCol="0" anchor="ctr">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r>
              <a:rPr lang="en-US" altLang="ja-JP" sz="2800" dirty="0"/>
              <a:t>Zr</a:t>
            </a:r>
            <a:r>
              <a:rPr lang="ja-JP" altLang="en-US" sz="2800" dirty="0"/>
              <a:t>基バルク金属ガラスにおいて、単純な</a:t>
            </a:r>
            <a:r>
              <a:rPr lang="en-US" altLang="ja-JP" sz="2800" dirty="0"/>
              <a:t>3</a:t>
            </a:r>
            <a:r>
              <a:rPr lang="ja-JP" altLang="en-US" sz="2800" dirty="0"/>
              <a:t>元系及び複雑な</a:t>
            </a:r>
            <a:r>
              <a:rPr lang="en-US" altLang="ja-JP" sz="2800" dirty="0"/>
              <a:t>4</a:t>
            </a:r>
            <a:r>
              <a:rPr lang="ja-JP" altLang="en-US" sz="2800" dirty="0"/>
              <a:t>元系に対する構造モデル作成を行い、バルク金属ガラスの構造モデリングにおける原子サイズ効果の影響を調べる。</a:t>
            </a:r>
            <a:endParaRPr lang="en-US" altLang="ja-JP" sz="2800" dirty="0"/>
          </a:p>
        </p:txBody>
      </p:sp>
      <p:sp>
        <p:nvSpPr>
          <p:cNvPr id="6" name="矢印: 下 5">
            <a:extLst>
              <a:ext uri="{FF2B5EF4-FFF2-40B4-BE49-F238E27FC236}">
                <a16:creationId xmlns:a16="http://schemas.microsoft.com/office/drawing/2014/main" id="{AA27387C-2035-53E7-620C-B5E700112F6B}"/>
              </a:ext>
            </a:extLst>
          </p:cNvPr>
          <p:cNvSpPr/>
          <p:nvPr/>
        </p:nvSpPr>
        <p:spPr>
          <a:xfrm>
            <a:off x="4041465" y="4831539"/>
            <a:ext cx="1085462" cy="516641"/>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277801172"/>
      </p:ext>
    </p:extLst>
  </p:cSld>
  <p:clrMapOvr>
    <a:masterClrMapping/>
  </p:clrMapOvr>
  <mc:AlternateContent xmlns:mc="http://schemas.openxmlformats.org/markup-compatibility/2006" xmlns:p14="http://schemas.microsoft.com/office/powerpoint/2010/main">
    <mc:Choice Requires="p14">
      <p:transition spd="slow" p14:dur="2000" advTm="584"/>
    </mc:Choice>
    <mc:Fallback xmlns="">
      <p:transition spd="slow" advTm="584"/>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四角形: 角を丸くする 26">
            <a:extLst>
              <a:ext uri="{FF2B5EF4-FFF2-40B4-BE49-F238E27FC236}">
                <a16:creationId xmlns:a16="http://schemas.microsoft.com/office/drawing/2014/main" id="{42A60BA8-1606-91D7-C8A9-AE8934050B50}"/>
              </a:ext>
            </a:extLst>
          </p:cNvPr>
          <p:cNvSpPr/>
          <p:nvPr/>
        </p:nvSpPr>
        <p:spPr>
          <a:xfrm>
            <a:off x="556247" y="859188"/>
            <a:ext cx="5532256" cy="1806111"/>
          </a:xfrm>
          <a:prstGeom prst="roundRect">
            <a:avLst/>
          </a:prstGeom>
          <a:solidFill>
            <a:srgbClr val="DAE3F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5" name="四角形: 角を丸くする 24">
            <a:extLst>
              <a:ext uri="{FF2B5EF4-FFF2-40B4-BE49-F238E27FC236}">
                <a16:creationId xmlns:a16="http://schemas.microsoft.com/office/drawing/2014/main" id="{5D341EBA-4D20-CC2A-0AD6-6A858BBAC87C}"/>
              </a:ext>
            </a:extLst>
          </p:cNvPr>
          <p:cNvSpPr/>
          <p:nvPr/>
        </p:nvSpPr>
        <p:spPr>
          <a:xfrm>
            <a:off x="547702" y="2816452"/>
            <a:ext cx="5532256" cy="3873285"/>
          </a:xfrm>
          <a:prstGeom prst="roundRect">
            <a:avLst>
              <a:gd name="adj" fmla="val 6898"/>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タイトル 1">
            <a:extLst>
              <a:ext uri="{FF2B5EF4-FFF2-40B4-BE49-F238E27FC236}">
                <a16:creationId xmlns:a16="http://schemas.microsoft.com/office/drawing/2014/main" id="{50CEEDBD-C26C-2AC5-DD8D-BE7DE6C2324B}"/>
              </a:ext>
            </a:extLst>
          </p:cNvPr>
          <p:cNvSpPr>
            <a:spLocks noGrp="1"/>
          </p:cNvSpPr>
          <p:nvPr>
            <p:ph type="title"/>
          </p:nvPr>
        </p:nvSpPr>
        <p:spPr>
          <a:xfrm>
            <a:off x="3275" y="-23295"/>
            <a:ext cx="2227341" cy="974818"/>
          </a:xfrm>
        </p:spPr>
        <p:txBody>
          <a:bodyPr>
            <a:normAutofit/>
          </a:bodyPr>
          <a:lstStyle/>
          <a:p>
            <a:pPr algn="ctr"/>
            <a:r>
              <a:rPr kumimoji="1" lang="ja-JP" altLang="en-US" sz="3600" b="1" dirty="0"/>
              <a:t>計算方法</a:t>
            </a:r>
          </a:p>
        </p:txBody>
      </p:sp>
      <p:sp>
        <p:nvSpPr>
          <p:cNvPr id="12" name="テキスト ボックス 11">
            <a:extLst>
              <a:ext uri="{FF2B5EF4-FFF2-40B4-BE49-F238E27FC236}">
                <a16:creationId xmlns:a16="http://schemas.microsoft.com/office/drawing/2014/main" id="{099143C2-52CB-82DA-A93E-20BDCEBD0065}"/>
              </a:ext>
            </a:extLst>
          </p:cNvPr>
          <p:cNvSpPr txBox="1"/>
          <p:nvPr/>
        </p:nvSpPr>
        <p:spPr>
          <a:xfrm>
            <a:off x="784293" y="5055440"/>
            <a:ext cx="2163197" cy="1569660"/>
          </a:xfrm>
          <a:prstGeom prst="rect">
            <a:avLst/>
          </a:prstGeom>
          <a:noFill/>
          <a:ln w="28575">
            <a:solidFill>
              <a:schemeClr val="accent1"/>
            </a:solidFill>
          </a:ln>
        </p:spPr>
        <p:txBody>
          <a:bodyPr wrap="square" rtlCol="0" anchor="ctr">
            <a:spAutoFit/>
          </a:bodyPr>
          <a:lstStyle/>
          <a:p>
            <a:pPr algn="ctr"/>
            <a:r>
              <a:rPr kumimoji="1" lang="ja-JP" altLang="en-US" sz="2400" dirty="0"/>
              <a:t>原子数</a:t>
            </a:r>
            <a:endParaRPr kumimoji="1" lang="en-US" altLang="ja-JP" sz="2400" dirty="0"/>
          </a:p>
          <a:p>
            <a:pPr algn="ctr"/>
            <a:r>
              <a:rPr lang="en-US" altLang="ja-JP" sz="2400" dirty="0">
                <a:latin typeface="Cambria Math" panose="02040503050406030204" pitchFamily="18" charset="0"/>
                <a:ea typeface="Cambria Math" panose="02040503050406030204" pitchFamily="18" charset="0"/>
              </a:rPr>
              <a:t>Zr :</a:t>
            </a:r>
            <a:r>
              <a:rPr lang="ja-JP" altLang="en-US" sz="2400" dirty="0">
                <a:latin typeface="Cambria Math" panose="02040503050406030204" pitchFamily="18" charset="0"/>
                <a:ea typeface="Cambria Math" panose="02040503050406030204" pitchFamily="18" charset="0"/>
              </a:rPr>
              <a:t> </a:t>
            </a:r>
            <a:r>
              <a:rPr lang="en-US" altLang="ja-JP" sz="2400" dirty="0">
                <a:latin typeface="Cambria Math" panose="02040503050406030204" pitchFamily="18" charset="0"/>
                <a:ea typeface="Cambria Math" panose="02040503050406030204" pitchFamily="18" charset="0"/>
              </a:rPr>
              <a:t>4120 </a:t>
            </a:r>
          </a:p>
          <a:p>
            <a:pPr algn="ctr"/>
            <a:r>
              <a:rPr lang="en-US" altLang="ja-JP" sz="2400" dirty="0">
                <a:latin typeface="Cambria Math" panose="02040503050406030204" pitchFamily="18" charset="0"/>
                <a:ea typeface="Cambria Math" panose="02040503050406030204" pitchFamily="18" charset="0"/>
              </a:rPr>
              <a:t>Ti : 1380 </a:t>
            </a:r>
          </a:p>
          <a:p>
            <a:pPr algn="ctr"/>
            <a:r>
              <a:rPr lang="en-US" altLang="ja-JP" sz="2400" dirty="0">
                <a:latin typeface="Cambria Math" panose="02040503050406030204" pitchFamily="18" charset="0"/>
                <a:ea typeface="Cambria Math" panose="02040503050406030204" pitchFamily="18" charset="0"/>
              </a:rPr>
              <a:t>Be : 4500</a:t>
            </a:r>
            <a:endParaRPr kumimoji="1" lang="ja-JP" altLang="en-US" sz="2400" dirty="0">
              <a:latin typeface="Cambria Math" panose="02040503050406030204" pitchFamily="18" charset="0"/>
            </a:endParaRPr>
          </a:p>
        </p:txBody>
      </p:sp>
      <mc:AlternateContent xmlns:mc="http://schemas.openxmlformats.org/markup-compatibility/2006" xmlns:a14="http://schemas.microsoft.com/office/drawing/2010/main">
        <mc:Choice Requires="a14">
          <p:sp>
            <p:nvSpPr>
              <p:cNvPr id="3" name="テキスト ボックス 2">
                <a:extLst>
                  <a:ext uri="{FF2B5EF4-FFF2-40B4-BE49-F238E27FC236}">
                    <a16:creationId xmlns:a16="http://schemas.microsoft.com/office/drawing/2014/main" id="{47CB0315-B78E-D596-9E26-E48E8092D2AF}"/>
                  </a:ext>
                </a:extLst>
              </p:cNvPr>
              <p:cNvSpPr txBox="1"/>
              <p:nvPr/>
            </p:nvSpPr>
            <p:spPr>
              <a:xfrm>
                <a:off x="547703" y="979968"/>
                <a:ext cx="5540800" cy="1314847"/>
              </a:xfrm>
              <a:prstGeom prst="rect">
                <a:avLst/>
              </a:prstGeom>
              <a:noFill/>
            </p:spPr>
            <p:txBody>
              <a:bodyPr wrap="square" rtlCol="0">
                <a:spAutoFit/>
              </a:bodyPr>
              <a:lstStyle/>
              <a:p>
                <a:r>
                  <a:rPr kumimoji="1" lang="ja-JP" altLang="en-US" sz="2800" dirty="0"/>
                  <a:t>レナードジョーンズポテンシャル</a:t>
                </a:r>
                <a:endParaRPr lang="en-US" altLang="ja-JP" sz="2800" dirty="0"/>
              </a:p>
              <a:p>
                <a:r>
                  <a:rPr kumimoji="1" lang="ja-JP" altLang="en-US" sz="2400" dirty="0"/>
                  <a:t>　 </a:t>
                </a:r>
                <a14:m>
                  <m:oMath xmlns:m="http://schemas.openxmlformats.org/officeDocument/2006/math">
                    <m:r>
                      <a:rPr lang="ja-JP" altLang="en-US" sz="2800" i="1" dirty="0" smtClean="0">
                        <a:latin typeface="Cambria Math" panose="02040503050406030204" pitchFamily="18" charset="0"/>
                      </a:rPr>
                      <m:t> </m:t>
                    </m:r>
                    <m:r>
                      <a:rPr lang="en-US" altLang="ja-JP" sz="2800" b="0" i="1" dirty="0" smtClean="0">
                        <a:latin typeface="Cambria Math" panose="02040503050406030204" pitchFamily="18" charset="0"/>
                      </a:rPr>
                      <m:t>   </m:t>
                    </m:r>
                    <m:r>
                      <a:rPr kumimoji="1" lang="ja-JP" altLang="en-US" sz="2800" i="1" smtClean="0">
                        <a:latin typeface="Cambria Math" panose="02040503050406030204" pitchFamily="18" charset="0"/>
                      </a:rPr>
                      <m:t>∅</m:t>
                    </m:r>
                    <m:d>
                      <m:dPr>
                        <m:ctrlPr>
                          <a:rPr kumimoji="1" lang="en-US" altLang="ja-JP" sz="2800" b="0" i="1" smtClean="0">
                            <a:latin typeface="Cambria Math" panose="02040503050406030204" pitchFamily="18" charset="0"/>
                          </a:rPr>
                        </m:ctrlPr>
                      </m:dPr>
                      <m:e>
                        <m:r>
                          <a:rPr kumimoji="1" lang="en-US" altLang="ja-JP" sz="2800" b="0" i="1" smtClean="0">
                            <a:latin typeface="Cambria Math" panose="02040503050406030204" pitchFamily="18" charset="0"/>
                          </a:rPr>
                          <m:t>𝑟</m:t>
                        </m:r>
                      </m:e>
                    </m:d>
                    <m:r>
                      <a:rPr lang="en-US" altLang="ja-JP" sz="2800" i="1">
                        <a:latin typeface="Cambria Math" panose="02040503050406030204" pitchFamily="18" charset="0"/>
                      </a:rPr>
                      <m:t>=4</m:t>
                    </m:r>
                    <m:r>
                      <a:rPr lang="ja-JP" altLang="en-US" sz="2800" i="1">
                        <a:latin typeface="Cambria Math" panose="02040503050406030204" pitchFamily="18" charset="0"/>
                      </a:rPr>
                      <m:t>𝜀</m:t>
                    </m:r>
                    <m:d>
                      <m:dPr>
                        <m:begChr m:val="{"/>
                        <m:endChr m:val="}"/>
                        <m:ctrlPr>
                          <a:rPr lang="en-US" altLang="ja-JP" sz="2800" i="1">
                            <a:latin typeface="Cambria Math" panose="02040503050406030204" pitchFamily="18" charset="0"/>
                          </a:rPr>
                        </m:ctrlPr>
                      </m:dPr>
                      <m:e>
                        <m:sSup>
                          <m:sSupPr>
                            <m:ctrlPr>
                              <a:rPr lang="en-US" altLang="ja-JP" sz="2800" i="1">
                                <a:latin typeface="Cambria Math" panose="02040503050406030204" pitchFamily="18" charset="0"/>
                              </a:rPr>
                            </m:ctrlPr>
                          </m:sSupPr>
                          <m:e>
                            <m:d>
                              <m:dPr>
                                <m:ctrlPr>
                                  <a:rPr lang="en-US" altLang="ja-JP" sz="2800" i="1">
                                    <a:latin typeface="Cambria Math" panose="02040503050406030204" pitchFamily="18" charset="0"/>
                                  </a:rPr>
                                </m:ctrlPr>
                              </m:dPr>
                              <m:e>
                                <m:f>
                                  <m:fPr>
                                    <m:ctrlPr>
                                      <a:rPr lang="en-US" altLang="ja-JP" sz="2800" i="1">
                                        <a:latin typeface="Cambria Math" panose="02040503050406030204" pitchFamily="18" charset="0"/>
                                      </a:rPr>
                                    </m:ctrlPr>
                                  </m:fPr>
                                  <m:num>
                                    <m:r>
                                      <a:rPr lang="ja-JP" altLang="en-US" sz="2800" i="1">
                                        <a:latin typeface="Cambria Math" panose="02040503050406030204" pitchFamily="18" charset="0"/>
                                      </a:rPr>
                                      <m:t>𝜎</m:t>
                                    </m:r>
                                  </m:num>
                                  <m:den>
                                    <m:r>
                                      <a:rPr lang="en-US" altLang="ja-JP" sz="2800" i="1">
                                        <a:latin typeface="Cambria Math" panose="02040503050406030204" pitchFamily="18" charset="0"/>
                                      </a:rPr>
                                      <m:t>𝑟</m:t>
                                    </m:r>
                                  </m:den>
                                </m:f>
                              </m:e>
                            </m:d>
                          </m:e>
                          <m:sup>
                            <m:r>
                              <a:rPr lang="en-US" altLang="ja-JP" sz="2800" i="1">
                                <a:latin typeface="Cambria Math" panose="02040503050406030204" pitchFamily="18" charset="0"/>
                              </a:rPr>
                              <m:t>12</m:t>
                            </m:r>
                          </m:sup>
                        </m:sSup>
                        <m:r>
                          <a:rPr lang="en-US" altLang="ja-JP" sz="2800" i="1">
                            <a:latin typeface="Cambria Math" panose="02040503050406030204" pitchFamily="18" charset="0"/>
                          </a:rPr>
                          <m:t>−</m:t>
                        </m:r>
                        <m:sSup>
                          <m:sSupPr>
                            <m:ctrlPr>
                              <a:rPr lang="en-US" altLang="ja-JP" sz="2800" i="1">
                                <a:latin typeface="Cambria Math" panose="02040503050406030204" pitchFamily="18" charset="0"/>
                              </a:rPr>
                            </m:ctrlPr>
                          </m:sSupPr>
                          <m:e>
                            <m:d>
                              <m:dPr>
                                <m:ctrlPr>
                                  <a:rPr lang="en-US" altLang="ja-JP" sz="2800" i="1">
                                    <a:latin typeface="Cambria Math" panose="02040503050406030204" pitchFamily="18" charset="0"/>
                                  </a:rPr>
                                </m:ctrlPr>
                              </m:dPr>
                              <m:e>
                                <m:f>
                                  <m:fPr>
                                    <m:ctrlPr>
                                      <a:rPr lang="en-US" altLang="ja-JP" sz="2800" i="1">
                                        <a:latin typeface="Cambria Math" panose="02040503050406030204" pitchFamily="18" charset="0"/>
                                      </a:rPr>
                                    </m:ctrlPr>
                                  </m:fPr>
                                  <m:num>
                                    <m:r>
                                      <a:rPr lang="ja-JP" altLang="en-US" sz="2800" i="1">
                                        <a:latin typeface="Cambria Math" panose="02040503050406030204" pitchFamily="18" charset="0"/>
                                      </a:rPr>
                                      <m:t>𝜎</m:t>
                                    </m:r>
                                  </m:num>
                                  <m:den>
                                    <m:r>
                                      <a:rPr lang="en-US" altLang="ja-JP" sz="2800" i="1">
                                        <a:latin typeface="Cambria Math" panose="02040503050406030204" pitchFamily="18" charset="0"/>
                                      </a:rPr>
                                      <m:t>𝑟</m:t>
                                    </m:r>
                                  </m:den>
                                </m:f>
                              </m:e>
                            </m:d>
                          </m:e>
                          <m:sup>
                            <m:r>
                              <a:rPr lang="en-US" altLang="ja-JP" sz="2800" i="1">
                                <a:latin typeface="Cambria Math" panose="02040503050406030204" pitchFamily="18" charset="0"/>
                              </a:rPr>
                              <m:t>6</m:t>
                            </m:r>
                          </m:sup>
                        </m:sSup>
                      </m:e>
                    </m:d>
                  </m:oMath>
                </a14:m>
                <a:endParaRPr kumimoji="1" lang="en-US" altLang="ja-JP" sz="2800" b="0" i="0" u="none" strike="noStrike" kern="1200" dirty="0">
                  <a:solidFill>
                    <a:srgbClr val="000000"/>
                  </a:solidFill>
                  <a:effectLst/>
                  <a:latin typeface="游ゴシック" panose="020B0400000000000000" pitchFamily="50" charset="-128"/>
                  <a:ea typeface="游ゴシック" panose="020B0400000000000000" pitchFamily="50" charset="-128"/>
                </a:endParaRPr>
              </a:p>
            </p:txBody>
          </p:sp>
        </mc:Choice>
        <mc:Fallback xmlns="">
          <p:sp>
            <p:nvSpPr>
              <p:cNvPr id="3" name="テキスト ボックス 2">
                <a:extLst>
                  <a:ext uri="{FF2B5EF4-FFF2-40B4-BE49-F238E27FC236}">
                    <a16:creationId xmlns:a16="http://schemas.microsoft.com/office/drawing/2014/main" id="{47CB0315-B78E-D596-9E26-E48E8092D2AF}"/>
                  </a:ext>
                </a:extLst>
              </p:cNvPr>
              <p:cNvSpPr txBox="1">
                <a:spLocks noRot="1" noChangeAspect="1" noMove="1" noResize="1" noEditPoints="1" noAdjustHandles="1" noChangeArrowheads="1" noChangeShapeType="1" noTextEdit="1"/>
              </p:cNvSpPr>
              <p:nvPr/>
            </p:nvSpPr>
            <p:spPr>
              <a:xfrm>
                <a:off x="547703" y="979968"/>
                <a:ext cx="5540800" cy="1314847"/>
              </a:xfrm>
              <a:prstGeom prst="rect">
                <a:avLst/>
              </a:prstGeom>
              <a:blipFill>
                <a:blip r:embed="rId2"/>
                <a:stretch>
                  <a:fillRect l="-2310" t="-4651" r="-1210"/>
                </a:stretch>
              </a:blipFill>
            </p:spPr>
            <p:txBody>
              <a:bodyPr/>
              <a:lstStyle/>
              <a:p>
                <a:r>
                  <a:rPr lang="ja-JP" altLang="en-US">
                    <a:noFill/>
                  </a:rPr>
                  <a:t> </a:t>
                </a:r>
              </a:p>
            </p:txBody>
          </p:sp>
        </mc:Fallback>
      </mc:AlternateContent>
      <p:sp>
        <p:nvSpPr>
          <p:cNvPr id="5" name="テキスト ボックス 4">
            <a:extLst>
              <a:ext uri="{FF2B5EF4-FFF2-40B4-BE49-F238E27FC236}">
                <a16:creationId xmlns:a16="http://schemas.microsoft.com/office/drawing/2014/main" id="{A3A4CDA0-CB13-2A07-6134-73992CB47376}"/>
              </a:ext>
            </a:extLst>
          </p:cNvPr>
          <p:cNvSpPr txBox="1"/>
          <p:nvPr/>
        </p:nvSpPr>
        <p:spPr>
          <a:xfrm>
            <a:off x="784293" y="3343291"/>
            <a:ext cx="2163197" cy="1631216"/>
          </a:xfrm>
          <a:prstGeom prst="rect">
            <a:avLst/>
          </a:prstGeom>
          <a:noFill/>
          <a:ln w="28575">
            <a:solidFill>
              <a:schemeClr val="accent1"/>
            </a:solidFill>
          </a:ln>
        </p:spPr>
        <p:txBody>
          <a:bodyPr wrap="square" rtlCol="0" anchor="ctr">
            <a:spAutoFit/>
          </a:bodyPr>
          <a:lstStyle/>
          <a:p>
            <a:pPr algn="ctr"/>
            <a:r>
              <a:rPr kumimoji="1" lang="ja-JP" altLang="en-US" sz="2400" dirty="0"/>
              <a:t>原子半径</a:t>
            </a:r>
            <a:r>
              <a:rPr kumimoji="1" lang="en-US" altLang="ja-JP" sz="2400" dirty="0">
                <a:latin typeface="Cambria Math" panose="02040503050406030204" pitchFamily="18" charset="0"/>
                <a:ea typeface="Cambria Math" panose="02040503050406030204" pitchFamily="18" charset="0"/>
              </a:rPr>
              <a:t>(</a:t>
            </a:r>
            <a:r>
              <a:rPr lang="en-US" altLang="ja-JP" sz="2400" b="0" i="0" dirty="0">
                <a:solidFill>
                  <a:srgbClr val="333333"/>
                </a:solidFill>
                <a:effectLst/>
                <a:latin typeface="Cambria Math" panose="02040503050406030204" pitchFamily="18" charset="0"/>
                <a:ea typeface="Cambria Math" panose="02040503050406030204" pitchFamily="18" charset="0"/>
              </a:rPr>
              <a:t>Å)</a:t>
            </a:r>
            <a:endParaRPr kumimoji="1" lang="en-US" altLang="ja-JP" sz="2400" dirty="0"/>
          </a:p>
          <a:p>
            <a:pPr algn="ctr"/>
            <a:r>
              <a:rPr kumimoji="1" lang="en-US" altLang="ja-JP" sz="2400" dirty="0">
                <a:latin typeface="Cambria Math" panose="02040503050406030204" pitchFamily="18" charset="0"/>
                <a:ea typeface="Cambria Math" panose="02040503050406030204" pitchFamily="18" charset="0"/>
              </a:rPr>
              <a:t>Zr : 1.60</a:t>
            </a:r>
          </a:p>
          <a:p>
            <a:pPr algn="ctr"/>
            <a:r>
              <a:rPr lang="en-US" altLang="ja-JP" sz="2400" dirty="0">
                <a:latin typeface="Cambria Math" panose="02040503050406030204" pitchFamily="18" charset="0"/>
                <a:ea typeface="Cambria Math" panose="02040503050406030204" pitchFamily="18" charset="0"/>
              </a:rPr>
              <a:t>Ti : 1.46</a:t>
            </a:r>
          </a:p>
          <a:p>
            <a:pPr algn="ctr"/>
            <a:r>
              <a:rPr kumimoji="1" lang="en-US" altLang="ja-JP" sz="2400" dirty="0">
                <a:latin typeface="Cambria Math" panose="02040503050406030204" pitchFamily="18" charset="0"/>
                <a:ea typeface="Cambria Math" panose="02040503050406030204" pitchFamily="18" charset="0"/>
              </a:rPr>
              <a:t>Be: 1.13</a:t>
            </a:r>
            <a:endParaRPr kumimoji="1" lang="ja-JP" altLang="en-US" sz="2400" dirty="0">
              <a:latin typeface="Cambria Math" panose="02040503050406030204" pitchFamily="18" charset="0"/>
            </a:endParaRPr>
          </a:p>
        </p:txBody>
      </p:sp>
      <p:sp>
        <p:nvSpPr>
          <p:cNvPr id="4" name="テキスト ボックス 3">
            <a:extLst>
              <a:ext uri="{FF2B5EF4-FFF2-40B4-BE49-F238E27FC236}">
                <a16:creationId xmlns:a16="http://schemas.microsoft.com/office/drawing/2014/main" id="{8047447B-5CE0-C329-88AE-F7E1EC8F9286}"/>
              </a:ext>
            </a:extLst>
          </p:cNvPr>
          <p:cNvSpPr txBox="1"/>
          <p:nvPr/>
        </p:nvSpPr>
        <p:spPr>
          <a:xfrm>
            <a:off x="3184083" y="6217492"/>
            <a:ext cx="2951747" cy="461665"/>
          </a:xfrm>
          <a:prstGeom prst="rect">
            <a:avLst/>
          </a:prstGeom>
          <a:noFill/>
        </p:spPr>
        <p:txBody>
          <a:bodyPr wrap="square">
            <a:spAutoFit/>
          </a:bodyPr>
          <a:lstStyle/>
          <a:p>
            <a:r>
              <a:rPr lang="en-US" altLang="ja-JP" sz="1200" dirty="0"/>
              <a:t>Ref) O.N. </a:t>
            </a:r>
            <a:r>
              <a:rPr lang="en-US" altLang="ja-JP" sz="1200" dirty="0" err="1"/>
              <a:t>Senkov</a:t>
            </a:r>
            <a:r>
              <a:rPr lang="en-US" altLang="ja-JP" sz="1200" dirty="0"/>
              <a:t>, D.B. Miracle, Mater Res Bull, 36 (2001) 2183–2198</a:t>
            </a:r>
            <a:endParaRPr lang="ja-JP" altLang="en-US" sz="1200" dirty="0"/>
          </a:p>
        </p:txBody>
      </p:sp>
      <mc:AlternateContent xmlns:mc="http://schemas.openxmlformats.org/markup-compatibility/2006" xmlns:a14="http://schemas.microsoft.com/office/drawing/2010/main">
        <mc:Choice Requires="a14">
          <p:sp>
            <p:nvSpPr>
              <p:cNvPr id="23" name="テキスト ボックス 22">
                <a:extLst>
                  <a:ext uri="{FF2B5EF4-FFF2-40B4-BE49-F238E27FC236}">
                    <a16:creationId xmlns:a16="http://schemas.microsoft.com/office/drawing/2014/main" id="{9B30E326-F9FE-3097-F7FF-F061227E2073}"/>
                  </a:ext>
                </a:extLst>
              </p:cNvPr>
              <p:cNvSpPr txBox="1"/>
              <p:nvPr/>
            </p:nvSpPr>
            <p:spPr>
              <a:xfrm>
                <a:off x="3288249" y="3627173"/>
                <a:ext cx="2450949" cy="2308324"/>
              </a:xfrm>
              <a:prstGeom prst="rect">
                <a:avLst/>
              </a:prstGeom>
              <a:solidFill>
                <a:schemeClr val="accent1">
                  <a:lumMod val="20000"/>
                  <a:lumOff val="80000"/>
                </a:schemeClr>
              </a:solidFill>
            </p:spPr>
            <p:txBody>
              <a:bodyPr wrap="square">
                <a:spAutoFit/>
              </a:bodyPr>
              <a:lstStyle/>
              <a:p>
                <a:pPr algn="ctr" fontAlgn="ctr"/>
                <a:r>
                  <a:rPr kumimoji="1" lang="en-US" altLang="ja-JP" sz="2400" b="0" i="0" u="none" strike="noStrike" kern="1200" dirty="0">
                    <a:solidFill>
                      <a:srgbClr val="000000"/>
                    </a:solidFill>
                    <a:effectLst/>
                    <a:latin typeface="Cambria Math" panose="02040503050406030204" pitchFamily="18" charset="0"/>
                    <a:ea typeface="Cambria Math" panose="02040503050406030204" pitchFamily="18" charset="0"/>
                  </a:rPr>
                  <a:t>Zr-Zr</a:t>
                </a:r>
                <a:r>
                  <a:rPr kumimoji="1" lang="ja-JP" altLang="en-US" sz="2400" b="0" i="0" u="none" strike="noStrike" kern="1200" dirty="0">
                    <a:solidFill>
                      <a:srgbClr val="000000"/>
                    </a:solidFill>
                    <a:effectLst/>
                    <a:latin typeface="Cambria Math" panose="02040503050406030204" pitchFamily="18" charset="0"/>
                    <a:ea typeface="游ゴシック" panose="020B0400000000000000" pitchFamily="50" charset="-128"/>
                  </a:rPr>
                  <a:t>：</a:t>
                </a:r>
                <a14:m>
                  <m:oMath xmlns:m="http://schemas.openxmlformats.org/officeDocument/2006/math">
                    <m:r>
                      <a:rPr lang="ja-JP" altLang="en-US" sz="2400" i="1">
                        <a:latin typeface="Cambria Math" panose="02040503050406030204" pitchFamily="18" charset="0"/>
                      </a:rPr>
                      <m:t>𝜎</m:t>
                    </m:r>
                    <m:r>
                      <a:rPr lang="en-US" altLang="ja-JP" sz="2400" i="1">
                        <a:latin typeface="Cambria Math" panose="02040503050406030204" pitchFamily="18" charset="0"/>
                        <a:ea typeface="Cambria Math" panose="02040503050406030204" pitchFamily="18" charset="0"/>
                      </a:rPr>
                      <m:t>=</m:t>
                    </m:r>
                    <m:r>
                      <a:rPr lang="en-US" altLang="ja-JP" sz="2400" b="0" i="1" smtClean="0">
                        <a:latin typeface="Cambria Math" panose="02040503050406030204" pitchFamily="18" charset="0"/>
                        <a:ea typeface="Cambria Math" panose="02040503050406030204" pitchFamily="18" charset="0"/>
                      </a:rPr>
                      <m:t>3.2</m:t>
                    </m:r>
                  </m:oMath>
                </a14:m>
                <a:r>
                  <a:rPr lang="en-US" altLang="ja-JP" sz="2400" b="0" i="0" u="none" strike="noStrike" dirty="0">
                    <a:effectLst/>
                    <a:latin typeface="Cambria Math" panose="02040503050406030204" pitchFamily="18" charset="0"/>
                  </a:rPr>
                  <a:t>0</a:t>
                </a:r>
                <a:endParaRPr lang="ja-JP" altLang="ja-JP" sz="2400" b="0" i="0" u="none" strike="noStrike" dirty="0">
                  <a:effectLst/>
                  <a:latin typeface="Cambria Math" panose="02040503050406030204" pitchFamily="18" charset="0"/>
                </a:endParaRPr>
              </a:p>
              <a:p>
                <a:pPr algn="ctr" fontAlgn="ctr"/>
                <a:r>
                  <a:rPr kumimoji="1" lang="en-US" altLang="ja-JP" sz="2400" b="0" i="0" u="none" strike="noStrike" kern="1200" dirty="0">
                    <a:solidFill>
                      <a:srgbClr val="000000"/>
                    </a:solidFill>
                    <a:effectLst/>
                    <a:latin typeface="Cambria Math" panose="02040503050406030204" pitchFamily="18" charset="0"/>
                    <a:ea typeface="Cambria Math" panose="02040503050406030204" pitchFamily="18" charset="0"/>
                  </a:rPr>
                  <a:t>Zr-Ti</a:t>
                </a:r>
                <a:r>
                  <a:rPr kumimoji="1" lang="ja-JP" altLang="en-US" sz="2400" b="0" i="0" u="none" strike="noStrike" kern="1200" dirty="0">
                    <a:solidFill>
                      <a:srgbClr val="000000"/>
                    </a:solidFill>
                    <a:effectLst/>
                    <a:latin typeface="Cambria Math" panose="02040503050406030204" pitchFamily="18" charset="0"/>
                    <a:ea typeface="游ゴシック" panose="020B0400000000000000" pitchFamily="50" charset="-128"/>
                  </a:rPr>
                  <a:t>：</a:t>
                </a:r>
                <a14:m>
                  <m:oMath xmlns:m="http://schemas.openxmlformats.org/officeDocument/2006/math">
                    <m:r>
                      <a:rPr lang="ja-JP" altLang="en-US" sz="2400" i="1">
                        <a:latin typeface="Cambria Math" panose="02040503050406030204" pitchFamily="18" charset="0"/>
                      </a:rPr>
                      <m:t>𝜎</m:t>
                    </m:r>
                    <m:r>
                      <a:rPr lang="en-US" altLang="ja-JP" sz="2400" i="1">
                        <a:latin typeface="Cambria Math" panose="02040503050406030204" pitchFamily="18" charset="0"/>
                        <a:ea typeface="Cambria Math" panose="02040503050406030204" pitchFamily="18" charset="0"/>
                      </a:rPr>
                      <m:t>=</m:t>
                    </m:r>
                    <m:r>
                      <a:rPr lang="en-US" altLang="ja-JP" sz="2400" b="0" i="1" smtClean="0">
                        <a:latin typeface="Cambria Math" panose="02040503050406030204" pitchFamily="18" charset="0"/>
                        <a:ea typeface="Cambria Math" panose="02040503050406030204" pitchFamily="18" charset="0"/>
                      </a:rPr>
                      <m:t>3.06</m:t>
                    </m:r>
                  </m:oMath>
                </a14:m>
                <a:endParaRPr lang="ja-JP" altLang="ja-JP" sz="2400" b="0" i="0" u="none" strike="noStrike" dirty="0">
                  <a:effectLst/>
                  <a:latin typeface="Cambria Math" panose="02040503050406030204" pitchFamily="18" charset="0"/>
                </a:endParaRPr>
              </a:p>
              <a:p>
                <a:pPr algn="ctr" fontAlgn="ctr"/>
                <a:r>
                  <a:rPr kumimoji="1" lang="en-US" altLang="ja-JP" sz="2400" b="0" i="0" u="none" strike="noStrike" kern="1200" dirty="0">
                    <a:solidFill>
                      <a:srgbClr val="000000"/>
                    </a:solidFill>
                    <a:effectLst/>
                    <a:latin typeface="Cambria Math" panose="02040503050406030204" pitchFamily="18" charset="0"/>
                    <a:ea typeface="Cambria Math" panose="02040503050406030204" pitchFamily="18" charset="0"/>
                  </a:rPr>
                  <a:t>Zr-Be</a:t>
                </a:r>
                <a:r>
                  <a:rPr kumimoji="1" lang="ja-JP" altLang="en-US" sz="2400" b="0" i="0" u="none" strike="noStrike" kern="1200" dirty="0">
                    <a:solidFill>
                      <a:srgbClr val="000000"/>
                    </a:solidFill>
                    <a:effectLst/>
                    <a:latin typeface="Cambria Math" panose="02040503050406030204" pitchFamily="18" charset="0"/>
                    <a:ea typeface="游ゴシック" panose="020B0400000000000000" pitchFamily="50" charset="-128"/>
                  </a:rPr>
                  <a:t>：</a:t>
                </a:r>
                <a14:m>
                  <m:oMath xmlns:m="http://schemas.openxmlformats.org/officeDocument/2006/math">
                    <m:r>
                      <a:rPr lang="ja-JP" altLang="en-US" sz="2400" i="1">
                        <a:latin typeface="Cambria Math" panose="02040503050406030204" pitchFamily="18" charset="0"/>
                      </a:rPr>
                      <m:t>𝜎</m:t>
                    </m:r>
                    <m:r>
                      <a:rPr lang="en-US" altLang="ja-JP" sz="2400" i="1">
                        <a:latin typeface="Cambria Math" panose="02040503050406030204" pitchFamily="18" charset="0"/>
                        <a:ea typeface="Cambria Math" panose="02040503050406030204" pitchFamily="18" charset="0"/>
                      </a:rPr>
                      <m:t>=</m:t>
                    </m:r>
                    <m:r>
                      <a:rPr lang="en-US" altLang="ja-JP" sz="2400" b="0" i="1" smtClean="0">
                        <a:latin typeface="Cambria Math" panose="02040503050406030204" pitchFamily="18" charset="0"/>
                        <a:ea typeface="Cambria Math" panose="02040503050406030204" pitchFamily="18" charset="0"/>
                      </a:rPr>
                      <m:t>2.73</m:t>
                    </m:r>
                  </m:oMath>
                </a14:m>
                <a:endParaRPr lang="ja-JP" altLang="ja-JP" sz="2400" b="0" i="0" u="none" strike="noStrike" dirty="0">
                  <a:effectLst/>
                  <a:latin typeface="Cambria Math" panose="02040503050406030204" pitchFamily="18" charset="0"/>
                </a:endParaRPr>
              </a:p>
              <a:p>
                <a:pPr algn="ctr" fontAlgn="ctr"/>
                <a:r>
                  <a:rPr kumimoji="1" lang="en-US" altLang="ja-JP" sz="2400" b="0" i="0" u="none" strike="noStrike" kern="1200" dirty="0">
                    <a:solidFill>
                      <a:srgbClr val="000000"/>
                    </a:solidFill>
                    <a:effectLst/>
                    <a:latin typeface="Cambria Math" panose="02040503050406030204" pitchFamily="18" charset="0"/>
                    <a:ea typeface="Cambria Math" panose="02040503050406030204" pitchFamily="18" charset="0"/>
                  </a:rPr>
                  <a:t>Ti-Ti</a:t>
                </a:r>
                <a:r>
                  <a:rPr kumimoji="1" lang="ja-JP" altLang="en-US" sz="2400" b="0" i="0" u="none" strike="noStrike" kern="1200" dirty="0">
                    <a:solidFill>
                      <a:srgbClr val="000000"/>
                    </a:solidFill>
                    <a:effectLst/>
                    <a:latin typeface="Cambria Math" panose="02040503050406030204" pitchFamily="18" charset="0"/>
                    <a:ea typeface="游ゴシック" panose="020B0400000000000000" pitchFamily="50" charset="-128"/>
                  </a:rPr>
                  <a:t>：</a:t>
                </a:r>
                <a14:m>
                  <m:oMath xmlns:m="http://schemas.openxmlformats.org/officeDocument/2006/math">
                    <m:r>
                      <a:rPr lang="ja-JP" altLang="en-US" sz="2400" i="1">
                        <a:latin typeface="Cambria Math" panose="02040503050406030204" pitchFamily="18" charset="0"/>
                      </a:rPr>
                      <m:t>𝜎</m:t>
                    </m:r>
                    <m:r>
                      <a:rPr lang="en-US" altLang="ja-JP" sz="2400" i="1">
                        <a:latin typeface="Cambria Math" panose="02040503050406030204" pitchFamily="18" charset="0"/>
                        <a:ea typeface="Cambria Math" panose="02040503050406030204" pitchFamily="18" charset="0"/>
                      </a:rPr>
                      <m:t>=</m:t>
                    </m:r>
                    <m:r>
                      <a:rPr lang="en-US" altLang="ja-JP" sz="2400" b="0" i="1" smtClean="0">
                        <a:latin typeface="Cambria Math" panose="02040503050406030204" pitchFamily="18" charset="0"/>
                        <a:ea typeface="Cambria Math" panose="02040503050406030204" pitchFamily="18" charset="0"/>
                      </a:rPr>
                      <m:t>2.92</m:t>
                    </m:r>
                  </m:oMath>
                </a14:m>
                <a:endParaRPr lang="ja-JP" altLang="ja-JP" sz="2400" b="0" i="0" u="none" strike="noStrike" dirty="0">
                  <a:effectLst/>
                  <a:latin typeface="Cambria Math" panose="02040503050406030204" pitchFamily="18" charset="0"/>
                </a:endParaRPr>
              </a:p>
              <a:p>
                <a:pPr algn="ctr" fontAlgn="ctr"/>
                <a:r>
                  <a:rPr kumimoji="1" lang="en-US" altLang="ja-JP" sz="2400" b="0" i="0" u="none" strike="noStrike" kern="1200" dirty="0">
                    <a:solidFill>
                      <a:srgbClr val="000000"/>
                    </a:solidFill>
                    <a:effectLst/>
                    <a:latin typeface="Cambria Math" panose="02040503050406030204" pitchFamily="18" charset="0"/>
                    <a:ea typeface="Cambria Math" panose="02040503050406030204" pitchFamily="18" charset="0"/>
                  </a:rPr>
                  <a:t>Ti-Be</a:t>
                </a:r>
                <a:r>
                  <a:rPr kumimoji="1" lang="ja-JP" altLang="en-US" sz="2400" b="0" i="0" u="none" strike="noStrike" kern="1200" dirty="0">
                    <a:solidFill>
                      <a:srgbClr val="000000"/>
                    </a:solidFill>
                    <a:effectLst/>
                    <a:latin typeface="Cambria Math" panose="02040503050406030204" pitchFamily="18" charset="0"/>
                    <a:ea typeface="游ゴシック" panose="020B0400000000000000" pitchFamily="50" charset="-128"/>
                  </a:rPr>
                  <a:t>：</a:t>
                </a:r>
                <a14:m>
                  <m:oMath xmlns:m="http://schemas.openxmlformats.org/officeDocument/2006/math">
                    <m:r>
                      <a:rPr lang="ja-JP" altLang="en-US" sz="2400" i="1">
                        <a:latin typeface="Cambria Math" panose="02040503050406030204" pitchFamily="18" charset="0"/>
                      </a:rPr>
                      <m:t>𝜎</m:t>
                    </m:r>
                    <m:r>
                      <a:rPr lang="en-US" altLang="ja-JP" sz="2400" i="1">
                        <a:latin typeface="Cambria Math" panose="02040503050406030204" pitchFamily="18" charset="0"/>
                        <a:ea typeface="Cambria Math" panose="02040503050406030204" pitchFamily="18" charset="0"/>
                      </a:rPr>
                      <m:t>=</m:t>
                    </m:r>
                    <m:r>
                      <a:rPr lang="en-US" altLang="ja-JP" sz="2400" b="0" i="1" smtClean="0">
                        <a:latin typeface="Cambria Math" panose="02040503050406030204" pitchFamily="18" charset="0"/>
                        <a:ea typeface="Cambria Math" panose="02040503050406030204" pitchFamily="18" charset="0"/>
                      </a:rPr>
                      <m:t>2.59</m:t>
                    </m:r>
                  </m:oMath>
                </a14:m>
                <a:endParaRPr lang="ja-JP" altLang="ja-JP" sz="2400" b="0" i="0" u="none" strike="noStrike" dirty="0">
                  <a:effectLst/>
                  <a:latin typeface="Cambria Math" panose="02040503050406030204" pitchFamily="18" charset="0"/>
                </a:endParaRPr>
              </a:p>
              <a:p>
                <a:pPr algn="ctr" fontAlgn="ctr"/>
                <a:r>
                  <a:rPr kumimoji="1" lang="en-US" altLang="ja-JP" sz="2400" b="0" i="0" u="none" strike="noStrike" kern="1200" dirty="0">
                    <a:solidFill>
                      <a:srgbClr val="000000"/>
                    </a:solidFill>
                    <a:effectLst/>
                    <a:latin typeface="Cambria Math" panose="02040503050406030204" pitchFamily="18" charset="0"/>
                    <a:ea typeface="Cambria Math" panose="02040503050406030204" pitchFamily="18" charset="0"/>
                  </a:rPr>
                  <a:t>Be-Be</a:t>
                </a:r>
                <a:r>
                  <a:rPr kumimoji="1" lang="ja-JP" altLang="en-US" sz="2400" b="0" i="0" u="none" strike="noStrike" kern="1200" dirty="0">
                    <a:solidFill>
                      <a:srgbClr val="000000"/>
                    </a:solidFill>
                    <a:effectLst/>
                    <a:latin typeface="Cambria Math" panose="02040503050406030204" pitchFamily="18" charset="0"/>
                    <a:ea typeface="游ゴシック" panose="020B0400000000000000" pitchFamily="50" charset="-128"/>
                  </a:rPr>
                  <a:t>：</a:t>
                </a:r>
                <a14:m>
                  <m:oMath xmlns:m="http://schemas.openxmlformats.org/officeDocument/2006/math">
                    <m:r>
                      <a:rPr lang="ja-JP" altLang="en-US" sz="2400" i="1">
                        <a:latin typeface="Cambria Math" panose="02040503050406030204" pitchFamily="18" charset="0"/>
                      </a:rPr>
                      <m:t>𝜎</m:t>
                    </m:r>
                    <m:r>
                      <a:rPr lang="en-US" altLang="ja-JP" sz="2400" i="1">
                        <a:latin typeface="Cambria Math" panose="02040503050406030204" pitchFamily="18" charset="0"/>
                        <a:ea typeface="Cambria Math" panose="02040503050406030204" pitchFamily="18" charset="0"/>
                      </a:rPr>
                      <m:t>=</m:t>
                    </m:r>
                  </m:oMath>
                </a14:m>
                <a:r>
                  <a:rPr lang="en-US" altLang="ja-JP" sz="2400" b="0" i="0" u="none" strike="noStrike" dirty="0">
                    <a:effectLst/>
                    <a:latin typeface="Cambria Math" panose="02040503050406030204" pitchFamily="18" charset="0"/>
                    <a:ea typeface="Cambria Math" panose="02040503050406030204" pitchFamily="18" charset="0"/>
                  </a:rPr>
                  <a:t>2.26</a:t>
                </a:r>
                <a:endParaRPr lang="ja-JP" altLang="ja-JP" sz="2400" b="0" i="0" u="none" strike="noStrike" dirty="0">
                  <a:effectLst/>
                  <a:latin typeface="Cambria Math" panose="02040503050406030204" pitchFamily="18" charset="0"/>
                </a:endParaRPr>
              </a:p>
            </p:txBody>
          </p:sp>
        </mc:Choice>
        <mc:Fallback xmlns="">
          <p:sp>
            <p:nvSpPr>
              <p:cNvPr id="23" name="テキスト ボックス 22">
                <a:extLst>
                  <a:ext uri="{FF2B5EF4-FFF2-40B4-BE49-F238E27FC236}">
                    <a16:creationId xmlns:a16="http://schemas.microsoft.com/office/drawing/2014/main" id="{9B30E326-F9FE-3097-F7FF-F061227E2073}"/>
                  </a:ext>
                </a:extLst>
              </p:cNvPr>
              <p:cNvSpPr txBox="1">
                <a:spLocks noRot="1" noChangeAspect="1" noMove="1" noResize="1" noEditPoints="1" noAdjustHandles="1" noChangeArrowheads="1" noChangeShapeType="1" noTextEdit="1"/>
              </p:cNvSpPr>
              <p:nvPr/>
            </p:nvSpPr>
            <p:spPr>
              <a:xfrm>
                <a:off x="3288249" y="3627173"/>
                <a:ext cx="2450949" cy="2308324"/>
              </a:xfrm>
              <a:prstGeom prst="rect">
                <a:avLst/>
              </a:prstGeom>
              <a:blipFill>
                <a:blip r:embed="rId3"/>
                <a:stretch>
                  <a:fillRect l="-1990" t="-2375" r="-1493" b="-5013"/>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24" name="テキスト ボックス 23">
                <a:extLst>
                  <a:ext uri="{FF2B5EF4-FFF2-40B4-BE49-F238E27FC236}">
                    <a16:creationId xmlns:a16="http://schemas.microsoft.com/office/drawing/2014/main" id="{4165EEB3-3570-7BC4-050E-C87845E1BD94}"/>
                  </a:ext>
                </a:extLst>
              </p:cNvPr>
              <p:cNvSpPr txBox="1"/>
              <p:nvPr/>
            </p:nvSpPr>
            <p:spPr>
              <a:xfrm>
                <a:off x="1645561" y="2803452"/>
                <a:ext cx="3336537" cy="523220"/>
              </a:xfrm>
              <a:prstGeom prst="rect">
                <a:avLst/>
              </a:prstGeom>
              <a:noFill/>
            </p:spPr>
            <p:txBody>
              <a:bodyPr wrap="square" rtlCol="0" anchor="ctr">
                <a:spAutoFit/>
              </a:bodyPr>
              <a:lstStyle/>
              <a:p>
                <a:pPr algn="ctr"/>
                <a14:m>
                  <m:oMath xmlns:m="http://schemas.openxmlformats.org/officeDocument/2006/math">
                    <m:sSub>
                      <m:sSubPr>
                        <m:ctrlPr>
                          <a:rPr lang="ja-JP" altLang="ja-JP" sz="2800" i="1" smtClean="0">
                            <a:effectLst/>
                            <a:latin typeface="Cambria Math" panose="02040503050406030204" pitchFamily="18" charset="0"/>
                            <a:ea typeface="Cambria Math" panose="02040503050406030204" pitchFamily="18" charset="0"/>
                          </a:rPr>
                        </m:ctrlPr>
                      </m:sSubPr>
                      <m:e>
                        <m:r>
                          <a:rPr lang="en-US" altLang="ja-JP" sz="2800" i="1">
                            <a:effectLst/>
                            <a:latin typeface="Cambria Math" panose="02040503050406030204" pitchFamily="18" charset="0"/>
                            <a:ea typeface="游明朝" panose="02020400000000000000" pitchFamily="18" charset="-128"/>
                            <a:cs typeface="Times New Roman" panose="02020603050405020304" pitchFamily="18" charset="0"/>
                          </a:rPr>
                          <m:t>𝑍𝑟</m:t>
                        </m:r>
                      </m:e>
                      <m:sub>
                        <m:r>
                          <a:rPr lang="en-US" altLang="ja-JP" sz="2800" i="1">
                            <a:effectLst/>
                            <a:latin typeface="Cambria Math" panose="02040503050406030204" pitchFamily="18" charset="0"/>
                            <a:ea typeface="游明朝" panose="02020400000000000000" pitchFamily="18" charset="-128"/>
                            <a:cs typeface="Times New Roman" panose="02020603050405020304" pitchFamily="18" charset="0"/>
                          </a:rPr>
                          <m:t>30</m:t>
                        </m:r>
                      </m:sub>
                    </m:sSub>
                    <m:sSub>
                      <m:sSubPr>
                        <m:ctrlPr>
                          <a:rPr lang="ja-JP" altLang="ja-JP" sz="2800" i="1">
                            <a:effectLst/>
                            <a:latin typeface="Cambria Math" panose="02040503050406030204" pitchFamily="18" charset="0"/>
                            <a:ea typeface="Cambria Math" panose="02040503050406030204" pitchFamily="18" charset="0"/>
                          </a:rPr>
                        </m:ctrlPr>
                      </m:sSubPr>
                      <m:e>
                        <m:r>
                          <a:rPr lang="en-US" altLang="ja-JP" sz="2800" i="1">
                            <a:effectLst/>
                            <a:latin typeface="Cambria Math" panose="02040503050406030204" pitchFamily="18" charset="0"/>
                            <a:ea typeface="游明朝" panose="02020400000000000000" pitchFamily="18" charset="-128"/>
                            <a:cs typeface="Times New Roman" panose="02020603050405020304" pitchFamily="18" charset="0"/>
                          </a:rPr>
                          <m:t>𝑇𝑖</m:t>
                        </m:r>
                      </m:e>
                      <m:sub>
                        <m:r>
                          <a:rPr lang="en-US" altLang="ja-JP" sz="2800" i="1">
                            <a:effectLst/>
                            <a:latin typeface="Cambria Math" panose="02040503050406030204" pitchFamily="18" charset="0"/>
                            <a:ea typeface="游明朝" panose="02020400000000000000" pitchFamily="18" charset="-128"/>
                            <a:cs typeface="Times New Roman" panose="02020603050405020304" pitchFamily="18" charset="0"/>
                          </a:rPr>
                          <m:t>25</m:t>
                        </m:r>
                      </m:sub>
                    </m:sSub>
                    <m:sSub>
                      <m:sSubPr>
                        <m:ctrlPr>
                          <a:rPr lang="ja-JP" altLang="ja-JP" sz="2800" i="1">
                            <a:effectLst/>
                            <a:latin typeface="Cambria Math" panose="02040503050406030204" pitchFamily="18" charset="0"/>
                            <a:ea typeface="Cambria Math" panose="02040503050406030204" pitchFamily="18" charset="0"/>
                          </a:rPr>
                        </m:ctrlPr>
                      </m:sSubPr>
                      <m:e>
                        <m:r>
                          <a:rPr lang="en-US" altLang="ja-JP" sz="2800" i="1">
                            <a:effectLst/>
                            <a:latin typeface="Cambria Math" panose="02040503050406030204" pitchFamily="18" charset="0"/>
                            <a:ea typeface="游明朝" panose="02020400000000000000" pitchFamily="18" charset="-128"/>
                            <a:cs typeface="Times New Roman" panose="02020603050405020304" pitchFamily="18" charset="0"/>
                          </a:rPr>
                          <m:t>𝐵𝑒</m:t>
                        </m:r>
                      </m:e>
                      <m:sub>
                        <m:r>
                          <a:rPr lang="en-US" altLang="ja-JP" sz="2800" i="1">
                            <a:effectLst/>
                            <a:latin typeface="Cambria Math" panose="02040503050406030204" pitchFamily="18" charset="0"/>
                            <a:ea typeface="游明朝" panose="02020400000000000000" pitchFamily="18" charset="-128"/>
                            <a:cs typeface="Times New Roman" panose="02020603050405020304" pitchFamily="18" charset="0"/>
                          </a:rPr>
                          <m:t>45</m:t>
                        </m:r>
                      </m:sub>
                    </m:sSub>
                  </m:oMath>
                </a14:m>
                <a:r>
                  <a:rPr kumimoji="1" lang="ja-JP" altLang="en-US" sz="2800" dirty="0"/>
                  <a:t>の条件</a:t>
                </a:r>
              </a:p>
            </p:txBody>
          </p:sp>
        </mc:Choice>
        <mc:Fallback xmlns="">
          <p:sp>
            <p:nvSpPr>
              <p:cNvPr id="24" name="テキスト ボックス 23">
                <a:extLst>
                  <a:ext uri="{FF2B5EF4-FFF2-40B4-BE49-F238E27FC236}">
                    <a16:creationId xmlns:a16="http://schemas.microsoft.com/office/drawing/2014/main" id="{4165EEB3-3570-7BC4-050E-C87845E1BD94}"/>
                  </a:ext>
                </a:extLst>
              </p:cNvPr>
              <p:cNvSpPr txBox="1">
                <a:spLocks noRot="1" noChangeAspect="1" noMove="1" noResize="1" noEditPoints="1" noAdjustHandles="1" noChangeArrowheads="1" noChangeShapeType="1" noTextEdit="1"/>
              </p:cNvSpPr>
              <p:nvPr/>
            </p:nvSpPr>
            <p:spPr>
              <a:xfrm>
                <a:off x="1645561" y="2803452"/>
                <a:ext cx="3336537" cy="523220"/>
              </a:xfrm>
              <a:prstGeom prst="rect">
                <a:avLst/>
              </a:prstGeom>
              <a:blipFill>
                <a:blip r:embed="rId4"/>
                <a:stretch>
                  <a:fillRect t="-10465" r="-2559" b="-32558"/>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6" name="テキスト ボックス 5">
                <a:extLst>
                  <a:ext uri="{FF2B5EF4-FFF2-40B4-BE49-F238E27FC236}">
                    <a16:creationId xmlns:a16="http://schemas.microsoft.com/office/drawing/2014/main" id="{E7EDDF4D-8F4D-D325-D713-9EEA9433604B}"/>
                  </a:ext>
                </a:extLst>
              </p:cNvPr>
              <p:cNvSpPr txBox="1"/>
              <p:nvPr/>
            </p:nvSpPr>
            <p:spPr>
              <a:xfrm>
                <a:off x="6514584" y="1367051"/>
                <a:ext cx="5106805" cy="830997"/>
              </a:xfrm>
              <a:prstGeom prst="rect">
                <a:avLst/>
              </a:prstGeom>
              <a:solidFill>
                <a:schemeClr val="accent1">
                  <a:lumMod val="40000"/>
                  <a:lumOff val="60000"/>
                  <a:alpha val="50000"/>
                </a:schemeClr>
              </a:solidFill>
              <a:ln>
                <a:noFill/>
              </a:ln>
            </p:spPr>
            <p:txBody>
              <a:bodyPr wrap="square" rtlCol="0" anchor="ctr">
                <a:spAutoFit/>
              </a:bodyPr>
              <a:lstStyle/>
              <a:p>
                <a:pPr algn="ctr"/>
                <a:r>
                  <a:rPr kumimoji="1" lang="en-US" altLang="ja-JP" sz="2400" dirty="0"/>
                  <a:t>3000K</a:t>
                </a:r>
                <a:r>
                  <a:rPr kumimoji="1" lang="ja-JP" altLang="en-US" sz="2400" dirty="0"/>
                  <a:t>で平衡化</a:t>
                </a:r>
                <a:br>
                  <a:rPr kumimoji="1" lang="en-US" altLang="ja-JP" sz="2400" dirty="0"/>
                </a:br>
                <a:r>
                  <a:rPr kumimoji="1" lang="en-US" altLang="ja-JP" sz="2400" dirty="0"/>
                  <a:t>(T</a:t>
                </a:r>
                <a:r>
                  <a:rPr kumimoji="1" lang="ja-JP" altLang="en-US" sz="2400" dirty="0"/>
                  <a:t>₁</a:t>
                </a:r>
                <a:r>
                  <a:rPr kumimoji="1" lang="en-US" altLang="ja-JP" sz="2400" dirty="0"/>
                  <a:t>~T</a:t>
                </a:r>
                <a:r>
                  <a:rPr kumimoji="1" lang="ja-JP" altLang="en-US" sz="2400" dirty="0"/>
                  <a:t>₂</a:t>
                </a:r>
                <a:r>
                  <a:rPr lang="en-US" altLang="ja-JP" sz="2400" dirty="0"/>
                  <a:t>, 2.0</a:t>
                </a:r>
                <a:r>
                  <a:rPr kumimoji="1" lang="en-US" altLang="ja-JP" sz="2400" dirty="0"/>
                  <a:t>×</a:t>
                </a:r>
                <a14:m>
                  <m:oMath xmlns:m="http://schemas.openxmlformats.org/officeDocument/2006/math">
                    <m:sSup>
                      <m:sSupPr>
                        <m:ctrlPr>
                          <a:rPr lang="en-US" altLang="ja-JP" sz="2400" i="1" smtClean="0">
                            <a:latin typeface="Cambria Math" panose="02040503050406030204" pitchFamily="18" charset="0"/>
                          </a:rPr>
                        </m:ctrlPr>
                      </m:sSupPr>
                      <m:e>
                        <m:r>
                          <m:rPr>
                            <m:nor/>
                          </m:rPr>
                          <a:rPr lang="en-US" altLang="ja-JP" sz="2400" dirty="0"/>
                          <m:t>10</m:t>
                        </m:r>
                      </m:e>
                      <m:sup>
                        <m:r>
                          <a:rPr lang="en-US" altLang="ja-JP" sz="2400" b="0" i="1" smtClean="0">
                            <a:latin typeface="Cambria Math" panose="02040503050406030204" pitchFamily="18" charset="0"/>
                          </a:rPr>
                          <m:t>−11</m:t>
                        </m:r>
                      </m:sup>
                    </m:sSup>
                  </m:oMath>
                </a14:m>
                <a:r>
                  <a:rPr lang="en-US" altLang="ja-JP" sz="2400" dirty="0"/>
                  <a:t> sec</a:t>
                </a:r>
                <a:r>
                  <a:rPr kumimoji="1" lang="en-US" altLang="ja-JP" sz="2400" dirty="0"/>
                  <a:t>)</a:t>
                </a:r>
                <a:endParaRPr kumimoji="1" lang="ja-JP" altLang="en-US" sz="2400" dirty="0"/>
              </a:p>
            </p:txBody>
          </p:sp>
        </mc:Choice>
        <mc:Fallback xmlns="">
          <p:sp>
            <p:nvSpPr>
              <p:cNvPr id="6" name="テキスト ボックス 5">
                <a:extLst>
                  <a:ext uri="{FF2B5EF4-FFF2-40B4-BE49-F238E27FC236}">
                    <a16:creationId xmlns:a16="http://schemas.microsoft.com/office/drawing/2014/main" id="{E7EDDF4D-8F4D-D325-D713-9EEA9433604B}"/>
                  </a:ext>
                </a:extLst>
              </p:cNvPr>
              <p:cNvSpPr txBox="1">
                <a:spLocks noRot="1" noChangeAspect="1" noMove="1" noResize="1" noEditPoints="1" noAdjustHandles="1" noChangeArrowheads="1" noChangeShapeType="1" noTextEdit="1"/>
              </p:cNvSpPr>
              <p:nvPr/>
            </p:nvSpPr>
            <p:spPr>
              <a:xfrm>
                <a:off x="6514584" y="1367051"/>
                <a:ext cx="5106805" cy="830997"/>
              </a:xfrm>
              <a:prstGeom prst="rect">
                <a:avLst/>
              </a:prstGeom>
              <a:blipFill>
                <a:blip r:embed="rId5"/>
                <a:stretch>
                  <a:fillRect t="-5109" b="-16788"/>
                </a:stretch>
              </a:blipFill>
              <a:ln>
                <a:noFill/>
              </a:ln>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7" name="テキスト ボックス 6">
                <a:extLst>
                  <a:ext uri="{FF2B5EF4-FFF2-40B4-BE49-F238E27FC236}">
                    <a16:creationId xmlns:a16="http://schemas.microsoft.com/office/drawing/2014/main" id="{3E44BCCC-6ECC-B29B-89D2-B66223C6B38F}"/>
                  </a:ext>
                </a:extLst>
              </p:cNvPr>
              <p:cNvSpPr txBox="1"/>
              <p:nvPr/>
            </p:nvSpPr>
            <p:spPr>
              <a:xfrm>
                <a:off x="6514584" y="2557060"/>
                <a:ext cx="5106804" cy="830997"/>
              </a:xfrm>
              <a:prstGeom prst="rect">
                <a:avLst/>
              </a:prstGeom>
              <a:solidFill>
                <a:schemeClr val="accent1">
                  <a:lumMod val="40000"/>
                  <a:lumOff val="60000"/>
                  <a:alpha val="50000"/>
                </a:schemeClr>
              </a:solidFill>
              <a:ln>
                <a:noFill/>
              </a:ln>
            </p:spPr>
            <p:txBody>
              <a:bodyPr wrap="square" rtlCol="0" anchor="ctr">
                <a:spAutoFit/>
              </a:bodyPr>
              <a:lstStyle/>
              <a:p>
                <a:pPr algn="ctr"/>
                <a:r>
                  <a:rPr kumimoji="1" lang="en-US" altLang="ja-JP" sz="2400" dirty="0"/>
                  <a:t>3000K</a:t>
                </a:r>
                <a:r>
                  <a:rPr kumimoji="1" lang="ja-JP" altLang="en-US" sz="2400" dirty="0"/>
                  <a:t>から</a:t>
                </a:r>
                <a:r>
                  <a:rPr kumimoji="1" lang="en-US" altLang="ja-JP" sz="2400" dirty="0"/>
                  <a:t>300K</a:t>
                </a:r>
                <a:r>
                  <a:rPr lang="ja-JP" altLang="en-US" sz="2400" dirty="0"/>
                  <a:t>に</a:t>
                </a:r>
                <a:r>
                  <a:rPr kumimoji="1" lang="ja-JP" altLang="en-US" sz="2400" dirty="0"/>
                  <a:t>冷却</a:t>
                </a:r>
                <a:br>
                  <a:rPr kumimoji="1" lang="en-US" altLang="ja-JP" sz="2400" dirty="0"/>
                </a:br>
                <a:r>
                  <a:rPr lang="en-US" altLang="ja-JP" sz="2400" dirty="0"/>
                  <a:t>(T</a:t>
                </a:r>
                <a:r>
                  <a:rPr lang="ja-JP" altLang="en-US" sz="2400" dirty="0"/>
                  <a:t>₂～</a:t>
                </a:r>
                <a:r>
                  <a:rPr lang="en-US" altLang="ja-JP" sz="2400" dirty="0"/>
                  <a:t>T</a:t>
                </a:r>
                <a:r>
                  <a:rPr lang="ja-JP" altLang="en-US" sz="2400" dirty="0"/>
                  <a:t>₃</a:t>
                </a:r>
                <a:r>
                  <a:rPr lang="en-US" altLang="ja-JP" sz="2400" dirty="0"/>
                  <a:t>, 2.7</a:t>
                </a:r>
                <a:r>
                  <a:rPr kumimoji="1" lang="en-US" altLang="ja-JP" sz="2400" dirty="0"/>
                  <a:t>×</a:t>
                </a:r>
                <a14:m>
                  <m:oMath xmlns:m="http://schemas.openxmlformats.org/officeDocument/2006/math">
                    <m:sSup>
                      <m:sSupPr>
                        <m:ctrlPr>
                          <a:rPr lang="en-US" altLang="ja-JP" sz="2400" i="1" smtClean="0">
                            <a:latin typeface="Cambria Math" panose="02040503050406030204" pitchFamily="18" charset="0"/>
                          </a:rPr>
                        </m:ctrlPr>
                      </m:sSupPr>
                      <m:e>
                        <m:r>
                          <m:rPr>
                            <m:nor/>
                          </m:rPr>
                          <a:rPr lang="en-US" altLang="ja-JP" sz="2400" dirty="0"/>
                          <m:t>10</m:t>
                        </m:r>
                      </m:e>
                      <m:sup>
                        <m:r>
                          <a:rPr lang="en-US" altLang="ja-JP" sz="2400" b="0" i="1" smtClean="0">
                            <a:latin typeface="Cambria Math" panose="02040503050406030204" pitchFamily="18" charset="0"/>
                          </a:rPr>
                          <m:t>13</m:t>
                        </m:r>
                      </m:sup>
                    </m:sSup>
                  </m:oMath>
                </a14:m>
                <a:r>
                  <a:rPr lang="en-US" altLang="ja-JP" sz="2400" dirty="0"/>
                  <a:t> K/s )</a:t>
                </a:r>
                <a:endParaRPr kumimoji="1" lang="ja-JP" altLang="en-US" sz="2400" dirty="0"/>
              </a:p>
            </p:txBody>
          </p:sp>
        </mc:Choice>
        <mc:Fallback xmlns="">
          <p:sp>
            <p:nvSpPr>
              <p:cNvPr id="7" name="テキスト ボックス 6">
                <a:extLst>
                  <a:ext uri="{FF2B5EF4-FFF2-40B4-BE49-F238E27FC236}">
                    <a16:creationId xmlns:a16="http://schemas.microsoft.com/office/drawing/2014/main" id="{3E44BCCC-6ECC-B29B-89D2-B66223C6B38F}"/>
                  </a:ext>
                </a:extLst>
              </p:cNvPr>
              <p:cNvSpPr txBox="1">
                <a:spLocks noRot="1" noChangeAspect="1" noMove="1" noResize="1" noEditPoints="1" noAdjustHandles="1" noChangeArrowheads="1" noChangeShapeType="1" noTextEdit="1"/>
              </p:cNvSpPr>
              <p:nvPr/>
            </p:nvSpPr>
            <p:spPr>
              <a:xfrm>
                <a:off x="6514584" y="2557060"/>
                <a:ext cx="5106804" cy="830997"/>
              </a:xfrm>
              <a:prstGeom prst="rect">
                <a:avLst/>
              </a:prstGeom>
              <a:blipFill>
                <a:blip r:embed="rId6"/>
                <a:stretch>
                  <a:fillRect t="-5109" b="-16788"/>
                </a:stretch>
              </a:blipFill>
              <a:ln>
                <a:noFill/>
              </a:ln>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8" name="テキスト ボックス 7">
                <a:extLst>
                  <a:ext uri="{FF2B5EF4-FFF2-40B4-BE49-F238E27FC236}">
                    <a16:creationId xmlns:a16="http://schemas.microsoft.com/office/drawing/2014/main" id="{FE8DEFEE-CE40-E70C-4851-F77CEDACB31F}"/>
                  </a:ext>
                </a:extLst>
              </p:cNvPr>
              <p:cNvSpPr txBox="1"/>
              <p:nvPr/>
            </p:nvSpPr>
            <p:spPr>
              <a:xfrm>
                <a:off x="6514584" y="3752193"/>
                <a:ext cx="5106804" cy="830997"/>
              </a:xfrm>
              <a:prstGeom prst="rect">
                <a:avLst/>
              </a:prstGeom>
              <a:solidFill>
                <a:schemeClr val="accent1">
                  <a:lumMod val="40000"/>
                  <a:lumOff val="60000"/>
                  <a:alpha val="50000"/>
                </a:schemeClr>
              </a:solidFill>
              <a:ln>
                <a:noFill/>
              </a:ln>
            </p:spPr>
            <p:txBody>
              <a:bodyPr wrap="square" rtlCol="0" anchor="ctr">
                <a:spAutoFit/>
              </a:bodyPr>
              <a:lstStyle/>
              <a:p>
                <a:pPr algn="ctr"/>
                <a:r>
                  <a:rPr kumimoji="1" lang="en-US" altLang="ja-JP" sz="2400" dirty="0"/>
                  <a:t>300K</a:t>
                </a:r>
                <a:r>
                  <a:rPr kumimoji="1" lang="ja-JP" altLang="en-US" sz="2400" dirty="0"/>
                  <a:t>で平衡化</a:t>
                </a:r>
                <a:br>
                  <a:rPr kumimoji="1" lang="en-US" altLang="ja-JP" sz="2400" dirty="0"/>
                </a:br>
                <a:r>
                  <a:rPr kumimoji="1" lang="en-US" altLang="ja-JP" sz="2400" dirty="0"/>
                  <a:t>(T</a:t>
                </a:r>
                <a:r>
                  <a:rPr kumimoji="1" lang="ja-JP" altLang="en-US" sz="2400" dirty="0"/>
                  <a:t>₃～</a:t>
                </a:r>
                <a:r>
                  <a:rPr kumimoji="1" lang="en-US" altLang="ja-JP" sz="2400" dirty="0"/>
                  <a:t>T</a:t>
                </a:r>
                <a:r>
                  <a:rPr lang="ja-JP" altLang="en-US" sz="2400" dirty="0"/>
                  <a:t>₄</a:t>
                </a:r>
                <a:r>
                  <a:rPr lang="en-US" altLang="ja-JP" sz="2400" dirty="0"/>
                  <a:t>,  2.0×</a:t>
                </a:r>
                <a14:m>
                  <m:oMath xmlns:m="http://schemas.openxmlformats.org/officeDocument/2006/math">
                    <m:sSup>
                      <m:sSupPr>
                        <m:ctrlPr>
                          <a:rPr lang="en-US" altLang="ja-JP" sz="2400" i="1">
                            <a:latin typeface="Cambria Math" panose="02040503050406030204" pitchFamily="18" charset="0"/>
                          </a:rPr>
                        </m:ctrlPr>
                      </m:sSupPr>
                      <m:e>
                        <m:r>
                          <m:rPr>
                            <m:nor/>
                          </m:rPr>
                          <a:rPr lang="en-US" altLang="ja-JP" sz="2400" dirty="0"/>
                          <m:t>10</m:t>
                        </m:r>
                      </m:e>
                      <m:sup>
                        <m:r>
                          <a:rPr lang="en-US" altLang="ja-JP" sz="2400" i="1">
                            <a:latin typeface="Cambria Math" panose="02040503050406030204" pitchFamily="18" charset="0"/>
                          </a:rPr>
                          <m:t>−11</m:t>
                        </m:r>
                      </m:sup>
                    </m:sSup>
                  </m:oMath>
                </a14:m>
                <a:r>
                  <a:rPr lang="en-US" altLang="ja-JP" sz="2400" dirty="0"/>
                  <a:t> sec</a:t>
                </a:r>
                <a:r>
                  <a:rPr kumimoji="1" lang="en-US" altLang="ja-JP" sz="2400" dirty="0"/>
                  <a:t>)</a:t>
                </a:r>
                <a:endParaRPr kumimoji="1" lang="ja-JP" altLang="en-US" sz="2400" dirty="0"/>
              </a:p>
            </p:txBody>
          </p:sp>
        </mc:Choice>
        <mc:Fallback xmlns="">
          <p:sp>
            <p:nvSpPr>
              <p:cNvPr id="8" name="テキスト ボックス 7">
                <a:extLst>
                  <a:ext uri="{FF2B5EF4-FFF2-40B4-BE49-F238E27FC236}">
                    <a16:creationId xmlns:a16="http://schemas.microsoft.com/office/drawing/2014/main" id="{FE8DEFEE-CE40-E70C-4851-F77CEDACB31F}"/>
                  </a:ext>
                </a:extLst>
              </p:cNvPr>
              <p:cNvSpPr txBox="1">
                <a:spLocks noRot="1" noChangeAspect="1" noMove="1" noResize="1" noEditPoints="1" noAdjustHandles="1" noChangeArrowheads="1" noChangeShapeType="1" noTextEdit="1"/>
              </p:cNvSpPr>
              <p:nvPr/>
            </p:nvSpPr>
            <p:spPr>
              <a:xfrm>
                <a:off x="6514584" y="3752193"/>
                <a:ext cx="5106804" cy="830997"/>
              </a:xfrm>
              <a:prstGeom prst="rect">
                <a:avLst/>
              </a:prstGeom>
              <a:blipFill>
                <a:blip r:embed="rId7"/>
                <a:stretch>
                  <a:fillRect t="-5882" b="-16912"/>
                </a:stretch>
              </a:blipFill>
              <a:ln>
                <a:noFill/>
              </a:ln>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11" name="テキスト ボックス 10">
                <a:extLst>
                  <a:ext uri="{FF2B5EF4-FFF2-40B4-BE49-F238E27FC236}">
                    <a16:creationId xmlns:a16="http://schemas.microsoft.com/office/drawing/2014/main" id="{800A9761-38F1-DAB4-279D-0EFDBB7D7E19}"/>
                  </a:ext>
                </a:extLst>
              </p:cNvPr>
              <p:cNvSpPr txBox="1"/>
              <p:nvPr/>
            </p:nvSpPr>
            <p:spPr>
              <a:xfrm>
                <a:off x="5791386" y="292899"/>
                <a:ext cx="6553200" cy="1384995"/>
              </a:xfrm>
              <a:prstGeom prst="rect">
                <a:avLst/>
              </a:prstGeom>
              <a:noFill/>
            </p:spPr>
            <p:txBody>
              <a:bodyPr wrap="square" rtlCol="0">
                <a:spAutoFit/>
              </a:bodyPr>
              <a:lstStyle/>
              <a:p>
                <a:pPr algn="ctr"/>
                <a:r>
                  <a:rPr kumimoji="1" lang="en-US" altLang="ja-JP" sz="2800" dirty="0"/>
                  <a:t>MD</a:t>
                </a:r>
                <a:r>
                  <a:rPr kumimoji="1" lang="ja-JP" altLang="en-US" sz="2800" dirty="0"/>
                  <a:t>シミュレーション</a:t>
                </a:r>
                <a:r>
                  <a:rPr kumimoji="1" lang="en-US" altLang="ja-JP" sz="2800" dirty="0"/>
                  <a:t>(</a:t>
                </a:r>
                <a14:m>
                  <m:oMath xmlns:m="http://schemas.openxmlformats.org/officeDocument/2006/math">
                    <m:sSub>
                      <m:sSubPr>
                        <m:ctrlPr>
                          <a:rPr lang="ja-JP" altLang="ja-JP" sz="2800" i="1" smtClean="0">
                            <a:effectLst/>
                            <a:latin typeface="Cambria Math" panose="02040503050406030204" pitchFamily="18" charset="0"/>
                            <a:ea typeface="Cambria Math" panose="02040503050406030204" pitchFamily="18" charset="0"/>
                          </a:rPr>
                        </m:ctrlPr>
                      </m:sSubPr>
                      <m:e>
                        <m:r>
                          <a:rPr lang="en-US" altLang="ja-JP" sz="2800" i="1">
                            <a:effectLst/>
                            <a:latin typeface="Cambria Math" panose="02040503050406030204" pitchFamily="18" charset="0"/>
                            <a:ea typeface="游明朝" panose="02020400000000000000" pitchFamily="18" charset="-128"/>
                            <a:cs typeface="Times New Roman" panose="02020603050405020304" pitchFamily="18" charset="0"/>
                          </a:rPr>
                          <m:t>𝑍𝑟</m:t>
                        </m:r>
                      </m:e>
                      <m:sub>
                        <m:r>
                          <a:rPr lang="en-US" altLang="ja-JP" sz="2800" i="1">
                            <a:effectLst/>
                            <a:latin typeface="Cambria Math" panose="02040503050406030204" pitchFamily="18" charset="0"/>
                            <a:ea typeface="游明朝" panose="02020400000000000000" pitchFamily="18" charset="-128"/>
                            <a:cs typeface="Times New Roman" panose="02020603050405020304" pitchFamily="18" charset="0"/>
                          </a:rPr>
                          <m:t>30</m:t>
                        </m:r>
                      </m:sub>
                    </m:sSub>
                    <m:sSub>
                      <m:sSubPr>
                        <m:ctrlPr>
                          <a:rPr lang="ja-JP" altLang="ja-JP" sz="2800" i="1">
                            <a:effectLst/>
                            <a:latin typeface="Cambria Math" panose="02040503050406030204" pitchFamily="18" charset="0"/>
                            <a:ea typeface="Cambria Math" panose="02040503050406030204" pitchFamily="18" charset="0"/>
                          </a:rPr>
                        </m:ctrlPr>
                      </m:sSubPr>
                      <m:e>
                        <m:r>
                          <a:rPr lang="en-US" altLang="ja-JP" sz="2800" i="1">
                            <a:effectLst/>
                            <a:latin typeface="Cambria Math" panose="02040503050406030204" pitchFamily="18" charset="0"/>
                            <a:ea typeface="游明朝" panose="02020400000000000000" pitchFamily="18" charset="-128"/>
                            <a:cs typeface="Times New Roman" panose="02020603050405020304" pitchFamily="18" charset="0"/>
                          </a:rPr>
                          <m:t>𝑇𝑖</m:t>
                        </m:r>
                      </m:e>
                      <m:sub>
                        <m:r>
                          <a:rPr lang="en-US" altLang="ja-JP" sz="2800" i="1">
                            <a:effectLst/>
                            <a:latin typeface="Cambria Math" panose="02040503050406030204" pitchFamily="18" charset="0"/>
                            <a:ea typeface="游明朝" panose="02020400000000000000" pitchFamily="18" charset="-128"/>
                            <a:cs typeface="Times New Roman" panose="02020603050405020304" pitchFamily="18" charset="0"/>
                          </a:rPr>
                          <m:t>25</m:t>
                        </m:r>
                      </m:sub>
                    </m:sSub>
                    <m:sSub>
                      <m:sSubPr>
                        <m:ctrlPr>
                          <a:rPr lang="ja-JP" altLang="ja-JP" sz="2800" i="1">
                            <a:effectLst/>
                            <a:latin typeface="Cambria Math" panose="02040503050406030204" pitchFamily="18" charset="0"/>
                            <a:ea typeface="Cambria Math" panose="02040503050406030204" pitchFamily="18" charset="0"/>
                          </a:rPr>
                        </m:ctrlPr>
                      </m:sSubPr>
                      <m:e>
                        <m:r>
                          <a:rPr lang="en-US" altLang="ja-JP" sz="2800" i="1">
                            <a:effectLst/>
                            <a:latin typeface="Cambria Math" panose="02040503050406030204" pitchFamily="18" charset="0"/>
                            <a:ea typeface="游明朝" panose="02020400000000000000" pitchFamily="18" charset="-128"/>
                            <a:cs typeface="Times New Roman" panose="02020603050405020304" pitchFamily="18" charset="0"/>
                          </a:rPr>
                          <m:t>𝐵𝑒</m:t>
                        </m:r>
                      </m:e>
                      <m:sub>
                        <m:r>
                          <a:rPr lang="en-US" altLang="ja-JP" sz="2800" i="1">
                            <a:effectLst/>
                            <a:latin typeface="Cambria Math" panose="02040503050406030204" pitchFamily="18" charset="0"/>
                            <a:ea typeface="游明朝" panose="02020400000000000000" pitchFamily="18" charset="-128"/>
                            <a:cs typeface="Times New Roman" panose="02020603050405020304" pitchFamily="18" charset="0"/>
                          </a:rPr>
                          <m:t>45</m:t>
                        </m:r>
                      </m:sub>
                    </m:sSub>
                  </m:oMath>
                </a14:m>
                <a:r>
                  <a:rPr kumimoji="1" lang="en-US" altLang="ja-JP" sz="2800" dirty="0">
                    <a:latin typeface="Cambria Math" panose="02040503050406030204" pitchFamily="18" charset="0"/>
                    <a:ea typeface="Cambria Math" panose="02040503050406030204" pitchFamily="18" charset="0"/>
                  </a:rPr>
                  <a:t>, </a:t>
                </a:r>
                <a14:m>
                  <m:oMath xmlns:m="http://schemas.openxmlformats.org/officeDocument/2006/math">
                    <m:sSub>
                      <m:sSubPr>
                        <m:ctrlPr>
                          <a:rPr lang="ja-JP" altLang="ja-JP" sz="2800" i="1">
                            <a:latin typeface="Cambria Math" panose="02040503050406030204" pitchFamily="18" charset="0"/>
                          </a:rPr>
                        </m:ctrlPr>
                      </m:sSubPr>
                      <m:e>
                        <m:r>
                          <a:rPr lang="en-US" altLang="ja-JP" sz="2800" i="1">
                            <a:latin typeface="Cambria Math" panose="02040503050406030204" pitchFamily="18" charset="0"/>
                          </a:rPr>
                          <m:t>𝑍𝑟</m:t>
                        </m:r>
                      </m:e>
                      <m:sub>
                        <m:r>
                          <a:rPr lang="en-US" altLang="ja-JP" sz="2800" i="1">
                            <a:latin typeface="Cambria Math" panose="02040503050406030204" pitchFamily="18" charset="0"/>
                          </a:rPr>
                          <m:t>41.2</m:t>
                        </m:r>
                      </m:sub>
                    </m:sSub>
                    <m:sSub>
                      <m:sSubPr>
                        <m:ctrlPr>
                          <a:rPr lang="ja-JP" altLang="ja-JP" sz="2800" i="1">
                            <a:latin typeface="Cambria Math" panose="02040503050406030204" pitchFamily="18" charset="0"/>
                          </a:rPr>
                        </m:ctrlPr>
                      </m:sSubPr>
                      <m:e>
                        <m:r>
                          <a:rPr lang="en-US" altLang="ja-JP" sz="2800" i="1">
                            <a:latin typeface="Cambria Math" panose="02040503050406030204" pitchFamily="18" charset="0"/>
                          </a:rPr>
                          <m:t>𝑇𝑖</m:t>
                        </m:r>
                      </m:e>
                      <m:sub>
                        <m:r>
                          <a:rPr lang="en-US" altLang="ja-JP" sz="2800" i="1">
                            <a:latin typeface="Cambria Math" panose="02040503050406030204" pitchFamily="18" charset="0"/>
                          </a:rPr>
                          <m:t>13.8</m:t>
                        </m:r>
                      </m:sub>
                    </m:sSub>
                    <m:sSub>
                      <m:sSubPr>
                        <m:ctrlPr>
                          <a:rPr lang="ja-JP" altLang="ja-JP" sz="2800" i="1">
                            <a:latin typeface="Cambria Math" panose="02040503050406030204" pitchFamily="18" charset="0"/>
                          </a:rPr>
                        </m:ctrlPr>
                      </m:sSubPr>
                      <m:e>
                        <m:r>
                          <a:rPr lang="en-US" altLang="ja-JP" sz="2800" b="0" i="1" smtClean="0">
                            <a:latin typeface="Cambria Math" panose="02040503050406030204" pitchFamily="18" charset="0"/>
                          </a:rPr>
                          <m:t>𝐶𝑢</m:t>
                        </m:r>
                      </m:e>
                      <m:sub>
                        <m:r>
                          <a:rPr lang="en-US" altLang="ja-JP" sz="2800" i="1">
                            <a:latin typeface="Cambria Math" panose="02040503050406030204" pitchFamily="18" charset="0"/>
                          </a:rPr>
                          <m:t>22.5</m:t>
                        </m:r>
                      </m:sub>
                    </m:sSub>
                    <m:sSub>
                      <m:sSubPr>
                        <m:ctrlPr>
                          <a:rPr lang="ja-JP" altLang="ja-JP" sz="2800" i="1">
                            <a:latin typeface="Cambria Math" panose="02040503050406030204" pitchFamily="18" charset="0"/>
                          </a:rPr>
                        </m:ctrlPr>
                      </m:sSubPr>
                      <m:e>
                        <m:r>
                          <a:rPr lang="en-US" altLang="ja-JP" sz="2800" b="0" i="1" smtClean="0">
                            <a:latin typeface="Cambria Math" panose="02040503050406030204" pitchFamily="18" charset="0"/>
                          </a:rPr>
                          <m:t>𝐵𝑒</m:t>
                        </m:r>
                      </m:e>
                      <m:sub>
                        <m:r>
                          <a:rPr lang="en-US" altLang="ja-JP" sz="2800" i="1">
                            <a:latin typeface="Cambria Math" panose="02040503050406030204" pitchFamily="18" charset="0"/>
                          </a:rPr>
                          <m:t>22.5</m:t>
                        </m:r>
                      </m:sub>
                    </m:sSub>
                  </m:oMath>
                </a14:m>
                <a:r>
                  <a:rPr kumimoji="1" lang="ja-JP" altLang="en-US" sz="2800" dirty="0">
                    <a:latin typeface="+mn-ea"/>
                  </a:rPr>
                  <a:t>共通</a:t>
                </a:r>
                <a:r>
                  <a:rPr kumimoji="1" lang="en-US" altLang="ja-JP" sz="2800" dirty="0">
                    <a:latin typeface="+mn-ea"/>
                  </a:rPr>
                  <a:t>)</a:t>
                </a:r>
                <a:endParaRPr lang="ja-JP" altLang="en-US" sz="2800" dirty="0">
                  <a:latin typeface="+mn-ea"/>
                </a:endParaRPr>
              </a:p>
              <a:p>
                <a:endParaRPr kumimoji="1" lang="ja-JP" altLang="en-US" sz="2800" dirty="0"/>
              </a:p>
            </p:txBody>
          </p:sp>
        </mc:Choice>
        <mc:Fallback xmlns="">
          <p:sp>
            <p:nvSpPr>
              <p:cNvPr id="11" name="テキスト ボックス 10">
                <a:extLst>
                  <a:ext uri="{FF2B5EF4-FFF2-40B4-BE49-F238E27FC236}">
                    <a16:creationId xmlns:a16="http://schemas.microsoft.com/office/drawing/2014/main" id="{800A9761-38F1-DAB4-279D-0EFDBB7D7E19}"/>
                  </a:ext>
                </a:extLst>
              </p:cNvPr>
              <p:cNvSpPr txBox="1">
                <a:spLocks noRot="1" noChangeAspect="1" noMove="1" noResize="1" noEditPoints="1" noAdjustHandles="1" noChangeArrowheads="1" noChangeShapeType="1" noTextEdit="1"/>
              </p:cNvSpPr>
              <p:nvPr/>
            </p:nvSpPr>
            <p:spPr>
              <a:xfrm>
                <a:off x="5791386" y="292899"/>
                <a:ext cx="6553200" cy="1384995"/>
              </a:xfrm>
              <a:prstGeom prst="rect">
                <a:avLst/>
              </a:prstGeom>
              <a:blipFill>
                <a:blip r:embed="rId8"/>
                <a:stretch>
                  <a:fillRect t="-5727"/>
                </a:stretch>
              </a:blipFill>
            </p:spPr>
            <p:txBody>
              <a:bodyPr/>
              <a:lstStyle/>
              <a:p>
                <a:r>
                  <a:rPr lang="ja-JP" altLang="en-US">
                    <a:noFill/>
                  </a:rPr>
                  <a:t> </a:t>
                </a:r>
              </a:p>
            </p:txBody>
          </p:sp>
        </mc:Fallback>
      </mc:AlternateContent>
      <p:pic>
        <p:nvPicPr>
          <p:cNvPr id="13" name="コンテンツ プレースホルダー 5">
            <a:extLst>
              <a:ext uri="{FF2B5EF4-FFF2-40B4-BE49-F238E27FC236}">
                <a16:creationId xmlns:a16="http://schemas.microsoft.com/office/drawing/2014/main" id="{A7AA783D-F642-8DF2-B7C8-F0CE79C11D9F}"/>
              </a:ext>
            </a:extLst>
          </p:cNvPr>
          <p:cNvPicPr>
            <a:picLocks noGrp="1" noChangeAspect="1"/>
          </p:cNvPicPr>
          <p:nvPr>
            <p:ph idx="1"/>
          </p:nvPr>
        </p:nvPicPr>
        <p:blipFill>
          <a:blip r:embed="rId9"/>
          <a:stretch>
            <a:fillRect/>
          </a:stretch>
        </p:blipFill>
        <p:spPr>
          <a:xfrm>
            <a:off x="7078329" y="4589831"/>
            <a:ext cx="3771900" cy="2268169"/>
          </a:xfrm>
          <a:prstGeom prst="rect">
            <a:avLst/>
          </a:prstGeom>
        </p:spPr>
      </p:pic>
      <p:sp>
        <p:nvSpPr>
          <p:cNvPr id="16" name="テキスト ボックス 15">
            <a:extLst>
              <a:ext uri="{FF2B5EF4-FFF2-40B4-BE49-F238E27FC236}">
                <a16:creationId xmlns:a16="http://schemas.microsoft.com/office/drawing/2014/main" id="{277E8837-2321-2CDA-38B4-4E51F2780694}"/>
              </a:ext>
            </a:extLst>
          </p:cNvPr>
          <p:cNvSpPr txBox="1"/>
          <p:nvPr/>
        </p:nvSpPr>
        <p:spPr>
          <a:xfrm>
            <a:off x="2600634" y="2202663"/>
            <a:ext cx="3495366" cy="400110"/>
          </a:xfrm>
          <a:prstGeom prst="rect">
            <a:avLst/>
          </a:prstGeom>
          <a:noFill/>
        </p:spPr>
        <p:txBody>
          <a:bodyPr wrap="square">
            <a:spAutoFit/>
          </a:bodyPr>
          <a:lstStyle/>
          <a:p>
            <a:r>
              <a:rPr lang="ja-JP" altLang="en-US" sz="2000" dirty="0"/>
              <a:t>𝜀</a:t>
            </a:r>
            <a:r>
              <a:rPr lang="en-US" altLang="ja-JP" sz="2000" dirty="0"/>
              <a:t>=1 (</a:t>
            </a:r>
            <a:r>
              <a:rPr lang="ja-JP" altLang="en-US" sz="2000" dirty="0"/>
              <a:t>すべての原子ペア共通</a:t>
            </a:r>
            <a:r>
              <a:rPr lang="en-US" altLang="ja-JP" sz="2000" dirty="0"/>
              <a:t>)</a:t>
            </a:r>
            <a:endParaRPr lang="ja-JP" altLang="en-US" sz="2000" dirty="0"/>
          </a:p>
        </p:txBody>
      </p:sp>
      <p:sp>
        <p:nvSpPr>
          <p:cNvPr id="19" name="二等辺三角形 18">
            <a:extLst>
              <a:ext uri="{FF2B5EF4-FFF2-40B4-BE49-F238E27FC236}">
                <a16:creationId xmlns:a16="http://schemas.microsoft.com/office/drawing/2014/main" id="{63026C98-DC6A-D04E-567E-554A03A5D42A}"/>
              </a:ext>
            </a:extLst>
          </p:cNvPr>
          <p:cNvSpPr/>
          <p:nvPr/>
        </p:nvSpPr>
        <p:spPr>
          <a:xfrm rot="10800000">
            <a:off x="8428434" y="2172729"/>
            <a:ext cx="1387366" cy="361674"/>
          </a:xfrm>
          <a:prstGeom prst="triangle">
            <a:avLst/>
          </a:prstGeom>
          <a:solidFill>
            <a:srgbClr val="D9E3F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二等辺三角形 19">
            <a:extLst>
              <a:ext uri="{FF2B5EF4-FFF2-40B4-BE49-F238E27FC236}">
                <a16:creationId xmlns:a16="http://schemas.microsoft.com/office/drawing/2014/main" id="{7592380E-8545-EA70-5A1C-329608A759C3}"/>
              </a:ext>
            </a:extLst>
          </p:cNvPr>
          <p:cNvSpPr/>
          <p:nvPr/>
        </p:nvSpPr>
        <p:spPr>
          <a:xfrm rot="10800000">
            <a:off x="8428434" y="3383878"/>
            <a:ext cx="1387366" cy="361674"/>
          </a:xfrm>
          <a:prstGeom prst="triangle">
            <a:avLst/>
          </a:prstGeom>
          <a:solidFill>
            <a:srgbClr val="D9E3F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218960292"/>
      </p:ext>
    </p:extLst>
  </p:cSld>
  <p:clrMapOvr>
    <a:masterClrMapping/>
  </p:clrMapOvr>
  <mc:AlternateContent xmlns:mc="http://schemas.openxmlformats.org/markup-compatibility/2006" xmlns:p14="http://schemas.microsoft.com/office/powerpoint/2010/main">
    <mc:Choice Requires="p14">
      <p:transition spd="slow" p14:dur="2000" advTm="284"/>
    </mc:Choice>
    <mc:Fallback xmlns="">
      <p:transition spd="slow" advTm="284"/>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四角形: 角を丸くする 38">
            <a:extLst>
              <a:ext uri="{FF2B5EF4-FFF2-40B4-BE49-F238E27FC236}">
                <a16:creationId xmlns:a16="http://schemas.microsoft.com/office/drawing/2014/main" id="{C329DBFC-E47D-B4AD-E8BF-D117DDBAB02B}"/>
              </a:ext>
            </a:extLst>
          </p:cNvPr>
          <p:cNvSpPr/>
          <p:nvPr/>
        </p:nvSpPr>
        <p:spPr>
          <a:xfrm>
            <a:off x="551792" y="1154374"/>
            <a:ext cx="5358837" cy="5372695"/>
          </a:xfrm>
          <a:prstGeom prst="roundRect">
            <a:avLst>
              <a:gd name="adj" fmla="val 5193"/>
            </a:avLst>
          </a:prstGeom>
          <a:solidFill>
            <a:srgbClr val="DAE3F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タイトル 1">
            <a:extLst>
              <a:ext uri="{FF2B5EF4-FFF2-40B4-BE49-F238E27FC236}">
                <a16:creationId xmlns:a16="http://schemas.microsoft.com/office/drawing/2014/main" id="{B78A6707-5318-90F9-72A6-B3C60A897273}"/>
              </a:ext>
            </a:extLst>
          </p:cNvPr>
          <p:cNvSpPr>
            <a:spLocks noGrp="1"/>
          </p:cNvSpPr>
          <p:nvPr>
            <p:ph type="title"/>
          </p:nvPr>
        </p:nvSpPr>
        <p:spPr>
          <a:xfrm>
            <a:off x="173420" y="-171189"/>
            <a:ext cx="2049517" cy="1325563"/>
          </a:xfrm>
        </p:spPr>
        <p:txBody>
          <a:bodyPr>
            <a:normAutofit/>
          </a:bodyPr>
          <a:lstStyle/>
          <a:p>
            <a:r>
              <a:rPr kumimoji="1" lang="ja-JP" altLang="en-US" sz="3600" b="1" dirty="0"/>
              <a:t>計算方法</a:t>
            </a:r>
          </a:p>
        </p:txBody>
      </p:sp>
      <mc:AlternateContent xmlns:mc="http://schemas.openxmlformats.org/markup-compatibility/2006" xmlns:a14="http://schemas.microsoft.com/office/drawing/2010/main">
        <mc:Choice Requires="a14">
          <p:sp>
            <p:nvSpPr>
              <p:cNvPr id="3" name="テキスト ボックス 2">
                <a:extLst>
                  <a:ext uri="{FF2B5EF4-FFF2-40B4-BE49-F238E27FC236}">
                    <a16:creationId xmlns:a16="http://schemas.microsoft.com/office/drawing/2014/main" id="{493BE0C1-DFA4-EE45-CF0B-05C9AB1F03BF}"/>
                  </a:ext>
                </a:extLst>
              </p:cNvPr>
              <p:cNvSpPr txBox="1"/>
              <p:nvPr/>
            </p:nvSpPr>
            <p:spPr>
              <a:xfrm>
                <a:off x="3231209" y="2069997"/>
                <a:ext cx="2434670" cy="3785652"/>
              </a:xfrm>
              <a:prstGeom prst="rect">
                <a:avLst/>
              </a:prstGeom>
              <a:solidFill>
                <a:schemeClr val="accent1">
                  <a:lumMod val="20000"/>
                  <a:lumOff val="80000"/>
                </a:schemeClr>
              </a:solidFill>
            </p:spPr>
            <p:txBody>
              <a:bodyPr wrap="square">
                <a:spAutoFit/>
              </a:bodyPr>
              <a:lstStyle/>
              <a:p>
                <a:pPr algn="ctr" fontAlgn="ctr"/>
                <a:r>
                  <a:rPr kumimoji="1" lang="en-US" altLang="ja-JP" sz="2400" b="0" i="0" u="none" strike="noStrike" kern="1200" dirty="0">
                    <a:solidFill>
                      <a:srgbClr val="000000"/>
                    </a:solidFill>
                    <a:effectLst/>
                    <a:latin typeface="Cambria Math" panose="02040503050406030204" pitchFamily="18" charset="0"/>
                    <a:ea typeface="Cambria Math" panose="02040503050406030204" pitchFamily="18" charset="0"/>
                  </a:rPr>
                  <a:t>Zr-Zr</a:t>
                </a:r>
                <a:r>
                  <a:rPr kumimoji="1" lang="ja-JP" altLang="en-US" sz="2400" b="0" i="0" u="none" strike="noStrike" kern="1200" dirty="0">
                    <a:solidFill>
                      <a:srgbClr val="000000"/>
                    </a:solidFill>
                    <a:effectLst/>
                    <a:latin typeface="Cambria Math" panose="02040503050406030204" pitchFamily="18" charset="0"/>
                  </a:rPr>
                  <a:t>：</a:t>
                </a:r>
                <a14:m>
                  <m:oMath xmlns:m="http://schemas.openxmlformats.org/officeDocument/2006/math">
                    <m:r>
                      <a:rPr lang="ja-JP" altLang="en-US" sz="2400" i="1">
                        <a:latin typeface="Cambria Math" panose="02040503050406030204" pitchFamily="18" charset="0"/>
                      </a:rPr>
                      <m:t>𝜎</m:t>
                    </m:r>
                    <m:r>
                      <a:rPr lang="en-US" altLang="ja-JP" sz="2400" i="1">
                        <a:latin typeface="Cambria Math" panose="02040503050406030204" pitchFamily="18" charset="0"/>
                        <a:ea typeface="Cambria Math" panose="02040503050406030204" pitchFamily="18" charset="0"/>
                      </a:rPr>
                      <m:t>=</m:t>
                    </m:r>
                    <m:r>
                      <a:rPr lang="en-US" altLang="ja-JP" sz="2400" b="0" i="1" smtClean="0">
                        <a:latin typeface="Cambria Math" panose="02040503050406030204" pitchFamily="18" charset="0"/>
                        <a:ea typeface="Cambria Math" panose="02040503050406030204" pitchFamily="18" charset="0"/>
                      </a:rPr>
                      <m:t>3.2</m:t>
                    </m:r>
                  </m:oMath>
                </a14:m>
                <a:r>
                  <a:rPr lang="en-US" altLang="ja-JP" sz="2400" b="0" i="0" u="none" strike="noStrike" dirty="0">
                    <a:effectLst/>
                    <a:latin typeface="Cambria Math" panose="02040503050406030204" pitchFamily="18" charset="0"/>
                  </a:rPr>
                  <a:t>0</a:t>
                </a:r>
                <a:endParaRPr lang="ja-JP" altLang="ja-JP" sz="2400" b="0" i="0" u="none" strike="noStrike" dirty="0">
                  <a:effectLst/>
                  <a:latin typeface="Cambria Math" panose="02040503050406030204" pitchFamily="18" charset="0"/>
                </a:endParaRPr>
              </a:p>
              <a:p>
                <a:pPr algn="ctr" fontAlgn="ctr"/>
                <a:r>
                  <a:rPr kumimoji="1" lang="en-US" altLang="ja-JP" sz="2400" b="0" i="0" u="none" strike="noStrike" kern="1200" dirty="0">
                    <a:solidFill>
                      <a:srgbClr val="000000"/>
                    </a:solidFill>
                    <a:effectLst/>
                    <a:latin typeface="Cambria Math" panose="02040503050406030204" pitchFamily="18" charset="0"/>
                    <a:ea typeface="Cambria Math" panose="02040503050406030204" pitchFamily="18" charset="0"/>
                  </a:rPr>
                  <a:t>Zr-Ti</a:t>
                </a:r>
                <a:r>
                  <a:rPr kumimoji="1" lang="ja-JP" altLang="en-US" sz="2400" b="0" i="0" u="none" strike="noStrike" kern="1200" dirty="0">
                    <a:solidFill>
                      <a:srgbClr val="000000"/>
                    </a:solidFill>
                    <a:effectLst/>
                    <a:latin typeface="Cambria Math" panose="02040503050406030204" pitchFamily="18" charset="0"/>
                  </a:rPr>
                  <a:t>：</a:t>
                </a:r>
                <a14:m>
                  <m:oMath xmlns:m="http://schemas.openxmlformats.org/officeDocument/2006/math">
                    <m:r>
                      <a:rPr lang="ja-JP" altLang="en-US" sz="2400" i="1">
                        <a:latin typeface="Cambria Math" panose="02040503050406030204" pitchFamily="18" charset="0"/>
                      </a:rPr>
                      <m:t>𝜎</m:t>
                    </m:r>
                    <m:r>
                      <a:rPr lang="en-US" altLang="ja-JP" sz="2400" i="1">
                        <a:latin typeface="Cambria Math" panose="02040503050406030204" pitchFamily="18" charset="0"/>
                        <a:ea typeface="Cambria Math" panose="02040503050406030204" pitchFamily="18" charset="0"/>
                      </a:rPr>
                      <m:t>=</m:t>
                    </m:r>
                    <m:r>
                      <a:rPr lang="en-US" altLang="ja-JP" sz="2400" b="0" i="1" smtClean="0">
                        <a:latin typeface="Cambria Math" panose="02040503050406030204" pitchFamily="18" charset="0"/>
                        <a:ea typeface="Cambria Math" panose="02040503050406030204" pitchFamily="18" charset="0"/>
                      </a:rPr>
                      <m:t>3.06</m:t>
                    </m:r>
                  </m:oMath>
                </a14:m>
                <a:endParaRPr lang="en-US" altLang="ja-JP" sz="2400" b="0" i="0" dirty="0">
                  <a:latin typeface="Cambria Math" panose="02040503050406030204" pitchFamily="18" charset="0"/>
                  <a:ea typeface="Cambria Math" panose="02040503050406030204" pitchFamily="18" charset="0"/>
                </a:endParaRPr>
              </a:p>
              <a:p>
                <a:pPr algn="ctr" fontAlgn="ctr"/>
                <a:r>
                  <a:rPr kumimoji="1" lang="en-US" altLang="ja-JP" sz="2400" b="0" i="0" u="none" strike="noStrike" kern="1200" dirty="0">
                    <a:solidFill>
                      <a:srgbClr val="000000"/>
                    </a:solidFill>
                    <a:effectLst/>
                    <a:latin typeface="Cambria Math" panose="02040503050406030204" pitchFamily="18" charset="0"/>
                    <a:ea typeface="Cambria Math" panose="02040503050406030204" pitchFamily="18" charset="0"/>
                  </a:rPr>
                  <a:t>Zr-Cu</a:t>
                </a:r>
                <a:r>
                  <a:rPr kumimoji="1" lang="ja-JP" altLang="en-US" sz="2400" b="0" i="0" u="none" strike="noStrike" kern="1200" dirty="0">
                    <a:solidFill>
                      <a:srgbClr val="000000"/>
                    </a:solidFill>
                    <a:effectLst/>
                    <a:latin typeface="Cambria Math" panose="02040503050406030204" pitchFamily="18" charset="0"/>
                  </a:rPr>
                  <a:t>：</a:t>
                </a:r>
                <a14:m>
                  <m:oMath xmlns:m="http://schemas.openxmlformats.org/officeDocument/2006/math">
                    <m:r>
                      <a:rPr lang="ja-JP" altLang="en-US" sz="2400" i="1">
                        <a:latin typeface="Cambria Math" panose="02040503050406030204" pitchFamily="18" charset="0"/>
                      </a:rPr>
                      <m:t>𝜎</m:t>
                    </m:r>
                    <m:r>
                      <a:rPr lang="en-US" altLang="ja-JP" sz="2400" i="1">
                        <a:latin typeface="Cambria Math" panose="02040503050406030204" pitchFamily="18" charset="0"/>
                        <a:ea typeface="Cambria Math" panose="02040503050406030204" pitchFamily="18" charset="0"/>
                      </a:rPr>
                      <m:t>=</m:t>
                    </m:r>
                  </m:oMath>
                </a14:m>
                <a:r>
                  <a:rPr lang="en-US" altLang="ja-JP" sz="2400" b="0" i="0" u="none" strike="noStrike" dirty="0">
                    <a:effectLst/>
                    <a:latin typeface="Cambria Math" panose="02040503050406030204" pitchFamily="18" charset="0"/>
                    <a:ea typeface="Cambria Math" panose="02040503050406030204" pitchFamily="18" charset="0"/>
                  </a:rPr>
                  <a:t>2.88</a:t>
                </a:r>
                <a:endParaRPr lang="ja-JP" altLang="ja-JP" sz="2400" b="0" i="0" u="none" strike="noStrike" dirty="0">
                  <a:effectLst/>
                  <a:latin typeface="Cambria Math" panose="02040503050406030204" pitchFamily="18" charset="0"/>
                </a:endParaRPr>
              </a:p>
              <a:p>
                <a:pPr algn="ctr" fontAlgn="ctr"/>
                <a:r>
                  <a:rPr kumimoji="1" lang="en-US" altLang="ja-JP" sz="2400" b="0" i="0" u="none" strike="noStrike" kern="1200" dirty="0">
                    <a:solidFill>
                      <a:srgbClr val="000000"/>
                    </a:solidFill>
                    <a:effectLst/>
                    <a:latin typeface="Cambria Math" panose="02040503050406030204" pitchFamily="18" charset="0"/>
                    <a:ea typeface="Cambria Math" panose="02040503050406030204" pitchFamily="18" charset="0"/>
                  </a:rPr>
                  <a:t>Zr-Be</a:t>
                </a:r>
                <a:r>
                  <a:rPr kumimoji="1" lang="ja-JP" altLang="en-US" sz="2400" b="0" i="0" u="none" strike="noStrike" kern="1200" dirty="0">
                    <a:solidFill>
                      <a:srgbClr val="000000"/>
                    </a:solidFill>
                    <a:effectLst/>
                    <a:latin typeface="Cambria Math" panose="02040503050406030204" pitchFamily="18" charset="0"/>
                  </a:rPr>
                  <a:t>：</a:t>
                </a:r>
                <a14:m>
                  <m:oMath xmlns:m="http://schemas.openxmlformats.org/officeDocument/2006/math">
                    <m:r>
                      <a:rPr lang="ja-JP" altLang="en-US" sz="2400" i="1">
                        <a:latin typeface="Cambria Math" panose="02040503050406030204" pitchFamily="18" charset="0"/>
                      </a:rPr>
                      <m:t>𝜎</m:t>
                    </m:r>
                    <m:r>
                      <a:rPr lang="en-US" altLang="ja-JP" sz="2400" i="1">
                        <a:latin typeface="Cambria Math" panose="02040503050406030204" pitchFamily="18" charset="0"/>
                        <a:ea typeface="Cambria Math" panose="02040503050406030204" pitchFamily="18" charset="0"/>
                      </a:rPr>
                      <m:t>=</m:t>
                    </m:r>
                    <m:r>
                      <a:rPr lang="en-US" altLang="ja-JP" sz="2400" b="0" i="1" smtClean="0">
                        <a:latin typeface="Cambria Math" panose="02040503050406030204" pitchFamily="18" charset="0"/>
                        <a:ea typeface="Cambria Math" panose="02040503050406030204" pitchFamily="18" charset="0"/>
                      </a:rPr>
                      <m:t>2.73</m:t>
                    </m:r>
                  </m:oMath>
                </a14:m>
                <a:endParaRPr lang="ja-JP" altLang="ja-JP" sz="2400" b="0" i="0" u="none" strike="noStrike" dirty="0">
                  <a:effectLst/>
                  <a:latin typeface="Cambria Math" panose="02040503050406030204" pitchFamily="18" charset="0"/>
                </a:endParaRPr>
              </a:p>
              <a:p>
                <a:pPr algn="ctr" fontAlgn="ctr"/>
                <a:r>
                  <a:rPr kumimoji="1" lang="en-US" altLang="ja-JP" sz="2400" b="0" i="0" u="none" strike="noStrike" kern="1200" dirty="0">
                    <a:solidFill>
                      <a:srgbClr val="000000"/>
                    </a:solidFill>
                    <a:effectLst/>
                    <a:latin typeface="Cambria Math" panose="02040503050406030204" pitchFamily="18" charset="0"/>
                    <a:ea typeface="Cambria Math" panose="02040503050406030204" pitchFamily="18" charset="0"/>
                  </a:rPr>
                  <a:t>Ti-Ti</a:t>
                </a:r>
                <a:r>
                  <a:rPr kumimoji="1" lang="ja-JP" altLang="en-US" sz="2400" b="0" i="0" u="none" strike="noStrike" kern="1200" dirty="0">
                    <a:solidFill>
                      <a:srgbClr val="000000"/>
                    </a:solidFill>
                    <a:effectLst/>
                    <a:latin typeface="Cambria Math" panose="02040503050406030204" pitchFamily="18" charset="0"/>
                  </a:rPr>
                  <a:t>：</a:t>
                </a:r>
                <a14:m>
                  <m:oMath xmlns:m="http://schemas.openxmlformats.org/officeDocument/2006/math">
                    <m:r>
                      <a:rPr lang="ja-JP" altLang="en-US" sz="2400" i="1">
                        <a:latin typeface="Cambria Math" panose="02040503050406030204" pitchFamily="18" charset="0"/>
                      </a:rPr>
                      <m:t>𝜎</m:t>
                    </m:r>
                    <m:r>
                      <a:rPr lang="en-US" altLang="ja-JP" sz="2400" i="1">
                        <a:latin typeface="Cambria Math" panose="02040503050406030204" pitchFamily="18" charset="0"/>
                        <a:ea typeface="Cambria Math" panose="02040503050406030204" pitchFamily="18" charset="0"/>
                      </a:rPr>
                      <m:t>=</m:t>
                    </m:r>
                    <m:r>
                      <a:rPr lang="en-US" altLang="ja-JP" sz="2400" b="0" i="1" smtClean="0">
                        <a:latin typeface="Cambria Math" panose="02040503050406030204" pitchFamily="18" charset="0"/>
                        <a:ea typeface="Cambria Math" panose="02040503050406030204" pitchFamily="18" charset="0"/>
                      </a:rPr>
                      <m:t>2.92</m:t>
                    </m:r>
                  </m:oMath>
                </a14:m>
                <a:endParaRPr lang="en-US" altLang="ja-JP" sz="2400" b="0" i="0" dirty="0">
                  <a:latin typeface="Cambria Math" panose="02040503050406030204" pitchFamily="18" charset="0"/>
                  <a:ea typeface="Cambria Math" panose="02040503050406030204" pitchFamily="18" charset="0"/>
                </a:endParaRPr>
              </a:p>
              <a:p>
                <a:pPr algn="ctr" fontAlgn="ctr"/>
                <a:r>
                  <a:rPr kumimoji="1" lang="en-US" altLang="ja-JP" sz="2400" b="0" i="0" u="none" strike="noStrike" kern="1200" dirty="0">
                    <a:solidFill>
                      <a:srgbClr val="000000"/>
                    </a:solidFill>
                    <a:effectLst/>
                    <a:latin typeface="Cambria Math" panose="02040503050406030204" pitchFamily="18" charset="0"/>
                    <a:ea typeface="Cambria Math" panose="02040503050406030204" pitchFamily="18" charset="0"/>
                  </a:rPr>
                  <a:t>Ti-Cu</a:t>
                </a:r>
                <a:r>
                  <a:rPr kumimoji="1" lang="ja-JP" altLang="en-US" sz="2400" b="0" i="0" u="none" strike="noStrike" kern="1200" dirty="0">
                    <a:solidFill>
                      <a:srgbClr val="000000"/>
                    </a:solidFill>
                    <a:effectLst/>
                    <a:latin typeface="Cambria Math" panose="02040503050406030204" pitchFamily="18" charset="0"/>
                  </a:rPr>
                  <a:t>：</a:t>
                </a:r>
                <a14:m>
                  <m:oMath xmlns:m="http://schemas.openxmlformats.org/officeDocument/2006/math">
                    <m:r>
                      <a:rPr lang="ja-JP" altLang="en-US" sz="2400" i="1">
                        <a:latin typeface="Cambria Math" panose="02040503050406030204" pitchFamily="18" charset="0"/>
                      </a:rPr>
                      <m:t>𝜎</m:t>
                    </m:r>
                    <m:r>
                      <a:rPr lang="en-US" altLang="ja-JP" sz="2400" i="1">
                        <a:latin typeface="Cambria Math" panose="02040503050406030204" pitchFamily="18" charset="0"/>
                        <a:ea typeface="Cambria Math" panose="02040503050406030204" pitchFamily="18" charset="0"/>
                      </a:rPr>
                      <m:t>=</m:t>
                    </m:r>
                  </m:oMath>
                </a14:m>
                <a:r>
                  <a:rPr lang="en-US" altLang="ja-JP" sz="2400" b="0" i="0" u="none" strike="noStrike" dirty="0">
                    <a:effectLst/>
                    <a:latin typeface="Cambria Math" panose="02040503050406030204" pitchFamily="18" charset="0"/>
                    <a:ea typeface="Cambria Math" panose="02040503050406030204" pitchFamily="18" charset="0"/>
                  </a:rPr>
                  <a:t>2.74</a:t>
                </a:r>
                <a:endParaRPr lang="ja-JP" altLang="ja-JP" sz="2400" b="0" i="0" u="none" strike="noStrike" dirty="0">
                  <a:effectLst/>
                  <a:latin typeface="Cambria Math" panose="02040503050406030204" pitchFamily="18" charset="0"/>
                </a:endParaRPr>
              </a:p>
              <a:p>
                <a:pPr algn="ctr" fontAlgn="ctr"/>
                <a:r>
                  <a:rPr kumimoji="1" lang="en-US" altLang="ja-JP" sz="2400" b="0" i="0" u="none" strike="noStrike" kern="1200" dirty="0">
                    <a:solidFill>
                      <a:srgbClr val="000000"/>
                    </a:solidFill>
                    <a:effectLst/>
                    <a:latin typeface="Cambria Math" panose="02040503050406030204" pitchFamily="18" charset="0"/>
                    <a:ea typeface="Cambria Math" panose="02040503050406030204" pitchFamily="18" charset="0"/>
                  </a:rPr>
                  <a:t>Ti-Be</a:t>
                </a:r>
                <a:r>
                  <a:rPr kumimoji="1" lang="ja-JP" altLang="en-US" sz="2400" b="0" i="0" u="none" strike="noStrike" kern="1200" dirty="0">
                    <a:solidFill>
                      <a:srgbClr val="000000"/>
                    </a:solidFill>
                    <a:effectLst/>
                    <a:latin typeface="Cambria Math" panose="02040503050406030204" pitchFamily="18" charset="0"/>
                  </a:rPr>
                  <a:t>：</a:t>
                </a:r>
                <a14:m>
                  <m:oMath xmlns:m="http://schemas.openxmlformats.org/officeDocument/2006/math">
                    <m:r>
                      <a:rPr lang="ja-JP" altLang="en-US" sz="2400" i="1">
                        <a:latin typeface="Cambria Math" panose="02040503050406030204" pitchFamily="18" charset="0"/>
                      </a:rPr>
                      <m:t>𝜎</m:t>
                    </m:r>
                    <m:r>
                      <a:rPr lang="en-US" altLang="ja-JP" sz="2400" i="1">
                        <a:latin typeface="Cambria Math" panose="02040503050406030204" pitchFamily="18" charset="0"/>
                        <a:ea typeface="Cambria Math" panose="02040503050406030204" pitchFamily="18" charset="0"/>
                      </a:rPr>
                      <m:t>=</m:t>
                    </m:r>
                    <m:r>
                      <a:rPr lang="en-US" altLang="ja-JP" sz="2400" b="0" i="1" smtClean="0">
                        <a:latin typeface="Cambria Math" panose="02040503050406030204" pitchFamily="18" charset="0"/>
                        <a:ea typeface="Cambria Math" panose="02040503050406030204" pitchFamily="18" charset="0"/>
                      </a:rPr>
                      <m:t>2.59</m:t>
                    </m:r>
                  </m:oMath>
                </a14:m>
                <a:endParaRPr lang="en-US" altLang="ja-JP" sz="2400" b="0" i="0" dirty="0">
                  <a:latin typeface="Cambria Math" panose="02040503050406030204" pitchFamily="18" charset="0"/>
                  <a:ea typeface="Cambria Math" panose="02040503050406030204" pitchFamily="18" charset="0"/>
                </a:endParaRPr>
              </a:p>
              <a:p>
                <a:pPr algn="ctr" fontAlgn="ctr"/>
                <a:r>
                  <a:rPr lang="en-US" altLang="ja-JP" sz="2400" dirty="0">
                    <a:solidFill>
                      <a:srgbClr val="000000"/>
                    </a:solidFill>
                    <a:latin typeface="Cambria Math" panose="02040503050406030204" pitchFamily="18" charset="0"/>
                    <a:ea typeface="Cambria Math" panose="02040503050406030204" pitchFamily="18" charset="0"/>
                  </a:rPr>
                  <a:t>Cu</a:t>
                </a:r>
                <a:r>
                  <a:rPr kumimoji="1" lang="en-US" altLang="ja-JP" sz="2400" b="0" i="0" u="none" strike="noStrike" kern="1200" dirty="0">
                    <a:solidFill>
                      <a:srgbClr val="000000"/>
                    </a:solidFill>
                    <a:effectLst/>
                    <a:latin typeface="Cambria Math" panose="02040503050406030204" pitchFamily="18" charset="0"/>
                    <a:ea typeface="Cambria Math" panose="02040503050406030204" pitchFamily="18" charset="0"/>
                  </a:rPr>
                  <a:t>-Cu</a:t>
                </a:r>
                <a:r>
                  <a:rPr kumimoji="1" lang="ja-JP" altLang="en-US" sz="2400" b="0" i="0" u="none" strike="noStrike" kern="1200" dirty="0">
                    <a:solidFill>
                      <a:srgbClr val="000000"/>
                    </a:solidFill>
                    <a:effectLst/>
                    <a:latin typeface="Cambria Math" panose="02040503050406030204" pitchFamily="18" charset="0"/>
                  </a:rPr>
                  <a:t>：</a:t>
                </a:r>
                <a14:m>
                  <m:oMath xmlns:m="http://schemas.openxmlformats.org/officeDocument/2006/math">
                    <m:r>
                      <a:rPr lang="ja-JP" altLang="en-US" sz="2400" i="1">
                        <a:latin typeface="Cambria Math" panose="02040503050406030204" pitchFamily="18" charset="0"/>
                      </a:rPr>
                      <m:t>𝜎</m:t>
                    </m:r>
                    <m:r>
                      <a:rPr lang="en-US" altLang="ja-JP" sz="2400" i="1">
                        <a:latin typeface="Cambria Math" panose="02040503050406030204" pitchFamily="18" charset="0"/>
                        <a:ea typeface="Cambria Math" panose="02040503050406030204" pitchFamily="18" charset="0"/>
                      </a:rPr>
                      <m:t>=</m:t>
                    </m:r>
                  </m:oMath>
                </a14:m>
                <a:r>
                  <a:rPr lang="en-US" altLang="ja-JP" sz="2400" b="0" i="0" u="none" strike="noStrike" dirty="0">
                    <a:effectLst/>
                    <a:latin typeface="Cambria Math" panose="02040503050406030204" pitchFamily="18" charset="0"/>
                    <a:ea typeface="Cambria Math" panose="02040503050406030204" pitchFamily="18" charset="0"/>
                  </a:rPr>
                  <a:t>2.56</a:t>
                </a:r>
              </a:p>
              <a:p>
                <a:pPr algn="ctr" fontAlgn="ctr"/>
                <a:r>
                  <a:rPr lang="en-US" altLang="ja-JP" sz="2400" dirty="0">
                    <a:solidFill>
                      <a:srgbClr val="000000"/>
                    </a:solidFill>
                    <a:latin typeface="Cambria Math" panose="02040503050406030204" pitchFamily="18" charset="0"/>
                    <a:ea typeface="Cambria Math" panose="02040503050406030204" pitchFamily="18" charset="0"/>
                  </a:rPr>
                  <a:t>Cu</a:t>
                </a:r>
                <a:r>
                  <a:rPr kumimoji="1" lang="en-US" altLang="ja-JP" sz="2400" b="0" i="0" u="none" strike="noStrike" kern="1200" dirty="0">
                    <a:solidFill>
                      <a:srgbClr val="000000"/>
                    </a:solidFill>
                    <a:effectLst/>
                    <a:latin typeface="Cambria Math" panose="02040503050406030204" pitchFamily="18" charset="0"/>
                    <a:ea typeface="Cambria Math" panose="02040503050406030204" pitchFamily="18" charset="0"/>
                  </a:rPr>
                  <a:t>-Be</a:t>
                </a:r>
                <a:r>
                  <a:rPr kumimoji="1" lang="ja-JP" altLang="en-US" sz="2400" b="0" i="0" u="none" strike="noStrike" kern="1200" dirty="0">
                    <a:solidFill>
                      <a:srgbClr val="000000"/>
                    </a:solidFill>
                    <a:effectLst/>
                    <a:latin typeface="Cambria Math" panose="02040503050406030204" pitchFamily="18" charset="0"/>
                  </a:rPr>
                  <a:t>：</a:t>
                </a:r>
                <a14:m>
                  <m:oMath xmlns:m="http://schemas.openxmlformats.org/officeDocument/2006/math">
                    <m:r>
                      <a:rPr lang="ja-JP" altLang="en-US" sz="2400" i="1">
                        <a:latin typeface="Cambria Math" panose="02040503050406030204" pitchFamily="18" charset="0"/>
                      </a:rPr>
                      <m:t>𝜎</m:t>
                    </m:r>
                    <m:r>
                      <a:rPr lang="en-US" altLang="ja-JP" sz="2400" i="1">
                        <a:latin typeface="Cambria Math" panose="02040503050406030204" pitchFamily="18" charset="0"/>
                        <a:ea typeface="Cambria Math" panose="02040503050406030204" pitchFamily="18" charset="0"/>
                      </a:rPr>
                      <m:t>=</m:t>
                    </m:r>
                  </m:oMath>
                </a14:m>
                <a:r>
                  <a:rPr lang="en-US" altLang="ja-JP" sz="2400" b="0" i="0" u="none" strike="noStrike" dirty="0">
                    <a:effectLst/>
                    <a:latin typeface="Cambria Math" panose="02040503050406030204" pitchFamily="18" charset="0"/>
                    <a:ea typeface="Cambria Math" panose="02040503050406030204" pitchFamily="18" charset="0"/>
                  </a:rPr>
                  <a:t>2.41</a:t>
                </a:r>
                <a:endParaRPr lang="ja-JP" altLang="ja-JP" sz="2400" b="0" i="0" u="none" strike="noStrike" dirty="0">
                  <a:effectLst/>
                  <a:latin typeface="Cambria Math" panose="02040503050406030204" pitchFamily="18" charset="0"/>
                </a:endParaRPr>
              </a:p>
              <a:p>
                <a:pPr algn="ctr" fontAlgn="ctr"/>
                <a:r>
                  <a:rPr kumimoji="1" lang="en-US" altLang="ja-JP" sz="2400" b="0" i="0" u="none" strike="noStrike" kern="1200" dirty="0">
                    <a:solidFill>
                      <a:srgbClr val="000000"/>
                    </a:solidFill>
                    <a:effectLst/>
                    <a:latin typeface="Cambria Math" panose="02040503050406030204" pitchFamily="18" charset="0"/>
                    <a:ea typeface="Cambria Math" panose="02040503050406030204" pitchFamily="18" charset="0"/>
                  </a:rPr>
                  <a:t>Be-Be</a:t>
                </a:r>
                <a:r>
                  <a:rPr kumimoji="1" lang="ja-JP" altLang="en-US" sz="2400" b="0" i="0" u="none" strike="noStrike" kern="1200" dirty="0">
                    <a:solidFill>
                      <a:srgbClr val="000000"/>
                    </a:solidFill>
                    <a:effectLst/>
                    <a:latin typeface="Cambria Math" panose="02040503050406030204" pitchFamily="18" charset="0"/>
                  </a:rPr>
                  <a:t>：</a:t>
                </a:r>
                <a14:m>
                  <m:oMath xmlns:m="http://schemas.openxmlformats.org/officeDocument/2006/math">
                    <m:r>
                      <a:rPr lang="ja-JP" altLang="en-US" sz="2400" i="1">
                        <a:latin typeface="Cambria Math" panose="02040503050406030204" pitchFamily="18" charset="0"/>
                      </a:rPr>
                      <m:t>𝜎</m:t>
                    </m:r>
                    <m:r>
                      <a:rPr lang="en-US" altLang="ja-JP" sz="2400" i="1">
                        <a:latin typeface="Cambria Math" panose="02040503050406030204" pitchFamily="18" charset="0"/>
                        <a:ea typeface="Cambria Math" panose="02040503050406030204" pitchFamily="18" charset="0"/>
                      </a:rPr>
                      <m:t>=</m:t>
                    </m:r>
                  </m:oMath>
                </a14:m>
                <a:r>
                  <a:rPr lang="en-US" altLang="ja-JP" sz="2400" b="0" i="0" u="none" strike="noStrike" dirty="0">
                    <a:effectLst/>
                    <a:latin typeface="Cambria Math" panose="02040503050406030204" pitchFamily="18" charset="0"/>
                    <a:ea typeface="Cambria Math" panose="02040503050406030204" pitchFamily="18" charset="0"/>
                  </a:rPr>
                  <a:t>2.26</a:t>
                </a:r>
                <a:endParaRPr lang="ja-JP" altLang="ja-JP" sz="2400" b="0" i="0" u="none" strike="noStrike" dirty="0">
                  <a:effectLst/>
                  <a:latin typeface="Cambria Math" panose="02040503050406030204" pitchFamily="18" charset="0"/>
                </a:endParaRPr>
              </a:p>
            </p:txBody>
          </p:sp>
        </mc:Choice>
        <mc:Fallback xmlns="">
          <p:sp>
            <p:nvSpPr>
              <p:cNvPr id="3" name="テキスト ボックス 2">
                <a:extLst>
                  <a:ext uri="{FF2B5EF4-FFF2-40B4-BE49-F238E27FC236}">
                    <a16:creationId xmlns:a16="http://schemas.microsoft.com/office/drawing/2014/main" id="{493BE0C1-DFA4-EE45-CF0B-05C9AB1F03BF}"/>
                  </a:ext>
                </a:extLst>
              </p:cNvPr>
              <p:cNvSpPr txBox="1">
                <a:spLocks noRot="1" noChangeAspect="1" noMove="1" noResize="1" noEditPoints="1" noAdjustHandles="1" noChangeArrowheads="1" noChangeShapeType="1" noTextEdit="1"/>
              </p:cNvSpPr>
              <p:nvPr/>
            </p:nvSpPr>
            <p:spPr>
              <a:xfrm>
                <a:off x="3231209" y="2069997"/>
                <a:ext cx="2434670" cy="3785652"/>
              </a:xfrm>
              <a:prstGeom prst="rect">
                <a:avLst/>
              </a:prstGeom>
              <a:blipFill>
                <a:blip r:embed="rId2"/>
                <a:stretch>
                  <a:fillRect l="-2506" t="-1449" r="-2256" b="-2738"/>
                </a:stretch>
              </a:blipFill>
            </p:spPr>
            <p:txBody>
              <a:bodyPr/>
              <a:lstStyle/>
              <a:p>
                <a:r>
                  <a:rPr lang="ja-JP" altLang="en-US">
                    <a:noFill/>
                  </a:rPr>
                  <a:t> </a:t>
                </a:r>
              </a:p>
            </p:txBody>
          </p:sp>
        </mc:Fallback>
      </mc:AlternateContent>
      <p:sp>
        <p:nvSpPr>
          <p:cNvPr id="11" name="テキスト ボックス 10">
            <a:extLst>
              <a:ext uri="{FF2B5EF4-FFF2-40B4-BE49-F238E27FC236}">
                <a16:creationId xmlns:a16="http://schemas.microsoft.com/office/drawing/2014/main" id="{A1F76F36-55FF-859C-591D-1123149E6D3E}"/>
              </a:ext>
            </a:extLst>
          </p:cNvPr>
          <p:cNvSpPr txBox="1"/>
          <p:nvPr/>
        </p:nvSpPr>
        <p:spPr>
          <a:xfrm>
            <a:off x="832014" y="1956597"/>
            <a:ext cx="2163197" cy="2000548"/>
          </a:xfrm>
          <a:prstGeom prst="rect">
            <a:avLst/>
          </a:prstGeom>
          <a:noFill/>
          <a:ln w="28575">
            <a:solidFill>
              <a:schemeClr val="accent1"/>
            </a:solidFill>
          </a:ln>
        </p:spPr>
        <p:txBody>
          <a:bodyPr wrap="square" rtlCol="0" anchor="ctr">
            <a:spAutoFit/>
          </a:bodyPr>
          <a:lstStyle/>
          <a:p>
            <a:pPr algn="ctr"/>
            <a:r>
              <a:rPr kumimoji="1" lang="ja-JP" altLang="en-US" sz="2800" dirty="0"/>
              <a:t>原子半径</a:t>
            </a:r>
            <a:r>
              <a:rPr kumimoji="1" lang="en-US" altLang="ja-JP" sz="2800" dirty="0">
                <a:latin typeface="Cambria Math" panose="02040503050406030204" pitchFamily="18" charset="0"/>
                <a:ea typeface="Cambria Math" panose="02040503050406030204" pitchFamily="18" charset="0"/>
              </a:rPr>
              <a:t>(</a:t>
            </a:r>
            <a:r>
              <a:rPr lang="en-US" altLang="ja-JP" sz="2800" b="0" i="0" dirty="0">
                <a:solidFill>
                  <a:srgbClr val="333333"/>
                </a:solidFill>
                <a:effectLst/>
                <a:latin typeface="Cambria Math" panose="02040503050406030204" pitchFamily="18" charset="0"/>
                <a:ea typeface="Cambria Math" panose="02040503050406030204" pitchFamily="18" charset="0"/>
              </a:rPr>
              <a:t>Å)</a:t>
            </a:r>
            <a:endParaRPr kumimoji="1" lang="en-US" altLang="ja-JP" sz="2800" dirty="0">
              <a:latin typeface="Cambria Math" panose="02040503050406030204" pitchFamily="18" charset="0"/>
              <a:ea typeface="Cambria Math" panose="02040503050406030204" pitchFamily="18" charset="0"/>
            </a:endParaRPr>
          </a:p>
          <a:p>
            <a:pPr algn="ctr"/>
            <a:r>
              <a:rPr kumimoji="1" lang="en-US" altLang="ja-JP" sz="2400" dirty="0">
                <a:latin typeface="Cambria Math" panose="02040503050406030204" pitchFamily="18" charset="0"/>
                <a:ea typeface="Cambria Math" panose="02040503050406030204" pitchFamily="18" charset="0"/>
              </a:rPr>
              <a:t>Zr : 1.60 </a:t>
            </a:r>
          </a:p>
          <a:p>
            <a:pPr algn="ctr"/>
            <a:r>
              <a:rPr lang="en-US" altLang="ja-JP" sz="2400" dirty="0">
                <a:latin typeface="Cambria Math" panose="02040503050406030204" pitchFamily="18" charset="0"/>
                <a:ea typeface="Cambria Math" panose="02040503050406030204" pitchFamily="18" charset="0"/>
              </a:rPr>
              <a:t>Ti : 1.46 </a:t>
            </a:r>
          </a:p>
          <a:p>
            <a:pPr algn="ctr"/>
            <a:r>
              <a:rPr lang="en-US" altLang="ja-JP" sz="2400" dirty="0">
                <a:latin typeface="Cambria Math" panose="02040503050406030204" pitchFamily="18" charset="0"/>
                <a:ea typeface="Cambria Math" panose="02040503050406030204" pitchFamily="18" charset="0"/>
              </a:rPr>
              <a:t>Cu : 1.28</a:t>
            </a:r>
          </a:p>
          <a:p>
            <a:pPr algn="ctr"/>
            <a:r>
              <a:rPr kumimoji="1" lang="en-US" altLang="ja-JP" sz="2400" dirty="0">
                <a:latin typeface="Cambria Math" panose="02040503050406030204" pitchFamily="18" charset="0"/>
                <a:ea typeface="Cambria Math" panose="02040503050406030204" pitchFamily="18" charset="0"/>
              </a:rPr>
              <a:t>Be : 1.13</a:t>
            </a:r>
            <a:endParaRPr kumimoji="1" lang="ja-JP" altLang="en-US" sz="2400" dirty="0">
              <a:latin typeface="Cambria Math" panose="02040503050406030204" pitchFamily="18" charset="0"/>
            </a:endParaRPr>
          </a:p>
        </p:txBody>
      </p:sp>
      <p:sp>
        <p:nvSpPr>
          <p:cNvPr id="13" name="テキスト ボックス 12">
            <a:extLst>
              <a:ext uri="{FF2B5EF4-FFF2-40B4-BE49-F238E27FC236}">
                <a16:creationId xmlns:a16="http://schemas.microsoft.com/office/drawing/2014/main" id="{E858AA04-1639-9F1C-D1DF-9B3A45F9C194}"/>
              </a:ext>
            </a:extLst>
          </p:cNvPr>
          <p:cNvSpPr txBox="1"/>
          <p:nvPr/>
        </p:nvSpPr>
        <p:spPr>
          <a:xfrm>
            <a:off x="832014" y="4080369"/>
            <a:ext cx="2163197" cy="1938992"/>
          </a:xfrm>
          <a:prstGeom prst="rect">
            <a:avLst/>
          </a:prstGeom>
          <a:noFill/>
          <a:ln w="28575">
            <a:solidFill>
              <a:srgbClr val="0070C0"/>
            </a:solidFill>
          </a:ln>
        </p:spPr>
        <p:txBody>
          <a:bodyPr wrap="square" anchor="ctr">
            <a:spAutoFit/>
          </a:bodyPr>
          <a:lstStyle/>
          <a:p>
            <a:pPr algn="ctr"/>
            <a:r>
              <a:rPr kumimoji="1" lang="ja-JP" altLang="en-US" sz="2400" dirty="0"/>
              <a:t>原子数</a:t>
            </a:r>
            <a:endParaRPr kumimoji="1" lang="en-US" altLang="ja-JP" sz="2400" dirty="0"/>
          </a:p>
          <a:p>
            <a:pPr algn="ctr"/>
            <a:r>
              <a:rPr lang="en-US" altLang="ja-JP" sz="2400" dirty="0">
                <a:latin typeface="Cambria Math" panose="02040503050406030204" pitchFamily="18" charset="0"/>
                <a:ea typeface="Cambria Math" panose="02040503050406030204" pitchFamily="18" charset="0"/>
              </a:rPr>
              <a:t>Zr</a:t>
            </a:r>
            <a:r>
              <a:rPr lang="ja-JP" altLang="en-US" sz="2400" dirty="0">
                <a:latin typeface="Cambria Math" panose="02040503050406030204" pitchFamily="18" charset="0"/>
              </a:rPr>
              <a:t>：</a:t>
            </a:r>
            <a:r>
              <a:rPr lang="en-US" altLang="ja-JP" sz="2400" dirty="0">
                <a:latin typeface="Cambria Math" panose="02040503050406030204" pitchFamily="18" charset="0"/>
                <a:ea typeface="Cambria Math" panose="02040503050406030204" pitchFamily="18" charset="0"/>
              </a:rPr>
              <a:t>4120</a:t>
            </a:r>
          </a:p>
          <a:p>
            <a:pPr algn="ctr"/>
            <a:r>
              <a:rPr lang="en-US" altLang="ja-JP" sz="2400" dirty="0">
                <a:latin typeface="Cambria Math" panose="02040503050406030204" pitchFamily="18" charset="0"/>
                <a:ea typeface="Cambria Math" panose="02040503050406030204" pitchFamily="18" charset="0"/>
              </a:rPr>
              <a:t>Ti</a:t>
            </a:r>
            <a:r>
              <a:rPr lang="ja-JP" altLang="en-US" sz="2400" dirty="0">
                <a:latin typeface="Cambria Math" panose="02040503050406030204" pitchFamily="18" charset="0"/>
              </a:rPr>
              <a:t>：</a:t>
            </a:r>
            <a:r>
              <a:rPr lang="en-US" altLang="ja-JP" sz="2400" dirty="0">
                <a:latin typeface="Cambria Math" panose="02040503050406030204" pitchFamily="18" charset="0"/>
                <a:ea typeface="Cambria Math" panose="02040503050406030204" pitchFamily="18" charset="0"/>
              </a:rPr>
              <a:t>1380 </a:t>
            </a:r>
          </a:p>
          <a:p>
            <a:pPr algn="ctr"/>
            <a:r>
              <a:rPr lang="en-US" altLang="ja-JP" sz="2400" dirty="0">
                <a:latin typeface="Cambria Math" panose="02040503050406030204" pitchFamily="18" charset="0"/>
                <a:ea typeface="Cambria Math" panose="02040503050406030204" pitchFamily="18" charset="0"/>
              </a:rPr>
              <a:t>Cu : 2250</a:t>
            </a:r>
          </a:p>
          <a:p>
            <a:pPr algn="ctr"/>
            <a:r>
              <a:rPr lang="en-US" altLang="ja-JP" sz="2400" dirty="0">
                <a:latin typeface="Cambria Math" panose="02040503050406030204" pitchFamily="18" charset="0"/>
                <a:ea typeface="Cambria Math" panose="02040503050406030204" pitchFamily="18" charset="0"/>
              </a:rPr>
              <a:t>Be</a:t>
            </a:r>
            <a:r>
              <a:rPr lang="ja-JP" altLang="en-US" sz="2400" dirty="0">
                <a:latin typeface="Cambria Math" panose="02040503050406030204" pitchFamily="18" charset="0"/>
              </a:rPr>
              <a:t>：</a:t>
            </a:r>
            <a:r>
              <a:rPr lang="en-US" altLang="ja-JP" sz="2400" dirty="0">
                <a:latin typeface="Cambria Math" panose="02040503050406030204" pitchFamily="18" charset="0"/>
                <a:ea typeface="Cambria Math" panose="02040503050406030204" pitchFamily="18" charset="0"/>
              </a:rPr>
              <a:t>2250</a:t>
            </a:r>
          </a:p>
        </p:txBody>
      </p:sp>
      <mc:AlternateContent xmlns:mc="http://schemas.openxmlformats.org/markup-compatibility/2006" xmlns:a14="http://schemas.microsoft.com/office/drawing/2010/main">
        <mc:Choice Requires="a14">
          <p:sp>
            <p:nvSpPr>
              <p:cNvPr id="14" name="テキスト ボックス 13">
                <a:extLst>
                  <a:ext uri="{FF2B5EF4-FFF2-40B4-BE49-F238E27FC236}">
                    <a16:creationId xmlns:a16="http://schemas.microsoft.com/office/drawing/2014/main" id="{87A35D0D-3DCD-3CAD-12C1-133BD2334C9C}"/>
                  </a:ext>
                </a:extLst>
              </p:cNvPr>
              <p:cNvSpPr txBox="1"/>
              <p:nvPr/>
            </p:nvSpPr>
            <p:spPr>
              <a:xfrm>
                <a:off x="832015" y="1250464"/>
                <a:ext cx="4833864" cy="523220"/>
              </a:xfrm>
              <a:prstGeom prst="rect">
                <a:avLst/>
              </a:prstGeom>
              <a:noFill/>
            </p:spPr>
            <p:txBody>
              <a:bodyPr wrap="square" anchor="ctr">
                <a:spAutoFit/>
              </a:bodyPr>
              <a:lstStyle/>
              <a:p>
                <a:pPr algn="ctr"/>
                <a14:m>
                  <m:oMath xmlns:m="http://schemas.openxmlformats.org/officeDocument/2006/math">
                    <m:sSub>
                      <m:sSubPr>
                        <m:ctrlPr>
                          <a:rPr lang="ja-JP" altLang="ja-JP" sz="2800" i="1" smtClean="0">
                            <a:latin typeface="Cambria Math" panose="02040503050406030204" pitchFamily="18" charset="0"/>
                          </a:rPr>
                        </m:ctrlPr>
                      </m:sSubPr>
                      <m:e>
                        <m:r>
                          <a:rPr lang="en-US" altLang="ja-JP" sz="2800" i="1">
                            <a:latin typeface="Cambria Math" panose="02040503050406030204" pitchFamily="18" charset="0"/>
                          </a:rPr>
                          <m:t>𝑍𝑟</m:t>
                        </m:r>
                      </m:e>
                      <m:sub>
                        <m:r>
                          <a:rPr lang="en-US" altLang="ja-JP" sz="2800" i="1">
                            <a:latin typeface="Cambria Math" panose="02040503050406030204" pitchFamily="18" charset="0"/>
                          </a:rPr>
                          <m:t>41.2</m:t>
                        </m:r>
                      </m:sub>
                    </m:sSub>
                    <m:sSub>
                      <m:sSubPr>
                        <m:ctrlPr>
                          <a:rPr lang="ja-JP" altLang="ja-JP" sz="2800" i="1">
                            <a:latin typeface="Cambria Math" panose="02040503050406030204" pitchFamily="18" charset="0"/>
                          </a:rPr>
                        </m:ctrlPr>
                      </m:sSubPr>
                      <m:e>
                        <m:r>
                          <a:rPr lang="en-US" altLang="ja-JP" sz="2800" i="1">
                            <a:latin typeface="Cambria Math" panose="02040503050406030204" pitchFamily="18" charset="0"/>
                          </a:rPr>
                          <m:t>𝑇𝑖</m:t>
                        </m:r>
                      </m:e>
                      <m:sub>
                        <m:r>
                          <a:rPr lang="en-US" altLang="ja-JP" sz="2800" i="1">
                            <a:latin typeface="Cambria Math" panose="02040503050406030204" pitchFamily="18" charset="0"/>
                          </a:rPr>
                          <m:t>13.8</m:t>
                        </m:r>
                      </m:sub>
                    </m:sSub>
                    <m:sSub>
                      <m:sSubPr>
                        <m:ctrlPr>
                          <a:rPr lang="ja-JP" altLang="ja-JP" sz="2800" i="1">
                            <a:latin typeface="Cambria Math" panose="02040503050406030204" pitchFamily="18" charset="0"/>
                          </a:rPr>
                        </m:ctrlPr>
                      </m:sSubPr>
                      <m:e>
                        <m:r>
                          <a:rPr lang="en-US" altLang="ja-JP" sz="2800" b="0" i="1" smtClean="0">
                            <a:latin typeface="Cambria Math" panose="02040503050406030204" pitchFamily="18" charset="0"/>
                          </a:rPr>
                          <m:t>𝐶𝑢</m:t>
                        </m:r>
                      </m:e>
                      <m:sub>
                        <m:r>
                          <a:rPr lang="en-US" altLang="ja-JP" sz="2800" i="1">
                            <a:latin typeface="Cambria Math" panose="02040503050406030204" pitchFamily="18" charset="0"/>
                          </a:rPr>
                          <m:t>22.5</m:t>
                        </m:r>
                      </m:sub>
                    </m:sSub>
                    <m:sSub>
                      <m:sSubPr>
                        <m:ctrlPr>
                          <a:rPr lang="ja-JP" altLang="ja-JP" sz="2800" i="1">
                            <a:latin typeface="Cambria Math" panose="02040503050406030204" pitchFamily="18" charset="0"/>
                          </a:rPr>
                        </m:ctrlPr>
                      </m:sSubPr>
                      <m:e>
                        <m:r>
                          <a:rPr lang="en-US" altLang="ja-JP" sz="2800" b="0" i="1" smtClean="0">
                            <a:latin typeface="Cambria Math" panose="02040503050406030204" pitchFamily="18" charset="0"/>
                          </a:rPr>
                          <m:t>𝐵𝑒</m:t>
                        </m:r>
                      </m:e>
                      <m:sub>
                        <m:r>
                          <a:rPr lang="en-US" altLang="ja-JP" sz="2800" i="1">
                            <a:latin typeface="Cambria Math" panose="02040503050406030204" pitchFamily="18" charset="0"/>
                          </a:rPr>
                          <m:t>22.5</m:t>
                        </m:r>
                      </m:sub>
                    </m:sSub>
                  </m:oMath>
                </a14:m>
                <a:r>
                  <a:rPr kumimoji="1" lang="ja-JP" altLang="en-US" sz="2800" dirty="0"/>
                  <a:t>の条件</a:t>
                </a:r>
                <a:endParaRPr lang="ja-JP" altLang="en-US" sz="2800" dirty="0"/>
              </a:p>
            </p:txBody>
          </p:sp>
        </mc:Choice>
        <mc:Fallback xmlns="">
          <p:sp>
            <p:nvSpPr>
              <p:cNvPr id="14" name="テキスト ボックス 13">
                <a:extLst>
                  <a:ext uri="{FF2B5EF4-FFF2-40B4-BE49-F238E27FC236}">
                    <a16:creationId xmlns:a16="http://schemas.microsoft.com/office/drawing/2014/main" id="{87A35D0D-3DCD-3CAD-12C1-133BD2334C9C}"/>
                  </a:ext>
                </a:extLst>
              </p:cNvPr>
              <p:cNvSpPr txBox="1">
                <a:spLocks noRot="1" noChangeAspect="1" noMove="1" noResize="1" noEditPoints="1" noAdjustHandles="1" noChangeArrowheads="1" noChangeShapeType="1" noTextEdit="1"/>
              </p:cNvSpPr>
              <p:nvPr/>
            </p:nvSpPr>
            <p:spPr>
              <a:xfrm>
                <a:off x="832015" y="1250464"/>
                <a:ext cx="4833864" cy="523220"/>
              </a:xfrm>
              <a:prstGeom prst="rect">
                <a:avLst/>
              </a:prstGeom>
              <a:blipFill>
                <a:blip r:embed="rId3"/>
                <a:stretch>
                  <a:fillRect t="-10465" r="-2144" b="-33721"/>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18" name="テキスト ボックス 17">
                <a:extLst>
                  <a:ext uri="{FF2B5EF4-FFF2-40B4-BE49-F238E27FC236}">
                    <a16:creationId xmlns:a16="http://schemas.microsoft.com/office/drawing/2014/main" id="{5123AA3A-4CDB-9137-9FF0-5FDF0692727A}"/>
                  </a:ext>
                </a:extLst>
              </p:cNvPr>
              <p:cNvSpPr txBox="1"/>
              <p:nvPr/>
            </p:nvSpPr>
            <p:spPr>
              <a:xfrm>
                <a:off x="8676823" y="107215"/>
                <a:ext cx="2163196" cy="3170099"/>
              </a:xfrm>
              <a:prstGeom prst="rect">
                <a:avLst/>
              </a:prstGeom>
              <a:solidFill>
                <a:schemeClr val="accent1">
                  <a:lumMod val="20000"/>
                  <a:lumOff val="80000"/>
                </a:schemeClr>
              </a:solidFill>
            </p:spPr>
            <p:txBody>
              <a:bodyPr wrap="square">
                <a:spAutoFit/>
              </a:bodyPr>
              <a:lstStyle/>
              <a:p>
                <a:pPr algn="ctr" fontAlgn="ctr"/>
                <a:r>
                  <a:rPr kumimoji="1" lang="en-US" altLang="ja-JP" sz="2000" b="0" i="0" u="none" strike="noStrike" kern="1200" dirty="0">
                    <a:solidFill>
                      <a:srgbClr val="000000"/>
                    </a:solidFill>
                    <a:effectLst/>
                    <a:latin typeface="Cambria Math" panose="02040503050406030204" pitchFamily="18" charset="0"/>
                    <a:ea typeface="Cambria Math" panose="02040503050406030204" pitchFamily="18" charset="0"/>
                  </a:rPr>
                  <a:t>Zr-Zr</a:t>
                </a:r>
                <a:r>
                  <a:rPr kumimoji="1" lang="ja-JP" altLang="en-US" sz="2000" b="0" i="0" u="none" strike="noStrike" kern="1200" dirty="0">
                    <a:solidFill>
                      <a:srgbClr val="000000"/>
                    </a:solidFill>
                    <a:effectLst/>
                    <a:latin typeface="Cambria Math" panose="02040503050406030204" pitchFamily="18" charset="0"/>
                  </a:rPr>
                  <a:t>：</a:t>
                </a:r>
                <a14:m>
                  <m:oMath xmlns:m="http://schemas.openxmlformats.org/officeDocument/2006/math">
                    <m:r>
                      <a:rPr lang="ja-JP" altLang="en-US" sz="2000" i="1">
                        <a:latin typeface="Cambria Math" panose="02040503050406030204" pitchFamily="18" charset="0"/>
                      </a:rPr>
                      <m:t>𝜎</m:t>
                    </m:r>
                    <m:r>
                      <a:rPr lang="en-US" altLang="ja-JP" sz="2000" i="1">
                        <a:latin typeface="Cambria Math" panose="02040503050406030204" pitchFamily="18" charset="0"/>
                        <a:ea typeface="Cambria Math" panose="02040503050406030204" pitchFamily="18" charset="0"/>
                      </a:rPr>
                      <m:t>=</m:t>
                    </m:r>
                    <m:r>
                      <a:rPr lang="en-US" altLang="ja-JP" sz="2000" b="0" i="1" smtClean="0">
                        <a:latin typeface="Cambria Math" panose="02040503050406030204" pitchFamily="18" charset="0"/>
                        <a:ea typeface="Cambria Math" panose="02040503050406030204" pitchFamily="18" charset="0"/>
                      </a:rPr>
                      <m:t>3.41</m:t>
                    </m:r>
                  </m:oMath>
                </a14:m>
                <a:endParaRPr lang="ja-JP" altLang="ja-JP" sz="2000" b="0" i="0" u="none" strike="noStrike" dirty="0">
                  <a:effectLst/>
                  <a:latin typeface="Cambria Math" panose="02040503050406030204" pitchFamily="18" charset="0"/>
                </a:endParaRPr>
              </a:p>
              <a:p>
                <a:pPr algn="ctr" fontAlgn="ctr"/>
                <a:r>
                  <a:rPr kumimoji="1" lang="en-US" altLang="ja-JP" sz="2000" b="0" i="0" u="none" strike="noStrike" kern="1200" dirty="0">
                    <a:solidFill>
                      <a:srgbClr val="000000"/>
                    </a:solidFill>
                    <a:effectLst/>
                    <a:latin typeface="Cambria Math" panose="02040503050406030204" pitchFamily="18" charset="0"/>
                    <a:ea typeface="Cambria Math" panose="02040503050406030204" pitchFamily="18" charset="0"/>
                  </a:rPr>
                  <a:t>Zr-Ti</a:t>
                </a:r>
                <a:r>
                  <a:rPr kumimoji="1" lang="ja-JP" altLang="en-US" sz="2000" b="0" i="0" u="none" strike="noStrike" kern="1200" dirty="0">
                    <a:solidFill>
                      <a:srgbClr val="000000"/>
                    </a:solidFill>
                    <a:effectLst/>
                    <a:latin typeface="Cambria Math" panose="02040503050406030204" pitchFamily="18" charset="0"/>
                  </a:rPr>
                  <a:t>：</a:t>
                </a:r>
                <a14:m>
                  <m:oMath xmlns:m="http://schemas.openxmlformats.org/officeDocument/2006/math">
                    <m:r>
                      <a:rPr lang="ja-JP" altLang="en-US" sz="2000" i="1">
                        <a:latin typeface="Cambria Math" panose="02040503050406030204" pitchFamily="18" charset="0"/>
                      </a:rPr>
                      <m:t>𝜎</m:t>
                    </m:r>
                    <m:r>
                      <a:rPr lang="en-US" altLang="ja-JP" sz="2000" i="1">
                        <a:latin typeface="Cambria Math" panose="02040503050406030204" pitchFamily="18" charset="0"/>
                        <a:ea typeface="Cambria Math" panose="02040503050406030204" pitchFamily="18" charset="0"/>
                      </a:rPr>
                      <m:t>=</m:t>
                    </m:r>
                    <m:r>
                      <a:rPr lang="en-US" altLang="ja-JP" sz="2000" b="0" i="1" smtClean="0">
                        <a:latin typeface="Cambria Math" panose="02040503050406030204" pitchFamily="18" charset="0"/>
                        <a:ea typeface="Cambria Math" panose="02040503050406030204" pitchFamily="18" charset="0"/>
                      </a:rPr>
                      <m:t>3.29</m:t>
                    </m:r>
                  </m:oMath>
                </a14:m>
                <a:endParaRPr lang="en-US" altLang="ja-JP" sz="2000" b="0" i="0" dirty="0">
                  <a:latin typeface="Cambria Math" panose="02040503050406030204" pitchFamily="18" charset="0"/>
                  <a:ea typeface="Cambria Math" panose="02040503050406030204" pitchFamily="18" charset="0"/>
                </a:endParaRPr>
              </a:p>
              <a:p>
                <a:pPr algn="ctr" fontAlgn="ctr"/>
                <a:r>
                  <a:rPr kumimoji="1" lang="en-US" altLang="ja-JP" sz="2000" b="0" i="0" u="none" strike="noStrike" kern="1200" dirty="0">
                    <a:solidFill>
                      <a:srgbClr val="000000"/>
                    </a:solidFill>
                    <a:effectLst/>
                    <a:latin typeface="Cambria Math" panose="02040503050406030204" pitchFamily="18" charset="0"/>
                    <a:ea typeface="Cambria Math" panose="02040503050406030204" pitchFamily="18" charset="0"/>
                  </a:rPr>
                  <a:t>Zr-Cu</a:t>
                </a:r>
                <a:r>
                  <a:rPr kumimoji="1" lang="ja-JP" altLang="en-US" sz="2000" b="0" i="0" u="none" strike="noStrike" kern="1200" dirty="0">
                    <a:solidFill>
                      <a:srgbClr val="000000"/>
                    </a:solidFill>
                    <a:effectLst/>
                    <a:latin typeface="Cambria Math" panose="02040503050406030204" pitchFamily="18" charset="0"/>
                  </a:rPr>
                  <a:t>：</a:t>
                </a:r>
                <a14:m>
                  <m:oMath xmlns:m="http://schemas.openxmlformats.org/officeDocument/2006/math">
                    <m:r>
                      <a:rPr lang="ja-JP" altLang="en-US" sz="2000" i="1">
                        <a:latin typeface="Cambria Math" panose="02040503050406030204" pitchFamily="18" charset="0"/>
                      </a:rPr>
                      <m:t>𝜎</m:t>
                    </m:r>
                    <m:r>
                      <a:rPr lang="en-US" altLang="ja-JP" sz="2000" i="1">
                        <a:latin typeface="Cambria Math" panose="02040503050406030204" pitchFamily="18" charset="0"/>
                        <a:ea typeface="Cambria Math" panose="02040503050406030204" pitchFamily="18" charset="0"/>
                      </a:rPr>
                      <m:t>=</m:t>
                    </m:r>
                  </m:oMath>
                </a14:m>
                <a:r>
                  <a:rPr lang="en-US" altLang="ja-JP" sz="2000" b="0" i="0" u="none" strike="noStrike" dirty="0">
                    <a:effectLst/>
                    <a:latin typeface="Cambria Math" panose="02040503050406030204" pitchFamily="18" charset="0"/>
                    <a:ea typeface="Cambria Math" panose="02040503050406030204" pitchFamily="18" charset="0"/>
                  </a:rPr>
                  <a:t>2.99</a:t>
                </a:r>
                <a:endParaRPr lang="ja-JP" altLang="ja-JP" sz="2000" b="0" i="0" u="none" strike="noStrike" dirty="0">
                  <a:effectLst/>
                  <a:latin typeface="Cambria Math" panose="02040503050406030204" pitchFamily="18" charset="0"/>
                </a:endParaRPr>
              </a:p>
              <a:p>
                <a:pPr algn="ctr" fontAlgn="ctr"/>
                <a:r>
                  <a:rPr kumimoji="1" lang="en-US" altLang="ja-JP" sz="2000" b="0" i="0" u="none" strike="noStrike" kern="1200" dirty="0">
                    <a:solidFill>
                      <a:srgbClr val="000000"/>
                    </a:solidFill>
                    <a:effectLst/>
                    <a:latin typeface="Cambria Math" panose="02040503050406030204" pitchFamily="18" charset="0"/>
                    <a:ea typeface="Cambria Math" panose="02040503050406030204" pitchFamily="18" charset="0"/>
                  </a:rPr>
                  <a:t>Zr-Be</a:t>
                </a:r>
                <a:r>
                  <a:rPr kumimoji="1" lang="ja-JP" altLang="en-US" sz="2000" b="0" i="0" u="none" strike="noStrike" kern="1200" dirty="0">
                    <a:solidFill>
                      <a:srgbClr val="000000"/>
                    </a:solidFill>
                    <a:effectLst/>
                    <a:latin typeface="Cambria Math" panose="02040503050406030204" pitchFamily="18" charset="0"/>
                  </a:rPr>
                  <a:t>：</a:t>
                </a:r>
                <a14:m>
                  <m:oMath xmlns:m="http://schemas.openxmlformats.org/officeDocument/2006/math">
                    <m:r>
                      <a:rPr lang="ja-JP" altLang="en-US" sz="2000" i="1">
                        <a:latin typeface="Cambria Math" panose="02040503050406030204" pitchFamily="18" charset="0"/>
                      </a:rPr>
                      <m:t>𝜎</m:t>
                    </m:r>
                    <m:r>
                      <a:rPr lang="en-US" altLang="ja-JP" sz="2000" i="1">
                        <a:latin typeface="Cambria Math" panose="02040503050406030204" pitchFamily="18" charset="0"/>
                        <a:ea typeface="Cambria Math" panose="02040503050406030204" pitchFamily="18" charset="0"/>
                      </a:rPr>
                      <m:t>=</m:t>
                    </m:r>
                    <m:r>
                      <a:rPr lang="en-US" altLang="ja-JP" sz="2000" b="0" i="1" smtClean="0">
                        <a:latin typeface="Cambria Math" panose="02040503050406030204" pitchFamily="18" charset="0"/>
                        <a:ea typeface="Cambria Math" panose="02040503050406030204" pitchFamily="18" charset="0"/>
                      </a:rPr>
                      <m:t>2.84</m:t>
                    </m:r>
                  </m:oMath>
                </a14:m>
                <a:endParaRPr lang="ja-JP" altLang="ja-JP" sz="2000" b="0" i="0" u="none" strike="noStrike" dirty="0">
                  <a:effectLst/>
                  <a:latin typeface="Cambria Math" panose="02040503050406030204" pitchFamily="18" charset="0"/>
                </a:endParaRPr>
              </a:p>
              <a:p>
                <a:pPr algn="ctr" fontAlgn="ctr"/>
                <a:r>
                  <a:rPr kumimoji="1" lang="en-US" altLang="ja-JP" sz="2000" b="0" i="0" u="none" strike="noStrike" kern="1200" dirty="0">
                    <a:solidFill>
                      <a:srgbClr val="000000"/>
                    </a:solidFill>
                    <a:effectLst/>
                    <a:latin typeface="Cambria Math" panose="02040503050406030204" pitchFamily="18" charset="0"/>
                    <a:ea typeface="Cambria Math" panose="02040503050406030204" pitchFamily="18" charset="0"/>
                  </a:rPr>
                  <a:t>Ti-Ti</a:t>
                </a:r>
                <a:r>
                  <a:rPr kumimoji="1" lang="ja-JP" altLang="en-US" sz="2000" b="0" i="0" u="none" strike="noStrike" kern="1200" dirty="0">
                    <a:solidFill>
                      <a:srgbClr val="000000"/>
                    </a:solidFill>
                    <a:effectLst/>
                    <a:latin typeface="Cambria Math" panose="02040503050406030204" pitchFamily="18" charset="0"/>
                  </a:rPr>
                  <a:t>：</a:t>
                </a:r>
                <a14:m>
                  <m:oMath xmlns:m="http://schemas.openxmlformats.org/officeDocument/2006/math">
                    <m:r>
                      <a:rPr lang="ja-JP" altLang="en-US" sz="2000" i="1">
                        <a:latin typeface="Cambria Math" panose="02040503050406030204" pitchFamily="18" charset="0"/>
                      </a:rPr>
                      <m:t>𝜎</m:t>
                    </m:r>
                    <m:r>
                      <a:rPr lang="en-US" altLang="ja-JP" sz="2000" i="1">
                        <a:latin typeface="Cambria Math" panose="02040503050406030204" pitchFamily="18" charset="0"/>
                        <a:ea typeface="Cambria Math" panose="02040503050406030204" pitchFamily="18" charset="0"/>
                      </a:rPr>
                      <m:t>=</m:t>
                    </m:r>
                    <m:r>
                      <a:rPr lang="en-US" altLang="ja-JP" sz="2000" b="0" i="1" smtClean="0">
                        <a:latin typeface="Cambria Math" panose="02040503050406030204" pitchFamily="18" charset="0"/>
                        <a:ea typeface="Cambria Math" panose="02040503050406030204" pitchFamily="18" charset="0"/>
                      </a:rPr>
                      <m:t>3.16</m:t>
                    </m:r>
                  </m:oMath>
                </a14:m>
                <a:endParaRPr lang="en-US" altLang="ja-JP" sz="2000" b="0" i="0" dirty="0">
                  <a:latin typeface="Cambria Math" panose="02040503050406030204" pitchFamily="18" charset="0"/>
                  <a:ea typeface="Cambria Math" panose="02040503050406030204" pitchFamily="18" charset="0"/>
                </a:endParaRPr>
              </a:p>
              <a:p>
                <a:pPr algn="ctr" fontAlgn="ctr"/>
                <a:r>
                  <a:rPr kumimoji="1" lang="en-US" altLang="ja-JP" sz="2000" b="0" i="0" u="none" strike="noStrike" kern="1200" dirty="0">
                    <a:solidFill>
                      <a:srgbClr val="000000"/>
                    </a:solidFill>
                    <a:effectLst/>
                    <a:latin typeface="Cambria Math" panose="02040503050406030204" pitchFamily="18" charset="0"/>
                    <a:ea typeface="Cambria Math" panose="02040503050406030204" pitchFamily="18" charset="0"/>
                  </a:rPr>
                  <a:t>Ti-Cu</a:t>
                </a:r>
                <a:r>
                  <a:rPr kumimoji="1" lang="ja-JP" altLang="en-US" sz="2000" b="0" i="0" u="none" strike="noStrike" kern="1200" dirty="0">
                    <a:solidFill>
                      <a:srgbClr val="000000"/>
                    </a:solidFill>
                    <a:effectLst/>
                    <a:latin typeface="Cambria Math" panose="02040503050406030204" pitchFamily="18" charset="0"/>
                  </a:rPr>
                  <a:t>：</a:t>
                </a:r>
                <a14:m>
                  <m:oMath xmlns:m="http://schemas.openxmlformats.org/officeDocument/2006/math">
                    <m:r>
                      <a:rPr lang="ja-JP" altLang="en-US" sz="2000" i="1">
                        <a:latin typeface="Cambria Math" panose="02040503050406030204" pitchFamily="18" charset="0"/>
                      </a:rPr>
                      <m:t>𝜎</m:t>
                    </m:r>
                    <m:r>
                      <a:rPr lang="en-US" altLang="ja-JP" sz="2000" i="1">
                        <a:latin typeface="Cambria Math" panose="02040503050406030204" pitchFamily="18" charset="0"/>
                        <a:ea typeface="Cambria Math" panose="02040503050406030204" pitchFamily="18" charset="0"/>
                      </a:rPr>
                      <m:t>=</m:t>
                    </m:r>
                  </m:oMath>
                </a14:m>
                <a:r>
                  <a:rPr lang="en-US" altLang="ja-JP" sz="2000" b="0" i="0" u="none" strike="noStrike" dirty="0">
                    <a:effectLst/>
                    <a:latin typeface="Cambria Math" panose="02040503050406030204" pitchFamily="18" charset="0"/>
                    <a:ea typeface="Cambria Math" panose="02040503050406030204" pitchFamily="18" charset="0"/>
                  </a:rPr>
                  <a:t>2.86</a:t>
                </a:r>
                <a:endParaRPr lang="ja-JP" altLang="ja-JP" sz="2000" b="0" i="0" u="none" strike="noStrike" dirty="0">
                  <a:effectLst/>
                  <a:latin typeface="Cambria Math" panose="02040503050406030204" pitchFamily="18" charset="0"/>
                </a:endParaRPr>
              </a:p>
              <a:p>
                <a:pPr algn="ctr" fontAlgn="ctr"/>
                <a:r>
                  <a:rPr kumimoji="1" lang="en-US" altLang="ja-JP" sz="2000" b="0" i="0" u="none" strike="noStrike" kern="1200" dirty="0">
                    <a:solidFill>
                      <a:srgbClr val="000000"/>
                    </a:solidFill>
                    <a:effectLst/>
                    <a:latin typeface="Cambria Math" panose="02040503050406030204" pitchFamily="18" charset="0"/>
                    <a:ea typeface="Cambria Math" panose="02040503050406030204" pitchFamily="18" charset="0"/>
                  </a:rPr>
                  <a:t>Ti-Be</a:t>
                </a:r>
                <a:r>
                  <a:rPr kumimoji="1" lang="ja-JP" altLang="en-US" sz="2000" b="0" i="0" u="none" strike="noStrike" kern="1200" dirty="0">
                    <a:solidFill>
                      <a:srgbClr val="000000"/>
                    </a:solidFill>
                    <a:effectLst/>
                    <a:latin typeface="Cambria Math" panose="02040503050406030204" pitchFamily="18" charset="0"/>
                  </a:rPr>
                  <a:t>：</a:t>
                </a:r>
                <a14:m>
                  <m:oMath xmlns:m="http://schemas.openxmlformats.org/officeDocument/2006/math">
                    <m:r>
                      <a:rPr lang="ja-JP" altLang="en-US" sz="2000" i="1">
                        <a:latin typeface="Cambria Math" panose="02040503050406030204" pitchFamily="18" charset="0"/>
                      </a:rPr>
                      <m:t>𝜎</m:t>
                    </m:r>
                    <m:r>
                      <a:rPr lang="en-US" altLang="ja-JP" sz="2000" i="1">
                        <a:latin typeface="Cambria Math" panose="02040503050406030204" pitchFamily="18" charset="0"/>
                        <a:ea typeface="Cambria Math" panose="02040503050406030204" pitchFamily="18" charset="0"/>
                      </a:rPr>
                      <m:t>=</m:t>
                    </m:r>
                    <m:r>
                      <a:rPr lang="en-US" altLang="ja-JP" sz="2000" b="0" i="1" smtClean="0">
                        <a:latin typeface="Cambria Math" panose="02040503050406030204" pitchFamily="18" charset="0"/>
                        <a:ea typeface="Cambria Math" panose="02040503050406030204" pitchFamily="18" charset="0"/>
                      </a:rPr>
                      <m:t>2.71</m:t>
                    </m:r>
                  </m:oMath>
                </a14:m>
                <a:endParaRPr lang="en-US" altLang="ja-JP" sz="2000" b="0" i="0" dirty="0">
                  <a:latin typeface="Cambria Math" panose="02040503050406030204" pitchFamily="18" charset="0"/>
                  <a:ea typeface="Cambria Math" panose="02040503050406030204" pitchFamily="18" charset="0"/>
                </a:endParaRPr>
              </a:p>
              <a:p>
                <a:pPr algn="ctr" fontAlgn="ctr"/>
                <a:r>
                  <a:rPr lang="en-US" altLang="ja-JP" sz="2000" dirty="0">
                    <a:solidFill>
                      <a:srgbClr val="000000"/>
                    </a:solidFill>
                    <a:latin typeface="Cambria Math" panose="02040503050406030204" pitchFamily="18" charset="0"/>
                    <a:ea typeface="Cambria Math" panose="02040503050406030204" pitchFamily="18" charset="0"/>
                  </a:rPr>
                  <a:t>Cu</a:t>
                </a:r>
                <a:r>
                  <a:rPr kumimoji="1" lang="en-US" altLang="ja-JP" sz="2000" b="0" i="0" u="none" strike="noStrike" kern="1200" dirty="0">
                    <a:solidFill>
                      <a:srgbClr val="000000"/>
                    </a:solidFill>
                    <a:effectLst/>
                    <a:latin typeface="Cambria Math" panose="02040503050406030204" pitchFamily="18" charset="0"/>
                    <a:ea typeface="Cambria Math" panose="02040503050406030204" pitchFamily="18" charset="0"/>
                  </a:rPr>
                  <a:t>-Cu</a:t>
                </a:r>
                <a:r>
                  <a:rPr kumimoji="1" lang="ja-JP" altLang="en-US" sz="2000" b="0" i="0" u="none" strike="noStrike" kern="1200" dirty="0">
                    <a:solidFill>
                      <a:srgbClr val="000000"/>
                    </a:solidFill>
                    <a:effectLst/>
                    <a:latin typeface="Cambria Math" panose="02040503050406030204" pitchFamily="18" charset="0"/>
                  </a:rPr>
                  <a:t>：</a:t>
                </a:r>
                <a14:m>
                  <m:oMath xmlns:m="http://schemas.openxmlformats.org/officeDocument/2006/math">
                    <m:r>
                      <a:rPr lang="ja-JP" altLang="en-US" sz="2000" i="1">
                        <a:latin typeface="Cambria Math" panose="02040503050406030204" pitchFamily="18" charset="0"/>
                      </a:rPr>
                      <m:t>𝜎</m:t>
                    </m:r>
                    <m:r>
                      <a:rPr lang="en-US" altLang="ja-JP" sz="2000" i="1">
                        <a:latin typeface="Cambria Math" panose="02040503050406030204" pitchFamily="18" charset="0"/>
                        <a:ea typeface="Cambria Math" panose="02040503050406030204" pitchFamily="18" charset="0"/>
                      </a:rPr>
                      <m:t>=</m:t>
                    </m:r>
                  </m:oMath>
                </a14:m>
                <a:r>
                  <a:rPr lang="en-US" altLang="ja-JP" sz="2000" b="0" i="0" u="none" strike="noStrike" dirty="0">
                    <a:effectLst/>
                    <a:latin typeface="Cambria Math" panose="02040503050406030204" pitchFamily="18" charset="0"/>
                    <a:ea typeface="Cambria Math" panose="02040503050406030204" pitchFamily="18" charset="0"/>
                  </a:rPr>
                  <a:t>2.56</a:t>
                </a:r>
              </a:p>
              <a:p>
                <a:pPr algn="ctr" fontAlgn="ctr"/>
                <a:r>
                  <a:rPr lang="en-US" altLang="ja-JP" sz="2000" dirty="0">
                    <a:solidFill>
                      <a:srgbClr val="000000"/>
                    </a:solidFill>
                    <a:latin typeface="Cambria Math" panose="02040503050406030204" pitchFamily="18" charset="0"/>
                    <a:ea typeface="Cambria Math" panose="02040503050406030204" pitchFamily="18" charset="0"/>
                  </a:rPr>
                  <a:t>Cu</a:t>
                </a:r>
                <a:r>
                  <a:rPr kumimoji="1" lang="en-US" altLang="ja-JP" sz="2000" b="0" i="0" u="none" strike="noStrike" kern="1200" dirty="0">
                    <a:solidFill>
                      <a:srgbClr val="000000"/>
                    </a:solidFill>
                    <a:effectLst/>
                    <a:latin typeface="Cambria Math" panose="02040503050406030204" pitchFamily="18" charset="0"/>
                    <a:ea typeface="Cambria Math" panose="02040503050406030204" pitchFamily="18" charset="0"/>
                  </a:rPr>
                  <a:t>-Be</a:t>
                </a:r>
                <a:r>
                  <a:rPr kumimoji="1" lang="ja-JP" altLang="en-US" sz="2000" b="0" i="0" u="none" strike="noStrike" kern="1200" dirty="0">
                    <a:solidFill>
                      <a:srgbClr val="000000"/>
                    </a:solidFill>
                    <a:effectLst/>
                    <a:latin typeface="Cambria Math" panose="02040503050406030204" pitchFamily="18" charset="0"/>
                  </a:rPr>
                  <a:t>：</a:t>
                </a:r>
                <a14:m>
                  <m:oMath xmlns:m="http://schemas.openxmlformats.org/officeDocument/2006/math">
                    <m:r>
                      <a:rPr lang="ja-JP" altLang="en-US" sz="2000" i="1">
                        <a:latin typeface="Cambria Math" panose="02040503050406030204" pitchFamily="18" charset="0"/>
                      </a:rPr>
                      <m:t>𝜎</m:t>
                    </m:r>
                    <m:r>
                      <a:rPr lang="en-US" altLang="ja-JP" sz="2000" i="1">
                        <a:latin typeface="Cambria Math" panose="02040503050406030204" pitchFamily="18" charset="0"/>
                        <a:ea typeface="Cambria Math" panose="02040503050406030204" pitchFamily="18" charset="0"/>
                      </a:rPr>
                      <m:t>=</m:t>
                    </m:r>
                  </m:oMath>
                </a14:m>
                <a:r>
                  <a:rPr lang="en-US" altLang="ja-JP" sz="2000" b="0" i="0" u="none" strike="noStrike" dirty="0">
                    <a:effectLst/>
                    <a:latin typeface="Cambria Math" panose="02040503050406030204" pitchFamily="18" charset="0"/>
                    <a:ea typeface="Cambria Math" panose="02040503050406030204" pitchFamily="18" charset="0"/>
                  </a:rPr>
                  <a:t>2.41</a:t>
                </a:r>
                <a:endParaRPr lang="ja-JP" altLang="ja-JP" sz="2000" b="0" i="0" u="none" strike="noStrike" dirty="0">
                  <a:effectLst/>
                  <a:latin typeface="Cambria Math" panose="02040503050406030204" pitchFamily="18" charset="0"/>
                </a:endParaRPr>
              </a:p>
              <a:p>
                <a:pPr algn="ctr" fontAlgn="ctr"/>
                <a:r>
                  <a:rPr kumimoji="1" lang="en-US" altLang="ja-JP" sz="2000" b="0" i="0" u="none" strike="noStrike" kern="1200" dirty="0">
                    <a:solidFill>
                      <a:srgbClr val="000000"/>
                    </a:solidFill>
                    <a:effectLst/>
                    <a:latin typeface="Cambria Math" panose="02040503050406030204" pitchFamily="18" charset="0"/>
                    <a:ea typeface="Cambria Math" panose="02040503050406030204" pitchFamily="18" charset="0"/>
                  </a:rPr>
                  <a:t>Be-Be</a:t>
                </a:r>
                <a:r>
                  <a:rPr kumimoji="1" lang="ja-JP" altLang="en-US" sz="2000" b="0" i="0" u="none" strike="noStrike" kern="1200" dirty="0">
                    <a:solidFill>
                      <a:srgbClr val="000000"/>
                    </a:solidFill>
                    <a:effectLst/>
                    <a:latin typeface="Cambria Math" panose="02040503050406030204" pitchFamily="18" charset="0"/>
                  </a:rPr>
                  <a:t>：</a:t>
                </a:r>
                <a14:m>
                  <m:oMath xmlns:m="http://schemas.openxmlformats.org/officeDocument/2006/math">
                    <m:r>
                      <a:rPr lang="ja-JP" altLang="en-US" sz="2000" i="1">
                        <a:latin typeface="Cambria Math" panose="02040503050406030204" pitchFamily="18" charset="0"/>
                      </a:rPr>
                      <m:t>𝜎</m:t>
                    </m:r>
                    <m:r>
                      <a:rPr lang="en-US" altLang="ja-JP" sz="2000" i="1">
                        <a:latin typeface="Cambria Math" panose="02040503050406030204" pitchFamily="18" charset="0"/>
                        <a:ea typeface="Cambria Math" panose="02040503050406030204" pitchFamily="18" charset="0"/>
                      </a:rPr>
                      <m:t>=</m:t>
                    </m:r>
                  </m:oMath>
                </a14:m>
                <a:r>
                  <a:rPr lang="en-US" altLang="ja-JP" sz="2000" b="0" i="0" u="none" strike="noStrike" dirty="0">
                    <a:effectLst/>
                    <a:latin typeface="Cambria Math" panose="02040503050406030204" pitchFamily="18" charset="0"/>
                    <a:ea typeface="Cambria Math" panose="02040503050406030204" pitchFamily="18" charset="0"/>
                  </a:rPr>
                  <a:t>2.26</a:t>
                </a:r>
                <a:endParaRPr lang="ja-JP" altLang="en-US" sz="2000" dirty="0"/>
              </a:p>
            </p:txBody>
          </p:sp>
        </mc:Choice>
        <mc:Fallback xmlns="">
          <p:sp>
            <p:nvSpPr>
              <p:cNvPr id="18" name="テキスト ボックス 17">
                <a:extLst>
                  <a:ext uri="{FF2B5EF4-FFF2-40B4-BE49-F238E27FC236}">
                    <a16:creationId xmlns:a16="http://schemas.microsoft.com/office/drawing/2014/main" id="{5123AA3A-4CDB-9137-9FF0-5FDF0692727A}"/>
                  </a:ext>
                </a:extLst>
              </p:cNvPr>
              <p:cNvSpPr txBox="1">
                <a:spLocks noRot="1" noChangeAspect="1" noMove="1" noResize="1" noEditPoints="1" noAdjustHandles="1" noChangeArrowheads="1" noChangeShapeType="1" noTextEdit="1"/>
              </p:cNvSpPr>
              <p:nvPr/>
            </p:nvSpPr>
            <p:spPr>
              <a:xfrm>
                <a:off x="8676823" y="107215"/>
                <a:ext cx="2163196" cy="3170099"/>
              </a:xfrm>
              <a:prstGeom prst="rect">
                <a:avLst/>
              </a:prstGeom>
              <a:blipFill>
                <a:blip r:embed="rId4"/>
                <a:stretch>
                  <a:fillRect t="-1346" b="-2500"/>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20" name="テキスト ボックス 19">
                <a:extLst>
                  <a:ext uri="{FF2B5EF4-FFF2-40B4-BE49-F238E27FC236}">
                    <a16:creationId xmlns:a16="http://schemas.microsoft.com/office/drawing/2014/main" id="{BC176997-2964-D3BD-ADFD-BFB5C398482E}"/>
                  </a:ext>
                </a:extLst>
              </p:cNvPr>
              <p:cNvSpPr txBox="1"/>
              <p:nvPr/>
            </p:nvSpPr>
            <p:spPr>
              <a:xfrm>
                <a:off x="8676822" y="3580686"/>
                <a:ext cx="2163196" cy="3170099"/>
              </a:xfrm>
              <a:prstGeom prst="rect">
                <a:avLst/>
              </a:prstGeom>
              <a:solidFill>
                <a:schemeClr val="accent1">
                  <a:lumMod val="20000"/>
                  <a:lumOff val="80000"/>
                </a:schemeClr>
              </a:solidFill>
            </p:spPr>
            <p:txBody>
              <a:bodyPr wrap="square">
                <a:spAutoFit/>
              </a:bodyPr>
              <a:lstStyle/>
              <a:p>
                <a:pPr algn="ctr" fontAlgn="ctr"/>
                <a:r>
                  <a:rPr kumimoji="1" lang="en-US" altLang="ja-JP" sz="2000" b="0" i="0" u="none" strike="noStrike" kern="1200" dirty="0">
                    <a:solidFill>
                      <a:srgbClr val="000000"/>
                    </a:solidFill>
                    <a:effectLst/>
                    <a:latin typeface="Cambria Math" panose="02040503050406030204" pitchFamily="18" charset="0"/>
                    <a:ea typeface="Cambria Math" panose="02040503050406030204" pitchFamily="18" charset="0"/>
                  </a:rPr>
                  <a:t>Zr-Zr</a:t>
                </a:r>
                <a:r>
                  <a:rPr kumimoji="1" lang="ja-JP" altLang="en-US" sz="2000" b="0" i="0" u="none" strike="noStrike" kern="1200" dirty="0">
                    <a:solidFill>
                      <a:srgbClr val="000000"/>
                    </a:solidFill>
                    <a:effectLst/>
                    <a:latin typeface="Cambria Math" panose="02040503050406030204" pitchFamily="18" charset="0"/>
                  </a:rPr>
                  <a:t>：</a:t>
                </a:r>
                <a14:m>
                  <m:oMath xmlns:m="http://schemas.openxmlformats.org/officeDocument/2006/math">
                    <m:r>
                      <a:rPr lang="ja-JP" altLang="en-US" sz="2000" i="1">
                        <a:latin typeface="Cambria Math" panose="02040503050406030204" pitchFamily="18" charset="0"/>
                      </a:rPr>
                      <m:t>𝜎</m:t>
                    </m:r>
                    <m:r>
                      <a:rPr lang="en-US" altLang="ja-JP" sz="2000" i="1">
                        <a:latin typeface="Cambria Math" panose="02040503050406030204" pitchFamily="18" charset="0"/>
                        <a:ea typeface="Cambria Math" panose="02040503050406030204" pitchFamily="18" charset="0"/>
                      </a:rPr>
                      <m:t>=</m:t>
                    </m:r>
                    <m:r>
                      <a:rPr lang="en-US" altLang="ja-JP" sz="2000" b="0" i="1" smtClean="0">
                        <a:latin typeface="Cambria Math" panose="02040503050406030204" pitchFamily="18" charset="0"/>
                        <a:ea typeface="Cambria Math" panose="02040503050406030204" pitchFamily="18" charset="0"/>
                      </a:rPr>
                      <m:t>2.94</m:t>
                    </m:r>
                  </m:oMath>
                </a14:m>
                <a:endParaRPr lang="ja-JP" altLang="ja-JP" sz="2000" b="0" i="0" u="none" strike="noStrike" dirty="0">
                  <a:effectLst/>
                  <a:latin typeface="Cambria Math" panose="02040503050406030204" pitchFamily="18" charset="0"/>
                </a:endParaRPr>
              </a:p>
              <a:p>
                <a:pPr algn="ctr" fontAlgn="ctr"/>
                <a:r>
                  <a:rPr kumimoji="1" lang="en-US" altLang="ja-JP" sz="2000" b="0" i="0" u="none" strike="noStrike" kern="1200" dirty="0">
                    <a:solidFill>
                      <a:srgbClr val="000000"/>
                    </a:solidFill>
                    <a:effectLst/>
                    <a:latin typeface="Cambria Math" panose="02040503050406030204" pitchFamily="18" charset="0"/>
                    <a:ea typeface="Cambria Math" panose="02040503050406030204" pitchFamily="18" charset="0"/>
                  </a:rPr>
                  <a:t>Zr-Ti</a:t>
                </a:r>
                <a:r>
                  <a:rPr kumimoji="1" lang="ja-JP" altLang="en-US" sz="2000" b="0" i="0" u="none" strike="noStrike" kern="1200" dirty="0">
                    <a:solidFill>
                      <a:srgbClr val="000000"/>
                    </a:solidFill>
                    <a:effectLst/>
                    <a:latin typeface="Cambria Math" panose="02040503050406030204" pitchFamily="18" charset="0"/>
                  </a:rPr>
                  <a:t>：</a:t>
                </a:r>
                <a14:m>
                  <m:oMath xmlns:m="http://schemas.openxmlformats.org/officeDocument/2006/math">
                    <m:r>
                      <a:rPr lang="ja-JP" altLang="en-US" sz="2000" i="1">
                        <a:latin typeface="Cambria Math" panose="02040503050406030204" pitchFamily="18" charset="0"/>
                      </a:rPr>
                      <m:t>𝜎</m:t>
                    </m:r>
                    <m:r>
                      <a:rPr lang="en-US" altLang="ja-JP" sz="2000" i="1">
                        <a:latin typeface="Cambria Math" panose="02040503050406030204" pitchFamily="18" charset="0"/>
                        <a:ea typeface="Cambria Math" panose="02040503050406030204" pitchFamily="18" charset="0"/>
                      </a:rPr>
                      <m:t>=</m:t>
                    </m:r>
                    <m:r>
                      <a:rPr lang="en-US" altLang="ja-JP" sz="2000" b="0" i="1" smtClean="0">
                        <a:latin typeface="Cambria Math" panose="02040503050406030204" pitchFamily="18" charset="0"/>
                        <a:ea typeface="Cambria Math" panose="02040503050406030204" pitchFamily="18" charset="0"/>
                      </a:rPr>
                      <m:t>2.82</m:t>
                    </m:r>
                  </m:oMath>
                </a14:m>
                <a:endParaRPr lang="en-US" altLang="ja-JP" sz="2000" b="0" i="0" dirty="0">
                  <a:latin typeface="Cambria Math" panose="02040503050406030204" pitchFamily="18" charset="0"/>
                  <a:ea typeface="Cambria Math" panose="02040503050406030204" pitchFamily="18" charset="0"/>
                </a:endParaRPr>
              </a:p>
              <a:p>
                <a:pPr algn="ctr" fontAlgn="ctr"/>
                <a:r>
                  <a:rPr kumimoji="1" lang="en-US" altLang="ja-JP" sz="2000" b="0" i="0" u="none" strike="noStrike" kern="1200" dirty="0">
                    <a:solidFill>
                      <a:srgbClr val="000000"/>
                    </a:solidFill>
                    <a:effectLst/>
                    <a:latin typeface="Cambria Math" panose="02040503050406030204" pitchFamily="18" charset="0"/>
                    <a:ea typeface="Cambria Math" panose="02040503050406030204" pitchFamily="18" charset="0"/>
                  </a:rPr>
                  <a:t>Zr-Cu</a:t>
                </a:r>
                <a:r>
                  <a:rPr kumimoji="1" lang="ja-JP" altLang="en-US" sz="2000" b="0" i="0" u="none" strike="noStrike" kern="1200" dirty="0">
                    <a:solidFill>
                      <a:srgbClr val="000000"/>
                    </a:solidFill>
                    <a:effectLst/>
                    <a:latin typeface="Cambria Math" panose="02040503050406030204" pitchFamily="18" charset="0"/>
                  </a:rPr>
                  <a:t>：</a:t>
                </a:r>
                <a14:m>
                  <m:oMath xmlns:m="http://schemas.openxmlformats.org/officeDocument/2006/math">
                    <m:r>
                      <a:rPr lang="ja-JP" altLang="en-US" sz="2000" i="1">
                        <a:latin typeface="Cambria Math" panose="02040503050406030204" pitchFamily="18" charset="0"/>
                      </a:rPr>
                      <m:t>𝜎</m:t>
                    </m:r>
                    <m:r>
                      <a:rPr lang="en-US" altLang="ja-JP" sz="2000" i="1">
                        <a:latin typeface="Cambria Math" panose="02040503050406030204" pitchFamily="18" charset="0"/>
                        <a:ea typeface="Cambria Math" panose="02040503050406030204" pitchFamily="18" charset="0"/>
                      </a:rPr>
                      <m:t>=</m:t>
                    </m:r>
                  </m:oMath>
                </a14:m>
                <a:r>
                  <a:rPr lang="en-US" altLang="ja-JP" sz="2000" b="0" i="0" u="none" strike="noStrike" dirty="0">
                    <a:effectLst/>
                    <a:latin typeface="Cambria Math" panose="02040503050406030204" pitchFamily="18" charset="0"/>
                    <a:ea typeface="Cambria Math" panose="02040503050406030204" pitchFamily="18" charset="0"/>
                  </a:rPr>
                  <a:t>2.75</a:t>
                </a:r>
                <a:endParaRPr lang="ja-JP" altLang="ja-JP" sz="2000" b="0" i="0" u="none" strike="noStrike" dirty="0">
                  <a:effectLst/>
                  <a:latin typeface="Cambria Math" panose="02040503050406030204" pitchFamily="18" charset="0"/>
                </a:endParaRPr>
              </a:p>
              <a:p>
                <a:pPr algn="ctr" fontAlgn="ctr"/>
                <a:r>
                  <a:rPr kumimoji="1" lang="en-US" altLang="ja-JP" sz="2000" b="0" i="0" u="none" strike="noStrike" kern="1200" dirty="0">
                    <a:solidFill>
                      <a:srgbClr val="000000"/>
                    </a:solidFill>
                    <a:effectLst/>
                    <a:latin typeface="Cambria Math" panose="02040503050406030204" pitchFamily="18" charset="0"/>
                    <a:ea typeface="Cambria Math" panose="02040503050406030204" pitchFamily="18" charset="0"/>
                  </a:rPr>
                  <a:t>Zr-Be</a:t>
                </a:r>
                <a:r>
                  <a:rPr kumimoji="1" lang="ja-JP" altLang="en-US" sz="2000" b="0" i="0" u="none" strike="noStrike" kern="1200" dirty="0">
                    <a:solidFill>
                      <a:srgbClr val="000000"/>
                    </a:solidFill>
                    <a:effectLst/>
                    <a:latin typeface="Cambria Math" panose="02040503050406030204" pitchFamily="18" charset="0"/>
                  </a:rPr>
                  <a:t>：</a:t>
                </a:r>
                <a14:m>
                  <m:oMath xmlns:m="http://schemas.openxmlformats.org/officeDocument/2006/math">
                    <m:r>
                      <a:rPr lang="ja-JP" altLang="en-US" sz="2000" i="1">
                        <a:latin typeface="Cambria Math" panose="02040503050406030204" pitchFamily="18" charset="0"/>
                      </a:rPr>
                      <m:t>𝜎</m:t>
                    </m:r>
                    <m:r>
                      <a:rPr lang="en-US" altLang="ja-JP" sz="2000" i="1">
                        <a:latin typeface="Cambria Math" panose="02040503050406030204" pitchFamily="18" charset="0"/>
                        <a:ea typeface="Cambria Math" panose="02040503050406030204" pitchFamily="18" charset="0"/>
                      </a:rPr>
                      <m:t>=</m:t>
                    </m:r>
                    <m:r>
                      <a:rPr lang="en-US" altLang="ja-JP" sz="2000" b="0" i="1" smtClean="0">
                        <a:latin typeface="Cambria Math" panose="02040503050406030204" pitchFamily="18" charset="0"/>
                        <a:ea typeface="Cambria Math" panose="02040503050406030204" pitchFamily="18" charset="0"/>
                      </a:rPr>
                      <m:t>2.60</m:t>
                    </m:r>
                  </m:oMath>
                </a14:m>
                <a:endParaRPr lang="ja-JP" altLang="ja-JP" sz="2000" b="0" i="0" u="none" strike="noStrike" dirty="0">
                  <a:effectLst/>
                  <a:latin typeface="Cambria Math" panose="02040503050406030204" pitchFamily="18" charset="0"/>
                </a:endParaRPr>
              </a:p>
              <a:p>
                <a:pPr algn="ctr" fontAlgn="ctr"/>
                <a:r>
                  <a:rPr kumimoji="1" lang="en-US" altLang="ja-JP" sz="2000" b="0" i="0" u="none" strike="noStrike" kern="1200" dirty="0">
                    <a:solidFill>
                      <a:srgbClr val="000000"/>
                    </a:solidFill>
                    <a:effectLst/>
                    <a:latin typeface="Cambria Math" panose="02040503050406030204" pitchFamily="18" charset="0"/>
                    <a:ea typeface="Cambria Math" panose="02040503050406030204" pitchFamily="18" charset="0"/>
                  </a:rPr>
                  <a:t>Ti-Ti</a:t>
                </a:r>
                <a:r>
                  <a:rPr kumimoji="1" lang="ja-JP" altLang="en-US" sz="2000" b="0" i="0" u="none" strike="noStrike" kern="1200" dirty="0">
                    <a:solidFill>
                      <a:srgbClr val="000000"/>
                    </a:solidFill>
                    <a:effectLst/>
                    <a:latin typeface="Cambria Math" panose="02040503050406030204" pitchFamily="18" charset="0"/>
                  </a:rPr>
                  <a:t>：</a:t>
                </a:r>
                <a14:m>
                  <m:oMath xmlns:m="http://schemas.openxmlformats.org/officeDocument/2006/math">
                    <m:r>
                      <a:rPr lang="ja-JP" altLang="en-US" sz="2000" i="1">
                        <a:latin typeface="Cambria Math" panose="02040503050406030204" pitchFamily="18" charset="0"/>
                      </a:rPr>
                      <m:t>𝜎</m:t>
                    </m:r>
                    <m:r>
                      <a:rPr lang="en-US" altLang="ja-JP" sz="2000" i="1">
                        <a:latin typeface="Cambria Math" panose="02040503050406030204" pitchFamily="18" charset="0"/>
                        <a:ea typeface="Cambria Math" panose="02040503050406030204" pitchFamily="18" charset="0"/>
                      </a:rPr>
                      <m:t>=</m:t>
                    </m:r>
                    <m:r>
                      <a:rPr lang="en-US" altLang="ja-JP" sz="2000" b="0" i="1" smtClean="0">
                        <a:latin typeface="Cambria Math" panose="02040503050406030204" pitchFamily="18" charset="0"/>
                        <a:ea typeface="Cambria Math" panose="02040503050406030204" pitchFamily="18" charset="0"/>
                      </a:rPr>
                      <m:t>2.70</m:t>
                    </m:r>
                  </m:oMath>
                </a14:m>
                <a:endParaRPr lang="en-US" altLang="ja-JP" sz="2000" b="0" i="0" dirty="0">
                  <a:latin typeface="Cambria Math" panose="02040503050406030204" pitchFamily="18" charset="0"/>
                  <a:ea typeface="Cambria Math" panose="02040503050406030204" pitchFamily="18" charset="0"/>
                </a:endParaRPr>
              </a:p>
              <a:p>
                <a:pPr algn="ctr" fontAlgn="ctr"/>
                <a:r>
                  <a:rPr kumimoji="1" lang="en-US" altLang="ja-JP" sz="2000" b="0" i="0" u="none" strike="noStrike" kern="1200" dirty="0">
                    <a:solidFill>
                      <a:srgbClr val="000000"/>
                    </a:solidFill>
                    <a:effectLst/>
                    <a:latin typeface="Cambria Math" panose="02040503050406030204" pitchFamily="18" charset="0"/>
                    <a:ea typeface="Cambria Math" panose="02040503050406030204" pitchFamily="18" charset="0"/>
                  </a:rPr>
                  <a:t>Ti-Cu</a:t>
                </a:r>
                <a:r>
                  <a:rPr kumimoji="1" lang="ja-JP" altLang="en-US" sz="2000" b="0" i="0" u="none" strike="noStrike" kern="1200" dirty="0">
                    <a:solidFill>
                      <a:srgbClr val="000000"/>
                    </a:solidFill>
                    <a:effectLst/>
                    <a:latin typeface="Cambria Math" panose="02040503050406030204" pitchFamily="18" charset="0"/>
                  </a:rPr>
                  <a:t>：</a:t>
                </a:r>
                <a14:m>
                  <m:oMath xmlns:m="http://schemas.openxmlformats.org/officeDocument/2006/math">
                    <m:r>
                      <a:rPr lang="ja-JP" altLang="en-US" sz="2000" i="1">
                        <a:latin typeface="Cambria Math" panose="02040503050406030204" pitchFamily="18" charset="0"/>
                      </a:rPr>
                      <m:t>𝜎</m:t>
                    </m:r>
                    <m:r>
                      <a:rPr lang="en-US" altLang="ja-JP" sz="2000" i="1">
                        <a:latin typeface="Cambria Math" panose="02040503050406030204" pitchFamily="18" charset="0"/>
                        <a:ea typeface="Cambria Math" panose="02040503050406030204" pitchFamily="18" charset="0"/>
                      </a:rPr>
                      <m:t>=</m:t>
                    </m:r>
                  </m:oMath>
                </a14:m>
                <a:r>
                  <a:rPr lang="en-US" altLang="ja-JP" sz="2000" b="0" i="0" u="none" strike="noStrike" dirty="0">
                    <a:effectLst/>
                    <a:latin typeface="Cambria Math" panose="02040503050406030204" pitchFamily="18" charset="0"/>
                    <a:ea typeface="Cambria Math" panose="02040503050406030204" pitchFamily="18" charset="0"/>
                  </a:rPr>
                  <a:t>2.63</a:t>
                </a:r>
                <a:endParaRPr lang="ja-JP" altLang="ja-JP" sz="2000" b="0" i="0" u="none" strike="noStrike" dirty="0">
                  <a:effectLst/>
                  <a:latin typeface="Cambria Math" panose="02040503050406030204" pitchFamily="18" charset="0"/>
                </a:endParaRPr>
              </a:p>
              <a:p>
                <a:pPr algn="ctr" fontAlgn="ctr"/>
                <a:r>
                  <a:rPr kumimoji="1" lang="en-US" altLang="ja-JP" sz="2000" b="0" i="0" u="none" strike="noStrike" kern="1200" dirty="0">
                    <a:solidFill>
                      <a:srgbClr val="000000"/>
                    </a:solidFill>
                    <a:effectLst/>
                    <a:latin typeface="Cambria Math" panose="02040503050406030204" pitchFamily="18" charset="0"/>
                    <a:ea typeface="Cambria Math" panose="02040503050406030204" pitchFamily="18" charset="0"/>
                  </a:rPr>
                  <a:t>Ti-Be</a:t>
                </a:r>
                <a:r>
                  <a:rPr kumimoji="1" lang="ja-JP" altLang="en-US" sz="2000" b="0" i="0" u="none" strike="noStrike" kern="1200" dirty="0">
                    <a:solidFill>
                      <a:srgbClr val="000000"/>
                    </a:solidFill>
                    <a:effectLst/>
                    <a:latin typeface="Cambria Math" panose="02040503050406030204" pitchFamily="18" charset="0"/>
                  </a:rPr>
                  <a:t>：</a:t>
                </a:r>
                <a14:m>
                  <m:oMath xmlns:m="http://schemas.openxmlformats.org/officeDocument/2006/math">
                    <m:r>
                      <a:rPr lang="ja-JP" altLang="en-US" sz="2000" i="1">
                        <a:latin typeface="Cambria Math" panose="02040503050406030204" pitchFamily="18" charset="0"/>
                      </a:rPr>
                      <m:t>𝜎</m:t>
                    </m:r>
                    <m:r>
                      <a:rPr lang="en-US" altLang="ja-JP" sz="2000" i="1">
                        <a:latin typeface="Cambria Math" panose="02040503050406030204" pitchFamily="18" charset="0"/>
                        <a:ea typeface="Cambria Math" panose="02040503050406030204" pitchFamily="18" charset="0"/>
                      </a:rPr>
                      <m:t>=</m:t>
                    </m:r>
                    <m:r>
                      <a:rPr lang="en-US" altLang="ja-JP" sz="2000" b="0" i="1" smtClean="0">
                        <a:latin typeface="Cambria Math" panose="02040503050406030204" pitchFamily="18" charset="0"/>
                        <a:ea typeface="Cambria Math" panose="02040503050406030204" pitchFamily="18" charset="0"/>
                      </a:rPr>
                      <m:t>2.48</m:t>
                    </m:r>
                  </m:oMath>
                </a14:m>
                <a:endParaRPr lang="en-US" altLang="ja-JP" sz="2000" b="0" i="0" dirty="0">
                  <a:latin typeface="Cambria Math" panose="02040503050406030204" pitchFamily="18" charset="0"/>
                  <a:ea typeface="Cambria Math" panose="02040503050406030204" pitchFamily="18" charset="0"/>
                </a:endParaRPr>
              </a:p>
              <a:p>
                <a:pPr algn="ctr" fontAlgn="ctr"/>
                <a:r>
                  <a:rPr lang="en-US" altLang="ja-JP" sz="2000" dirty="0">
                    <a:solidFill>
                      <a:srgbClr val="000000"/>
                    </a:solidFill>
                    <a:latin typeface="Cambria Math" panose="02040503050406030204" pitchFamily="18" charset="0"/>
                    <a:ea typeface="Cambria Math" panose="02040503050406030204" pitchFamily="18" charset="0"/>
                  </a:rPr>
                  <a:t>Cu</a:t>
                </a:r>
                <a:r>
                  <a:rPr kumimoji="1" lang="en-US" altLang="ja-JP" sz="2000" b="0" i="0" u="none" strike="noStrike" kern="1200" dirty="0">
                    <a:solidFill>
                      <a:srgbClr val="000000"/>
                    </a:solidFill>
                    <a:effectLst/>
                    <a:latin typeface="Cambria Math" panose="02040503050406030204" pitchFamily="18" charset="0"/>
                    <a:ea typeface="Cambria Math" panose="02040503050406030204" pitchFamily="18" charset="0"/>
                  </a:rPr>
                  <a:t>-Cu</a:t>
                </a:r>
                <a:r>
                  <a:rPr kumimoji="1" lang="ja-JP" altLang="en-US" sz="2000" b="0" i="0" u="none" strike="noStrike" kern="1200" dirty="0">
                    <a:solidFill>
                      <a:srgbClr val="000000"/>
                    </a:solidFill>
                    <a:effectLst/>
                    <a:latin typeface="Cambria Math" panose="02040503050406030204" pitchFamily="18" charset="0"/>
                  </a:rPr>
                  <a:t>：</a:t>
                </a:r>
                <a14:m>
                  <m:oMath xmlns:m="http://schemas.openxmlformats.org/officeDocument/2006/math">
                    <m:r>
                      <a:rPr lang="ja-JP" altLang="en-US" sz="2000" i="1">
                        <a:latin typeface="Cambria Math" panose="02040503050406030204" pitchFamily="18" charset="0"/>
                      </a:rPr>
                      <m:t>𝜎</m:t>
                    </m:r>
                    <m:r>
                      <a:rPr lang="en-US" altLang="ja-JP" sz="2000" i="1">
                        <a:latin typeface="Cambria Math" panose="02040503050406030204" pitchFamily="18" charset="0"/>
                        <a:ea typeface="Cambria Math" panose="02040503050406030204" pitchFamily="18" charset="0"/>
                      </a:rPr>
                      <m:t>=</m:t>
                    </m:r>
                  </m:oMath>
                </a14:m>
                <a:r>
                  <a:rPr lang="en-US" altLang="ja-JP" sz="2000" b="0" i="0" u="none" strike="noStrike" dirty="0">
                    <a:effectLst/>
                    <a:latin typeface="Cambria Math" panose="02040503050406030204" pitchFamily="18" charset="0"/>
                    <a:ea typeface="Cambria Math" panose="02040503050406030204" pitchFamily="18" charset="0"/>
                  </a:rPr>
                  <a:t>2.56</a:t>
                </a:r>
              </a:p>
              <a:p>
                <a:pPr algn="ctr" fontAlgn="ctr"/>
                <a:r>
                  <a:rPr lang="en-US" altLang="ja-JP" sz="2000" dirty="0">
                    <a:solidFill>
                      <a:srgbClr val="000000"/>
                    </a:solidFill>
                    <a:latin typeface="Cambria Math" panose="02040503050406030204" pitchFamily="18" charset="0"/>
                    <a:ea typeface="Cambria Math" panose="02040503050406030204" pitchFamily="18" charset="0"/>
                  </a:rPr>
                  <a:t>Cu</a:t>
                </a:r>
                <a:r>
                  <a:rPr kumimoji="1" lang="en-US" altLang="ja-JP" sz="2000" b="0" i="0" u="none" strike="noStrike" kern="1200" dirty="0">
                    <a:solidFill>
                      <a:srgbClr val="000000"/>
                    </a:solidFill>
                    <a:effectLst/>
                    <a:latin typeface="Cambria Math" panose="02040503050406030204" pitchFamily="18" charset="0"/>
                    <a:ea typeface="Cambria Math" panose="02040503050406030204" pitchFamily="18" charset="0"/>
                  </a:rPr>
                  <a:t>-Be</a:t>
                </a:r>
                <a:r>
                  <a:rPr kumimoji="1" lang="ja-JP" altLang="en-US" sz="2000" b="0" i="0" u="none" strike="noStrike" kern="1200" dirty="0">
                    <a:solidFill>
                      <a:srgbClr val="000000"/>
                    </a:solidFill>
                    <a:effectLst/>
                    <a:latin typeface="Cambria Math" panose="02040503050406030204" pitchFamily="18" charset="0"/>
                  </a:rPr>
                  <a:t>：</a:t>
                </a:r>
                <a14:m>
                  <m:oMath xmlns:m="http://schemas.openxmlformats.org/officeDocument/2006/math">
                    <m:r>
                      <a:rPr lang="ja-JP" altLang="en-US" sz="2000" i="1">
                        <a:latin typeface="Cambria Math" panose="02040503050406030204" pitchFamily="18" charset="0"/>
                      </a:rPr>
                      <m:t>𝜎</m:t>
                    </m:r>
                    <m:r>
                      <a:rPr lang="en-US" altLang="ja-JP" sz="2000" i="1">
                        <a:latin typeface="Cambria Math" panose="02040503050406030204" pitchFamily="18" charset="0"/>
                        <a:ea typeface="Cambria Math" panose="02040503050406030204" pitchFamily="18" charset="0"/>
                      </a:rPr>
                      <m:t>=</m:t>
                    </m:r>
                  </m:oMath>
                </a14:m>
                <a:r>
                  <a:rPr lang="en-US" altLang="ja-JP" sz="2000" b="0" i="0" u="none" strike="noStrike" dirty="0">
                    <a:effectLst/>
                    <a:latin typeface="Cambria Math" panose="02040503050406030204" pitchFamily="18" charset="0"/>
                    <a:ea typeface="Cambria Math" panose="02040503050406030204" pitchFamily="18" charset="0"/>
                  </a:rPr>
                  <a:t>2.41</a:t>
                </a:r>
                <a:endParaRPr lang="ja-JP" altLang="ja-JP" sz="2000" b="0" i="0" u="none" strike="noStrike" dirty="0">
                  <a:effectLst/>
                  <a:latin typeface="Cambria Math" panose="02040503050406030204" pitchFamily="18" charset="0"/>
                </a:endParaRPr>
              </a:p>
              <a:p>
                <a:pPr algn="ctr" fontAlgn="ctr"/>
                <a:r>
                  <a:rPr kumimoji="1" lang="en-US" altLang="ja-JP" sz="2000" b="0" i="0" u="none" strike="noStrike" kern="1200" dirty="0">
                    <a:solidFill>
                      <a:srgbClr val="000000"/>
                    </a:solidFill>
                    <a:effectLst/>
                    <a:latin typeface="Cambria Math" panose="02040503050406030204" pitchFamily="18" charset="0"/>
                    <a:ea typeface="Cambria Math" panose="02040503050406030204" pitchFamily="18" charset="0"/>
                  </a:rPr>
                  <a:t>Be-Be</a:t>
                </a:r>
                <a:r>
                  <a:rPr kumimoji="1" lang="ja-JP" altLang="en-US" sz="2000" b="0" i="0" u="none" strike="noStrike" kern="1200" dirty="0">
                    <a:solidFill>
                      <a:srgbClr val="000000"/>
                    </a:solidFill>
                    <a:effectLst/>
                    <a:latin typeface="Cambria Math" panose="02040503050406030204" pitchFamily="18" charset="0"/>
                  </a:rPr>
                  <a:t>：</a:t>
                </a:r>
                <a14:m>
                  <m:oMath xmlns:m="http://schemas.openxmlformats.org/officeDocument/2006/math">
                    <m:r>
                      <a:rPr lang="ja-JP" altLang="en-US" sz="2000" i="1">
                        <a:latin typeface="Cambria Math" panose="02040503050406030204" pitchFamily="18" charset="0"/>
                      </a:rPr>
                      <m:t>𝜎</m:t>
                    </m:r>
                    <m:r>
                      <a:rPr lang="en-US" altLang="ja-JP" sz="2000" i="1">
                        <a:latin typeface="Cambria Math" panose="02040503050406030204" pitchFamily="18" charset="0"/>
                        <a:ea typeface="Cambria Math" panose="02040503050406030204" pitchFamily="18" charset="0"/>
                      </a:rPr>
                      <m:t>=</m:t>
                    </m:r>
                  </m:oMath>
                </a14:m>
                <a:r>
                  <a:rPr lang="en-US" altLang="ja-JP" sz="2000" b="0" i="0" u="none" strike="noStrike" dirty="0">
                    <a:effectLst/>
                    <a:latin typeface="Cambria Math" panose="02040503050406030204" pitchFamily="18" charset="0"/>
                    <a:ea typeface="Cambria Math" panose="02040503050406030204" pitchFamily="18" charset="0"/>
                  </a:rPr>
                  <a:t>2.26</a:t>
                </a:r>
                <a:endParaRPr lang="ja-JP" altLang="en-US" sz="2000" dirty="0"/>
              </a:p>
            </p:txBody>
          </p:sp>
        </mc:Choice>
        <mc:Fallback xmlns="">
          <p:sp>
            <p:nvSpPr>
              <p:cNvPr id="20" name="テキスト ボックス 19">
                <a:extLst>
                  <a:ext uri="{FF2B5EF4-FFF2-40B4-BE49-F238E27FC236}">
                    <a16:creationId xmlns:a16="http://schemas.microsoft.com/office/drawing/2014/main" id="{BC176997-2964-D3BD-ADFD-BFB5C398482E}"/>
                  </a:ext>
                </a:extLst>
              </p:cNvPr>
              <p:cNvSpPr txBox="1">
                <a:spLocks noRot="1" noChangeAspect="1" noMove="1" noResize="1" noEditPoints="1" noAdjustHandles="1" noChangeArrowheads="1" noChangeShapeType="1" noTextEdit="1"/>
              </p:cNvSpPr>
              <p:nvPr/>
            </p:nvSpPr>
            <p:spPr>
              <a:xfrm>
                <a:off x="8676822" y="3580686"/>
                <a:ext cx="2163196" cy="3170099"/>
              </a:xfrm>
              <a:prstGeom prst="rect">
                <a:avLst/>
              </a:prstGeom>
              <a:blipFill>
                <a:blip r:embed="rId5"/>
                <a:stretch>
                  <a:fillRect t="-1154" b="-2500"/>
                </a:stretch>
              </a:blipFill>
            </p:spPr>
            <p:txBody>
              <a:bodyPr/>
              <a:lstStyle/>
              <a:p>
                <a:r>
                  <a:rPr lang="ja-JP" altLang="en-US">
                    <a:noFill/>
                  </a:rPr>
                  <a:t> </a:t>
                </a:r>
              </a:p>
            </p:txBody>
          </p:sp>
        </mc:Fallback>
      </mc:AlternateContent>
      <p:sp>
        <p:nvSpPr>
          <p:cNvPr id="21" name="テキスト ボックス 20">
            <a:extLst>
              <a:ext uri="{FF2B5EF4-FFF2-40B4-BE49-F238E27FC236}">
                <a16:creationId xmlns:a16="http://schemas.microsoft.com/office/drawing/2014/main" id="{27A1907E-30CF-A7EC-DCED-B7D6947BB2BD}"/>
              </a:ext>
            </a:extLst>
          </p:cNvPr>
          <p:cNvSpPr txBox="1"/>
          <p:nvPr/>
        </p:nvSpPr>
        <p:spPr>
          <a:xfrm>
            <a:off x="3087803" y="6019361"/>
            <a:ext cx="3098550" cy="461665"/>
          </a:xfrm>
          <a:prstGeom prst="rect">
            <a:avLst/>
          </a:prstGeom>
          <a:noFill/>
        </p:spPr>
        <p:txBody>
          <a:bodyPr wrap="square">
            <a:spAutoFit/>
          </a:bodyPr>
          <a:lstStyle/>
          <a:p>
            <a:r>
              <a:rPr lang="en-US" altLang="ja-JP" sz="1200" dirty="0"/>
              <a:t>Ref) O.N. </a:t>
            </a:r>
            <a:r>
              <a:rPr lang="en-US" altLang="ja-JP" sz="1200" dirty="0" err="1"/>
              <a:t>Senkov</a:t>
            </a:r>
            <a:r>
              <a:rPr lang="en-US" altLang="ja-JP" sz="1200" dirty="0"/>
              <a:t>, D.B. Miracle, Mater Res Bull, 36 (2001) 2183–2198</a:t>
            </a:r>
            <a:endParaRPr lang="ja-JP" altLang="en-US" sz="1200" dirty="0"/>
          </a:p>
        </p:txBody>
      </p:sp>
      <p:sp>
        <p:nvSpPr>
          <p:cNvPr id="25" name="テキスト ボックス 24">
            <a:extLst>
              <a:ext uri="{FF2B5EF4-FFF2-40B4-BE49-F238E27FC236}">
                <a16:creationId xmlns:a16="http://schemas.microsoft.com/office/drawing/2014/main" id="{A99CC7DE-A5FF-2406-161D-EC2C0AF18B89}"/>
              </a:ext>
            </a:extLst>
          </p:cNvPr>
          <p:cNvSpPr txBox="1"/>
          <p:nvPr/>
        </p:nvSpPr>
        <p:spPr>
          <a:xfrm>
            <a:off x="5813245" y="1570537"/>
            <a:ext cx="2811740" cy="707886"/>
          </a:xfrm>
          <a:prstGeom prst="rect">
            <a:avLst/>
          </a:prstGeom>
          <a:noFill/>
        </p:spPr>
        <p:txBody>
          <a:bodyPr wrap="square">
            <a:spAutoFit/>
          </a:bodyPr>
          <a:lstStyle/>
          <a:p>
            <a:pPr algn="ctr"/>
            <a:r>
              <a:rPr lang="en-US" altLang="ja-JP" sz="2000" dirty="0"/>
              <a:t>Zr, Ti </a:t>
            </a:r>
            <a:r>
              <a:rPr lang="ja-JP" altLang="en-US" sz="2000" dirty="0"/>
              <a:t>の原子サイズ</a:t>
            </a:r>
            <a:br>
              <a:rPr lang="en-US" altLang="ja-JP" sz="2000" dirty="0"/>
            </a:br>
            <a:r>
              <a:rPr lang="en-US" altLang="ja-JP" sz="2000" dirty="0"/>
              <a:t>1.1</a:t>
            </a:r>
            <a:r>
              <a:rPr lang="ja-JP" altLang="en-US" sz="2000" dirty="0"/>
              <a:t>倍</a:t>
            </a:r>
          </a:p>
        </p:txBody>
      </p:sp>
      <p:sp>
        <p:nvSpPr>
          <p:cNvPr id="27" name="テキスト ボックス 26">
            <a:extLst>
              <a:ext uri="{FF2B5EF4-FFF2-40B4-BE49-F238E27FC236}">
                <a16:creationId xmlns:a16="http://schemas.microsoft.com/office/drawing/2014/main" id="{C69C883C-9F3E-643E-33EE-6B174A814A19}"/>
              </a:ext>
            </a:extLst>
          </p:cNvPr>
          <p:cNvSpPr txBox="1"/>
          <p:nvPr/>
        </p:nvSpPr>
        <p:spPr>
          <a:xfrm>
            <a:off x="5887856" y="5138516"/>
            <a:ext cx="2811740" cy="707886"/>
          </a:xfrm>
          <a:prstGeom prst="rect">
            <a:avLst/>
          </a:prstGeom>
          <a:noFill/>
        </p:spPr>
        <p:txBody>
          <a:bodyPr wrap="square">
            <a:spAutoFit/>
          </a:bodyPr>
          <a:lstStyle/>
          <a:p>
            <a:pPr algn="ctr"/>
            <a:r>
              <a:rPr lang="en-US" altLang="ja-JP" sz="2000" dirty="0"/>
              <a:t>Zr, Ti </a:t>
            </a:r>
            <a:r>
              <a:rPr lang="ja-JP" altLang="en-US" sz="2000" dirty="0"/>
              <a:t>の原子サイズ</a:t>
            </a:r>
            <a:br>
              <a:rPr lang="en-US" altLang="ja-JP" sz="2000" dirty="0"/>
            </a:br>
            <a:r>
              <a:rPr lang="en-US" altLang="ja-JP" sz="2000" dirty="0"/>
              <a:t>0.9</a:t>
            </a:r>
            <a:r>
              <a:rPr lang="ja-JP" altLang="en-US" sz="2000" dirty="0"/>
              <a:t>倍</a:t>
            </a:r>
          </a:p>
        </p:txBody>
      </p:sp>
      <p:cxnSp>
        <p:nvCxnSpPr>
          <p:cNvPr id="29" name="直線矢印コネクタ 28">
            <a:extLst>
              <a:ext uri="{FF2B5EF4-FFF2-40B4-BE49-F238E27FC236}">
                <a16:creationId xmlns:a16="http://schemas.microsoft.com/office/drawing/2014/main" id="{A801542E-6195-455E-0071-CA3E0CCB5B1C}"/>
              </a:ext>
            </a:extLst>
          </p:cNvPr>
          <p:cNvCxnSpPr>
            <a:cxnSpLocks/>
            <a:endCxn id="18" idx="1"/>
          </p:cNvCxnSpPr>
          <p:nvPr/>
        </p:nvCxnSpPr>
        <p:spPr>
          <a:xfrm flipV="1">
            <a:off x="5910629" y="1692265"/>
            <a:ext cx="2766194" cy="188842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2" name="直線矢印コネクタ 31">
            <a:extLst>
              <a:ext uri="{FF2B5EF4-FFF2-40B4-BE49-F238E27FC236}">
                <a16:creationId xmlns:a16="http://schemas.microsoft.com/office/drawing/2014/main" id="{9557A085-0578-5245-F3FD-4988171DC7B7}"/>
              </a:ext>
            </a:extLst>
          </p:cNvPr>
          <p:cNvCxnSpPr>
            <a:cxnSpLocks/>
            <a:endCxn id="20" idx="1"/>
          </p:cNvCxnSpPr>
          <p:nvPr/>
        </p:nvCxnSpPr>
        <p:spPr>
          <a:xfrm>
            <a:off x="5910629" y="3957145"/>
            <a:ext cx="2766193" cy="120859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71435759"/>
      </p:ext>
    </p:extLst>
  </p:cSld>
  <p:clrMapOvr>
    <a:masterClrMapping/>
  </p:clrMapOvr>
  <mc:AlternateContent xmlns:mc="http://schemas.openxmlformats.org/markup-compatibility/2006" xmlns:p14="http://schemas.microsoft.com/office/powerpoint/2010/main">
    <mc:Choice Requires="p14">
      <p:transition spd="slow" p14:dur="2000" advTm="204"/>
    </mc:Choice>
    <mc:Fallback xmlns="">
      <p:transition spd="slow" advTm="204"/>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タイトル 1">
                <a:extLst>
                  <a:ext uri="{FF2B5EF4-FFF2-40B4-BE49-F238E27FC236}">
                    <a16:creationId xmlns:a16="http://schemas.microsoft.com/office/drawing/2014/main" id="{96E31E53-0C5A-3353-9B14-D8CD9AAC1D4F}"/>
                  </a:ext>
                </a:extLst>
              </p:cNvPr>
              <p:cNvSpPr>
                <a:spLocks noGrp="1"/>
              </p:cNvSpPr>
              <p:nvPr>
                <p:ph type="title"/>
              </p:nvPr>
            </p:nvSpPr>
            <p:spPr>
              <a:xfrm>
                <a:off x="160284" y="-199928"/>
                <a:ext cx="10644490" cy="1325563"/>
              </a:xfrm>
            </p:spPr>
            <p:txBody>
              <a:bodyPr>
                <a:normAutofit/>
              </a:bodyPr>
              <a:lstStyle/>
              <a:p>
                <a:r>
                  <a:rPr kumimoji="1" lang="ja-JP" altLang="en-US" sz="3600" b="1" dirty="0"/>
                  <a:t>計算結果　</a:t>
                </a:r>
                <a14:m>
                  <m:oMath xmlns:m="http://schemas.openxmlformats.org/officeDocument/2006/math">
                    <m:sSub>
                      <m:sSubPr>
                        <m:ctrlPr>
                          <a:rPr lang="ja-JP" altLang="ja-JP" sz="3600" i="1" smtClean="0">
                            <a:effectLst/>
                            <a:latin typeface="Cambria Math" panose="02040503050406030204" pitchFamily="18" charset="0"/>
                            <a:ea typeface="Cambria Math" panose="02040503050406030204" pitchFamily="18" charset="0"/>
                          </a:rPr>
                        </m:ctrlPr>
                      </m:sSubPr>
                      <m:e>
                        <m:r>
                          <a:rPr lang="en-US" altLang="ja-JP" sz="3600" i="1">
                            <a:effectLst/>
                            <a:latin typeface="Cambria Math" panose="02040503050406030204" pitchFamily="18" charset="0"/>
                            <a:ea typeface="游明朝" panose="02020400000000000000" pitchFamily="18" charset="-128"/>
                            <a:cs typeface="Times New Roman" panose="02020603050405020304" pitchFamily="18" charset="0"/>
                          </a:rPr>
                          <m:t>𝑍𝑟</m:t>
                        </m:r>
                      </m:e>
                      <m:sub>
                        <m:r>
                          <a:rPr lang="en-US" altLang="ja-JP" sz="3600" i="1">
                            <a:effectLst/>
                            <a:latin typeface="Cambria Math" panose="02040503050406030204" pitchFamily="18" charset="0"/>
                            <a:ea typeface="游明朝" panose="02020400000000000000" pitchFamily="18" charset="-128"/>
                            <a:cs typeface="Times New Roman" panose="02020603050405020304" pitchFamily="18" charset="0"/>
                          </a:rPr>
                          <m:t>30</m:t>
                        </m:r>
                      </m:sub>
                    </m:sSub>
                    <m:sSub>
                      <m:sSubPr>
                        <m:ctrlPr>
                          <a:rPr lang="ja-JP" altLang="ja-JP" sz="3600" i="1">
                            <a:effectLst/>
                            <a:latin typeface="Cambria Math" panose="02040503050406030204" pitchFamily="18" charset="0"/>
                            <a:ea typeface="Cambria Math" panose="02040503050406030204" pitchFamily="18" charset="0"/>
                          </a:rPr>
                        </m:ctrlPr>
                      </m:sSubPr>
                      <m:e>
                        <m:r>
                          <a:rPr lang="en-US" altLang="ja-JP" sz="3600" i="1">
                            <a:effectLst/>
                            <a:latin typeface="Cambria Math" panose="02040503050406030204" pitchFamily="18" charset="0"/>
                            <a:ea typeface="游明朝" panose="02020400000000000000" pitchFamily="18" charset="-128"/>
                            <a:cs typeface="Times New Roman" panose="02020603050405020304" pitchFamily="18" charset="0"/>
                          </a:rPr>
                          <m:t>𝑇𝑖</m:t>
                        </m:r>
                      </m:e>
                      <m:sub>
                        <m:r>
                          <a:rPr lang="en-US" altLang="ja-JP" sz="3600" i="1">
                            <a:effectLst/>
                            <a:latin typeface="Cambria Math" panose="02040503050406030204" pitchFamily="18" charset="0"/>
                            <a:ea typeface="游明朝" panose="02020400000000000000" pitchFamily="18" charset="-128"/>
                            <a:cs typeface="Times New Roman" panose="02020603050405020304" pitchFamily="18" charset="0"/>
                          </a:rPr>
                          <m:t>25</m:t>
                        </m:r>
                      </m:sub>
                    </m:sSub>
                    <m:sSub>
                      <m:sSubPr>
                        <m:ctrlPr>
                          <a:rPr lang="ja-JP" altLang="ja-JP" sz="3600" i="1">
                            <a:effectLst/>
                            <a:latin typeface="Cambria Math" panose="02040503050406030204" pitchFamily="18" charset="0"/>
                            <a:ea typeface="Cambria Math" panose="02040503050406030204" pitchFamily="18" charset="0"/>
                          </a:rPr>
                        </m:ctrlPr>
                      </m:sSubPr>
                      <m:e>
                        <m:r>
                          <a:rPr lang="en-US" altLang="ja-JP" sz="3600" i="1">
                            <a:effectLst/>
                            <a:latin typeface="Cambria Math" panose="02040503050406030204" pitchFamily="18" charset="0"/>
                            <a:ea typeface="游明朝" panose="02020400000000000000" pitchFamily="18" charset="-128"/>
                            <a:cs typeface="Times New Roman" panose="02020603050405020304" pitchFamily="18" charset="0"/>
                          </a:rPr>
                          <m:t>𝐵𝑒</m:t>
                        </m:r>
                      </m:e>
                      <m:sub>
                        <m:r>
                          <a:rPr lang="en-US" altLang="ja-JP" sz="3600" i="1">
                            <a:effectLst/>
                            <a:latin typeface="Cambria Math" panose="02040503050406030204" pitchFamily="18" charset="0"/>
                            <a:ea typeface="游明朝" panose="02020400000000000000" pitchFamily="18" charset="-128"/>
                            <a:cs typeface="Times New Roman" panose="02020603050405020304" pitchFamily="18" charset="0"/>
                          </a:rPr>
                          <m:t>45</m:t>
                        </m:r>
                      </m:sub>
                    </m:sSub>
                  </m:oMath>
                </a14:m>
                <a:r>
                  <a:rPr lang="ja-JP" altLang="en-US" sz="3600" dirty="0">
                    <a:latin typeface="Cambria Math" panose="02040503050406030204" pitchFamily="18" charset="0"/>
                    <a:ea typeface="Cambria Math" panose="02040503050406030204" pitchFamily="18" charset="0"/>
                  </a:rPr>
                  <a:t> </a:t>
                </a:r>
                <a:r>
                  <a:rPr kumimoji="1" lang="en-US" altLang="ja-JP" sz="3600" dirty="0">
                    <a:latin typeface="Cambria Math" panose="02040503050406030204" pitchFamily="18" charset="0"/>
                    <a:ea typeface="Cambria Math" panose="02040503050406030204" pitchFamily="18" charset="0"/>
                  </a:rPr>
                  <a:t>(</a:t>
                </a:r>
                <a:r>
                  <a:rPr kumimoji="1" lang="ja-JP" altLang="en-US" sz="3600" dirty="0">
                    <a:latin typeface="Cambria Math" panose="02040503050406030204" pitchFamily="18" charset="0"/>
                    <a:ea typeface="Cambria Math" panose="02040503050406030204" pitchFamily="18" charset="0"/>
                  </a:rPr>
                  <a:t>二体分布関数</a:t>
                </a:r>
                <a:r>
                  <a:rPr kumimoji="1" lang="en-US" altLang="ja-JP" sz="3600" dirty="0">
                    <a:latin typeface="Cambria Math" panose="02040503050406030204" pitchFamily="18" charset="0"/>
                    <a:ea typeface="Cambria Math" panose="02040503050406030204" pitchFamily="18" charset="0"/>
                  </a:rPr>
                  <a:t>, </a:t>
                </a:r>
                <a:r>
                  <a:rPr kumimoji="1" lang="ja-JP" altLang="en-US" sz="3600" dirty="0">
                    <a:latin typeface="Cambria Math" panose="02040503050406030204" pitchFamily="18" charset="0"/>
                    <a:ea typeface="Cambria Math" panose="02040503050406030204" pitchFamily="18" charset="0"/>
                  </a:rPr>
                  <a:t>構造因子</a:t>
                </a:r>
                <a:r>
                  <a:rPr kumimoji="1" lang="en-US" altLang="ja-JP" sz="3600" dirty="0">
                    <a:latin typeface="Cambria Math" panose="02040503050406030204" pitchFamily="18" charset="0"/>
                    <a:ea typeface="Cambria Math" panose="02040503050406030204" pitchFamily="18" charset="0"/>
                  </a:rPr>
                  <a:t>)</a:t>
                </a:r>
                <a:endParaRPr kumimoji="1" lang="ja-JP" altLang="en-US" sz="3600" b="1" dirty="0"/>
              </a:p>
            </p:txBody>
          </p:sp>
        </mc:Choice>
        <mc:Fallback xmlns="">
          <p:sp>
            <p:nvSpPr>
              <p:cNvPr id="2" name="タイトル 1">
                <a:extLst>
                  <a:ext uri="{FF2B5EF4-FFF2-40B4-BE49-F238E27FC236}">
                    <a16:creationId xmlns:a16="http://schemas.microsoft.com/office/drawing/2014/main" id="{96E31E53-0C5A-3353-9B14-D8CD9AAC1D4F}"/>
                  </a:ext>
                </a:extLst>
              </p:cNvPr>
              <p:cNvSpPr>
                <a:spLocks noGrp="1" noRot="1" noChangeAspect="1" noMove="1" noResize="1" noEditPoints="1" noAdjustHandles="1" noChangeArrowheads="1" noChangeShapeType="1" noTextEdit="1"/>
              </p:cNvSpPr>
              <p:nvPr>
                <p:ph type="title"/>
              </p:nvPr>
            </p:nvSpPr>
            <p:spPr>
              <a:xfrm>
                <a:off x="160284" y="-199928"/>
                <a:ext cx="10644490" cy="1325563"/>
              </a:xfrm>
              <a:blipFill>
                <a:blip r:embed="rId2"/>
                <a:stretch>
                  <a:fillRect l="-1718"/>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12" name="コンテンツ プレースホルダー 11">
                <a:extLst>
                  <a:ext uri="{FF2B5EF4-FFF2-40B4-BE49-F238E27FC236}">
                    <a16:creationId xmlns:a16="http://schemas.microsoft.com/office/drawing/2014/main" id="{3155F9C4-BBB9-8F41-D78B-845A4BAED772}"/>
                  </a:ext>
                </a:extLst>
              </p:cNvPr>
              <p:cNvSpPr>
                <a:spLocks noGrp="1"/>
              </p:cNvSpPr>
              <p:nvPr>
                <p:ph idx="1"/>
              </p:nvPr>
            </p:nvSpPr>
            <p:spPr>
              <a:xfrm>
                <a:off x="135518" y="5034070"/>
                <a:ext cx="11920963" cy="1713094"/>
              </a:xfrm>
              <a:ln w="28575">
                <a:solidFill>
                  <a:schemeClr val="accent2"/>
                </a:solidFill>
              </a:ln>
            </p:spPr>
            <p:txBody>
              <a:bodyPr anchor="ctr">
                <a:normAutofit/>
              </a:bodyPr>
              <a:lstStyle/>
              <a:p>
                <a:pPr marL="0" indent="0">
                  <a:buNone/>
                </a:pPr>
                <a:r>
                  <a:rPr lang="ja-JP" altLang="en-US" sz="2400" dirty="0"/>
                  <a:t>・二体分布関数のグラフでは</a:t>
                </a:r>
                <a:r>
                  <a:rPr lang="en-US" altLang="ja-JP" sz="2400" dirty="0"/>
                  <a:t>Be-Be</a:t>
                </a:r>
                <a:r>
                  <a:rPr lang="ja-JP" altLang="en-US" sz="2400" dirty="0"/>
                  <a:t>と</a:t>
                </a:r>
                <a:r>
                  <a:rPr lang="en-US" altLang="ja-JP" sz="2400" dirty="0"/>
                  <a:t>Ti-Be</a:t>
                </a:r>
                <a:r>
                  <a:rPr lang="ja-JP" altLang="en-US" sz="2400" dirty="0"/>
                  <a:t>のピークだけ離れているが、これは</a:t>
                </a:r>
                <a:r>
                  <a:rPr lang="en-US" altLang="ja-JP" sz="2400" dirty="0">
                    <a:effectLst/>
                    <a:latin typeface="+mn-ea"/>
                    <a:cs typeface="Times New Roman" panose="02020603050405020304" pitchFamily="18" charset="0"/>
                  </a:rPr>
                  <a:t>Be</a:t>
                </a:r>
                <a:r>
                  <a:rPr lang="ja-JP" altLang="ja-JP" sz="2400" dirty="0">
                    <a:effectLst/>
                    <a:latin typeface="+mn-ea"/>
                    <a:cs typeface="Times New Roman" panose="02020603050405020304" pitchFamily="18" charset="0"/>
                  </a:rPr>
                  <a:t>の原子半径が残りの</a:t>
                </a:r>
                <a:r>
                  <a:rPr lang="en-US" altLang="ja-JP" sz="2400" dirty="0">
                    <a:effectLst/>
                    <a:latin typeface="+mn-ea"/>
                    <a:cs typeface="Times New Roman" panose="02020603050405020304" pitchFamily="18" charset="0"/>
                  </a:rPr>
                  <a:t>2</a:t>
                </a:r>
                <a:r>
                  <a:rPr lang="ja-JP" altLang="ja-JP" sz="2400" dirty="0">
                    <a:effectLst/>
                    <a:latin typeface="+mn-ea"/>
                    <a:cs typeface="Times New Roman" panose="02020603050405020304" pitchFamily="18" charset="0"/>
                  </a:rPr>
                  <a:t>つと比べて小さいためと考えられ</a:t>
                </a:r>
                <a:r>
                  <a:rPr lang="ja-JP" altLang="en-US" sz="2400" dirty="0">
                    <a:effectLst/>
                    <a:latin typeface="+mn-ea"/>
                    <a:cs typeface="Times New Roman" panose="02020603050405020304" pitchFamily="18" charset="0"/>
                  </a:rPr>
                  <a:t>る</a:t>
                </a:r>
                <a:r>
                  <a:rPr kumimoji="1" lang="ja-JP" altLang="en-US" sz="2400" dirty="0"/>
                  <a:t>。</a:t>
                </a:r>
                <a:endParaRPr lang="en-US" altLang="ja-JP" sz="2400" dirty="0"/>
              </a:p>
              <a:p>
                <a:pPr marL="0" indent="0">
                  <a:buNone/>
                </a:pPr>
                <a:r>
                  <a:rPr lang="ja-JP" altLang="en-US" sz="2400" dirty="0"/>
                  <a:t>・</a:t>
                </a:r>
                <a:r>
                  <a:rPr lang="ja-JP" altLang="ja-JP" sz="2400" dirty="0">
                    <a:effectLst/>
                    <a:ea typeface="Cambria Math" panose="02040503050406030204" pitchFamily="18" charset="0"/>
                  </a:rPr>
                  <a:t> </a:t>
                </a:r>
                <a14:m>
                  <m:oMath xmlns:m="http://schemas.openxmlformats.org/officeDocument/2006/math">
                    <m:sSub>
                      <m:sSubPr>
                        <m:ctrlPr>
                          <a:rPr lang="ja-JP" altLang="ja-JP" sz="2400" i="1" smtClean="0">
                            <a:effectLst/>
                            <a:latin typeface="Cambria Math" panose="02040503050406030204" pitchFamily="18" charset="0"/>
                            <a:ea typeface="Cambria Math" panose="02040503050406030204" pitchFamily="18" charset="0"/>
                          </a:rPr>
                        </m:ctrlPr>
                      </m:sSubPr>
                      <m:e>
                        <m:r>
                          <a:rPr lang="en-US" altLang="ja-JP" sz="2400" i="1">
                            <a:effectLst/>
                            <a:latin typeface="Cambria Math" panose="02040503050406030204" pitchFamily="18" charset="0"/>
                            <a:ea typeface="游明朝" panose="02020400000000000000" pitchFamily="18" charset="-128"/>
                            <a:cs typeface="Times New Roman" panose="02020603050405020304" pitchFamily="18" charset="0"/>
                          </a:rPr>
                          <m:t>𝑍𝑟</m:t>
                        </m:r>
                      </m:e>
                      <m:sub>
                        <m:r>
                          <a:rPr lang="en-US" altLang="ja-JP" sz="2400" i="1">
                            <a:effectLst/>
                            <a:latin typeface="Cambria Math" panose="02040503050406030204" pitchFamily="18" charset="0"/>
                            <a:ea typeface="游明朝" panose="02020400000000000000" pitchFamily="18" charset="-128"/>
                            <a:cs typeface="Times New Roman" panose="02020603050405020304" pitchFamily="18" charset="0"/>
                          </a:rPr>
                          <m:t>30</m:t>
                        </m:r>
                      </m:sub>
                    </m:sSub>
                    <m:sSub>
                      <m:sSubPr>
                        <m:ctrlPr>
                          <a:rPr lang="ja-JP" altLang="ja-JP" sz="2400" i="1">
                            <a:effectLst/>
                            <a:latin typeface="Cambria Math" panose="02040503050406030204" pitchFamily="18" charset="0"/>
                            <a:ea typeface="Cambria Math" panose="02040503050406030204" pitchFamily="18" charset="0"/>
                          </a:rPr>
                        </m:ctrlPr>
                      </m:sSubPr>
                      <m:e>
                        <m:r>
                          <a:rPr lang="en-US" altLang="ja-JP" sz="2400" i="1">
                            <a:effectLst/>
                            <a:latin typeface="Cambria Math" panose="02040503050406030204" pitchFamily="18" charset="0"/>
                            <a:ea typeface="游明朝" panose="02020400000000000000" pitchFamily="18" charset="-128"/>
                            <a:cs typeface="Times New Roman" panose="02020603050405020304" pitchFamily="18" charset="0"/>
                          </a:rPr>
                          <m:t>𝑇𝑖</m:t>
                        </m:r>
                      </m:e>
                      <m:sub>
                        <m:r>
                          <a:rPr lang="en-US" altLang="ja-JP" sz="2400" i="1">
                            <a:effectLst/>
                            <a:latin typeface="Cambria Math" panose="02040503050406030204" pitchFamily="18" charset="0"/>
                            <a:ea typeface="游明朝" panose="02020400000000000000" pitchFamily="18" charset="-128"/>
                            <a:cs typeface="Times New Roman" panose="02020603050405020304" pitchFamily="18" charset="0"/>
                          </a:rPr>
                          <m:t>25</m:t>
                        </m:r>
                      </m:sub>
                    </m:sSub>
                    <m:sSub>
                      <m:sSubPr>
                        <m:ctrlPr>
                          <a:rPr lang="ja-JP" altLang="ja-JP" sz="2400" i="1">
                            <a:effectLst/>
                            <a:latin typeface="Cambria Math" panose="02040503050406030204" pitchFamily="18" charset="0"/>
                            <a:ea typeface="Cambria Math" panose="02040503050406030204" pitchFamily="18" charset="0"/>
                          </a:rPr>
                        </m:ctrlPr>
                      </m:sSubPr>
                      <m:e>
                        <m:r>
                          <a:rPr lang="en-US" altLang="ja-JP" sz="2400" i="1">
                            <a:effectLst/>
                            <a:latin typeface="Cambria Math" panose="02040503050406030204" pitchFamily="18" charset="0"/>
                            <a:ea typeface="游明朝" panose="02020400000000000000" pitchFamily="18" charset="-128"/>
                            <a:cs typeface="Times New Roman" panose="02020603050405020304" pitchFamily="18" charset="0"/>
                          </a:rPr>
                          <m:t>𝐵𝑒</m:t>
                        </m:r>
                      </m:e>
                      <m:sub>
                        <m:r>
                          <a:rPr lang="en-US" altLang="ja-JP" sz="2400" i="1">
                            <a:effectLst/>
                            <a:latin typeface="Cambria Math" panose="02040503050406030204" pitchFamily="18" charset="0"/>
                            <a:ea typeface="游明朝" panose="02020400000000000000" pitchFamily="18" charset="-128"/>
                            <a:cs typeface="Times New Roman" panose="02020603050405020304" pitchFamily="18" charset="0"/>
                          </a:rPr>
                          <m:t>45</m:t>
                        </m:r>
                      </m:sub>
                    </m:sSub>
                  </m:oMath>
                </a14:m>
                <a:r>
                  <a:rPr lang="ja-JP" altLang="en-US" sz="2400" dirty="0"/>
                  <a:t>の構造因子と</a:t>
                </a:r>
                <a14:m>
                  <m:oMath xmlns:m="http://schemas.openxmlformats.org/officeDocument/2006/math">
                    <m:sSub>
                      <m:sSubPr>
                        <m:ctrlPr>
                          <a:rPr lang="ja-JP" altLang="ja-JP" sz="2400" i="1">
                            <a:latin typeface="Cambria Math" panose="02040503050406030204" pitchFamily="18" charset="0"/>
                          </a:rPr>
                        </m:ctrlPr>
                      </m:sSubPr>
                      <m:e>
                        <m:r>
                          <a:rPr lang="en-US" altLang="ja-JP" sz="2400" i="1">
                            <a:latin typeface="Cambria Math" panose="02040503050406030204" pitchFamily="18" charset="0"/>
                          </a:rPr>
                          <m:t>𝑍𝑟</m:t>
                        </m:r>
                      </m:e>
                      <m:sub>
                        <m:r>
                          <a:rPr lang="en-US" altLang="ja-JP" sz="2400" i="1">
                            <a:latin typeface="Cambria Math" panose="02040503050406030204" pitchFamily="18" charset="0"/>
                          </a:rPr>
                          <m:t>41.2</m:t>
                        </m:r>
                      </m:sub>
                    </m:sSub>
                    <m:sSub>
                      <m:sSubPr>
                        <m:ctrlPr>
                          <a:rPr lang="ja-JP" altLang="ja-JP" sz="2400" i="1">
                            <a:latin typeface="Cambria Math" panose="02040503050406030204" pitchFamily="18" charset="0"/>
                          </a:rPr>
                        </m:ctrlPr>
                      </m:sSubPr>
                      <m:e>
                        <m:r>
                          <a:rPr lang="en-US" altLang="ja-JP" sz="2400" i="1">
                            <a:latin typeface="Cambria Math" panose="02040503050406030204" pitchFamily="18" charset="0"/>
                          </a:rPr>
                          <m:t>𝑇𝑖</m:t>
                        </m:r>
                      </m:e>
                      <m:sub>
                        <m:r>
                          <a:rPr lang="en-US" altLang="ja-JP" sz="2400" i="1">
                            <a:latin typeface="Cambria Math" panose="02040503050406030204" pitchFamily="18" charset="0"/>
                          </a:rPr>
                          <m:t>13.8</m:t>
                        </m:r>
                      </m:sub>
                    </m:sSub>
                    <m:sSub>
                      <m:sSubPr>
                        <m:ctrlPr>
                          <a:rPr lang="ja-JP" altLang="ja-JP" sz="2400" i="1">
                            <a:latin typeface="Cambria Math" panose="02040503050406030204" pitchFamily="18" charset="0"/>
                          </a:rPr>
                        </m:ctrlPr>
                      </m:sSubPr>
                      <m:e>
                        <m:sSub>
                          <m:sSubPr>
                            <m:ctrlPr>
                              <a:rPr lang="ja-JP" altLang="ja-JP" sz="2400" i="1">
                                <a:latin typeface="Cambria Math" panose="02040503050406030204" pitchFamily="18" charset="0"/>
                              </a:rPr>
                            </m:ctrlPr>
                          </m:sSubPr>
                          <m:e>
                            <m:r>
                              <a:rPr lang="en-US" altLang="ja-JP" sz="2400" i="1">
                                <a:latin typeface="Cambria Math" panose="02040503050406030204" pitchFamily="18" charset="0"/>
                              </a:rPr>
                              <m:t>𝐶𝑢</m:t>
                            </m:r>
                          </m:e>
                          <m:sub>
                            <m:r>
                              <a:rPr lang="en-US" altLang="ja-JP" sz="2400" i="1">
                                <a:latin typeface="Cambria Math" panose="02040503050406030204" pitchFamily="18" charset="0"/>
                              </a:rPr>
                              <m:t>12.5</m:t>
                            </m:r>
                          </m:sub>
                        </m:sSub>
                        <m:sSub>
                          <m:sSubPr>
                            <m:ctrlPr>
                              <a:rPr lang="ja-JP" altLang="ja-JP" sz="2400" i="1">
                                <a:latin typeface="Cambria Math" panose="02040503050406030204" pitchFamily="18" charset="0"/>
                              </a:rPr>
                            </m:ctrlPr>
                          </m:sSubPr>
                          <m:e>
                            <m:r>
                              <a:rPr lang="en-US" altLang="ja-JP" sz="2400" b="0" i="1" smtClean="0">
                                <a:latin typeface="Cambria Math" panose="02040503050406030204" pitchFamily="18" charset="0"/>
                              </a:rPr>
                              <m:t>𝑁𝑖</m:t>
                            </m:r>
                          </m:e>
                          <m:sub>
                            <m:r>
                              <a:rPr lang="en-US" altLang="ja-JP" sz="2400" i="1">
                                <a:latin typeface="Cambria Math" panose="02040503050406030204" pitchFamily="18" charset="0"/>
                              </a:rPr>
                              <m:t>1</m:t>
                            </m:r>
                            <m:r>
                              <a:rPr lang="en-US" altLang="ja-JP" sz="2400" b="0" i="1" smtClean="0">
                                <a:latin typeface="Cambria Math" panose="02040503050406030204" pitchFamily="18" charset="0"/>
                              </a:rPr>
                              <m:t>0</m:t>
                            </m:r>
                          </m:sub>
                        </m:sSub>
                        <m:r>
                          <a:rPr lang="en-US" altLang="ja-JP" sz="2400" i="1">
                            <a:latin typeface="Cambria Math" panose="02040503050406030204" pitchFamily="18" charset="0"/>
                          </a:rPr>
                          <m:t>𝐵𝑒</m:t>
                        </m:r>
                      </m:e>
                      <m:sub>
                        <m:r>
                          <a:rPr lang="en-US" altLang="ja-JP" sz="2400" i="1">
                            <a:latin typeface="Cambria Math" panose="02040503050406030204" pitchFamily="18" charset="0"/>
                          </a:rPr>
                          <m:t>22.5</m:t>
                        </m:r>
                      </m:sub>
                    </m:sSub>
                  </m:oMath>
                </a14:m>
                <a:r>
                  <a:rPr lang="ja-JP" altLang="en-US" sz="2400" dirty="0"/>
                  <a:t>の構造因子を比較するとピーク位置がずれている。これは</a:t>
                </a:r>
                <a:r>
                  <a:rPr lang="en-US" altLang="ja-JP" sz="2400" dirty="0" err="1"/>
                  <a:t>Cu,Ni</a:t>
                </a:r>
                <a:r>
                  <a:rPr lang="ja-JP" altLang="en-US" sz="2400" dirty="0"/>
                  <a:t>が入っていないためと考えられる。</a:t>
                </a:r>
              </a:p>
            </p:txBody>
          </p:sp>
        </mc:Choice>
        <mc:Fallback xmlns="">
          <p:sp>
            <p:nvSpPr>
              <p:cNvPr id="12" name="コンテンツ プレースホルダー 11">
                <a:extLst>
                  <a:ext uri="{FF2B5EF4-FFF2-40B4-BE49-F238E27FC236}">
                    <a16:creationId xmlns:a16="http://schemas.microsoft.com/office/drawing/2014/main" id="{3155F9C4-BBB9-8F41-D78B-845A4BAED772}"/>
                  </a:ext>
                </a:extLst>
              </p:cNvPr>
              <p:cNvSpPr>
                <a:spLocks noGrp="1" noRot="1" noChangeAspect="1" noMove="1" noResize="1" noEditPoints="1" noAdjustHandles="1" noChangeArrowheads="1" noChangeShapeType="1" noTextEdit="1"/>
              </p:cNvSpPr>
              <p:nvPr>
                <p:ph idx="1"/>
              </p:nvPr>
            </p:nvSpPr>
            <p:spPr>
              <a:xfrm>
                <a:off x="135518" y="5034070"/>
                <a:ext cx="11920963" cy="1713094"/>
              </a:xfrm>
              <a:blipFill>
                <a:blip r:embed="rId3"/>
                <a:stretch>
                  <a:fillRect l="-663" b="-1748"/>
                </a:stretch>
              </a:blipFill>
              <a:ln w="28575">
                <a:solidFill>
                  <a:schemeClr val="accent2"/>
                </a:solidFill>
              </a:ln>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5" name="テキスト ボックス 4">
                <a:extLst>
                  <a:ext uri="{FF2B5EF4-FFF2-40B4-BE49-F238E27FC236}">
                    <a16:creationId xmlns:a16="http://schemas.microsoft.com/office/drawing/2014/main" id="{E6111E0A-28AA-7360-0E73-42F44459C7D3}"/>
                  </a:ext>
                </a:extLst>
              </p:cNvPr>
              <p:cNvSpPr txBox="1"/>
              <p:nvPr/>
            </p:nvSpPr>
            <p:spPr>
              <a:xfrm>
                <a:off x="7956148" y="1125635"/>
                <a:ext cx="3176301" cy="369332"/>
              </a:xfrm>
              <a:prstGeom prst="rect">
                <a:avLst/>
              </a:prstGeom>
              <a:noFill/>
            </p:spPr>
            <p:txBody>
              <a:bodyPr wrap="square" rtlCol="0">
                <a:spAutoFit/>
              </a:bodyPr>
              <a:lstStyle/>
              <a:p>
                <a14:m>
                  <m:oMath xmlns:m="http://schemas.openxmlformats.org/officeDocument/2006/math">
                    <m:sSub>
                      <m:sSubPr>
                        <m:ctrlPr>
                          <a:rPr lang="ja-JP" altLang="ja-JP" sz="1800" i="1" smtClean="0">
                            <a:effectLst/>
                            <a:latin typeface="Cambria Math" panose="02040503050406030204" pitchFamily="18" charset="0"/>
                            <a:ea typeface="Cambria Math" panose="02040503050406030204" pitchFamily="18" charset="0"/>
                          </a:rPr>
                        </m:ctrlPr>
                      </m:sSubPr>
                      <m:e>
                        <m:r>
                          <a:rPr lang="en-US" altLang="ja-JP" sz="1800" i="1">
                            <a:effectLst/>
                            <a:latin typeface="Cambria Math" panose="02040503050406030204" pitchFamily="18" charset="0"/>
                            <a:ea typeface="游明朝" panose="02020400000000000000" pitchFamily="18" charset="-128"/>
                            <a:cs typeface="Times New Roman" panose="02020603050405020304" pitchFamily="18" charset="0"/>
                          </a:rPr>
                          <m:t>𝑍𝑟</m:t>
                        </m:r>
                      </m:e>
                      <m:sub>
                        <m:r>
                          <a:rPr lang="en-US" altLang="ja-JP" sz="1800" i="1">
                            <a:effectLst/>
                            <a:latin typeface="Cambria Math" panose="02040503050406030204" pitchFamily="18" charset="0"/>
                            <a:ea typeface="游明朝" panose="02020400000000000000" pitchFamily="18" charset="-128"/>
                            <a:cs typeface="Times New Roman" panose="02020603050405020304" pitchFamily="18" charset="0"/>
                          </a:rPr>
                          <m:t>30</m:t>
                        </m:r>
                      </m:sub>
                    </m:sSub>
                    <m:sSub>
                      <m:sSubPr>
                        <m:ctrlPr>
                          <a:rPr lang="ja-JP" altLang="ja-JP" sz="1800" i="1">
                            <a:effectLst/>
                            <a:latin typeface="Cambria Math" panose="02040503050406030204" pitchFamily="18" charset="0"/>
                            <a:ea typeface="Cambria Math" panose="02040503050406030204" pitchFamily="18" charset="0"/>
                          </a:rPr>
                        </m:ctrlPr>
                      </m:sSubPr>
                      <m:e>
                        <m:r>
                          <a:rPr lang="en-US" altLang="ja-JP" sz="1800" i="1">
                            <a:effectLst/>
                            <a:latin typeface="Cambria Math" panose="02040503050406030204" pitchFamily="18" charset="0"/>
                            <a:ea typeface="游明朝" panose="02020400000000000000" pitchFamily="18" charset="-128"/>
                            <a:cs typeface="Times New Roman" panose="02020603050405020304" pitchFamily="18" charset="0"/>
                          </a:rPr>
                          <m:t>𝑇𝑖</m:t>
                        </m:r>
                      </m:e>
                      <m:sub>
                        <m:r>
                          <a:rPr lang="en-US" altLang="ja-JP" sz="1800" i="1">
                            <a:effectLst/>
                            <a:latin typeface="Cambria Math" panose="02040503050406030204" pitchFamily="18" charset="0"/>
                            <a:ea typeface="游明朝" panose="02020400000000000000" pitchFamily="18" charset="-128"/>
                            <a:cs typeface="Times New Roman" panose="02020603050405020304" pitchFamily="18" charset="0"/>
                          </a:rPr>
                          <m:t>25</m:t>
                        </m:r>
                      </m:sub>
                    </m:sSub>
                    <m:sSub>
                      <m:sSubPr>
                        <m:ctrlPr>
                          <a:rPr lang="ja-JP" altLang="ja-JP" sz="1800" i="1">
                            <a:effectLst/>
                            <a:latin typeface="Cambria Math" panose="02040503050406030204" pitchFamily="18" charset="0"/>
                            <a:ea typeface="Cambria Math" panose="02040503050406030204" pitchFamily="18" charset="0"/>
                          </a:rPr>
                        </m:ctrlPr>
                      </m:sSubPr>
                      <m:e>
                        <m:r>
                          <a:rPr lang="en-US" altLang="ja-JP" sz="1800" i="1">
                            <a:effectLst/>
                            <a:latin typeface="Cambria Math" panose="02040503050406030204" pitchFamily="18" charset="0"/>
                            <a:ea typeface="游明朝" panose="02020400000000000000" pitchFamily="18" charset="-128"/>
                            <a:cs typeface="Times New Roman" panose="02020603050405020304" pitchFamily="18" charset="0"/>
                          </a:rPr>
                          <m:t>𝐵𝑒</m:t>
                        </m:r>
                      </m:e>
                      <m:sub>
                        <m:r>
                          <a:rPr lang="en-US" altLang="ja-JP" sz="1800" i="1">
                            <a:effectLst/>
                            <a:latin typeface="Cambria Math" panose="02040503050406030204" pitchFamily="18" charset="0"/>
                            <a:ea typeface="游明朝" panose="02020400000000000000" pitchFamily="18" charset="-128"/>
                            <a:cs typeface="Times New Roman" panose="02020603050405020304" pitchFamily="18" charset="0"/>
                          </a:rPr>
                          <m:t>45</m:t>
                        </m:r>
                      </m:sub>
                    </m:sSub>
                  </m:oMath>
                </a14:m>
                <a:r>
                  <a:rPr lang="ja-JP" altLang="en-US" sz="1800" dirty="0"/>
                  <a:t>の構造因子</a:t>
                </a:r>
                <a:r>
                  <a:rPr lang="en-US" altLang="ja-JP" sz="1800" dirty="0"/>
                  <a:t>S(Q)</a:t>
                </a:r>
                <a:endParaRPr kumimoji="1" lang="ja-JP" altLang="en-US" dirty="0"/>
              </a:p>
            </p:txBody>
          </p:sp>
        </mc:Choice>
        <mc:Fallback xmlns="">
          <p:sp>
            <p:nvSpPr>
              <p:cNvPr id="5" name="テキスト ボックス 4">
                <a:extLst>
                  <a:ext uri="{FF2B5EF4-FFF2-40B4-BE49-F238E27FC236}">
                    <a16:creationId xmlns:a16="http://schemas.microsoft.com/office/drawing/2014/main" id="{E6111E0A-28AA-7360-0E73-42F44459C7D3}"/>
                  </a:ext>
                </a:extLst>
              </p:cNvPr>
              <p:cNvSpPr txBox="1">
                <a:spLocks noRot="1" noChangeAspect="1" noMove="1" noResize="1" noEditPoints="1" noAdjustHandles="1" noChangeArrowheads="1" noChangeShapeType="1" noTextEdit="1"/>
              </p:cNvSpPr>
              <p:nvPr/>
            </p:nvSpPr>
            <p:spPr>
              <a:xfrm>
                <a:off x="7956148" y="1125635"/>
                <a:ext cx="3176301" cy="369332"/>
              </a:xfrm>
              <a:prstGeom prst="rect">
                <a:avLst/>
              </a:prstGeom>
              <a:blipFill>
                <a:blip r:embed="rId4"/>
                <a:stretch>
                  <a:fillRect t="-8333" b="-28333"/>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17" name="テキスト ボックス 16">
                <a:extLst>
                  <a:ext uri="{FF2B5EF4-FFF2-40B4-BE49-F238E27FC236}">
                    <a16:creationId xmlns:a16="http://schemas.microsoft.com/office/drawing/2014/main" id="{AD35B302-5713-254D-B752-4D0F21B5AB5F}"/>
                  </a:ext>
                </a:extLst>
              </p:cNvPr>
              <p:cNvSpPr txBox="1"/>
              <p:nvPr/>
            </p:nvSpPr>
            <p:spPr>
              <a:xfrm>
                <a:off x="1499681" y="1111099"/>
                <a:ext cx="3330497" cy="369332"/>
              </a:xfrm>
              <a:prstGeom prst="rect">
                <a:avLst/>
              </a:prstGeom>
              <a:noFill/>
            </p:spPr>
            <p:txBody>
              <a:bodyPr wrap="square" rtlCol="0">
                <a:spAutoFit/>
              </a:bodyPr>
              <a:lstStyle/>
              <a:p>
                <a14:m>
                  <m:oMath xmlns:m="http://schemas.openxmlformats.org/officeDocument/2006/math">
                    <m:sSub>
                      <m:sSubPr>
                        <m:ctrlPr>
                          <a:rPr lang="ja-JP" altLang="ja-JP" sz="1800" i="1" smtClean="0">
                            <a:effectLst/>
                            <a:latin typeface="Cambria Math" panose="02040503050406030204" pitchFamily="18" charset="0"/>
                            <a:ea typeface="Cambria Math" panose="02040503050406030204" pitchFamily="18" charset="0"/>
                          </a:rPr>
                        </m:ctrlPr>
                      </m:sSubPr>
                      <m:e>
                        <m:r>
                          <a:rPr lang="en-US" altLang="ja-JP" sz="1800" i="1">
                            <a:effectLst/>
                            <a:latin typeface="Cambria Math" panose="02040503050406030204" pitchFamily="18" charset="0"/>
                            <a:ea typeface="游明朝" panose="02020400000000000000" pitchFamily="18" charset="-128"/>
                            <a:cs typeface="Times New Roman" panose="02020603050405020304" pitchFamily="18" charset="0"/>
                          </a:rPr>
                          <m:t>𝑍𝑟</m:t>
                        </m:r>
                      </m:e>
                      <m:sub>
                        <m:r>
                          <a:rPr lang="en-US" altLang="ja-JP" sz="1800" i="1">
                            <a:effectLst/>
                            <a:latin typeface="Cambria Math" panose="02040503050406030204" pitchFamily="18" charset="0"/>
                            <a:ea typeface="游明朝" panose="02020400000000000000" pitchFamily="18" charset="-128"/>
                            <a:cs typeface="Times New Roman" panose="02020603050405020304" pitchFamily="18" charset="0"/>
                          </a:rPr>
                          <m:t>30</m:t>
                        </m:r>
                      </m:sub>
                    </m:sSub>
                    <m:sSub>
                      <m:sSubPr>
                        <m:ctrlPr>
                          <a:rPr lang="ja-JP" altLang="ja-JP" sz="1800" i="1">
                            <a:effectLst/>
                            <a:latin typeface="Cambria Math" panose="02040503050406030204" pitchFamily="18" charset="0"/>
                            <a:ea typeface="Cambria Math" panose="02040503050406030204" pitchFamily="18" charset="0"/>
                          </a:rPr>
                        </m:ctrlPr>
                      </m:sSubPr>
                      <m:e>
                        <m:r>
                          <a:rPr lang="en-US" altLang="ja-JP" sz="1800" i="1">
                            <a:effectLst/>
                            <a:latin typeface="Cambria Math" panose="02040503050406030204" pitchFamily="18" charset="0"/>
                            <a:ea typeface="游明朝" panose="02020400000000000000" pitchFamily="18" charset="-128"/>
                            <a:cs typeface="Times New Roman" panose="02020603050405020304" pitchFamily="18" charset="0"/>
                          </a:rPr>
                          <m:t>𝑇𝑖</m:t>
                        </m:r>
                      </m:e>
                      <m:sub>
                        <m:r>
                          <a:rPr lang="en-US" altLang="ja-JP" sz="1800" i="1">
                            <a:effectLst/>
                            <a:latin typeface="Cambria Math" panose="02040503050406030204" pitchFamily="18" charset="0"/>
                            <a:ea typeface="游明朝" panose="02020400000000000000" pitchFamily="18" charset="-128"/>
                            <a:cs typeface="Times New Roman" panose="02020603050405020304" pitchFamily="18" charset="0"/>
                          </a:rPr>
                          <m:t>25</m:t>
                        </m:r>
                      </m:sub>
                    </m:sSub>
                    <m:sSub>
                      <m:sSubPr>
                        <m:ctrlPr>
                          <a:rPr lang="ja-JP" altLang="ja-JP" sz="1800" i="1">
                            <a:effectLst/>
                            <a:latin typeface="Cambria Math" panose="02040503050406030204" pitchFamily="18" charset="0"/>
                            <a:ea typeface="Cambria Math" panose="02040503050406030204" pitchFamily="18" charset="0"/>
                          </a:rPr>
                        </m:ctrlPr>
                      </m:sSubPr>
                      <m:e>
                        <m:r>
                          <a:rPr lang="en-US" altLang="ja-JP" sz="1800" i="1">
                            <a:effectLst/>
                            <a:latin typeface="Cambria Math" panose="02040503050406030204" pitchFamily="18" charset="0"/>
                            <a:ea typeface="游明朝" panose="02020400000000000000" pitchFamily="18" charset="-128"/>
                            <a:cs typeface="Times New Roman" panose="02020603050405020304" pitchFamily="18" charset="0"/>
                          </a:rPr>
                          <m:t>𝐵𝑒</m:t>
                        </m:r>
                      </m:e>
                      <m:sub>
                        <m:r>
                          <a:rPr lang="en-US" altLang="ja-JP" sz="1800" i="1">
                            <a:effectLst/>
                            <a:latin typeface="Cambria Math" panose="02040503050406030204" pitchFamily="18" charset="0"/>
                            <a:ea typeface="游明朝" panose="02020400000000000000" pitchFamily="18" charset="-128"/>
                            <a:cs typeface="Times New Roman" panose="02020603050405020304" pitchFamily="18" charset="0"/>
                          </a:rPr>
                          <m:t>45</m:t>
                        </m:r>
                      </m:sub>
                    </m:sSub>
                  </m:oMath>
                </a14:m>
                <a:r>
                  <a:rPr lang="ja-JP" altLang="en-US" sz="1800" dirty="0"/>
                  <a:t>の二体分布関数</a:t>
                </a:r>
                <a:endParaRPr kumimoji="1" lang="ja-JP" altLang="en-US" dirty="0"/>
              </a:p>
            </p:txBody>
          </p:sp>
        </mc:Choice>
        <mc:Fallback xmlns="">
          <p:sp>
            <p:nvSpPr>
              <p:cNvPr id="17" name="テキスト ボックス 16">
                <a:extLst>
                  <a:ext uri="{FF2B5EF4-FFF2-40B4-BE49-F238E27FC236}">
                    <a16:creationId xmlns:a16="http://schemas.microsoft.com/office/drawing/2014/main" id="{AD35B302-5713-254D-B752-4D0F21B5AB5F}"/>
                  </a:ext>
                </a:extLst>
              </p:cNvPr>
              <p:cNvSpPr txBox="1">
                <a:spLocks noRot="1" noChangeAspect="1" noMove="1" noResize="1" noEditPoints="1" noAdjustHandles="1" noChangeArrowheads="1" noChangeShapeType="1" noTextEdit="1"/>
              </p:cNvSpPr>
              <p:nvPr/>
            </p:nvSpPr>
            <p:spPr>
              <a:xfrm>
                <a:off x="1499681" y="1111099"/>
                <a:ext cx="3330497" cy="369332"/>
              </a:xfrm>
              <a:prstGeom prst="rect">
                <a:avLst/>
              </a:prstGeom>
              <a:blipFill>
                <a:blip r:embed="rId5"/>
                <a:stretch>
                  <a:fillRect t="-6557" b="-26230"/>
                </a:stretch>
              </a:blipFill>
            </p:spPr>
            <p:txBody>
              <a:bodyPr/>
              <a:lstStyle/>
              <a:p>
                <a:r>
                  <a:rPr lang="ja-JP" altLang="en-US">
                    <a:noFill/>
                  </a:rPr>
                  <a:t> </a:t>
                </a:r>
              </a:p>
            </p:txBody>
          </p:sp>
        </mc:Fallback>
      </mc:AlternateContent>
      <p:sp>
        <p:nvSpPr>
          <p:cNvPr id="4" name="テキスト ボックス 3">
            <a:extLst>
              <a:ext uri="{FF2B5EF4-FFF2-40B4-BE49-F238E27FC236}">
                <a16:creationId xmlns:a16="http://schemas.microsoft.com/office/drawing/2014/main" id="{04BD3A0A-C9DC-96F2-6F4F-FD775BFAE3FC}"/>
              </a:ext>
            </a:extLst>
          </p:cNvPr>
          <p:cNvSpPr txBox="1"/>
          <p:nvPr/>
        </p:nvSpPr>
        <p:spPr>
          <a:xfrm>
            <a:off x="8578754" y="4766724"/>
            <a:ext cx="3613246" cy="276999"/>
          </a:xfrm>
          <a:prstGeom prst="rect">
            <a:avLst/>
          </a:prstGeom>
          <a:noFill/>
        </p:spPr>
        <p:txBody>
          <a:bodyPr wrap="square">
            <a:spAutoFit/>
          </a:bodyPr>
          <a:lstStyle/>
          <a:p>
            <a:r>
              <a:rPr lang="en-US" altLang="ja-JP" sz="1200" dirty="0"/>
              <a:t>Ref) </a:t>
            </a:r>
            <a:r>
              <a:rPr lang="en-US" altLang="ja-JP" sz="1200" dirty="0" err="1"/>
              <a:t>X.hui</a:t>
            </a:r>
            <a:r>
              <a:rPr lang="en-US" altLang="ja-JP" sz="1200" dirty="0"/>
              <a:t> et al., Acta Mater., 57 (2009) 376-391</a:t>
            </a:r>
            <a:endParaRPr lang="ja-JP" altLang="en-US" sz="1200" dirty="0"/>
          </a:p>
        </p:txBody>
      </p:sp>
      <p:graphicFrame>
        <p:nvGraphicFramePr>
          <p:cNvPr id="3" name="グラフ 2">
            <a:extLst>
              <a:ext uri="{FF2B5EF4-FFF2-40B4-BE49-F238E27FC236}">
                <a16:creationId xmlns:a16="http://schemas.microsoft.com/office/drawing/2014/main" id="{F17129BD-0E25-693D-39A0-2027231AED62}"/>
              </a:ext>
            </a:extLst>
          </p:cNvPr>
          <p:cNvGraphicFramePr>
            <a:graphicFrameLocks/>
          </p:cNvGraphicFramePr>
          <p:nvPr>
            <p:extLst>
              <p:ext uri="{D42A27DB-BD31-4B8C-83A1-F6EECF244321}">
                <p14:modId xmlns:p14="http://schemas.microsoft.com/office/powerpoint/2010/main" val="4239924795"/>
              </p:ext>
            </p:extLst>
          </p:nvPr>
        </p:nvGraphicFramePr>
        <p:xfrm>
          <a:off x="6259838" y="1378444"/>
          <a:ext cx="5796643" cy="3388279"/>
        </p:xfrm>
        <a:graphic>
          <a:graphicData uri="http://schemas.openxmlformats.org/drawingml/2006/chart">
            <c:chart xmlns:c="http://schemas.openxmlformats.org/drawingml/2006/chart" xmlns:r="http://schemas.openxmlformats.org/officeDocument/2006/relationships" r:id="rId6"/>
          </a:graphicData>
        </a:graphic>
      </p:graphicFrame>
      <p:graphicFrame>
        <p:nvGraphicFramePr>
          <p:cNvPr id="11" name="グラフ 10">
            <a:extLst>
              <a:ext uri="{FF2B5EF4-FFF2-40B4-BE49-F238E27FC236}">
                <a16:creationId xmlns:a16="http://schemas.microsoft.com/office/drawing/2014/main" id="{05AE6D38-8499-36DF-75DB-F9256F4304E1}"/>
              </a:ext>
            </a:extLst>
          </p:cNvPr>
          <p:cNvGraphicFramePr>
            <a:graphicFrameLocks/>
          </p:cNvGraphicFramePr>
          <p:nvPr>
            <p:extLst>
              <p:ext uri="{D42A27DB-BD31-4B8C-83A1-F6EECF244321}">
                <p14:modId xmlns:p14="http://schemas.microsoft.com/office/powerpoint/2010/main" val="2355912893"/>
              </p:ext>
            </p:extLst>
          </p:nvPr>
        </p:nvGraphicFramePr>
        <p:xfrm>
          <a:off x="-116737" y="1378445"/>
          <a:ext cx="6048900" cy="3388279"/>
        </p:xfrm>
        <a:graphic>
          <a:graphicData uri="http://schemas.openxmlformats.org/drawingml/2006/chart">
            <c:chart xmlns:c="http://schemas.openxmlformats.org/drawingml/2006/chart" xmlns:r="http://schemas.openxmlformats.org/officeDocument/2006/relationships" r:id="rId7"/>
          </a:graphicData>
        </a:graphic>
      </p:graphicFrame>
    </p:spTree>
    <p:extLst>
      <p:ext uri="{BB962C8B-B14F-4D97-AF65-F5344CB8AC3E}">
        <p14:creationId xmlns:p14="http://schemas.microsoft.com/office/powerpoint/2010/main" val="3184362877"/>
      </p:ext>
    </p:extLst>
  </p:cSld>
  <p:clrMapOvr>
    <a:masterClrMapping/>
  </p:clrMapOvr>
  <mc:AlternateContent xmlns:mc="http://schemas.openxmlformats.org/markup-compatibility/2006" xmlns:p14="http://schemas.microsoft.com/office/powerpoint/2010/main">
    <mc:Choice Requires="p14">
      <p:transition spd="slow" p14:dur="2000" advTm="288"/>
    </mc:Choice>
    <mc:Fallback xmlns="">
      <p:transition spd="slow" advTm="288"/>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タイトル 1">
                <a:extLst>
                  <a:ext uri="{FF2B5EF4-FFF2-40B4-BE49-F238E27FC236}">
                    <a16:creationId xmlns:a16="http://schemas.microsoft.com/office/drawing/2014/main" id="{179F2F05-1061-AF57-8F64-52D25093200B}"/>
                  </a:ext>
                </a:extLst>
              </p:cNvPr>
              <p:cNvSpPr>
                <a:spLocks noGrp="1"/>
              </p:cNvSpPr>
              <p:nvPr>
                <p:ph type="title"/>
              </p:nvPr>
            </p:nvSpPr>
            <p:spPr>
              <a:xfrm>
                <a:off x="79611" y="-165505"/>
                <a:ext cx="10515600" cy="1325563"/>
              </a:xfrm>
            </p:spPr>
            <p:txBody>
              <a:bodyPr>
                <a:normAutofit/>
              </a:bodyPr>
              <a:lstStyle/>
              <a:p>
                <a:r>
                  <a:rPr kumimoji="1" lang="ja-JP" altLang="en-US" sz="3600" b="1" dirty="0"/>
                  <a:t>計算結果 </a:t>
                </a:r>
                <a14:m>
                  <m:oMath xmlns:m="http://schemas.openxmlformats.org/officeDocument/2006/math">
                    <m:sSub>
                      <m:sSubPr>
                        <m:ctrlPr>
                          <a:rPr lang="ja-JP" altLang="ja-JP" sz="3600" i="1" smtClean="0">
                            <a:effectLst/>
                            <a:latin typeface="Cambria Math" panose="02040503050406030204" pitchFamily="18" charset="0"/>
                            <a:ea typeface="Cambria Math" panose="02040503050406030204" pitchFamily="18" charset="0"/>
                          </a:rPr>
                        </m:ctrlPr>
                      </m:sSubPr>
                      <m:e>
                        <m:r>
                          <a:rPr lang="en-US" altLang="ja-JP" sz="3600" i="1">
                            <a:effectLst/>
                            <a:latin typeface="Cambria Math" panose="02040503050406030204" pitchFamily="18" charset="0"/>
                            <a:ea typeface="游明朝" panose="02020400000000000000" pitchFamily="18" charset="-128"/>
                            <a:cs typeface="Times New Roman" panose="02020603050405020304" pitchFamily="18" charset="0"/>
                          </a:rPr>
                          <m:t>𝑍𝑟</m:t>
                        </m:r>
                      </m:e>
                      <m:sub>
                        <m:r>
                          <a:rPr lang="en-US" altLang="ja-JP" sz="3600" i="1">
                            <a:effectLst/>
                            <a:latin typeface="Cambria Math" panose="02040503050406030204" pitchFamily="18" charset="0"/>
                            <a:ea typeface="游明朝" panose="02020400000000000000" pitchFamily="18" charset="-128"/>
                            <a:cs typeface="Times New Roman" panose="02020603050405020304" pitchFamily="18" charset="0"/>
                          </a:rPr>
                          <m:t>30</m:t>
                        </m:r>
                      </m:sub>
                    </m:sSub>
                    <m:sSub>
                      <m:sSubPr>
                        <m:ctrlPr>
                          <a:rPr lang="ja-JP" altLang="ja-JP" sz="3600" i="1">
                            <a:effectLst/>
                            <a:latin typeface="Cambria Math" panose="02040503050406030204" pitchFamily="18" charset="0"/>
                            <a:ea typeface="Cambria Math" panose="02040503050406030204" pitchFamily="18" charset="0"/>
                          </a:rPr>
                        </m:ctrlPr>
                      </m:sSubPr>
                      <m:e>
                        <m:r>
                          <a:rPr lang="en-US" altLang="ja-JP" sz="3600" i="1">
                            <a:effectLst/>
                            <a:latin typeface="Cambria Math" panose="02040503050406030204" pitchFamily="18" charset="0"/>
                            <a:ea typeface="游明朝" panose="02020400000000000000" pitchFamily="18" charset="-128"/>
                            <a:cs typeface="Times New Roman" panose="02020603050405020304" pitchFamily="18" charset="0"/>
                          </a:rPr>
                          <m:t>𝑇𝑖</m:t>
                        </m:r>
                      </m:e>
                      <m:sub>
                        <m:r>
                          <a:rPr lang="en-US" altLang="ja-JP" sz="3600" i="1">
                            <a:effectLst/>
                            <a:latin typeface="Cambria Math" panose="02040503050406030204" pitchFamily="18" charset="0"/>
                            <a:ea typeface="游明朝" panose="02020400000000000000" pitchFamily="18" charset="-128"/>
                            <a:cs typeface="Times New Roman" panose="02020603050405020304" pitchFamily="18" charset="0"/>
                          </a:rPr>
                          <m:t>25</m:t>
                        </m:r>
                      </m:sub>
                    </m:sSub>
                    <m:sSub>
                      <m:sSubPr>
                        <m:ctrlPr>
                          <a:rPr lang="ja-JP" altLang="ja-JP" sz="3600" i="1">
                            <a:effectLst/>
                            <a:latin typeface="Cambria Math" panose="02040503050406030204" pitchFamily="18" charset="0"/>
                            <a:ea typeface="Cambria Math" panose="02040503050406030204" pitchFamily="18" charset="0"/>
                          </a:rPr>
                        </m:ctrlPr>
                      </m:sSubPr>
                      <m:e>
                        <m:r>
                          <a:rPr lang="en-US" altLang="ja-JP" sz="3600" i="1">
                            <a:effectLst/>
                            <a:latin typeface="Cambria Math" panose="02040503050406030204" pitchFamily="18" charset="0"/>
                            <a:ea typeface="游明朝" panose="02020400000000000000" pitchFamily="18" charset="-128"/>
                            <a:cs typeface="Times New Roman" panose="02020603050405020304" pitchFamily="18" charset="0"/>
                          </a:rPr>
                          <m:t>𝐵𝑒</m:t>
                        </m:r>
                      </m:e>
                      <m:sub>
                        <m:r>
                          <a:rPr lang="en-US" altLang="ja-JP" sz="3600" i="1">
                            <a:effectLst/>
                            <a:latin typeface="Cambria Math" panose="02040503050406030204" pitchFamily="18" charset="0"/>
                            <a:ea typeface="游明朝" panose="02020400000000000000" pitchFamily="18" charset="-128"/>
                            <a:cs typeface="Times New Roman" panose="02020603050405020304" pitchFamily="18" charset="0"/>
                          </a:rPr>
                          <m:t>45</m:t>
                        </m:r>
                      </m:sub>
                    </m:sSub>
                  </m:oMath>
                </a14:m>
                <a:r>
                  <a:rPr lang="ja-JP" altLang="en-US" sz="3600" dirty="0">
                    <a:latin typeface="Cambria Math" panose="02040503050406030204" pitchFamily="18" charset="0"/>
                    <a:ea typeface="Cambria Math" panose="02040503050406030204" pitchFamily="18" charset="0"/>
                  </a:rPr>
                  <a:t> </a:t>
                </a:r>
                <a:r>
                  <a:rPr kumimoji="1" lang="en-US" altLang="ja-JP" sz="3600" dirty="0">
                    <a:latin typeface="Cambria Math" panose="02040503050406030204" pitchFamily="18" charset="0"/>
                    <a:ea typeface="Cambria Math" panose="02040503050406030204" pitchFamily="18" charset="0"/>
                  </a:rPr>
                  <a:t>(Voronoi</a:t>
                </a:r>
                <a:r>
                  <a:rPr kumimoji="1" lang="ja-JP" altLang="en-US" sz="3600" dirty="0">
                    <a:latin typeface="Cambria Math" panose="02040503050406030204" pitchFamily="18" charset="0"/>
                    <a:ea typeface="Cambria Math" panose="02040503050406030204" pitchFamily="18" charset="0"/>
                  </a:rPr>
                  <a:t>多面体解析</a:t>
                </a:r>
                <a:r>
                  <a:rPr kumimoji="1" lang="en-US" altLang="ja-JP" sz="3600" dirty="0">
                    <a:latin typeface="Cambria Math" panose="02040503050406030204" pitchFamily="18" charset="0"/>
                    <a:ea typeface="Cambria Math" panose="02040503050406030204" pitchFamily="18" charset="0"/>
                  </a:rPr>
                  <a:t>)</a:t>
                </a:r>
                <a:endParaRPr kumimoji="1" lang="ja-JP" altLang="en-US" sz="3600" b="1" dirty="0"/>
              </a:p>
            </p:txBody>
          </p:sp>
        </mc:Choice>
        <mc:Fallback xmlns="">
          <p:sp>
            <p:nvSpPr>
              <p:cNvPr id="2" name="タイトル 1">
                <a:extLst>
                  <a:ext uri="{FF2B5EF4-FFF2-40B4-BE49-F238E27FC236}">
                    <a16:creationId xmlns:a16="http://schemas.microsoft.com/office/drawing/2014/main" id="{179F2F05-1061-AF57-8F64-52D25093200B}"/>
                  </a:ext>
                </a:extLst>
              </p:cNvPr>
              <p:cNvSpPr>
                <a:spLocks noGrp="1" noRot="1" noChangeAspect="1" noMove="1" noResize="1" noEditPoints="1" noAdjustHandles="1" noChangeArrowheads="1" noChangeShapeType="1" noTextEdit="1"/>
              </p:cNvSpPr>
              <p:nvPr>
                <p:ph type="title"/>
              </p:nvPr>
            </p:nvSpPr>
            <p:spPr>
              <a:xfrm>
                <a:off x="79611" y="-165505"/>
                <a:ext cx="10515600" cy="1325563"/>
              </a:xfrm>
              <a:blipFill>
                <a:blip r:embed="rId3"/>
                <a:stretch>
                  <a:fillRect l="-1739"/>
                </a:stretch>
              </a:blipFill>
            </p:spPr>
            <p:txBody>
              <a:bodyPr/>
              <a:lstStyle/>
              <a:p>
                <a:r>
                  <a:rPr lang="ja-JP" altLang="en-US">
                    <a:noFill/>
                  </a:rPr>
                  <a:t> </a:t>
                </a:r>
              </a:p>
            </p:txBody>
          </p:sp>
        </mc:Fallback>
      </mc:AlternateContent>
      <p:graphicFrame>
        <p:nvGraphicFramePr>
          <p:cNvPr id="3" name="グラフ 2">
            <a:extLst>
              <a:ext uri="{FF2B5EF4-FFF2-40B4-BE49-F238E27FC236}">
                <a16:creationId xmlns:a16="http://schemas.microsoft.com/office/drawing/2014/main" id="{87FE0389-E4F6-6BCA-2FCB-1544B4D5C5AB}"/>
              </a:ext>
            </a:extLst>
          </p:cNvPr>
          <p:cNvGraphicFramePr>
            <a:graphicFrameLocks/>
          </p:cNvGraphicFramePr>
          <p:nvPr>
            <p:extLst>
              <p:ext uri="{D42A27DB-BD31-4B8C-83A1-F6EECF244321}">
                <p14:modId xmlns:p14="http://schemas.microsoft.com/office/powerpoint/2010/main" val="479045393"/>
              </p:ext>
            </p:extLst>
          </p:nvPr>
        </p:nvGraphicFramePr>
        <p:xfrm>
          <a:off x="5514959" y="738977"/>
          <a:ext cx="6096000" cy="2919292"/>
        </p:xfrm>
        <a:graphic>
          <a:graphicData uri="http://schemas.openxmlformats.org/drawingml/2006/chart">
            <c:chart xmlns:c="http://schemas.openxmlformats.org/drawingml/2006/chart" xmlns:r="http://schemas.openxmlformats.org/officeDocument/2006/relationships" r:id="rId4"/>
          </a:graphicData>
        </a:graphic>
      </p:graphicFrame>
      <p:sp>
        <p:nvSpPr>
          <p:cNvPr id="4" name="テキスト ボックス 3">
            <a:extLst>
              <a:ext uri="{FF2B5EF4-FFF2-40B4-BE49-F238E27FC236}">
                <a16:creationId xmlns:a16="http://schemas.microsoft.com/office/drawing/2014/main" id="{662F7A7F-C391-FE75-2A63-B4C03C2E59FE}"/>
              </a:ext>
            </a:extLst>
          </p:cNvPr>
          <p:cNvSpPr txBox="1"/>
          <p:nvPr/>
        </p:nvSpPr>
        <p:spPr>
          <a:xfrm>
            <a:off x="10353430" y="975392"/>
            <a:ext cx="891192" cy="369332"/>
          </a:xfrm>
          <a:prstGeom prst="rect">
            <a:avLst/>
          </a:prstGeom>
          <a:noFill/>
        </p:spPr>
        <p:txBody>
          <a:bodyPr wrap="square" rtlCol="0">
            <a:spAutoFit/>
          </a:bodyPr>
          <a:lstStyle/>
          <a:p>
            <a:r>
              <a:rPr kumimoji="1" lang="en-US" altLang="ja-JP" dirty="0"/>
              <a:t>Ti</a:t>
            </a:r>
            <a:r>
              <a:rPr kumimoji="1" lang="ja-JP" altLang="en-US" dirty="0"/>
              <a:t>中心</a:t>
            </a:r>
          </a:p>
        </p:txBody>
      </p:sp>
      <p:graphicFrame>
        <p:nvGraphicFramePr>
          <p:cNvPr id="5" name="グラフ 4">
            <a:extLst>
              <a:ext uri="{FF2B5EF4-FFF2-40B4-BE49-F238E27FC236}">
                <a16:creationId xmlns:a16="http://schemas.microsoft.com/office/drawing/2014/main" id="{610CE643-2FA2-D6E9-BABC-749FF0910E5C}"/>
              </a:ext>
            </a:extLst>
          </p:cNvPr>
          <p:cNvGraphicFramePr>
            <a:graphicFrameLocks/>
          </p:cNvGraphicFramePr>
          <p:nvPr>
            <p:extLst>
              <p:ext uri="{D42A27DB-BD31-4B8C-83A1-F6EECF244321}">
                <p14:modId xmlns:p14="http://schemas.microsoft.com/office/powerpoint/2010/main" val="3969599967"/>
              </p:ext>
            </p:extLst>
          </p:nvPr>
        </p:nvGraphicFramePr>
        <p:xfrm>
          <a:off x="-110729" y="3709813"/>
          <a:ext cx="5809275" cy="2921962"/>
        </p:xfrm>
        <a:graphic>
          <a:graphicData uri="http://schemas.openxmlformats.org/drawingml/2006/chart">
            <c:chart xmlns:c="http://schemas.openxmlformats.org/drawingml/2006/chart" xmlns:r="http://schemas.openxmlformats.org/officeDocument/2006/relationships" r:id="rId5"/>
          </a:graphicData>
        </a:graphic>
      </p:graphicFrame>
      <p:sp>
        <p:nvSpPr>
          <p:cNvPr id="6" name="テキスト ボックス 5">
            <a:extLst>
              <a:ext uri="{FF2B5EF4-FFF2-40B4-BE49-F238E27FC236}">
                <a16:creationId xmlns:a16="http://schemas.microsoft.com/office/drawing/2014/main" id="{9DCF2093-BFBE-8A89-9D06-92D13AB73F0A}"/>
              </a:ext>
            </a:extLst>
          </p:cNvPr>
          <p:cNvSpPr txBox="1"/>
          <p:nvPr/>
        </p:nvSpPr>
        <p:spPr>
          <a:xfrm>
            <a:off x="4544378" y="3897354"/>
            <a:ext cx="964196" cy="369332"/>
          </a:xfrm>
          <a:prstGeom prst="rect">
            <a:avLst/>
          </a:prstGeom>
          <a:noFill/>
        </p:spPr>
        <p:txBody>
          <a:bodyPr wrap="square" rtlCol="0">
            <a:spAutoFit/>
          </a:bodyPr>
          <a:lstStyle/>
          <a:p>
            <a:r>
              <a:rPr kumimoji="1" lang="en-US" altLang="ja-JP" dirty="0"/>
              <a:t>Be</a:t>
            </a:r>
            <a:r>
              <a:rPr kumimoji="1" lang="ja-JP" altLang="en-US" dirty="0"/>
              <a:t>中心</a:t>
            </a:r>
          </a:p>
        </p:txBody>
      </p:sp>
      <p:graphicFrame>
        <p:nvGraphicFramePr>
          <p:cNvPr id="7" name="グラフ 6">
            <a:extLst>
              <a:ext uri="{FF2B5EF4-FFF2-40B4-BE49-F238E27FC236}">
                <a16:creationId xmlns:a16="http://schemas.microsoft.com/office/drawing/2014/main" id="{9481DEB4-0ADB-BE2F-28B5-D5B0BB887EEE}"/>
              </a:ext>
            </a:extLst>
          </p:cNvPr>
          <p:cNvGraphicFramePr>
            <a:graphicFrameLocks/>
          </p:cNvGraphicFramePr>
          <p:nvPr>
            <p:extLst>
              <p:ext uri="{D42A27DB-BD31-4B8C-83A1-F6EECF244321}">
                <p14:modId xmlns:p14="http://schemas.microsoft.com/office/powerpoint/2010/main" val="3307271291"/>
              </p:ext>
            </p:extLst>
          </p:nvPr>
        </p:nvGraphicFramePr>
        <p:xfrm>
          <a:off x="-110728" y="736307"/>
          <a:ext cx="5809275" cy="2921962"/>
        </p:xfrm>
        <a:graphic>
          <a:graphicData uri="http://schemas.openxmlformats.org/drawingml/2006/chart">
            <c:chart xmlns:c="http://schemas.openxmlformats.org/drawingml/2006/chart" xmlns:r="http://schemas.openxmlformats.org/officeDocument/2006/relationships" r:id="rId6"/>
          </a:graphicData>
        </a:graphic>
      </p:graphicFrame>
      <p:sp>
        <p:nvSpPr>
          <p:cNvPr id="10" name="テキスト ボックス 9">
            <a:extLst>
              <a:ext uri="{FF2B5EF4-FFF2-40B4-BE49-F238E27FC236}">
                <a16:creationId xmlns:a16="http://schemas.microsoft.com/office/drawing/2014/main" id="{5737BE34-5D85-13F4-900E-2D34DD394415}"/>
              </a:ext>
            </a:extLst>
          </p:cNvPr>
          <p:cNvSpPr txBox="1"/>
          <p:nvPr/>
        </p:nvSpPr>
        <p:spPr>
          <a:xfrm>
            <a:off x="4544378" y="975392"/>
            <a:ext cx="891335" cy="369332"/>
          </a:xfrm>
          <a:prstGeom prst="rect">
            <a:avLst/>
          </a:prstGeom>
          <a:noFill/>
        </p:spPr>
        <p:txBody>
          <a:bodyPr wrap="square" rtlCol="0">
            <a:spAutoFit/>
          </a:bodyPr>
          <a:lstStyle/>
          <a:p>
            <a:r>
              <a:rPr kumimoji="1" lang="en-US" altLang="ja-JP" dirty="0"/>
              <a:t>Zr</a:t>
            </a:r>
            <a:r>
              <a:rPr kumimoji="1" lang="ja-JP" altLang="en-US" dirty="0"/>
              <a:t>中心</a:t>
            </a:r>
          </a:p>
        </p:txBody>
      </p:sp>
      <p:sp>
        <p:nvSpPr>
          <p:cNvPr id="8" name="コンテンツ プレースホルダー 11">
            <a:extLst>
              <a:ext uri="{FF2B5EF4-FFF2-40B4-BE49-F238E27FC236}">
                <a16:creationId xmlns:a16="http://schemas.microsoft.com/office/drawing/2014/main" id="{7FCF25C3-3C7F-8CBD-F1B9-7B6A133930E4}"/>
              </a:ext>
            </a:extLst>
          </p:cNvPr>
          <p:cNvSpPr>
            <a:spLocks noGrp="1"/>
          </p:cNvSpPr>
          <p:nvPr>
            <p:ph idx="1"/>
          </p:nvPr>
        </p:nvSpPr>
        <p:spPr>
          <a:xfrm>
            <a:off x="5698545" y="3568390"/>
            <a:ext cx="6420593" cy="3200400"/>
          </a:xfrm>
          <a:ln w="28575">
            <a:solidFill>
              <a:schemeClr val="accent2"/>
            </a:solidFill>
          </a:ln>
        </p:spPr>
        <p:txBody>
          <a:bodyPr anchor="ctr">
            <a:noAutofit/>
          </a:bodyPr>
          <a:lstStyle/>
          <a:p>
            <a:pPr marL="0" indent="0">
              <a:buNone/>
            </a:pPr>
            <a:r>
              <a:rPr lang="ja-JP" altLang="en-US" sz="2400" dirty="0">
                <a:latin typeface="+mn-ea"/>
              </a:rPr>
              <a:t>・</a:t>
            </a:r>
            <a:r>
              <a:rPr lang="ja-JP" altLang="ja-JP" sz="2400" dirty="0">
                <a:effectLst/>
                <a:latin typeface="+mn-ea"/>
                <a:cs typeface="Times New Roman" panose="02020603050405020304" pitchFamily="18" charset="0"/>
              </a:rPr>
              <a:t>多様なボロノイ多面体が分布していることから、この合金は単一の結晶構造ではなく、アモルファス構造を持っていることが分か</a:t>
            </a:r>
            <a:r>
              <a:rPr lang="ja-JP" altLang="en-US" sz="2400" dirty="0">
                <a:effectLst/>
                <a:latin typeface="+mn-ea"/>
                <a:cs typeface="Times New Roman" panose="02020603050405020304" pitchFamily="18" charset="0"/>
              </a:rPr>
              <a:t>る。</a:t>
            </a:r>
            <a:endParaRPr lang="en-US" altLang="ja-JP" sz="2400" dirty="0">
              <a:effectLst/>
              <a:latin typeface="+mn-ea"/>
              <a:cs typeface="Times New Roman" panose="02020603050405020304" pitchFamily="18" charset="0"/>
            </a:endParaRPr>
          </a:p>
          <a:p>
            <a:pPr marL="0" indent="0">
              <a:buNone/>
            </a:pPr>
            <a:endParaRPr lang="en-US" altLang="ja-JP" sz="800" dirty="0">
              <a:effectLst/>
              <a:latin typeface="+mn-ea"/>
              <a:cs typeface="Times New Roman" panose="02020603050405020304" pitchFamily="18" charset="0"/>
            </a:endParaRPr>
          </a:p>
          <a:p>
            <a:pPr marL="0" indent="0">
              <a:buNone/>
            </a:pPr>
            <a:r>
              <a:rPr lang="ja-JP" altLang="en-US" sz="2400" dirty="0">
                <a:latin typeface="+mn-ea"/>
                <a:cs typeface="Times New Roman" panose="02020603050405020304" pitchFamily="18" charset="0"/>
              </a:rPr>
              <a:t>・特定のボロノイ多面体</a:t>
            </a:r>
            <a:r>
              <a:rPr lang="en-US" altLang="ja-JP" sz="2400" dirty="0">
                <a:latin typeface="+mn-ea"/>
                <a:cs typeface="Times New Roman" panose="02020603050405020304" pitchFamily="18" charset="0"/>
              </a:rPr>
              <a:t>&lt;0 0120&gt;</a:t>
            </a:r>
            <a:r>
              <a:rPr lang="ja-JP" altLang="en-US" sz="2400" dirty="0">
                <a:latin typeface="+mn-ea"/>
                <a:cs typeface="Times New Roman" panose="02020603050405020304" pitchFamily="18" charset="0"/>
              </a:rPr>
              <a:t>や</a:t>
            </a:r>
            <a:endParaRPr lang="en-US" altLang="ja-JP" sz="2400" dirty="0">
              <a:latin typeface="+mn-ea"/>
              <a:cs typeface="Times New Roman" panose="02020603050405020304" pitchFamily="18" charset="0"/>
            </a:endParaRPr>
          </a:p>
          <a:p>
            <a:pPr marL="0" indent="0">
              <a:buNone/>
            </a:pPr>
            <a:r>
              <a:rPr lang="en-US" altLang="ja-JP" sz="2400" dirty="0">
                <a:latin typeface="+mn-ea"/>
                <a:cs typeface="Times New Roman" panose="02020603050405020304" pitchFamily="18" charset="0"/>
              </a:rPr>
              <a:t>&lt;0 3 6 4&gt;</a:t>
            </a:r>
            <a:r>
              <a:rPr lang="ja-JP" altLang="en-US" sz="2400" dirty="0">
                <a:latin typeface="+mn-ea"/>
                <a:cs typeface="Times New Roman" panose="02020603050405020304" pitchFamily="18" charset="0"/>
              </a:rPr>
              <a:t>が多数出現していることから、局所的な対称性や安定性を持っていると考えられる。</a:t>
            </a:r>
            <a:endParaRPr lang="ja-JP" altLang="en-US" sz="2400" dirty="0">
              <a:latin typeface="+mn-ea"/>
            </a:endParaRPr>
          </a:p>
        </p:txBody>
      </p:sp>
    </p:spTree>
    <p:extLst>
      <p:ext uri="{BB962C8B-B14F-4D97-AF65-F5344CB8AC3E}">
        <p14:creationId xmlns:p14="http://schemas.microsoft.com/office/powerpoint/2010/main" val="518768432"/>
      </p:ext>
    </p:extLst>
  </p:cSld>
  <p:clrMapOvr>
    <a:masterClrMapping/>
  </p:clrMapOvr>
  <mc:AlternateContent xmlns:mc="http://schemas.openxmlformats.org/markup-compatibility/2006" xmlns:p14="http://schemas.microsoft.com/office/powerpoint/2010/main">
    <mc:Choice Requires="p14">
      <p:transition spd="slow" p14:dur="2000" advTm="36"/>
    </mc:Choice>
    <mc:Fallback xmlns="">
      <p:transition spd="slow" advTm="36"/>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6" name="タイトル 1">
                <a:extLst>
                  <a:ext uri="{FF2B5EF4-FFF2-40B4-BE49-F238E27FC236}">
                    <a16:creationId xmlns:a16="http://schemas.microsoft.com/office/drawing/2014/main" id="{6B4B53FB-1317-967F-F6FD-F908DAE71CA2}"/>
                  </a:ext>
                </a:extLst>
              </p:cNvPr>
              <p:cNvSpPr txBox="1">
                <a:spLocks/>
              </p:cNvSpPr>
              <p:nvPr/>
            </p:nvSpPr>
            <p:spPr>
              <a:xfrm>
                <a:off x="114300" y="-141736"/>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r>
                  <a:rPr lang="ja-JP" altLang="en-US" sz="3600" b="1" dirty="0"/>
                  <a:t>計算結果</a:t>
                </a:r>
                <a:r>
                  <a:rPr lang="ja-JP" altLang="en-US" sz="3600" dirty="0"/>
                  <a:t>　</a:t>
                </a:r>
                <a14:m>
                  <m:oMath xmlns:m="http://schemas.openxmlformats.org/officeDocument/2006/math">
                    <m:sSub>
                      <m:sSubPr>
                        <m:ctrlPr>
                          <a:rPr lang="ja-JP" altLang="ja-JP" sz="3600" i="1" smtClean="0">
                            <a:latin typeface="Cambria Math" panose="02040503050406030204" pitchFamily="18" charset="0"/>
                          </a:rPr>
                        </m:ctrlPr>
                      </m:sSubPr>
                      <m:e>
                        <m:r>
                          <a:rPr lang="en-US" altLang="ja-JP" sz="3600" i="1">
                            <a:latin typeface="Cambria Math" panose="02040503050406030204" pitchFamily="18" charset="0"/>
                          </a:rPr>
                          <m:t>𝑍𝑟</m:t>
                        </m:r>
                      </m:e>
                      <m:sub>
                        <m:r>
                          <a:rPr lang="en-US" altLang="ja-JP" sz="3600" i="1">
                            <a:latin typeface="Cambria Math" panose="02040503050406030204" pitchFamily="18" charset="0"/>
                          </a:rPr>
                          <m:t>41.2</m:t>
                        </m:r>
                      </m:sub>
                    </m:sSub>
                    <m:sSub>
                      <m:sSubPr>
                        <m:ctrlPr>
                          <a:rPr lang="ja-JP" altLang="ja-JP" sz="3600" i="1">
                            <a:latin typeface="Cambria Math" panose="02040503050406030204" pitchFamily="18" charset="0"/>
                          </a:rPr>
                        </m:ctrlPr>
                      </m:sSubPr>
                      <m:e>
                        <m:r>
                          <a:rPr lang="en-US" altLang="ja-JP" sz="3600" i="1">
                            <a:latin typeface="Cambria Math" panose="02040503050406030204" pitchFamily="18" charset="0"/>
                          </a:rPr>
                          <m:t>𝑇𝑖</m:t>
                        </m:r>
                      </m:e>
                      <m:sub>
                        <m:r>
                          <a:rPr lang="en-US" altLang="ja-JP" sz="3600" i="1">
                            <a:latin typeface="Cambria Math" panose="02040503050406030204" pitchFamily="18" charset="0"/>
                          </a:rPr>
                          <m:t>13.8</m:t>
                        </m:r>
                      </m:sub>
                    </m:sSub>
                    <m:sSub>
                      <m:sSubPr>
                        <m:ctrlPr>
                          <a:rPr lang="ja-JP" altLang="ja-JP" sz="3600" i="1">
                            <a:latin typeface="Cambria Math" panose="02040503050406030204" pitchFamily="18" charset="0"/>
                          </a:rPr>
                        </m:ctrlPr>
                      </m:sSubPr>
                      <m:e>
                        <m:r>
                          <a:rPr lang="en-US" altLang="ja-JP" sz="3600" b="0" i="1" smtClean="0">
                            <a:latin typeface="Cambria Math" panose="02040503050406030204" pitchFamily="18" charset="0"/>
                          </a:rPr>
                          <m:t>𝐶𝑢</m:t>
                        </m:r>
                      </m:e>
                      <m:sub>
                        <m:r>
                          <a:rPr lang="en-US" altLang="ja-JP" sz="3600" i="1">
                            <a:latin typeface="Cambria Math" panose="02040503050406030204" pitchFamily="18" charset="0"/>
                          </a:rPr>
                          <m:t>22.5</m:t>
                        </m:r>
                      </m:sub>
                    </m:sSub>
                    <m:sSub>
                      <m:sSubPr>
                        <m:ctrlPr>
                          <a:rPr lang="ja-JP" altLang="ja-JP" sz="3600" i="1">
                            <a:latin typeface="Cambria Math" panose="02040503050406030204" pitchFamily="18" charset="0"/>
                          </a:rPr>
                        </m:ctrlPr>
                      </m:sSubPr>
                      <m:e>
                        <m:r>
                          <a:rPr lang="en-US" altLang="ja-JP" sz="3600" b="0" i="1" smtClean="0">
                            <a:latin typeface="Cambria Math" panose="02040503050406030204" pitchFamily="18" charset="0"/>
                          </a:rPr>
                          <m:t>𝐵𝑒</m:t>
                        </m:r>
                      </m:e>
                      <m:sub>
                        <m:r>
                          <a:rPr lang="en-US" altLang="ja-JP" sz="3600" i="1">
                            <a:latin typeface="Cambria Math" panose="02040503050406030204" pitchFamily="18" charset="0"/>
                          </a:rPr>
                          <m:t>22.5</m:t>
                        </m:r>
                      </m:sub>
                    </m:sSub>
                  </m:oMath>
                </a14:m>
                <a:r>
                  <a:rPr lang="en-US" altLang="ja-JP" sz="3600" dirty="0">
                    <a:latin typeface="Cambria Math" panose="02040503050406030204" pitchFamily="18" charset="0"/>
                    <a:ea typeface="Cambria Math" panose="02040503050406030204" pitchFamily="18" charset="0"/>
                  </a:rPr>
                  <a:t> (</a:t>
                </a:r>
                <a:r>
                  <a:rPr lang="ja-JP" altLang="en-US" sz="3600" dirty="0">
                    <a:latin typeface="Cambria Math" panose="02040503050406030204" pitchFamily="18" charset="0"/>
                    <a:ea typeface="Cambria Math" panose="02040503050406030204" pitchFamily="18" charset="0"/>
                  </a:rPr>
                  <a:t>二体分布関数</a:t>
                </a:r>
                <a:r>
                  <a:rPr lang="en-US" altLang="ja-JP" sz="3600" dirty="0">
                    <a:latin typeface="Cambria Math" panose="02040503050406030204" pitchFamily="18" charset="0"/>
                    <a:ea typeface="Cambria Math" panose="02040503050406030204" pitchFamily="18" charset="0"/>
                  </a:rPr>
                  <a:t>)</a:t>
                </a:r>
                <a:endParaRPr lang="ja-JP" altLang="en-US" sz="3600" dirty="0"/>
              </a:p>
            </p:txBody>
          </p:sp>
        </mc:Choice>
        <mc:Fallback xmlns="">
          <p:sp>
            <p:nvSpPr>
              <p:cNvPr id="6" name="タイトル 1">
                <a:extLst>
                  <a:ext uri="{FF2B5EF4-FFF2-40B4-BE49-F238E27FC236}">
                    <a16:creationId xmlns:a16="http://schemas.microsoft.com/office/drawing/2014/main" id="{6B4B53FB-1317-967F-F6FD-F908DAE71CA2}"/>
                  </a:ext>
                </a:extLst>
              </p:cNvPr>
              <p:cNvSpPr txBox="1">
                <a:spLocks noRot="1" noChangeAspect="1" noMove="1" noResize="1" noEditPoints="1" noAdjustHandles="1" noChangeArrowheads="1" noChangeShapeType="1" noTextEdit="1"/>
              </p:cNvSpPr>
              <p:nvPr/>
            </p:nvSpPr>
            <p:spPr>
              <a:xfrm>
                <a:off x="114300" y="-141736"/>
                <a:ext cx="10515600" cy="1325563"/>
              </a:xfrm>
              <a:prstGeom prst="rect">
                <a:avLst/>
              </a:prstGeom>
              <a:blipFill>
                <a:blip r:embed="rId2"/>
                <a:stretch>
                  <a:fillRect l="-1797"/>
                </a:stretch>
              </a:blipFill>
            </p:spPr>
            <p:txBody>
              <a:bodyPr/>
              <a:lstStyle/>
              <a:p>
                <a:r>
                  <a:rPr lang="ja-JP" altLang="en-US">
                    <a:noFill/>
                  </a:rPr>
                  <a:t> </a:t>
                </a:r>
              </a:p>
            </p:txBody>
          </p:sp>
        </mc:Fallback>
      </mc:AlternateContent>
      <p:graphicFrame>
        <p:nvGraphicFramePr>
          <p:cNvPr id="2" name="グラフ 1">
            <a:extLst>
              <a:ext uri="{FF2B5EF4-FFF2-40B4-BE49-F238E27FC236}">
                <a16:creationId xmlns:a16="http://schemas.microsoft.com/office/drawing/2014/main" id="{2B18B61D-A283-DAE9-A504-244E8713F40A}"/>
              </a:ext>
            </a:extLst>
          </p:cNvPr>
          <p:cNvGraphicFramePr>
            <a:graphicFrameLocks/>
          </p:cNvGraphicFramePr>
          <p:nvPr>
            <p:extLst>
              <p:ext uri="{D42A27DB-BD31-4B8C-83A1-F6EECF244321}">
                <p14:modId xmlns:p14="http://schemas.microsoft.com/office/powerpoint/2010/main" val="454617294"/>
              </p:ext>
            </p:extLst>
          </p:nvPr>
        </p:nvGraphicFramePr>
        <p:xfrm>
          <a:off x="0" y="1790728"/>
          <a:ext cx="4144263" cy="3468383"/>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3" name="グラフ 2">
            <a:extLst>
              <a:ext uri="{FF2B5EF4-FFF2-40B4-BE49-F238E27FC236}">
                <a16:creationId xmlns:a16="http://schemas.microsoft.com/office/drawing/2014/main" id="{3AE5DE0E-9602-74E8-A2CD-82A35C04B9A7}"/>
              </a:ext>
            </a:extLst>
          </p:cNvPr>
          <p:cNvGraphicFramePr>
            <a:graphicFrameLocks/>
          </p:cNvGraphicFramePr>
          <p:nvPr>
            <p:extLst>
              <p:ext uri="{D42A27DB-BD31-4B8C-83A1-F6EECF244321}">
                <p14:modId xmlns:p14="http://schemas.microsoft.com/office/powerpoint/2010/main" val="149073062"/>
              </p:ext>
            </p:extLst>
          </p:nvPr>
        </p:nvGraphicFramePr>
        <p:xfrm>
          <a:off x="4017847" y="1792879"/>
          <a:ext cx="4144263" cy="3479351"/>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4" name="グラフ 3">
            <a:extLst>
              <a:ext uri="{FF2B5EF4-FFF2-40B4-BE49-F238E27FC236}">
                <a16:creationId xmlns:a16="http://schemas.microsoft.com/office/drawing/2014/main" id="{0CAD0148-96C9-B5D3-16ED-C40A33497F82}"/>
              </a:ext>
            </a:extLst>
          </p:cNvPr>
          <p:cNvGraphicFramePr>
            <a:graphicFrameLocks/>
          </p:cNvGraphicFramePr>
          <p:nvPr>
            <p:extLst>
              <p:ext uri="{D42A27DB-BD31-4B8C-83A1-F6EECF244321}">
                <p14:modId xmlns:p14="http://schemas.microsoft.com/office/powerpoint/2010/main" val="677321710"/>
              </p:ext>
            </p:extLst>
          </p:nvPr>
        </p:nvGraphicFramePr>
        <p:xfrm>
          <a:off x="8035694" y="1792880"/>
          <a:ext cx="4144263" cy="3479350"/>
        </p:xfrm>
        <a:graphic>
          <a:graphicData uri="http://schemas.openxmlformats.org/drawingml/2006/chart">
            <c:chart xmlns:c="http://schemas.openxmlformats.org/drawingml/2006/chart" xmlns:r="http://schemas.openxmlformats.org/officeDocument/2006/relationships" r:id="rId5"/>
          </a:graphicData>
        </a:graphic>
      </p:graphicFrame>
      <p:sp>
        <p:nvSpPr>
          <p:cNvPr id="5" name="コンテンツ プレースホルダー 2">
            <a:extLst>
              <a:ext uri="{FF2B5EF4-FFF2-40B4-BE49-F238E27FC236}">
                <a16:creationId xmlns:a16="http://schemas.microsoft.com/office/drawing/2014/main" id="{E1059EAA-1EC3-73D0-58A8-FCFAA7829B41}"/>
              </a:ext>
            </a:extLst>
          </p:cNvPr>
          <p:cNvSpPr>
            <a:spLocks noGrp="1"/>
          </p:cNvSpPr>
          <p:nvPr>
            <p:ph idx="1"/>
          </p:nvPr>
        </p:nvSpPr>
        <p:spPr>
          <a:xfrm>
            <a:off x="43133" y="5272230"/>
            <a:ext cx="12093689" cy="1471469"/>
          </a:xfrm>
          <a:ln w="28575">
            <a:solidFill>
              <a:schemeClr val="accent2"/>
            </a:solidFill>
          </a:ln>
        </p:spPr>
        <p:txBody>
          <a:bodyPr anchor="ctr">
            <a:normAutofit/>
          </a:bodyPr>
          <a:lstStyle/>
          <a:p>
            <a:pPr marL="0" indent="0">
              <a:buNone/>
            </a:pPr>
            <a:r>
              <a:rPr lang="en-US" altLang="ja-JP" sz="2800" dirty="0"/>
              <a:t>Zr, Ti </a:t>
            </a:r>
            <a:r>
              <a:rPr lang="ja-JP" altLang="en-US" sz="2800" dirty="0"/>
              <a:t>の</a:t>
            </a:r>
            <a:r>
              <a:rPr lang="ja-JP" altLang="en-US" dirty="0"/>
              <a:t>原子サイズを</a:t>
            </a:r>
            <a:r>
              <a:rPr lang="en-US" altLang="ja-JP" dirty="0"/>
              <a:t>1.1</a:t>
            </a:r>
            <a:r>
              <a:rPr lang="ja-JP" altLang="en-US" dirty="0"/>
              <a:t>倍にすると</a:t>
            </a:r>
            <a:r>
              <a:rPr lang="en-US" altLang="ja-JP" dirty="0"/>
              <a:t>Cu, Be</a:t>
            </a:r>
            <a:r>
              <a:rPr lang="ja-JP" altLang="en-US" dirty="0"/>
              <a:t>系のピーク位置が小さくなった。</a:t>
            </a:r>
            <a:br>
              <a:rPr lang="en-US" altLang="ja-JP" dirty="0"/>
            </a:br>
            <a:r>
              <a:rPr lang="en-US" altLang="ja-JP" sz="2800" dirty="0"/>
              <a:t>Zr, Ti </a:t>
            </a:r>
            <a:r>
              <a:rPr lang="ja-JP" altLang="en-US" sz="2800" dirty="0"/>
              <a:t>の</a:t>
            </a:r>
            <a:r>
              <a:rPr lang="ja-JP" altLang="en-US" dirty="0"/>
              <a:t>原子サイズを</a:t>
            </a:r>
            <a:r>
              <a:rPr lang="en-US" altLang="ja-JP" dirty="0"/>
              <a:t>0.9</a:t>
            </a:r>
            <a:r>
              <a:rPr lang="ja-JP" altLang="en-US" dirty="0"/>
              <a:t>倍にするとピーク位置の順番が変わり構造が変化した。</a:t>
            </a:r>
            <a:endParaRPr lang="en-US" altLang="ja-JP" dirty="0"/>
          </a:p>
        </p:txBody>
      </p:sp>
      <mc:AlternateContent xmlns:mc="http://schemas.openxmlformats.org/markup-compatibility/2006" xmlns:a14="http://schemas.microsoft.com/office/drawing/2010/main">
        <mc:Choice Requires="a14">
          <p:sp>
            <p:nvSpPr>
              <p:cNvPr id="8" name="テキスト ボックス 7">
                <a:extLst>
                  <a:ext uri="{FF2B5EF4-FFF2-40B4-BE49-F238E27FC236}">
                    <a16:creationId xmlns:a16="http://schemas.microsoft.com/office/drawing/2014/main" id="{FACB60E7-896E-2FA0-A750-0302FCA69360}"/>
                  </a:ext>
                </a:extLst>
              </p:cNvPr>
              <p:cNvSpPr txBox="1"/>
              <p:nvPr/>
            </p:nvSpPr>
            <p:spPr>
              <a:xfrm>
                <a:off x="12043" y="1285327"/>
                <a:ext cx="4457409" cy="646331"/>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sSub>
                        <m:sSubPr>
                          <m:ctrlPr>
                            <a:rPr lang="ja-JP" altLang="ja-JP" sz="1800" i="1" smtClean="0">
                              <a:latin typeface="Cambria Math" panose="02040503050406030204" pitchFamily="18" charset="0"/>
                            </a:rPr>
                          </m:ctrlPr>
                        </m:sSubPr>
                        <m:e>
                          <m:r>
                            <a:rPr lang="en-US" altLang="ja-JP" sz="1800" i="1">
                              <a:latin typeface="Cambria Math" panose="02040503050406030204" pitchFamily="18" charset="0"/>
                            </a:rPr>
                            <m:t>𝑍𝑟</m:t>
                          </m:r>
                        </m:e>
                        <m:sub>
                          <m:r>
                            <a:rPr lang="en-US" altLang="ja-JP" sz="1800" i="1">
                              <a:latin typeface="Cambria Math" panose="02040503050406030204" pitchFamily="18" charset="0"/>
                            </a:rPr>
                            <m:t>41.2</m:t>
                          </m:r>
                        </m:sub>
                      </m:sSub>
                      <m:sSub>
                        <m:sSubPr>
                          <m:ctrlPr>
                            <a:rPr lang="ja-JP" altLang="ja-JP" sz="1800" i="1">
                              <a:latin typeface="Cambria Math" panose="02040503050406030204" pitchFamily="18" charset="0"/>
                            </a:rPr>
                          </m:ctrlPr>
                        </m:sSubPr>
                        <m:e>
                          <m:r>
                            <a:rPr lang="en-US" altLang="ja-JP" sz="1800" i="1">
                              <a:latin typeface="Cambria Math" panose="02040503050406030204" pitchFamily="18" charset="0"/>
                            </a:rPr>
                            <m:t>𝑇𝑖</m:t>
                          </m:r>
                        </m:e>
                        <m:sub>
                          <m:r>
                            <a:rPr lang="en-US" altLang="ja-JP" sz="1800" i="1">
                              <a:latin typeface="Cambria Math" panose="02040503050406030204" pitchFamily="18" charset="0"/>
                            </a:rPr>
                            <m:t>13.8</m:t>
                          </m:r>
                        </m:sub>
                      </m:sSub>
                      <m:sSub>
                        <m:sSubPr>
                          <m:ctrlPr>
                            <a:rPr lang="ja-JP" altLang="ja-JP" sz="1800" i="1">
                              <a:latin typeface="Cambria Math" panose="02040503050406030204" pitchFamily="18" charset="0"/>
                            </a:rPr>
                          </m:ctrlPr>
                        </m:sSubPr>
                        <m:e>
                          <m:r>
                            <a:rPr lang="en-US" altLang="ja-JP" sz="1800" b="0" i="1" smtClean="0">
                              <a:latin typeface="Cambria Math" panose="02040503050406030204" pitchFamily="18" charset="0"/>
                            </a:rPr>
                            <m:t>𝐶𝑢</m:t>
                          </m:r>
                        </m:e>
                        <m:sub>
                          <m:r>
                            <a:rPr lang="en-US" altLang="ja-JP" sz="1800" i="1">
                              <a:latin typeface="Cambria Math" panose="02040503050406030204" pitchFamily="18" charset="0"/>
                            </a:rPr>
                            <m:t>22.5</m:t>
                          </m:r>
                        </m:sub>
                      </m:sSub>
                      <m:sSub>
                        <m:sSubPr>
                          <m:ctrlPr>
                            <a:rPr lang="ja-JP" altLang="ja-JP" sz="1800" i="1">
                              <a:latin typeface="Cambria Math" panose="02040503050406030204" pitchFamily="18" charset="0"/>
                            </a:rPr>
                          </m:ctrlPr>
                        </m:sSubPr>
                        <m:e>
                          <m:r>
                            <a:rPr lang="en-US" altLang="ja-JP" sz="1800" b="0" i="1" smtClean="0">
                              <a:latin typeface="Cambria Math" panose="02040503050406030204" pitchFamily="18" charset="0"/>
                            </a:rPr>
                            <m:t>𝐵𝑒</m:t>
                          </m:r>
                        </m:e>
                        <m:sub>
                          <m:r>
                            <a:rPr lang="en-US" altLang="ja-JP" sz="1800" i="1">
                              <a:latin typeface="Cambria Math" panose="02040503050406030204" pitchFamily="18" charset="0"/>
                            </a:rPr>
                            <m:t>22.5</m:t>
                          </m:r>
                        </m:sub>
                      </m:sSub>
                    </m:oMath>
                  </m:oMathPara>
                </a14:m>
                <a:endParaRPr lang="en-US" altLang="ja-JP" sz="1800" dirty="0"/>
              </a:p>
              <a:p>
                <a:pPr algn="ctr"/>
                <a:r>
                  <a:rPr lang="ja-JP" altLang="en-US" sz="1800" dirty="0"/>
                  <a:t>の二体分布関数</a:t>
                </a:r>
                <a:r>
                  <a:rPr lang="en-US" altLang="ja-JP" sz="1800" dirty="0"/>
                  <a:t>g(</a:t>
                </a:r>
                <a:r>
                  <a:rPr lang="en-US" altLang="ja-JP" dirty="0"/>
                  <a:t>r</a:t>
                </a:r>
                <a:r>
                  <a:rPr lang="en-US" altLang="ja-JP" sz="1800" dirty="0"/>
                  <a:t>)</a:t>
                </a:r>
                <a:endParaRPr kumimoji="1" lang="ja-JP" altLang="en-US" dirty="0"/>
              </a:p>
            </p:txBody>
          </p:sp>
        </mc:Choice>
        <mc:Fallback xmlns="">
          <p:sp>
            <p:nvSpPr>
              <p:cNvPr id="8" name="テキスト ボックス 7">
                <a:extLst>
                  <a:ext uri="{FF2B5EF4-FFF2-40B4-BE49-F238E27FC236}">
                    <a16:creationId xmlns:a16="http://schemas.microsoft.com/office/drawing/2014/main" id="{FACB60E7-896E-2FA0-A750-0302FCA69360}"/>
                  </a:ext>
                </a:extLst>
              </p:cNvPr>
              <p:cNvSpPr txBox="1">
                <a:spLocks noRot="1" noChangeAspect="1" noMove="1" noResize="1" noEditPoints="1" noAdjustHandles="1" noChangeArrowheads="1" noChangeShapeType="1" noTextEdit="1"/>
              </p:cNvSpPr>
              <p:nvPr/>
            </p:nvSpPr>
            <p:spPr>
              <a:xfrm>
                <a:off x="12043" y="1285327"/>
                <a:ext cx="4457409" cy="646331"/>
              </a:xfrm>
              <a:prstGeom prst="rect">
                <a:avLst/>
              </a:prstGeom>
              <a:blipFill>
                <a:blip r:embed="rId6"/>
                <a:stretch>
                  <a:fillRect b="-14151"/>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9" name="テキスト ボックス 8">
                <a:extLst>
                  <a:ext uri="{FF2B5EF4-FFF2-40B4-BE49-F238E27FC236}">
                    <a16:creationId xmlns:a16="http://schemas.microsoft.com/office/drawing/2014/main" id="{582C1557-15DA-5A8F-EE79-F67A5EFFB0EA}"/>
                  </a:ext>
                </a:extLst>
              </p:cNvPr>
              <p:cNvSpPr txBox="1"/>
              <p:nvPr/>
            </p:nvSpPr>
            <p:spPr>
              <a:xfrm>
                <a:off x="4457409" y="1008328"/>
                <a:ext cx="3578285" cy="923330"/>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sSub>
                        <m:sSubPr>
                          <m:ctrlPr>
                            <a:rPr lang="ja-JP" altLang="ja-JP" sz="1800" i="1" smtClean="0">
                              <a:latin typeface="Cambria Math" panose="02040503050406030204" pitchFamily="18" charset="0"/>
                            </a:rPr>
                          </m:ctrlPr>
                        </m:sSubPr>
                        <m:e>
                          <m:r>
                            <a:rPr lang="en-US" altLang="ja-JP" sz="1800" i="1">
                              <a:latin typeface="Cambria Math" panose="02040503050406030204" pitchFamily="18" charset="0"/>
                            </a:rPr>
                            <m:t>𝑍𝑟</m:t>
                          </m:r>
                        </m:e>
                        <m:sub>
                          <m:r>
                            <a:rPr lang="en-US" altLang="ja-JP" sz="1800" i="1">
                              <a:latin typeface="Cambria Math" panose="02040503050406030204" pitchFamily="18" charset="0"/>
                            </a:rPr>
                            <m:t>41.2</m:t>
                          </m:r>
                        </m:sub>
                      </m:sSub>
                      <m:sSub>
                        <m:sSubPr>
                          <m:ctrlPr>
                            <a:rPr lang="ja-JP" altLang="ja-JP" sz="1800" i="1">
                              <a:latin typeface="Cambria Math" panose="02040503050406030204" pitchFamily="18" charset="0"/>
                            </a:rPr>
                          </m:ctrlPr>
                        </m:sSubPr>
                        <m:e>
                          <m:r>
                            <a:rPr lang="en-US" altLang="ja-JP" sz="1800" i="1">
                              <a:latin typeface="Cambria Math" panose="02040503050406030204" pitchFamily="18" charset="0"/>
                            </a:rPr>
                            <m:t>𝑇𝑖</m:t>
                          </m:r>
                        </m:e>
                        <m:sub>
                          <m:r>
                            <a:rPr lang="en-US" altLang="ja-JP" sz="1800" i="1">
                              <a:latin typeface="Cambria Math" panose="02040503050406030204" pitchFamily="18" charset="0"/>
                            </a:rPr>
                            <m:t>13.8</m:t>
                          </m:r>
                        </m:sub>
                      </m:sSub>
                      <m:sSub>
                        <m:sSubPr>
                          <m:ctrlPr>
                            <a:rPr lang="ja-JP" altLang="ja-JP" sz="1800" i="1">
                              <a:latin typeface="Cambria Math" panose="02040503050406030204" pitchFamily="18" charset="0"/>
                            </a:rPr>
                          </m:ctrlPr>
                        </m:sSubPr>
                        <m:e>
                          <m:r>
                            <a:rPr lang="en-US" altLang="ja-JP" sz="1800" b="0" i="1" smtClean="0">
                              <a:latin typeface="Cambria Math" panose="02040503050406030204" pitchFamily="18" charset="0"/>
                            </a:rPr>
                            <m:t>𝐶𝑢</m:t>
                          </m:r>
                        </m:e>
                        <m:sub>
                          <m:r>
                            <a:rPr lang="en-US" altLang="ja-JP" sz="1800" i="1">
                              <a:latin typeface="Cambria Math" panose="02040503050406030204" pitchFamily="18" charset="0"/>
                            </a:rPr>
                            <m:t>22.5</m:t>
                          </m:r>
                        </m:sub>
                      </m:sSub>
                      <m:sSub>
                        <m:sSubPr>
                          <m:ctrlPr>
                            <a:rPr lang="ja-JP" altLang="ja-JP" sz="1800" i="1">
                              <a:latin typeface="Cambria Math" panose="02040503050406030204" pitchFamily="18" charset="0"/>
                            </a:rPr>
                          </m:ctrlPr>
                        </m:sSubPr>
                        <m:e>
                          <m:r>
                            <a:rPr lang="en-US" altLang="ja-JP" sz="1800" b="0" i="1" smtClean="0">
                              <a:latin typeface="Cambria Math" panose="02040503050406030204" pitchFamily="18" charset="0"/>
                            </a:rPr>
                            <m:t>𝐵𝑒</m:t>
                          </m:r>
                        </m:e>
                        <m:sub>
                          <m:r>
                            <a:rPr lang="en-US" altLang="ja-JP" sz="1800" i="1">
                              <a:latin typeface="Cambria Math" panose="02040503050406030204" pitchFamily="18" charset="0"/>
                            </a:rPr>
                            <m:t>22.5</m:t>
                          </m:r>
                        </m:sub>
                      </m:sSub>
                    </m:oMath>
                  </m:oMathPara>
                </a14:m>
                <a:endParaRPr lang="en-US" altLang="ja-JP" sz="1800" dirty="0"/>
              </a:p>
              <a:p>
                <a:pPr algn="ctr"/>
                <a:r>
                  <a:rPr lang="ja-JP" altLang="en-US" sz="1800" dirty="0"/>
                  <a:t>の</a:t>
                </a:r>
                <a:r>
                  <a:rPr lang="ja-JP" altLang="en-US" dirty="0"/>
                  <a:t>二体分布関数</a:t>
                </a:r>
                <a:r>
                  <a:rPr lang="en-US" altLang="ja-JP" dirty="0"/>
                  <a:t>g</a:t>
                </a:r>
                <a:r>
                  <a:rPr lang="en-US" altLang="ja-JP" sz="1800" dirty="0"/>
                  <a:t>(</a:t>
                </a:r>
                <a:r>
                  <a:rPr lang="en-US" altLang="ja-JP" dirty="0"/>
                  <a:t>r</a:t>
                </a:r>
                <a:r>
                  <a:rPr lang="en-US" altLang="ja-JP" sz="1800" dirty="0"/>
                  <a:t>)</a:t>
                </a:r>
                <a:br>
                  <a:rPr lang="en-US" altLang="ja-JP" sz="1800" dirty="0"/>
                </a:br>
                <a:r>
                  <a:rPr lang="en-US" altLang="ja-JP" sz="1800" dirty="0"/>
                  <a:t>(Zr, Ti </a:t>
                </a:r>
                <a:r>
                  <a:rPr lang="ja-JP" altLang="en-US" sz="1800" dirty="0"/>
                  <a:t>の</a:t>
                </a:r>
                <a:r>
                  <a:rPr lang="ja-JP" altLang="en-US" dirty="0"/>
                  <a:t>原子サイズ</a:t>
                </a:r>
                <a:r>
                  <a:rPr lang="en-US" altLang="ja-JP" dirty="0"/>
                  <a:t>1.1</a:t>
                </a:r>
                <a:r>
                  <a:rPr lang="ja-JP" altLang="en-US" dirty="0"/>
                  <a:t>倍</a:t>
                </a:r>
                <a:r>
                  <a:rPr lang="en-US" altLang="ja-JP" sz="1800" dirty="0"/>
                  <a:t>)</a:t>
                </a:r>
                <a:endParaRPr kumimoji="1" lang="ja-JP" altLang="en-US" dirty="0"/>
              </a:p>
            </p:txBody>
          </p:sp>
        </mc:Choice>
        <mc:Fallback xmlns="">
          <p:sp>
            <p:nvSpPr>
              <p:cNvPr id="9" name="テキスト ボックス 8">
                <a:extLst>
                  <a:ext uri="{FF2B5EF4-FFF2-40B4-BE49-F238E27FC236}">
                    <a16:creationId xmlns:a16="http://schemas.microsoft.com/office/drawing/2014/main" id="{582C1557-15DA-5A8F-EE79-F67A5EFFB0EA}"/>
                  </a:ext>
                </a:extLst>
              </p:cNvPr>
              <p:cNvSpPr txBox="1">
                <a:spLocks noRot="1" noChangeAspect="1" noMove="1" noResize="1" noEditPoints="1" noAdjustHandles="1" noChangeArrowheads="1" noChangeShapeType="1" noTextEdit="1"/>
              </p:cNvSpPr>
              <p:nvPr/>
            </p:nvSpPr>
            <p:spPr>
              <a:xfrm>
                <a:off x="4457409" y="1008328"/>
                <a:ext cx="3578285" cy="923330"/>
              </a:xfrm>
              <a:prstGeom prst="rect">
                <a:avLst/>
              </a:prstGeom>
              <a:blipFill>
                <a:blip r:embed="rId7"/>
                <a:stretch>
                  <a:fillRect b="-9211"/>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13" name="テキスト ボックス 12">
                <a:extLst>
                  <a:ext uri="{FF2B5EF4-FFF2-40B4-BE49-F238E27FC236}">
                    <a16:creationId xmlns:a16="http://schemas.microsoft.com/office/drawing/2014/main" id="{5CDF140F-9C29-B800-0756-E59EA0D8277F}"/>
                  </a:ext>
                </a:extLst>
              </p:cNvPr>
              <p:cNvSpPr txBox="1"/>
              <p:nvPr/>
            </p:nvSpPr>
            <p:spPr>
              <a:xfrm>
                <a:off x="8627423" y="1008328"/>
                <a:ext cx="3478309" cy="923330"/>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sSub>
                        <m:sSubPr>
                          <m:ctrlPr>
                            <a:rPr lang="ja-JP" altLang="ja-JP" sz="1800" i="1" smtClean="0">
                              <a:latin typeface="Cambria Math" panose="02040503050406030204" pitchFamily="18" charset="0"/>
                            </a:rPr>
                          </m:ctrlPr>
                        </m:sSubPr>
                        <m:e>
                          <m:r>
                            <a:rPr lang="en-US" altLang="ja-JP" sz="1800" i="1">
                              <a:latin typeface="Cambria Math" panose="02040503050406030204" pitchFamily="18" charset="0"/>
                            </a:rPr>
                            <m:t>𝑍𝑟</m:t>
                          </m:r>
                        </m:e>
                        <m:sub>
                          <m:r>
                            <a:rPr lang="en-US" altLang="ja-JP" sz="1800" i="1">
                              <a:latin typeface="Cambria Math" panose="02040503050406030204" pitchFamily="18" charset="0"/>
                            </a:rPr>
                            <m:t>41.2</m:t>
                          </m:r>
                        </m:sub>
                      </m:sSub>
                      <m:sSub>
                        <m:sSubPr>
                          <m:ctrlPr>
                            <a:rPr lang="ja-JP" altLang="ja-JP" sz="1800" i="1">
                              <a:latin typeface="Cambria Math" panose="02040503050406030204" pitchFamily="18" charset="0"/>
                            </a:rPr>
                          </m:ctrlPr>
                        </m:sSubPr>
                        <m:e>
                          <m:r>
                            <a:rPr lang="en-US" altLang="ja-JP" sz="1800" i="1">
                              <a:latin typeface="Cambria Math" panose="02040503050406030204" pitchFamily="18" charset="0"/>
                            </a:rPr>
                            <m:t>𝑇𝑖</m:t>
                          </m:r>
                        </m:e>
                        <m:sub>
                          <m:r>
                            <a:rPr lang="en-US" altLang="ja-JP" sz="1800" i="1">
                              <a:latin typeface="Cambria Math" panose="02040503050406030204" pitchFamily="18" charset="0"/>
                            </a:rPr>
                            <m:t>13.8</m:t>
                          </m:r>
                        </m:sub>
                      </m:sSub>
                      <m:sSub>
                        <m:sSubPr>
                          <m:ctrlPr>
                            <a:rPr lang="ja-JP" altLang="ja-JP" sz="1800" i="1">
                              <a:latin typeface="Cambria Math" panose="02040503050406030204" pitchFamily="18" charset="0"/>
                            </a:rPr>
                          </m:ctrlPr>
                        </m:sSubPr>
                        <m:e>
                          <m:r>
                            <a:rPr lang="en-US" altLang="ja-JP" sz="1800" b="0" i="1" smtClean="0">
                              <a:latin typeface="Cambria Math" panose="02040503050406030204" pitchFamily="18" charset="0"/>
                            </a:rPr>
                            <m:t>𝐶𝑢</m:t>
                          </m:r>
                        </m:e>
                        <m:sub>
                          <m:r>
                            <a:rPr lang="en-US" altLang="ja-JP" sz="1800" i="1">
                              <a:latin typeface="Cambria Math" panose="02040503050406030204" pitchFamily="18" charset="0"/>
                            </a:rPr>
                            <m:t>22.5</m:t>
                          </m:r>
                        </m:sub>
                      </m:sSub>
                      <m:sSub>
                        <m:sSubPr>
                          <m:ctrlPr>
                            <a:rPr lang="ja-JP" altLang="ja-JP" sz="1800" i="1">
                              <a:latin typeface="Cambria Math" panose="02040503050406030204" pitchFamily="18" charset="0"/>
                            </a:rPr>
                          </m:ctrlPr>
                        </m:sSubPr>
                        <m:e>
                          <m:r>
                            <a:rPr lang="en-US" altLang="ja-JP" sz="1800" b="0" i="1" smtClean="0">
                              <a:latin typeface="Cambria Math" panose="02040503050406030204" pitchFamily="18" charset="0"/>
                            </a:rPr>
                            <m:t>𝐵𝑒</m:t>
                          </m:r>
                        </m:e>
                        <m:sub>
                          <m:r>
                            <a:rPr lang="en-US" altLang="ja-JP" sz="1800" i="1">
                              <a:latin typeface="Cambria Math" panose="02040503050406030204" pitchFamily="18" charset="0"/>
                            </a:rPr>
                            <m:t>22.5</m:t>
                          </m:r>
                        </m:sub>
                      </m:sSub>
                    </m:oMath>
                  </m:oMathPara>
                </a14:m>
                <a:endParaRPr lang="en-US" altLang="ja-JP" sz="1800" dirty="0"/>
              </a:p>
              <a:p>
                <a:pPr algn="ctr"/>
                <a:r>
                  <a:rPr lang="ja-JP" altLang="en-US" sz="1800" dirty="0"/>
                  <a:t>の二体分布関数</a:t>
                </a:r>
                <a:r>
                  <a:rPr lang="en-US" altLang="ja-JP" sz="1800" dirty="0"/>
                  <a:t>g(</a:t>
                </a:r>
                <a:r>
                  <a:rPr lang="en-US" altLang="ja-JP" dirty="0"/>
                  <a:t>r</a:t>
                </a:r>
                <a:r>
                  <a:rPr lang="en-US" altLang="ja-JP" sz="1800" dirty="0"/>
                  <a:t>)</a:t>
                </a:r>
                <a:br>
                  <a:rPr lang="en-US" altLang="ja-JP" sz="1800" dirty="0"/>
                </a:br>
                <a:r>
                  <a:rPr lang="en-US" altLang="ja-JP" sz="1800" dirty="0"/>
                  <a:t>(Zr, Ti </a:t>
                </a:r>
                <a:r>
                  <a:rPr lang="ja-JP" altLang="en-US" sz="1800" dirty="0"/>
                  <a:t>の原子サイズ</a:t>
                </a:r>
                <a:r>
                  <a:rPr lang="en-US" altLang="ja-JP" dirty="0"/>
                  <a:t>0.9</a:t>
                </a:r>
                <a:r>
                  <a:rPr lang="ja-JP" altLang="en-US" dirty="0"/>
                  <a:t>倍</a:t>
                </a:r>
                <a:r>
                  <a:rPr lang="en-US" altLang="ja-JP" sz="1800" dirty="0"/>
                  <a:t>)</a:t>
                </a:r>
                <a:endParaRPr kumimoji="1" lang="ja-JP" altLang="en-US" dirty="0"/>
              </a:p>
            </p:txBody>
          </p:sp>
        </mc:Choice>
        <mc:Fallback xmlns="">
          <p:sp>
            <p:nvSpPr>
              <p:cNvPr id="13" name="テキスト ボックス 12">
                <a:extLst>
                  <a:ext uri="{FF2B5EF4-FFF2-40B4-BE49-F238E27FC236}">
                    <a16:creationId xmlns:a16="http://schemas.microsoft.com/office/drawing/2014/main" id="{5CDF140F-9C29-B800-0756-E59EA0D8277F}"/>
                  </a:ext>
                </a:extLst>
              </p:cNvPr>
              <p:cNvSpPr txBox="1">
                <a:spLocks noRot="1" noChangeAspect="1" noMove="1" noResize="1" noEditPoints="1" noAdjustHandles="1" noChangeArrowheads="1" noChangeShapeType="1" noTextEdit="1"/>
              </p:cNvSpPr>
              <p:nvPr/>
            </p:nvSpPr>
            <p:spPr>
              <a:xfrm>
                <a:off x="8627423" y="1008328"/>
                <a:ext cx="3478309" cy="923330"/>
              </a:xfrm>
              <a:prstGeom prst="rect">
                <a:avLst/>
              </a:prstGeom>
              <a:blipFill>
                <a:blip r:embed="rId8"/>
                <a:stretch>
                  <a:fillRect b="-9211"/>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1982954970"/>
      </p:ext>
    </p:extLst>
  </p:cSld>
  <p:clrMapOvr>
    <a:masterClrMapping/>
  </p:clrMapOvr>
  <mc:AlternateContent xmlns:mc="http://schemas.openxmlformats.org/markup-compatibility/2006" xmlns:p14="http://schemas.microsoft.com/office/powerpoint/2010/main">
    <mc:Choice Requires="p14">
      <p:transition spd="slow" p14:dur="2000" advTm="1252"/>
    </mc:Choice>
    <mc:Fallback xmlns="">
      <p:transition spd="slow" advTm="1252"/>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タイトル 1">
                <a:extLst>
                  <a:ext uri="{FF2B5EF4-FFF2-40B4-BE49-F238E27FC236}">
                    <a16:creationId xmlns:a16="http://schemas.microsoft.com/office/drawing/2014/main" id="{E18FBF4B-88E9-C408-AB40-ED40D4377FD8}"/>
                  </a:ext>
                </a:extLst>
              </p:cNvPr>
              <p:cNvSpPr>
                <a:spLocks noGrp="1"/>
              </p:cNvSpPr>
              <p:nvPr>
                <p:ph type="title"/>
              </p:nvPr>
            </p:nvSpPr>
            <p:spPr>
              <a:xfrm>
                <a:off x="114300" y="-101718"/>
                <a:ext cx="10515600" cy="1325563"/>
              </a:xfrm>
            </p:spPr>
            <p:txBody>
              <a:bodyPr>
                <a:normAutofit/>
              </a:bodyPr>
              <a:lstStyle/>
              <a:p>
                <a:r>
                  <a:rPr kumimoji="1" lang="ja-JP" altLang="en-US" sz="3600" b="1" dirty="0"/>
                  <a:t>計算結果　</a:t>
                </a:r>
                <a14:m>
                  <m:oMath xmlns:m="http://schemas.openxmlformats.org/officeDocument/2006/math">
                    <m:sSub>
                      <m:sSubPr>
                        <m:ctrlPr>
                          <a:rPr lang="ja-JP" altLang="ja-JP" sz="3600" i="1" smtClean="0">
                            <a:latin typeface="Cambria Math" panose="02040503050406030204" pitchFamily="18" charset="0"/>
                          </a:rPr>
                        </m:ctrlPr>
                      </m:sSubPr>
                      <m:e>
                        <m:r>
                          <a:rPr lang="en-US" altLang="ja-JP" sz="3600" i="1">
                            <a:latin typeface="Cambria Math" panose="02040503050406030204" pitchFamily="18" charset="0"/>
                          </a:rPr>
                          <m:t>𝑍𝑟</m:t>
                        </m:r>
                      </m:e>
                      <m:sub>
                        <m:r>
                          <a:rPr lang="en-US" altLang="ja-JP" sz="3600" i="1">
                            <a:latin typeface="Cambria Math" panose="02040503050406030204" pitchFamily="18" charset="0"/>
                          </a:rPr>
                          <m:t>41.2</m:t>
                        </m:r>
                      </m:sub>
                    </m:sSub>
                    <m:sSub>
                      <m:sSubPr>
                        <m:ctrlPr>
                          <a:rPr lang="ja-JP" altLang="ja-JP" sz="3600" i="1">
                            <a:latin typeface="Cambria Math" panose="02040503050406030204" pitchFamily="18" charset="0"/>
                          </a:rPr>
                        </m:ctrlPr>
                      </m:sSubPr>
                      <m:e>
                        <m:r>
                          <a:rPr lang="en-US" altLang="ja-JP" sz="3600" i="1">
                            <a:latin typeface="Cambria Math" panose="02040503050406030204" pitchFamily="18" charset="0"/>
                          </a:rPr>
                          <m:t>𝑇𝑖</m:t>
                        </m:r>
                      </m:e>
                      <m:sub>
                        <m:r>
                          <a:rPr lang="en-US" altLang="ja-JP" sz="3600" i="1">
                            <a:latin typeface="Cambria Math" panose="02040503050406030204" pitchFamily="18" charset="0"/>
                          </a:rPr>
                          <m:t>13.8</m:t>
                        </m:r>
                      </m:sub>
                    </m:sSub>
                    <m:sSub>
                      <m:sSubPr>
                        <m:ctrlPr>
                          <a:rPr lang="ja-JP" altLang="ja-JP" sz="3600" i="1">
                            <a:latin typeface="Cambria Math" panose="02040503050406030204" pitchFamily="18" charset="0"/>
                          </a:rPr>
                        </m:ctrlPr>
                      </m:sSubPr>
                      <m:e>
                        <m:r>
                          <a:rPr lang="en-US" altLang="ja-JP" sz="3600" b="0" i="1" smtClean="0">
                            <a:latin typeface="Cambria Math" panose="02040503050406030204" pitchFamily="18" charset="0"/>
                          </a:rPr>
                          <m:t>𝐶𝑢</m:t>
                        </m:r>
                      </m:e>
                      <m:sub>
                        <m:r>
                          <a:rPr lang="en-US" altLang="ja-JP" sz="3600" i="1">
                            <a:latin typeface="Cambria Math" panose="02040503050406030204" pitchFamily="18" charset="0"/>
                          </a:rPr>
                          <m:t>22.5</m:t>
                        </m:r>
                      </m:sub>
                    </m:sSub>
                    <m:sSub>
                      <m:sSubPr>
                        <m:ctrlPr>
                          <a:rPr lang="ja-JP" altLang="ja-JP" sz="3600" i="1">
                            <a:latin typeface="Cambria Math" panose="02040503050406030204" pitchFamily="18" charset="0"/>
                          </a:rPr>
                        </m:ctrlPr>
                      </m:sSubPr>
                      <m:e>
                        <m:r>
                          <a:rPr lang="en-US" altLang="ja-JP" sz="3600" b="0" i="1" smtClean="0">
                            <a:latin typeface="Cambria Math" panose="02040503050406030204" pitchFamily="18" charset="0"/>
                          </a:rPr>
                          <m:t>𝐵𝑒</m:t>
                        </m:r>
                      </m:e>
                      <m:sub>
                        <m:r>
                          <a:rPr lang="en-US" altLang="ja-JP" sz="3600" i="1">
                            <a:latin typeface="Cambria Math" panose="02040503050406030204" pitchFamily="18" charset="0"/>
                          </a:rPr>
                          <m:t>22.5</m:t>
                        </m:r>
                      </m:sub>
                    </m:sSub>
                  </m:oMath>
                </a14:m>
                <a:r>
                  <a:rPr kumimoji="1" lang="en-US" altLang="ja-JP" sz="3600" dirty="0">
                    <a:latin typeface="Cambria Math" panose="02040503050406030204" pitchFamily="18" charset="0"/>
                    <a:ea typeface="Cambria Math" panose="02040503050406030204" pitchFamily="18" charset="0"/>
                  </a:rPr>
                  <a:t> (</a:t>
                </a:r>
                <a:r>
                  <a:rPr kumimoji="1" lang="ja-JP" altLang="en-US" sz="3600" dirty="0">
                    <a:latin typeface="Cambria Math" panose="02040503050406030204" pitchFamily="18" charset="0"/>
                    <a:ea typeface="Cambria Math" panose="02040503050406030204" pitchFamily="18" charset="0"/>
                  </a:rPr>
                  <a:t>構造因子</a:t>
                </a:r>
                <a:r>
                  <a:rPr kumimoji="1" lang="en-US" altLang="ja-JP" sz="3600" dirty="0">
                    <a:latin typeface="Cambria Math" panose="02040503050406030204" pitchFamily="18" charset="0"/>
                    <a:ea typeface="Cambria Math" panose="02040503050406030204" pitchFamily="18" charset="0"/>
                  </a:rPr>
                  <a:t>)</a:t>
                </a:r>
                <a:endParaRPr kumimoji="1" lang="ja-JP" altLang="en-US" sz="3600" dirty="0"/>
              </a:p>
            </p:txBody>
          </p:sp>
        </mc:Choice>
        <mc:Fallback xmlns="">
          <p:sp>
            <p:nvSpPr>
              <p:cNvPr id="2" name="タイトル 1">
                <a:extLst>
                  <a:ext uri="{FF2B5EF4-FFF2-40B4-BE49-F238E27FC236}">
                    <a16:creationId xmlns:a16="http://schemas.microsoft.com/office/drawing/2014/main" id="{E18FBF4B-88E9-C408-AB40-ED40D4377FD8}"/>
                  </a:ext>
                </a:extLst>
              </p:cNvPr>
              <p:cNvSpPr>
                <a:spLocks noGrp="1" noRot="1" noChangeAspect="1" noMove="1" noResize="1" noEditPoints="1" noAdjustHandles="1" noChangeArrowheads="1" noChangeShapeType="1" noTextEdit="1"/>
              </p:cNvSpPr>
              <p:nvPr>
                <p:ph type="title"/>
              </p:nvPr>
            </p:nvSpPr>
            <p:spPr>
              <a:xfrm>
                <a:off x="114300" y="-101718"/>
                <a:ext cx="10515600" cy="1325563"/>
              </a:xfrm>
              <a:blipFill>
                <a:blip r:embed="rId2"/>
                <a:stretch>
                  <a:fillRect l="-1797"/>
                </a:stretch>
              </a:blipFill>
            </p:spPr>
            <p:txBody>
              <a:bodyPr/>
              <a:lstStyle/>
              <a:p>
                <a:r>
                  <a:rPr lang="ja-JP" altLang="en-US">
                    <a:noFill/>
                  </a:rPr>
                  <a:t> </a:t>
                </a:r>
              </a:p>
            </p:txBody>
          </p:sp>
        </mc:Fallback>
      </mc:AlternateContent>
      <p:sp>
        <p:nvSpPr>
          <p:cNvPr id="3" name="コンテンツ プレースホルダー 2">
            <a:extLst>
              <a:ext uri="{FF2B5EF4-FFF2-40B4-BE49-F238E27FC236}">
                <a16:creationId xmlns:a16="http://schemas.microsoft.com/office/drawing/2014/main" id="{6EDFC0DA-ECCE-DE66-BDE4-8BD95705B7C4}"/>
              </a:ext>
            </a:extLst>
          </p:cNvPr>
          <p:cNvSpPr>
            <a:spLocks noGrp="1"/>
          </p:cNvSpPr>
          <p:nvPr>
            <p:ph idx="1"/>
          </p:nvPr>
        </p:nvSpPr>
        <p:spPr>
          <a:xfrm>
            <a:off x="114300" y="4572000"/>
            <a:ext cx="11991432" cy="2171700"/>
          </a:xfrm>
          <a:ln w="28575">
            <a:solidFill>
              <a:schemeClr val="accent2"/>
            </a:solidFill>
          </a:ln>
        </p:spPr>
        <p:txBody>
          <a:bodyPr anchor="ctr">
            <a:normAutofit lnSpcReduction="10000"/>
          </a:bodyPr>
          <a:lstStyle/>
          <a:p>
            <a:pPr marL="0" indent="0">
              <a:buNone/>
            </a:pPr>
            <a:r>
              <a:rPr kumimoji="1" lang="ja-JP" altLang="en-US" dirty="0"/>
              <a:t>基準となる構造因子では第</a:t>
            </a:r>
            <a:r>
              <a:rPr kumimoji="1" lang="en-US" altLang="ja-JP" dirty="0"/>
              <a:t>1</a:t>
            </a:r>
            <a:r>
              <a:rPr kumimoji="1" lang="ja-JP" altLang="en-US" dirty="0"/>
              <a:t>ピーク位置は実験値とおおよそ一致した。</a:t>
            </a:r>
            <a:endParaRPr kumimoji="1" lang="en-US" altLang="ja-JP" dirty="0"/>
          </a:p>
          <a:p>
            <a:pPr marL="0" indent="0">
              <a:buNone/>
            </a:pPr>
            <a:r>
              <a:rPr lang="en-US" altLang="ja-JP" dirty="0"/>
              <a:t>Zr, Ti</a:t>
            </a:r>
            <a:r>
              <a:rPr lang="ja-JP" altLang="en-US" dirty="0"/>
              <a:t> の原子サイズを</a:t>
            </a:r>
            <a:r>
              <a:rPr lang="en-US" altLang="ja-JP" dirty="0"/>
              <a:t>1.1</a:t>
            </a:r>
            <a:r>
              <a:rPr lang="ja-JP" altLang="en-US" dirty="0"/>
              <a:t>倍にするとピークの値が小さくなり実験値に近づいた。</a:t>
            </a:r>
            <a:endParaRPr lang="en-US" altLang="ja-JP" dirty="0"/>
          </a:p>
          <a:p>
            <a:pPr marL="0" indent="0">
              <a:buNone/>
            </a:pPr>
            <a:r>
              <a:rPr lang="en-US" altLang="ja-JP" dirty="0"/>
              <a:t>Zr, Ti</a:t>
            </a:r>
            <a:r>
              <a:rPr lang="ja-JP" altLang="en-US" dirty="0"/>
              <a:t> の原子サイズを</a:t>
            </a:r>
            <a:r>
              <a:rPr lang="en-US" altLang="ja-JP" dirty="0"/>
              <a:t>0.9</a:t>
            </a:r>
            <a:r>
              <a:rPr lang="ja-JP" altLang="en-US" dirty="0"/>
              <a:t>倍にするとピークの出方が鋭くなった。金属ガラスでなく、一部結晶構造をもったものと考えられる。</a:t>
            </a:r>
            <a:endParaRPr lang="en-US" altLang="ja-JP" dirty="0"/>
          </a:p>
        </p:txBody>
      </p:sp>
      <p:graphicFrame>
        <p:nvGraphicFramePr>
          <p:cNvPr id="10" name="グラフ 9">
            <a:extLst>
              <a:ext uri="{FF2B5EF4-FFF2-40B4-BE49-F238E27FC236}">
                <a16:creationId xmlns:a16="http://schemas.microsoft.com/office/drawing/2014/main" id="{31941AA3-5FFE-8FE1-79B2-21765D9BD5A3}"/>
              </a:ext>
            </a:extLst>
          </p:cNvPr>
          <p:cNvGraphicFramePr>
            <a:graphicFrameLocks/>
          </p:cNvGraphicFramePr>
          <p:nvPr>
            <p:extLst>
              <p:ext uri="{D42A27DB-BD31-4B8C-83A1-F6EECF244321}">
                <p14:modId xmlns:p14="http://schemas.microsoft.com/office/powerpoint/2010/main" val="950999347"/>
              </p:ext>
            </p:extLst>
          </p:nvPr>
        </p:nvGraphicFramePr>
        <p:xfrm>
          <a:off x="-152343" y="1742606"/>
          <a:ext cx="4352155" cy="271568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1" name="グラフ 10">
            <a:extLst>
              <a:ext uri="{FF2B5EF4-FFF2-40B4-BE49-F238E27FC236}">
                <a16:creationId xmlns:a16="http://schemas.microsoft.com/office/drawing/2014/main" id="{72475C62-43D4-0882-C1F3-DF3F485B9B5B}"/>
              </a:ext>
            </a:extLst>
          </p:cNvPr>
          <p:cNvGraphicFramePr>
            <a:graphicFrameLocks/>
          </p:cNvGraphicFramePr>
          <p:nvPr>
            <p:extLst>
              <p:ext uri="{D42A27DB-BD31-4B8C-83A1-F6EECF244321}">
                <p14:modId xmlns:p14="http://schemas.microsoft.com/office/powerpoint/2010/main" val="3124205320"/>
              </p:ext>
            </p:extLst>
          </p:nvPr>
        </p:nvGraphicFramePr>
        <p:xfrm>
          <a:off x="3873570" y="1750038"/>
          <a:ext cx="4352155" cy="2743200"/>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12" name="グラフ 11">
            <a:extLst>
              <a:ext uri="{FF2B5EF4-FFF2-40B4-BE49-F238E27FC236}">
                <a16:creationId xmlns:a16="http://schemas.microsoft.com/office/drawing/2014/main" id="{189F339C-7751-8505-AF55-A373AA989AB8}"/>
              </a:ext>
            </a:extLst>
          </p:cNvPr>
          <p:cNvGraphicFramePr>
            <a:graphicFrameLocks/>
          </p:cNvGraphicFramePr>
          <p:nvPr>
            <p:extLst>
              <p:ext uri="{D42A27DB-BD31-4B8C-83A1-F6EECF244321}">
                <p14:modId xmlns:p14="http://schemas.microsoft.com/office/powerpoint/2010/main" val="3603580885"/>
              </p:ext>
            </p:extLst>
          </p:nvPr>
        </p:nvGraphicFramePr>
        <p:xfrm>
          <a:off x="7899482" y="1724358"/>
          <a:ext cx="4352155" cy="2794560"/>
        </p:xfrm>
        <a:graphic>
          <a:graphicData uri="http://schemas.openxmlformats.org/drawingml/2006/chart">
            <c:chart xmlns:c="http://schemas.openxmlformats.org/drawingml/2006/chart" xmlns:r="http://schemas.openxmlformats.org/officeDocument/2006/relationships" r:id="rId5"/>
          </a:graphicData>
        </a:graphic>
      </p:graphicFrame>
      <mc:AlternateContent xmlns:mc="http://schemas.openxmlformats.org/markup-compatibility/2006" xmlns:a14="http://schemas.microsoft.com/office/drawing/2010/main">
        <mc:Choice Requires="a14">
          <p:sp>
            <p:nvSpPr>
              <p:cNvPr id="13" name="テキスト ボックス 12">
                <a:extLst>
                  <a:ext uri="{FF2B5EF4-FFF2-40B4-BE49-F238E27FC236}">
                    <a16:creationId xmlns:a16="http://schemas.microsoft.com/office/drawing/2014/main" id="{3C0A7159-3093-D198-514B-43E43DCFF685}"/>
                  </a:ext>
                </a:extLst>
              </p:cNvPr>
              <p:cNvSpPr txBox="1"/>
              <p:nvPr/>
            </p:nvSpPr>
            <p:spPr>
              <a:xfrm>
                <a:off x="644205" y="1272216"/>
                <a:ext cx="3187310" cy="646331"/>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ja-JP" altLang="ja-JP" sz="1800" i="1" smtClean="0">
                              <a:latin typeface="Cambria Math" panose="02040503050406030204" pitchFamily="18" charset="0"/>
                            </a:rPr>
                          </m:ctrlPr>
                        </m:sSubPr>
                        <m:e>
                          <m:r>
                            <a:rPr lang="en-US" altLang="ja-JP" sz="1800" i="1">
                              <a:latin typeface="Cambria Math" panose="02040503050406030204" pitchFamily="18" charset="0"/>
                            </a:rPr>
                            <m:t>𝑍𝑟</m:t>
                          </m:r>
                        </m:e>
                        <m:sub>
                          <m:r>
                            <a:rPr lang="en-US" altLang="ja-JP" sz="1800" i="1">
                              <a:latin typeface="Cambria Math" panose="02040503050406030204" pitchFamily="18" charset="0"/>
                            </a:rPr>
                            <m:t>41.2</m:t>
                          </m:r>
                        </m:sub>
                      </m:sSub>
                      <m:sSub>
                        <m:sSubPr>
                          <m:ctrlPr>
                            <a:rPr lang="ja-JP" altLang="ja-JP" sz="1800" i="1">
                              <a:latin typeface="Cambria Math" panose="02040503050406030204" pitchFamily="18" charset="0"/>
                            </a:rPr>
                          </m:ctrlPr>
                        </m:sSubPr>
                        <m:e>
                          <m:r>
                            <a:rPr lang="en-US" altLang="ja-JP" sz="1800" i="1">
                              <a:latin typeface="Cambria Math" panose="02040503050406030204" pitchFamily="18" charset="0"/>
                            </a:rPr>
                            <m:t>𝑇𝑖</m:t>
                          </m:r>
                        </m:e>
                        <m:sub>
                          <m:r>
                            <a:rPr lang="en-US" altLang="ja-JP" sz="1800" i="1">
                              <a:latin typeface="Cambria Math" panose="02040503050406030204" pitchFamily="18" charset="0"/>
                            </a:rPr>
                            <m:t>13.8</m:t>
                          </m:r>
                        </m:sub>
                      </m:sSub>
                      <m:sSub>
                        <m:sSubPr>
                          <m:ctrlPr>
                            <a:rPr lang="ja-JP" altLang="ja-JP" sz="1800" i="1">
                              <a:latin typeface="Cambria Math" panose="02040503050406030204" pitchFamily="18" charset="0"/>
                            </a:rPr>
                          </m:ctrlPr>
                        </m:sSubPr>
                        <m:e>
                          <m:r>
                            <a:rPr lang="en-US" altLang="ja-JP" sz="1800" b="0" i="1" smtClean="0">
                              <a:latin typeface="Cambria Math" panose="02040503050406030204" pitchFamily="18" charset="0"/>
                            </a:rPr>
                            <m:t>𝐶𝑢</m:t>
                          </m:r>
                        </m:e>
                        <m:sub>
                          <m:r>
                            <a:rPr lang="en-US" altLang="ja-JP" sz="1800" i="1">
                              <a:latin typeface="Cambria Math" panose="02040503050406030204" pitchFamily="18" charset="0"/>
                            </a:rPr>
                            <m:t>22.5</m:t>
                          </m:r>
                        </m:sub>
                      </m:sSub>
                      <m:sSub>
                        <m:sSubPr>
                          <m:ctrlPr>
                            <a:rPr lang="ja-JP" altLang="ja-JP" sz="1800" i="1">
                              <a:latin typeface="Cambria Math" panose="02040503050406030204" pitchFamily="18" charset="0"/>
                            </a:rPr>
                          </m:ctrlPr>
                        </m:sSubPr>
                        <m:e>
                          <m:r>
                            <a:rPr lang="en-US" altLang="ja-JP" sz="1800" b="0" i="1" smtClean="0">
                              <a:latin typeface="Cambria Math" panose="02040503050406030204" pitchFamily="18" charset="0"/>
                            </a:rPr>
                            <m:t>𝐵𝑒</m:t>
                          </m:r>
                        </m:e>
                        <m:sub>
                          <m:r>
                            <a:rPr lang="en-US" altLang="ja-JP" sz="1800" i="1">
                              <a:latin typeface="Cambria Math" panose="02040503050406030204" pitchFamily="18" charset="0"/>
                            </a:rPr>
                            <m:t>22.5</m:t>
                          </m:r>
                        </m:sub>
                      </m:sSub>
                    </m:oMath>
                  </m:oMathPara>
                </a14:m>
                <a:endParaRPr lang="en-US" altLang="ja-JP" sz="1800" dirty="0"/>
              </a:p>
              <a:p>
                <a:pPr algn="ctr"/>
                <a:r>
                  <a:rPr lang="ja-JP" altLang="en-US" sz="1800" dirty="0"/>
                  <a:t>の構造因子</a:t>
                </a:r>
                <a:r>
                  <a:rPr lang="en-US" altLang="ja-JP" sz="1800" dirty="0"/>
                  <a:t>S(Q)</a:t>
                </a:r>
                <a:endParaRPr kumimoji="1" lang="ja-JP" altLang="en-US" dirty="0"/>
              </a:p>
            </p:txBody>
          </p:sp>
        </mc:Choice>
        <mc:Fallback xmlns="">
          <p:sp>
            <p:nvSpPr>
              <p:cNvPr id="13" name="テキスト ボックス 12">
                <a:extLst>
                  <a:ext uri="{FF2B5EF4-FFF2-40B4-BE49-F238E27FC236}">
                    <a16:creationId xmlns:a16="http://schemas.microsoft.com/office/drawing/2014/main" id="{3C0A7159-3093-D198-514B-43E43DCFF685}"/>
                  </a:ext>
                </a:extLst>
              </p:cNvPr>
              <p:cNvSpPr txBox="1">
                <a:spLocks noRot="1" noChangeAspect="1" noMove="1" noResize="1" noEditPoints="1" noAdjustHandles="1" noChangeArrowheads="1" noChangeShapeType="1" noTextEdit="1"/>
              </p:cNvSpPr>
              <p:nvPr/>
            </p:nvSpPr>
            <p:spPr>
              <a:xfrm>
                <a:off x="644205" y="1272216"/>
                <a:ext cx="3187310" cy="646331"/>
              </a:xfrm>
              <a:prstGeom prst="rect">
                <a:avLst/>
              </a:prstGeom>
              <a:blipFill>
                <a:blip r:embed="rId6"/>
                <a:stretch>
                  <a:fillRect b="-14151"/>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14" name="テキスト ボックス 13">
                <a:extLst>
                  <a:ext uri="{FF2B5EF4-FFF2-40B4-BE49-F238E27FC236}">
                    <a16:creationId xmlns:a16="http://schemas.microsoft.com/office/drawing/2014/main" id="{E07D6361-4A5E-5E4A-274A-173CD4D9FE2A}"/>
                  </a:ext>
                </a:extLst>
              </p:cNvPr>
              <p:cNvSpPr txBox="1"/>
              <p:nvPr/>
            </p:nvSpPr>
            <p:spPr>
              <a:xfrm>
                <a:off x="4781029" y="995217"/>
                <a:ext cx="3118453" cy="923330"/>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sSub>
                        <m:sSubPr>
                          <m:ctrlPr>
                            <a:rPr lang="ja-JP" altLang="ja-JP" sz="1800" i="1" smtClean="0">
                              <a:latin typeface="Cambria Math" panose="02040503050406030204" pitchFamily="18" charset="0"/>
                            </a:rPr>
                          </m:ctrlPr>
                        </m:sSubPr>
                        <m:e>
                          <m:r>
                            <a:rPr lang="en-US" altLang="ja-JP" sz="1800" i="1">
                              <a:latin typeface="Cambria Math" panose="02040503050406030204" pitchFamily="18" charset="0"/>
                            </a:rPr>
                            <m:t>𝑍𝑟</m:t>
                          </m:r>
                        </m:e>
                        <m:sub>
                          <m:r>
                            <a:rPr lang="en-US" altLang="ja-JP" sz="1800" i="1">
                              <a:latin typeface="Cambria Math" panose="02040503050406030204" pitchFamily="18" charset="0"/>
                            </a:rPr>
                            <m:t>41.2</m:t>
                          </m:r>
                        </m:sub>
                      </m:sSub>
                      <m:sSub>
                        <m:sSubPr>
                          <m:ctrlPr>
                            <a:rPr lang="ja-JP" altLang="ja-JP" sz="1800" i="1">
                              <a:latin typeface="Cambria Math" panose="02040503050406030204" pitchFamily="18" charset="0"/>
                            </a:rPr>
                          </m:ctrlPr>
                        </m:sSubPr>
                        <m:e>
                          <m:r>
                            <a:rPr lang="en-US" altLang="ja-JP" sz="1800" i="1">
                              <a:latin typeface="Cambria Math" panose="02040503050406030204" pitchFamily="18" charset="0"/>
                            </a:rPr>
                            <m:t>𝑇𝑖</m:t>
                          </m:r>
                        </m:e>
                        <m:sub>
                          <m:r>
                            <a:rPr lang="en-US" altLang="ja-JP" sz="1800" i="1">
                              <a:latin typeface="Cambria Math" panose="02040503050406030204" pitchFamily="18" charset="0"/>
                            </a:rPr>
                            <m:t>13.8</m:t>
                          </m:r>
                        </m:sub>
                      </m:sSub>
                      <m:sSub>
                        <m:sSubPr>
                          <m:ctrlPr>
                            <a:rPr lang="ja-JP" altLang="ja-JP" sz="1800" i="1">
                              <a:latin typeface="Cambria Math" panose="02040503050406030204" pitchFamily="18" charset="0"/>
                            </a:rPr>
                          </m:ctrlPr>
                        </m:sSubPr>
                        <m:e>
                          <m:r>
                            <a:rPr lang="en-US" altLang="ja-JP" sz="1800" b="0" i="1" smtClean="0">
                              <a:latin typeface="Cambria Math" panose="02040503050406030204" pitchFamily="18" charset="0"/>
                            </a:rPr>
                            <m:t>𝐶𝑢</m:t>
                          </m:r>
                        </m:e>
                        <m:sub>
                          <m:r>
                            <a:rPr lang="en-US" altLang="ja-JP" sz="1800" i="1">
                              <a:latin typeface="Cambria Math" panose="02040503050406030204" pitchFamily="18" charset="0"/>
                            </a:rPr>
                            <m:t>22.5</m:t>
                          </m:r>
                        </m:sub>
                      </m:sSub>
                      <m:sSub>
                        <m:sSubPr>
                          <m:ctrlPr>
                            <a:rPr lang="ja-JP" altLang="ja-JP" sz="1800" i="1">
                              <a:latin typeface="Cambria Math" panose="02040503050406030204" pitchFamily="18" charset="0"/>
                            </a:rPr>
                          </m:ctrlPr>
                        </m:sSubPr>
                        <m:e>
                          <m:r>
                            <a:rPr lang="en-US" altLang="ja-JP" sz="1800" b="0" i="1" smtClean="0">
                              <a:latin typeface="Cambria Math" panose="02040503050406030204" pitchFamily="18" charset="0"/>
                            </a:rPr>
                            <m:t>𝐵𝑒</m:t>
                          </m:r>
                        </m:e>
                        <m:sub>
                          <m:r>
                            <a:rPr lang="en-US" altLang="ja-JP" sz="1800" i="1">
                              <a:latin typeface="Cambria Math" panose="02040503050406030204" pitchFamily="18" charset="0"/>
                            </a:rPr>
                            <m:t>22.5</m:t>
                          </m:r>
                        </m:sub>
                      </m:sSub>
                    </m:oMath>
                  </m:oMathPara>
                </a14:m>
                <a:endParaRPr lang="en-US" altLang="ja-JP" sz="1800" dirty="0"/>
              </a:p>
              <a:p>
                <a:pPr algn="ctr"/>
                <a:r>
                  <a:rPr lang="ja-JP" altLang="en-US" sz="1800" dirty="0"/>
                  <a:t>の構造因子</a:t>
                </a:r>
                <a:r>
                  <a:rPr lang="en-US" altLang="ja-JP" sz="1800" dirty="0"/>
                  <a:t>S(Q)</a:t>
                </a:r>
                <a:br>
                  <a:rPr lang="en-US" altLang="ja-JP" sz="1800" dirty="0"/>
                </a:br>
                <a:r>
                  <a:rPr lang="en-US" altLang="ja-JP" sz="1800" dirty="0"/>
                  <a:t>(Zr, Ti </a:t>
                </a:r>
                <a:r>
                  <a:rPr lang="ja-JP" altLang="en-US" sz="1800" dirty="0"/>
                  <a:t>の</a:t>
                </a:r>
                <a:r>
                  <a:rPr lang="ja-JP" altLang="en-US" dirty="0"/>
                  <a:t>原子サイズ</a:t>
                </a:r>
                <a:r>
                  <a:rPr lang="en-US" altLang="ja-JP" dirty="0"/>
                  <a:t>1.1</a:t>
                </a:r>
                <a:r>
                  <a:rPr lang="ja-JP" altLang="en-US" dirty="0"/>
                  <a:t>倍</a:t>
                </a:r>
                <a:r>
                  <a:rPr lang="en-US" altLang="ja-JP" sz="1800" dirty="0"/>
                  <a:t>)</a:t>
                </a:r>
                <a:endParaRPr kumimoji="1" lang="ja-JP" altLang="en-US" dirty="0"/>
              </a:p>
            </p:txBody>
          </p:sp>
        </mc:Choice>
        <mc:Fallback xmlns="">
          <p:sp>
            <p:nvSpPr>
              <p:cNvPr id="14" name="テキスト ボックス 13">
                <a:extLst>
                  <a:ext uri="{FF2B5EF4-FFF2-40B4-BE49-F238E27FC236}">
                    <a16:creationId xmlns:a16="http://schemas.microsoft.com/office/drawing/2014/main" id="{E07D6361-4A5E-5E4A-274A-173CD4D9FE2A}"/>
                  </a:ext>
                </a:extLst>
              </p:cNvPr>
              <p:cNvSpPr txBox="1">
                <a:spLocks noRot="1" noChangeAspect="1" noMove="1" noResize="1" noEditPoints="1" noAdjustHandles="1" noChangeArrowheads="1" noChangeShapeType="1" noTextEdit="1"/>
              </p:cNvSpPr>
              <p:nvPr/>
            </p:nvSpPr>
            <p:spPr>
              <a:xfrm>
                <a:off x="4781029" y="995217"/>
                <a:ext cx="3118453" cy="923330"/>
              </a:xfrm>
              <a:prstGeom prst="rect">
                <a:avLst/>
              </a:prstGeom>
              <a:blipFill>
                <a:blip r:embed="rId7"/>
                <a:stretch>
                  <a:fillRect b="-9211"/>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15" name="テキスト ボックス 14">
                <a:extLst>
                  <a:ext uri="{FF2B5EF4-FFF2-40B4-BE49-F238E27FC236}">
                    <a16:creationId xmlns:a16="http://schemas.microsoft.com/office/drawing/2014/main" id="{817ABB6F-9EE0-E89F-5185-AD8843B51265}"/>
                  </a:ext>
                </a:extLst>
              </p:cNvPr>
              <p:cNvSpPr txBox="1"/>
              <p:nvPr/>
            </p:nvSpPr>
            <p:spPr>
              <a:xfrm>
                <a:off x="8647036" y="995217"/>
                <a:ext cx="3319848" cy="923330"/>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sSub>
                        <m:sSubPr>
                          <m:ctrlPr>
                            <a:rPr lang="ja-JP" altLang="ja-JP" sz="1800" i="1" smtClean="0">
                              <a:latin typeface="Cambria Math" panose="02040503050406030204" pitchFamily="18" charset="0"/>
                            </a:rPr>
                          </m:ctrlPr>
                        </m:sSubPr>
                        <m:e>
                          <m:r>
                            <a:rPr lang="en-US" altLang="ja-JP" sz="1800" i="1">
                              <a:latin typeface="Cambria Math" panose="02040503050406030204" pitchFamily="18" charset="0"/>
                            </a:rPr>
                            <m:t>𝑍𝑟</m:t>
                          </m:r>
                        </m:e>
                        <m:sub>
                          <m:r>
                            <a:rPr lang="en-US" altLang="ja-JP" sz="1800" i="1">
                              <a:latin typeface="Cambria Math" panose="02040503050406030204" pitchFamily="18" charset="0"/>
                            </a:rPr>
                            <m:t>41.2</m:t>
                          </m:r>
                        </m:sub>
                      </m:sSub>
                      <m:sSub>
                        <m:sSubPr>
                          <m:ctrlPr>
                            <a:rPr lang="ja-JP" altLang="ja-JP" sz="1800" i="1">
                              <a:latin typeface="Cambria Math" panose="02040503050406030204" pitchFamily="18" charset="0"/>
                            </a:rPr>
                          </m:ctrlPr>
                        </m:sSubPr>
                        <m:e>
                          <m:r>
                            <a:rPr lang="en-US" altLang="ja-JP" sz="1800" i="1">
                              <a:latin typeface="Cambria Math" panose="02040503050406030204" pitchFamily="18" charset="0"/>
                            </a:rPr>
                            <m:t>𝑇𝑖</m:t>
                          </m:r>
                        </m:e>
                        <m:sub>
                          <m:r>
                            <a:rPr lang="en-US" altLang="ja-JP" sz="1800" i="1">
                              <a:latin typeface="Cambria Math" panose="02040503050406030204" pitchFamily="18" charset="0"/>
                            </a:rPr>
                            <m:t>13.8</m:t>
                          </m:r>
                        </m:sub>
                      </m:sSub>
                      <m:sSub>
                        <m:sSubPr>
                          <m:ctrlPr>
                            <a:rPr lang="ja-JP" altLang="ja-JP" sz="1800" i="1">
                              <a:latin typeface="Cambria Math" panose="02040503050406030204" pitchFamily="18" charset="0"/>
                            </a:rPr>
                          </m:ctrlPr>
                        </m:sSubPr>
                        <m:e>
                          <m:r>
                            <a:rPr lang="en-US" altLang="ja-JP" sz="1800" b="0" i="1" smtClean="0">
                              <a:latin typeface="Cambria Math" panose="02040503050406030204" pitchFamily="18" charset="0"/>
                            </a:rPr>
                            <m:t>𝐶𝑢</m:t>
                          </m:r>
                        </m:e>
                        <m:sub>
                          <m:r>
                            <a:rPr lang="en-US" altLang="ja-JP" sz="1800" i="1">
                              <a:latin typeface="Cambria Math" panose="02040503050406030204" pitchFamily="18" charset="0"/>
                            </a:rPr>
                            <m:t>22.5</m:t>
                          </m:r>
                        </m:sub>
                      </m:sSub>
                      <m:sSub>
                        <m:sSubPr>
                          <m:ctrlPr>
                            <a:rPr lang="ja-JP" altLang="ja-JP" sz="1800" i="1">
                              <a:latin typeface="Cambria Math" panose="02040503050406030204" pitchFamily="18" charset="0"/>
                            </a:rPr>
                          </m:ctrlPr>
                        </m:sSubPr>
                        <m:e>
                          <m:r>
                            <a:rPr lang="en-US" altLang="ja-JP" sz="1800" b="0" i="1" smtClean="0">
                              <a:latin typeface="Cambria Math" panose="02040503050406030204" pitchFamily="18" charset="0"/>
                            </a:rPr>
                            <m:t>𝐵𝑒</m:t>
                          </m:r>
                        </m:e>
                        <m:sub>
                          <m:r>
                            <a:rPr lang="en-US" altLang="ja-JP" sz="1800" i="1">
                              <a:latin typeface="Cambria Math" panose="02040503050406030204" pitchFamily="18" charset="0"/>
                            </a:rPr>
                            <m:t>22.5</m:t>
                          </m:r>
                        </m:sub>
                      </m:sSub>
                    </m:oMath>
                  </m:oMathPara>
                </a14:m>
                <a:endParaRPr lang="en-US" altLang="ja-JP" sz="1800" dirty="0"/>
              </a:p>
              <a:p>
                <a:pPr algn="ctr"/>
                <a:r>
                  <a:rPr lang="ja-JP" altLang="en-US" sz="1800" dirty="0"/>
                  <a:t>の構造因子</a:t>
                </a:r>
                <a:r>
                  <a:rPr lang="en-US" altLang="ja-JP" sz="1800" dirty="0"/>
                  <a:t>S(Q)</a:t>
                </a:r>
                <a:br>
                  <a:rPr lang="en-US" altLang="ja-JP" sz="1800" dirty="0"/>
                </a:br>
                <a:r>
                  <a:rPr lang="en-US" altLang="ja-JP" sz="1800" dirty="0"/>
                  <a:t>(Zr, Ti </a:t>
                </a:r>
                <a:r>
                  <a:rPr lang="ja-JP" altLang="en-US" sz="1800" dirty="0"/>
                  <a:t>の</a:t>
                </a:r>
                <a:r>
                  <a:rPr lang="ja-JP" altLang="en-US" dirty="0"/>
                  <a:t>原子サイズ</a:t>
                </a:r>
                <a:r>
                  <a:rPr lang="en-US" altLang="ja-JP" dirty="0"/>
                  <a:t>0.9</a:t>
                </a:r>
                <a:r>
                  <a:rPr lang="ja-JP" altLang="en-US" dirty="0"/>
                  <a:t>倍</a:t>
                </a:r>
                <a:r>
                  <a:rPr lang="en-US" altLang="ja-JP" sz="1800" dirty="0"/>
                  <a:t>)</a:t>
                </a:r>
                <a:endParaRPr kumimoji="1" lang="ja-JP" altLang="en-US" dirty="0"/>
              </a:p>
            </p:txBody>
          </p:sp>
        </mc:Choice>
        <mc:Fallback xmlns="">
          <p:sp>
            <p:nvSpPr>
              <p:cNvPr id="15" name="テキスト ボックス 14">
                <a:extLst>
                  <a:ext uri="{FF2B5EF4-FFF2-40B4-BE49-F238E27FC236}">
                    <a16:creationId xmlns:a16="http://schemas.microsoft.com/office/drawing/2014/main" id="{817ABB6F-9EE0-E89F-5185-AD8843B51265}"/>
                  </a:ext>
                </a:extLst>
              </p:cNvPr>
              <p:cNvSpPr txBox="1">
                <a:spLocks noRot="1" noChangeAspect="1" noMove="1" noResize="1" noEditPoints="1" noAdjustHandles="1" noChangeArrowheads="1" noChangeShapeType="1" noTextEdit="1"/>
              </p:cNvSpPr>
              <p:nvPr/>
            </p:nvSpPr>
            <p:spPr>
              <a:xfrm>
                <a:off x="8647036" y="995217"/>
                <a:ext cx="3319848" cy="923330"/>
              </a:xfrm>
              <a:prstGeom prst="rect">
                <a:avLst/>
              </a:prstGeom>
              <a:blipFill>
                <a:blip r:embed="rId8"/>
                <a:stretch>
                  <a:fillRect b="-9211"/>
                </a:stretch>
              </a:blipFill>
            </p:spPr>
            <p:txBody>
              <a:bodyPr/>
              <a:lstStyle/>
              <a:p>
                <a:r>
                  <a:rPr lang="ja-JP" altLang="en-US">
                    <a:noFill/>
                  </a:rPr>
                  <a:t> </a:t>
                </a:r>
              </a:p>
            </p:txBody>
          </p:sp>
        </mc:Fallback>
      </mc:AlternateContent>
      <p:sp>
        <p:nvSpPr>
          <p:cNvPr id="4" name="テキスト ボックス 3">
            <a:extLst>
              <a:ext uri="{FF2B5EF4-FFF2-40B4-BE49-F238E27FC236}">
                <a16:creationId xmlns:a16="http://schemas.microsoft.com/office/drawing/2014/main" id="{C8C322A9-D4B3-0E11-4763-832301ADC429}"/>
              </a:ext>
            </a:extLst>
          </p:cNvPr>
          <p:cNvSpPr txBox="1"/>
          <p:nvPr/>
        </p:nvSpPr>
        <p:spPr>
          <a:xfrm>
            <a:off x="8500337" y="4295001"/>
            <a:ext cx="3613246" cy="276999"/>
          </a:xfrm>
          <a:prstGeom prst="rect">
            <a:avLst/>
          </a:prstGeom>
          <a:noFill/>
        </p:spPr>
        <p:txBody>
          <a:bodyPr wrap="square">
            <a:spAutoFit/>
          </a:bodyPr>
          <a:lstStyle/>
          <a:p>
            <a:r>
              <a:rPr lang="en-US" altLang="ja-JP" sz="1200" dirty="0"/>
              <a:t>Ref) </a:t>
            </a:r>
            <a:r>
              <a:rPr lang="en-US" altLang="ja-JP" sz="1200" dirty="0" err="1"/>
              <a:t>X.hui</a:t>
            </a:r>
            <a:r>
              <a:rPr lang="en-US" altLang="ja-JP" sz="1200" dirty="0"/>
              <a:t> et al., Acta Mater., 57 (2009) 376-391</a:t>
            </a:r>
            <a:endParaRPr lang="ja-JP" altLang="en-US" sz="1200" dirty="0"/>
          </a:p>
        </p:txBody>
      </p:sp>
    </p:spTree>
    <p:extLst>
      <p:ext uri="{BB962C8B-B14F-4D97-AF65-F5344CB8AC3E}">
        <p14:creationId xmlns:p14="http://schemas.microsoft.com/office/powerpoint/2010/main" val="3140385949"/>
      </p:ext>
    </p:extLst>
  </p:cSld>
  <p:clrMapOvr>
    <a:masterClrMapping/>
  </p:clrMapOvr>
  <mc:AlternateContent xmlns:mc="http://schemas.openxmlformats.org/markup-compatibility/2006" xmlns:p14="http://schemas.microsoft.com/office/powerpoint/2010/main">
    <mc:Choice Requires="p14">
      <p:transition spd="slow" p14:dur="2000" advTm="139"/>
    </mc:Choice>
    <mc:Fallback xmlns="">
      <p:transition spd="slow" advTm="139"/>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7B4138A-3CE2-067B-B82E-F8FD773FBC4E}"/>
              </a:ext>
            </a:extLst>
          </p:cNvPr>
          <p:cNvSpPr>
            <a:spLocks noGrp="1"/>
          </p:cNvSpPr>
          <p:nvPr>
            <p:ph type="title"/>
          </p:nvPr>
        </p:nvSpPr>
        <p:spPr>
          <a:xfrm>
            <a:off x="-1" y="23018"/>
            <a:ext cx="9341427" cy="766691"/>
          </a:xfrm>
        </p:spPr>
        <p:txBody>
          <a:bodyPr>
            <a:normAutofit fontScale="90000"/>
          </a:bodyPr>
          <a:lstStyle/>
          <a:p>
            <a:r>
              <a:rPr kumimoji="1" lang="ja-JP" altLang="en-US" sz="4400" b="1" dirty="0"/>
              <a:t>計算結果 </a:t>
            </a:r>
            <a:r>
              <a:rPr kumimoji="1" lang="en-US" altLang="ja-JP" sz="4400" dirty="0" err="1">
                <a:latin typeface="Cambria Math" panose="02040503050406030204" pitchFamily="18" charset="0"/>
                <a:ea typeface="Cambria Math" panose="02040503050406030204" pitchFamily="18" charset="0"/>
              </a:rPr>
              <a:t>ZrTiCuBe</a:t>
            </a:r>
            <a:r>
              <a:rPr lang="ja-JP" altLang="en-US" sz="4400" dirty="0">
                <a:latin typeface="Cambria Math" panose="02040503050406030204" pitchFamily="18" charset="0"/>
                <a:ea typeface="Cambria Math" panose="02040503050406030204" pitchFamily="18" charset="0"/>
              </a:rPr>
              <a:t> </a:t>
            </a:r>
            <a:r>
              <a:rPr kumimoji="1" lang="en-US" altLang="ja-JP" sz="4400" dirty="0">
                <a:latin typeface="Cambria Math" panose="02040503050406030204" pitchFamily="18" charset="0"/>
                <a:ea typeface="Cambria Math" panose="02040503050406030204" pitchFamily="18" charset="0"/>
              </a:rPr>
              <a:t>(Voronoi</a:t>
            </a:r>
            <a:r>
              <a:rPr kumimoji="1" lang="ja-JP" altLang="en-US" sz="4400" dirty="0">
                <a:latin typeface="Cambria Math" panose="02040503050406030204" pitchFamily="18" charset="0"/>
                <a:ea typeface="Cambria Math" panose="02040503050406030204" pitchFamily="18" charset="0"/>
              </a:rPr>
              <a:t>多面体解析</a:t>
            </a:r>
            <a:r>
              <a:rPr kumimoji="1" lang="en-US" altLang="ja-JP" sz="4400" dirty="0">
                <a:latin typeface="Cambria Math" panose="02040503050406030204" pitchFamily="18" charset="0"/>
                <a:ea typeface="Cambria Math" panose="02040503050406030204" pitchFamily="18" charset="0"/>
              </a:rPr>
              <a:t>)</a:t>
            </a:r>
            <a:endParaRPr kumimoji="1" lang="ja-JP" altLang="en-US" dirty="0"/>
          </a:p>
        </p:txBody>
      </p:sp>
      <p:graphicFrame>
        <p:nvGraphicFramePr>
          <p:cNvPr id="4" name="グラフ 3">
            <a:extLst>
              <a:ext uri="{FF2B5EF4-FFF2-40B4-BE49-F238E27FC236}">
                <a16:creationId xmlns:a16="http://schemas.microsoft.com/office/drawing/2014/main" id="{D8FCBF75-F351-63C2-7649-E72579FB0D86}"/>
              </a:ext>
            </a:extLst>
          </p:cNvPr>
          <p:cNvGraphicFramePr>
            <a:graphicFrameLocks/>
          </p:cNvGraphicFramePr>
          <p:nvPr>
            <p:extLst>
              <p:ext uri="{D42A27DB-BD31-4B8C-83A1-F6EECF244321}">
                <p14:modId xmlns:p14="http://schemas.microsoft.com/office/powerpoint/2010/main" val="3035772151"/>
              </p:ext>
            </p:extLst>
          </p:nvPr>
        </p:nvGraphicFramePr>
        <p:xfrm>
          <a:off x="0" y="1148142"/>
          <a:ext cx="4572000" cy="274320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5" name="グラフ 4">
            <a:extLst>
              <a:ext uri="{FF2B5EF4-FFF2-40B4-BE49-F238E27FC236}">
                <a16:creationId xmlns:a16="http://schemas.microsoft.com/office/drawing/2014/main" id="{0022D3AC-9628-9752-F6C8-46F24BEA5CE9}"/>
              </a:ext>
            </a:extLst>
          </p:cNvPr>
          <p:cNvGraphicFramePr>
            <a:graphicFrameLocks/>
          </p:cNvGraphicFramePr>
          <p:nvPr>
            <p:extLst>
              <p:ext uri="{D42A27DB-BD31-4B8C-83A1-F6EECF244321}">
                <p14:modId xmlns:p14="http://schemas.microsoft.com/office/powerpoint/2010/main" val="1460273036"/>
              </p:ext>
            </p:extLst>
          </p:nvPr>
        </p:nvGraphicFramePr>
        <p:xfrm>
          <a:off x="4509780" y="1146931"/>
          <a:ext cx="4572000" cy="2743200"/>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6" name="グラフ 5">
            <a:extLst>
              <a:ext uri="{FF2B5EF4-FFF2-40B4-BE49-F238E27FC236}">
                <a16:creationId xmlns:a16="http://schemas.microsoft.com/office/drawing/2014/main" id="{3079FE6A-7FF2-BF84-040B-E8E518A683A5}"/>
              </a:ext>
            </a:extLst>
          </p:cNvPr>
          <p:cNvGraphicFramePr>
            <a:graphicFrameLocks/>
          </p:cNvGraphicFramePr>
          <p:nvPr>
            <p:extLst>
              <p:ext uri="{D42A27DB-BD31-4B8C-83A1-F6EECF244321}">
                <p14:modId xmlns:p14="http://schemas.microsoft.com/office/powerpoint/2010/main" val="3860176429"/>
              </p:ext>
            </p:extLst>
          </p:nvPr>
        </p:nvGraphicFramePr>
        <p:xfrm>
          <a:off x="-11073" y="4191756"/>
          <a:ext cx="4572000" cy="2743200"/>
        </p:xfrm>
        <a:graphic>
          <a:graphicData uri="http://schemas.openxmlformats.org/drawingml/2006/chart">
            <c:chart xmlns:c="http://schemas.openxmlformats.org/drawingml/2006/chart" xmlns:r="http://schemas.openxmlformats.org/officeDocument/2006/relationships" r:id="rId5"/>
          </a:graphicData>
        </a:graphic>
      </p:graphicFrame>
      <p:graphicFrame>
        <p:nvGraphicFramePr>
          <p:cNvPr id="7" name="グラフ 6">
            <a:extLst>
              <a:ext uri="{FF2B5EF4-FFF2-40B4-BE49-F238E27FC236}">
                <a16:creationId xmlns:a16="http://schemas.microsoft.com/office/drawing/2014/main" id="{8F628B6D-884F-F660-EEB1-77C539A12EDB}"/>
              </a:ext>
            </a:extLst>
          </p:cNvPr>
          <p:cNvGraphicFramePr>
            <a:graphicFrameLocks/>
          </p:cNvGraphicFramePr>
          <p:nvPr>
            <p:extLst>
              <p:ext uri="{D42A27DB-BD31-4B8C-83A1-F6EECF244321}">
                <p14:modId xmlns:p14="http://schemas.microsoft.com/office/powerpoint/2010/main" val="2716458834"/>
              </p:ext>
            </p:extLst>
          </p:nvPr>
        </p:nvGraphicFramePr>
        <p:xfrm>
          <a:off x="4572000" y="4190545"/>
          <a:ext cx="4572000" cy="2743200"/>
        </p:xfrm>
        <a:graphic>
          <a:graphicData uri="http://schemas.openxmlformats.org/drawingml/2006/chart">
            <c:chart xmlns:c="http://schemas.openxmlformats.org/drawingml/2006/chart" xmlns:r="http://schemas.openxmlformats.org/officeDocument/2006/relationships" r:id="rId6"/>
          </a:graphicData>
        </a:graphic>
      </p:graphicFrame>
      <p:sp>
        <p:nvSpPr>
          <p:cNvPr id="9" name="テキスト ボックス 8">
            <a:extLst>
              <a:ext uri="{FF2B5EF4-FFF2-40B4-BE49-F238E27FC236}">
                <a16:creationId xmlns:a16="http://schemas.microsoft.com/office/drawing/2014/main" id="{98EB399A-F96C-0C08-302D-B459B39861DD}"/>
              </a:ext>
            </a:extLst>
          </p:cNvPr>
          <p:cNvSpPr txBox="1"/>
          <p:nvPr/>
        </p:nvSpPr>
        <p:spPr>
          <a:xfrm>
            <a:off x="1970629" y="963476"/>
            <a:ext cx="900903" cy="369332"/>
          </a:xfrm>
          <a:prstGeom prst="rect">
            <a:avLst/>
          </a:prstGeom>
          <a:noFill/>
        </p:spPr>
        <p:txBody>
          <a:bodyPr wrap="square">
            <a:spAutoFit/>
          </a:bodyPr>
          <a:lstStyle/>
          <a:p>
            <a:r>
              <a:rPr kumimoji="1" lang="en-US" altLang="ja-JP" dirty="0"/>
              <a:t>Zr</a:t>
            </a:r>
            <a:r>
              <a:rPr kumimoji="1" lang="ja-JP" altLang="en-US" dirty="0"/>
              <a:t>中心</a:t>
            </a:r>
          </a:p>
        </p:txBody>
      </p:sp>
      <p:sp>
        <p:nvSpPr>
          <p:cNvPr id="10" name="テキスト ボックス 9">
            <a:extLst>
              <a:ext uri="{FF2B5EF4-FFF2-40B4-BE49-F238E27FC236}">
                <a16:creationId xmlns:a16="http://schemas.microsoft.com/office/drawing/2014/main" id="{5C29ABEE-CDAF-447F-88D1-19FAF93D04C5}"/>
              </a:ext>
            </a:extLst>
          </p:cNvPr>
          <p:cNvSpPr txBox="1"/>
          <p:nvPr/>
        </p:nvSpPr>
        <p:spPr>
          <a:xfrm>
            <a:off x="6641893" y="957995"/>
            <a:ext cx="869372" cy="369332"/>
          </a:xfrm>
          <a:prstGeom prst="rect">
            <a:avLst/>
          </a:prstGeom>
          <a:noFill/>
        </p:spPr>
        <p:txBody>
          <a:bodyPr wrap="square">
            <a:spAutoFit/>
          </a:bodyPr>
          <a:lstStyle/>
          <a:p>
            <a:r>
              <a:rPr kumimoji="1" lang="en-US" altLang="ja-JP" dirty="0"/>
              <a:t>Ti</a:t>
            </a:r>
            <a:r>
              <a:rPr kumimoji="1" lang="ja-JP" altLang="en-US" dirty="0"/>
              <a:t>中心</a:t>
            </a:r>
          </a:p>
        </p:txBody>
      </p:sp>
      <p:sp>
        <p:nvSpPr>
          <p:cNvPr id="11" name="テキスト ボックス 10">
            <a:extLst>
              <a:ext uri="{FF2B5EF4-FFF2-40B4-BE49-F238E27FC236}">
                <a16:creationId xmlns:a16="http://schemas.microsoft.com/office/drawing/2014/main" id="{E748A790-0BD1-5693-C8E3-F97553C21B56}"/>
              </a:ext>
            </a:extLst>
          </p:cNvPr>
          <p:cNvSpPr txBox="1"/>
          <p:nvPr/>
        </p:nvSpPr>
        <p:spPr>
          <a:xfrm>
            <a:off x="1913571" y="3986823"/>
            <a:ext cx="957961" cy="369332"/>
          </a:xfrm>
          <a:prstGeom prst="rect">
            <a:avLst/>
          </a:prstGeom>
          <a:noFill/>
        </p:spPr>
        <p:txBody>
          <a:bodyPr wrap="square">
            <a:spAutoFit/>
          </a:bodyPr>
          <a:lstStyle/>
          <a:p>
            <a:r>
              <a:rPr lang="en-US" altLang="ja-JP" dirty="0"/>
              <a:t>Cu</a:t>
            </a:r>
            <a:r>
              <a:rPr kumimoji="1" lang="ja-JP" altLang="en-US" dirty="0"/>
              <a:t>中心</a:t>
            </a:r>
          </a:p>
        </p:txBody>
      </p:sp>
      <p:sp>
        <p:nvSpPr>
          <p:cNvPr id="12" name="テキスト ボックス 11">
            <a:extLst>
              <a:ext uri="{FF2B5EF4-FFF2-40B4-BE49-F238E27FC236}">
                <a16:creationId xmlns:a16="http://schemas.microsoft.com/office/drawing/2014/main" id="{8826A484-B361-BBA4-2811-1D2C08C6D66D}"/>
              </a:ext>
            </a:extLst>
          </p:cNvPr>
          <p:cNvSpPr txBox="1"/>
          <p:nvPr/>
        </p:nvSpPr>
        <p:spPr>
          <a:xfrm>
            <a:off x="6508308" y="4004668"/>
            <a:ext cx="1034767" cy="369332"/>
          </a:xfrm>
          <a:prstGeom prst="rect">
            <a:avLst/>
          </a:prstGeom>
          <a:noFill/>
        </p:spPr>
        <p:txBody>
          <a:bodyPr wrap="square">
            <a:spAutoFit/>
          </a:bodyPr>
          <a:lstStyle/>
          <a:p>
            <a:r>
              <a:rPr kumimoji="1" lang="en-US" altLang="ja-JP" dirty="0"/>
              <a:t>Be</a:t>
            </a:r>
            <a:r>
              <a:rPr kumimoji="1" lang="ja-JP" altLang="en-US" dirty="0"/>
              <a:t>中心</a:t>
            </a:r>
          </a:p>
        </p:txBody>
      </p:sp>
      <p:sp>
        <p:nvSpPr>
          <p:cNvPr id="13" name="テキスト ボックス 12">
            <a:extLst>
              <a:ext uri="{FF2B5EF4-FFF2-40B4-BE49-F238E27FC236}">
                <a16:creationId xmlns:a16="http://schemas.microsoft.com/office/drawing/2014/main" id="{07E99F24-89B7-81B4-E021-ED0D22AC0C0B}"/>
              </a:ext>
            </a:extLst>
          </p:cNvPr>
          <p:cNvSpPr txBox="1"/>
          <p:nvPr/>
        </p:nvSpPr>
        <p:spPr>
          <a:xfrm>
            <a:off x="9155073" y="225809"/>
            <a:ext cx="2940627" cy="6555641"/>
          </a:xfrm>
          <a:prstGeom prst="rect">
            <a:avLst/>
          </a:prstGeom>
          <a:noFill/>
          <a:ln w="28575">
            <a:solidFill>
              <a:schemeClr val="accent2"/>
            </a:solidFill>
          </a:ln>
        </p:spPr>
        <p:txBody>
          <a:bodyPr wrap="square" rtlCol="0" anchor="ctr">
            <a:spAutoFit/>
          </a:bodyPr>
          <a:lstStyle/>
          <a:p>
            <a:r>
              <a:rPr kumimoji="1" lang="ja-JP" altLang="en-US" sz="2000" dirty="0"/>
              <a:t>・</a:t>
            </a:r>
            <a:r>
              <a:rPr kumimoji="1" lang="en-US" altLang="ja-JP" sz="2000" dirty="0"/>
              <a:t>Zr, Ti </a:t>
            </a:r>
            <a:r>
              <a:rPr lang="ja-JP" altLang="en-US" sz="2000" dirty="0"/>
              <a:t>の原子サイズを</a:t>
            </a:r>
            <a:r>
              <a:rPr lang="en-US" altLang="ja-JP" sz="2000" dirty="0"/>
              <a:t>0.9</a:t>
            </a:r>
            <a:r>
              <a:rPr lang="ja-JP" altLang="en-US" sz="2000" dirty="0"/>
              <a:t>倍にすると</a:t>
            </a:r>
            <a:r>
              <a:rPr kumimoji="1" lang="en-US" altLang="ja-JP" sz="2000" dirty="0"/>
              <a:t>Voronoi</a:t>
            </a:r>
            <a:r>
              <a:rPr kumimoji="1" lang="ja-JP" altLang="en-US" sz="2000" dirty="0"/>
              <a:t>多面体解析の結果に大きな違いがみられた。</a:t>
            </a:r>
            <a:endParaRPr kumimoji="1" lang="en-US" altLang="ja-JP" sz="2000" dirty="0"/>
          </a:p>
          <a:p>
            <a:endParaRPr kumimoji="1" lang="en-US" altLang="ja-JP" sz="2000" dirty="0"/>
          </a:p>
          <a:p>
            <a:r>
              <a:rPr lang="ja-JP" altLang="en-US" sz="2000" dirty="0"/>
              <a:t>・</a:t>
            </a:r>
            <a:r>
              <a:rPr kumimoji="1" lang="en-US" altLang="ja-JP" sz="2000" dirty="0"/>
              <a:t> Zr, Ti </a:t>
            </a:r>
            <a:r>
              <a:rPr lang="ja-JP" altLang="en-US" sz="2000" dirty="0"/>
              <a:t>の原子サイズを</a:t>
            </a:r>
            <a:r>
              <a:rPr lang="en-US" altLang="ja-JP" sz="2000" dirty="0"/>
              <a:t>0.9</a:t>
            </a:r>
            <a:r>
              <a:rPr lang="ja-JP" altLang="en-US" sz="2000" dirty="0"/>
              <a:t>倍にすると正</a:t>
            </a:r>
            <a:r>
              <a:rPr lang="en-US" altLang="ja-JP" sz="2000" dirty="0"/>
              <a:t>20</a:t>
            </a:r>
            <a:r>
              <a:rPr lang="ja-JP" altLang="en-US" sz="2000" dirty="0"/>
              <a:t>面体関係のクラスタの減少した。</a:t>
            </a:r>
            <a:endParaRPr lang="en-US" altLang="ja-JP" sz="2000" dirty="0"/>
          </a:p>
          <a:p>
            <a:endParaRPr lang="en-US" altLang="ja-JP" sz="2000" dirty="0"/>
          </a:p>
          <a:p>
            <a:r>
              <a:rPr kumimoji="1" lang="ja-JP" altLang="en-US" sz="2000" dirty="0"/>
              <a:t>・</a:t>
            </a:r>
            <a:r>
              <a:rPr kumimoji="1" lang="en-US" altLang="ja-JP" sz="2000" dirty="0"/>
              <a:t> Zr, Ti </a:t>
            </a:r>
            <a:r>
              <a:rPr lang="ja-JP" altLang="en-US" sz="2000" dirty="0"/>
              <a:t>の原始サイズを</a:t>
            </a:r>
            <a:r>
              <a:rPr kumimoji="1" lang="en-US" altLang="ja-JP" sz="2000" dirty="0"/>
              <a:t>1.1</a:t>
            </a:r>
            <a:r>
              <a:rPr kumimoji="1" lang="ja-JP" altLang="en-US" sz="2000" dirty="0"/>
              <a:t>倍にすると</a:t>
            </a:r>
            <a:r>
              <a:rPr kumimoji="1" lang="en-US" altLang="ja-JP" sz="2000" dirty="0"/>
              <a:t>5</a:t>
            </a:r>
            <a:r>
              <a:rPr kumimoji="1" lang="ja-JP" altLang="en-US" sz="2000" dirty="0"/>
              <a:t>角形面が増加し、構造因子は</a:t>
            </a:r>
            <a:r>
              <a:rPr lang="ja-JP" altLang="en-US" sz="2000" dirty="0"/>
              <a:t>実験値に近づいた。</a:t>
            </a:r>
            <a:endParaRPr lang="en-US" altLang="ja-JP" sz="2000" dirty="0"/>
          </a:p>
          <a:p>
            <a:endParaRPr kumimoji="1" lang="en-US" altLang="ja-JP" sz="2000" dirty="0"/>
          </a:p>
          <a:p>
            <a:r>
              <a:rPr kumimoji="1" lang="ja-JP" altLang="en-US" sz="2000" dirty="0"/>
              <a:t>・</a:t>
            </a:r>
            <a:r>
              <a:rPr kumimoji="1" lang="en-US" altLang="ja-JP" sz="2000" dirty="0"/>
              <a:t>Be</a:t>
            </a:r>
            <a:r>
              <a:rPr kumimoji="1" lang="ja-JP" altLang="en-US" sz="2000" dirty="0"/>
              <a:t>中心の</a:t>
            </a:r>
            <a:r>
              <a:rPr kumimoji="1" lang="en-US" altLang="ja-JP" sz="2000" dirty="0"/>
              <a:t>Voronoi</a:t>
            </a:r>
            <a:r>
              <a:rPr kumimoji="1" lang="ja-JP" altLang="en-US" sz="2000" dirty="0"/>
              <a:t>多面体解析結果は基準としたときと原子間サイズを</a:t>
            </a:r>
            <a:r>
              <a:rPr kumimoji="1" lang="en-US" altLang="ja-JP" sz="2000" dirty="0"/>
              <a:t>1.1</a:t>
            </a:r>
            <a:r>
              <a:rPr kumimoji="1" lang="ja-JP" altLang="en-US" sz="2000" dirty="0"/>
              <a:t>倍にしたときとで大きな変化はみられなかった。</a:t>
            </a:r>
            <a:endParaRPr kumimoji="1" lang="en-US" altLang="ja-JP" sz="2000" dirty="0"/>
          </a:p>
        </p:txBody>
      </p:sp>
      <p:sp>
        <p:nvSpPr>
          <p:cNvPr id="3" name="正方形/長方形 2">
            <a:extLst>
              <a:ext uri="{FF2B5EF4-FFF2-40B4-BE49-F238E27FC236}">
                <a16:creationId xmlns:a16="http://schemas.microsoft.com/office/drawing/2014/main" id="{B782C3EB-4743-F6B9-E268-85B5199C5654}"/>
              </a:ext>
            </a:extLst>
          </p:cNvPr>
          <p:cNvSpPr/>
          <p:nvPr/>
        </p:nvSpPr>
        <p:spPr>
          <a:xfrm>
            <a:off x="4888721" y="2334304"/>
            <a:ext cx="752027" cy="152508"/>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正方形/長方形 7">
            <a:extLst>
              <a:ext uri="{FF2B5EF4-FFF2-40B4-BE49-F238E27FC236}">
                <a16:creationId xmlns:a16="http://schemas.microsoft.com/office/drawing/2014/main" id="{999524E3-2352-ECA6-DA5F-AD9E97A8E996}"/>
              </a:ext>
            </a:extLst>
          </p:cNvPr>
          <p:cNvSpPr/>
          <p:nvPr/>
        </p:nvSpPr>
        <p:spPr>
          <a:xfrm>
            <a:off x="337471" y="1832454"/>
            <a:ext cx="757403" cy="198368"/>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4" name="正方形/長方形 13">
            <a:extLst>
              <a:ext uri="{FF2B5EF4-FFF2-40B4-BE49-F238E27FC236}">
                <a16:creationId xmlns:a16="http://schemas.microsoft.com/office/drawing/2014/main" id="{96238EF6-3DDE-76D2-A489-8823E9595B5B}"/>
              </a:ext>
            </a:extLst>
          </p:cNvPr>
          <p:cNvSpPr/>
          <p:nvPr/>
        </p:nvSpPr>
        <p:spPr>
          <a:xfrm>
            <a:off x="4883727" y="6141168"/>
            <a:ext cx="793497" cy="151425"/>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22" name="図 21">
            <a:extLst>
              <a:ext uri="{FF2B5EF4-FFF2-40B4-BE49-F238E27FC236}">
                <a16:creationId xmlns:a16="http://schemas.microsoft.com/office/drawing/2014/main" id="{51EF9879-523F-F640-6F07-D91CFE0EF936}"/>
              </a:ext>
            </a:extLst>
          </p:cNvPr>
          <p:cNvPicPr>
            <a:picLocks noChangeAspect="1"/>
          </p:cNvPicPr>
          <p:nvPr/>
        </p:nvPicPr>
        <p:blipFill>
          <a:blip r:embed="rId7">
            <a:extLst>
              <a:ext uri="{28A0092B-C50C-407E-A947-70E740481C1C}">
                <a14:useLocalDpi xmlns:a14="http://schemas.microsoft.com/office/drawing/2010/main" val="0"/>
              </a:ext>
            </a:extLst>
          </a:blip>
          <a:srcRect l="24856" r="25850"/>
          <a:stretch/>
        </p:blipFill>
        <p:spPr>
          <a:xfrm>
            <a:off x="3203162" y="4877964"/>
            <a:ext cx="1114605" cy="1520324"/>
          </a:xfrm>
          <a:prstGeom prst="rect">
            <a:avLst/>
          </a:prstGeom>
        </p:spPr>
      </p:pic>
      <p:pic>
        <p:nvPicPr>
          <p:cNvPr id="24" name="図 23">
            <a:extLst>
              <a:ext uri="{FF2B5EF4-FFF2-40B4-BE49-F238E27FC236}">
                <a16:creationId xmlns:a16="http://schemas.microsoft.com/office/drawing/2014/main" id="{BF2C4732-E8C9-4107-DB54-9EF56964357F}"/>
              </a:ext>
            </a:extLst>
          </p:cNvPr>
          <p:cNvPicPr>
            <a:picLocks noChangeAspect="1"/>
          </p:cNvPicPr>
          <p:nvPr/>
        </p:nvPicPr>
        <p:blipFill>
          <a:blip r:embed="rId8">
            <a:extLst>
              <a:ext uri="{28A0092B-C50C-407E-A947-70E740481C1C}">
                <a14:useLocalDpi xmlns:a14="http://schemas.microsoft.com/office/drawing/2010/main" val="0"/>
              </a:ext>
            </a:extLst>
          </a:blip>
          <a:srcRect l="25201" t="17350" r="27340" b="11913"/>
          <a:stretch/>
        </p:blipFill>
        <p:spPr>
          <a:xfrm>
            <a:off x="7543075" y="5079640"/>
            <a:ext cx="1104811" cy="1107185"/>
          </a:xfrm>
          <a:prstGeom prst="rect">
            <a:avLst/>
          </a:prstGeom>
        </p:spPr>
      </p:pic>
      <p:pic>
        <p:nvPicPr>
          <p:cNvPr id="28" name="図 27">
            <a:extLst>
              <a:ext uri="{FF2B5EF4-FFF2-40B4-BE49-F238E27FC236}">
                <a16:creationId xmlns:a16="http://schemas.microsoft.com/office/drawing/2014/main" id="{6F0A0387-179E-6A60-17C0-F69455A7E16F}"/>
              </a:ext>
            </a:extLst>
          </p:cNvPr>
          <p:cNvPicPr>
            <a:picLocks noChangeAspect="1"/>
          </p:cNvPicPr>
          <p:nvPr/>
        </p:nvPicPr>
        <p:blipFill>
          <a:blip r:embed="rId9">
            <a:extLst>
              <a:ext uri="{28A0092B-C50C-407E-A947-70E740481C1C}">
                <a14:useLocalDpi xmlns:a14="http://schemas.microsoft.com/office/drawing/2010/main" val="0"/>
              </a:ext>
            </a:extLst>
          </a:blip>
          <a:srcRect l="18546" r="19319"/>
          <a:stretch/>
        </p:blipFill>
        <p:spPr>
          <a:xfrm>
            <a:off x="3190198" y="1686367"/>
            <a:ext cx="1052393" cy="1491854"/>
          </a:xfrm>
          <a:prstGeom prst="rect">
            <a:avLst/>
          </a:prstGeom>
        </p:spPr>
      </p:pic>
      <p:pic>
        <p:nvPicPr>
          <p:cNvPr id="30" name="図 29">
            <a:extLst>
              <a:ext uri="{FF2B5EF4-FFF2-40B4-BE49-F238E27FC236}">
                <a16:creationId xmlns:a16="http://schemas.microsoft.com/office/drawing/2014/main" id="{BA49EB94-DF10-9DA8-7E76-DA682F347264}"/>
              </a:ext>
            </a:extLst>
          </p:cNvPr>
          <p:cNvPicPr>
            <a:picLocks noChangeAspect="1"/>
          </p:cNvPicPr>
          <p:nvPr/>
        </p:nvPicPr>
        <p:blipFill>
          <a:blip r:embed="rId10">
            <a:extLst>
              <a:ext uri="{28A0092B-C50C-407E-A947-70E740481C1C}">
                <a14:useLocalDpi xmlns:a14="http://schemas.microsoft.com/office/drawing/2010/main" val="0"/>
              </a:ext>
            </a:extLst>
          </a:blip>
          <a:srcRect l="22908" r="24475"/>
          <a:stretch/>
        </p:blipFill>
        <p:spPr>
          <a:xfrm>
            <a:off x="7824928" y="1710059"/>
            <a:ext cx="1055999" cy="1349381"/>
          </a:xfrm>
          <a:prstGeom prst="rect">
            <a:avLst/>
          </a:prstGeom>
        </p:spPr>
      </p:pic>
      <p:sp>
        <p:nvSpPr>
          <p:cNvPr id="15" name="テキスト ボックス 14">
            <a:extLst>
              <a:ext uri="{FF2B5EF4-FFF2-40B4-BE49-F238E27FC236}">
                <a16:creationId xmlns:a16="http://schemas.microsoft.com/office/drawing/2014/main" id="{C02559B0-CBD1-FFAD-38BA-E26C11C34AB7}"/>
              </a:ext>
            </a:extLst>
          </p:cNvPr>
          <p:cNvSpPr txBox="1"/>
          <p:nvPr/>
        </p:nvSpPr>
        <p:spPr>
          <a:xfrm>
            <a:off x="3653556" y="2915033"/>
            <a:ext cx="1185202" cy="253916"/>
          </a:xfrm>
          <a:prstGeom prst="rect">
            <a:avLst/>
          </a:prstGeom>
          <a:noFill/>
        </p:spPr>
        <p:txBody>
          <a:bodyPr wrap="square" rtlCol="0">
            <a:spAutoFit/>
          </a:bodyPr>
          <a:lstStyle/>
          <a:p>
            <a:r>
              <a:rPr lang="ja-JP" altLang="en-US" sz="1050" dirty="0"/>
              <a:t>配位数</a:t>
            </a:r>
            <a:r>
              <a:rPr lang="en-US" altLang="ja-JP" sz="1050" dirty="0"/>
              <a:t>14</a:t>
            </a:r>
            <a:endParaRPr kumimoji="1" lang="ja-JP" altLang="en-US" sz="1050" dirty="0"/>
          </a:p>
        </p:txBody>
      </p:sp>
      <p:sp>
        <p:nvSpPr>
          <p:cNvPr id="16" name="テキスト ボックス 15">
            <a:extLst>
              <a:ext uri="{FF2B5EF4-FFF2-40B4-BE49-F238E27FC236}">
                <a16:creationId xmlns:a16="http://schemas.microsoft.com/office/drawing/2014/main" id="{08E702DE-27AB-6458-18FC-BDDE0A5EB817}"/>
              </a:ext>
            </a:extLst>
          </p:cNvPr>
          <p:cNvSpPr txBox="1"/>
          <p:nvPr/>
        </p:nvSpPr>
        <p:spPr>
          <a:xfrm>
            <a:off x="8159770" y="2961828"/>
            <a:ext cx="1185202" cy="253916"/>
          </a:xfrm>
          <a:prstGeom prst="rect">
            <a:avLst/>
          </a:prstGeom>
          <a:noFill/>
        </p:spPr>
        <p:txBody>
          <a:bodyPr wrap="square" rtlCol="0">
            <a:spAutoFit/>
          </a:bodyPr>
          <a:lstStyle/>
          <a:p>
            <a:r>
              <a:rPr lang="ja-JP" altLang="en-US" sz="1050" dirty="0"/>
              <a:t>配位数</a:t>
            </a:r>
            <a:r>
              <a:rPr lang="en-US" altLang="ja-JP" sz="1050" dirty="0"/>
              <a:t>13</a:t>
            </a:r>
            <a:endParaRPr kumimoji="1" lang="ja-JP" altLang="en-US" sz="1050" dirty="0"/>
          </a:p>
        </p:txBody>
      </p:sp>
      <p:sp>
        <p:nvSpPr>
          <p:cNvPr id="17" name="テキスト ボックス 16">
            <a:extLst>
              <a:ext uri="{FF2B5EF4-FFF2-40B4-BE49-F238E27FC236}">
                <a16:creationId xmlns:a16="http://schemas.microsoft.com/office/drawing/2014/main" id="{974CA48D-5A71-D977-9370-835DD250113A}"/>
              </a:ext>
            </a:extLst>
          </p:cNvPr>
          <p:cNvSpPr txBox="1"/>
          <p:nvPr/>
        </p:nvSpPr>
        <p:spPr>
          <a:xfrm>
            <a:off x="3638917" y="6016666"/>
            <a:ext cx="1185202" cy="253916"/>
          </a:xfrm>
          <a:prstGeom prst="rect">
            <a:avLst/>
          </a:prstGeom>
          <a:noFill/>
        </p:spPr>
        <p:txBody>
          <a:bodyPr wrap="square" rtlCol="0">
            <a:spAutoFit/>
          </a:bodyPr>
          <a:lstStyle/>
          <a:p>
            <a:r>
              <a:rPr lang="ja-JP" altLang="en-US" sz="1050" dirty="0"/>
              <a:t>配位数</a:t>
            </a:r>
            <a:r>
              <a:rPr lang="en-US" altLang="ja-JP" sz="1050" dirty="0"/>
              <a:t>10</a:t>
            </a:r>
            <a:endParaRPr kumimoji="1" lang="ja-JP" altLang="en-US" sz="1050" dirty="0"/>
          </a:p>
        </p:txBody>
      </p:sp>
      <p:sp>
        <p:nvSpPr>
          <p:cNvPr id="18" name="テキスト ボックス 17">
            <a:extLst>
              <a:ext uri="{FF2B5EF4-FFF2-40B4-BE49-F238E27FC236}">
                <a16:creationId xmlns:a16="http://schemas.microsoft.com/office/drawing/2014/main" id="{BF1354F0-23C0-8063-52AD-A349905D21FC}"/>
              </a:ext>
            </a:extLst>
          </p:cNvPr>
          <p:cNvSpPr txBox="1"/>
          <p:nvPr/>
        </p:nvSpPr>
        <p:spPr>
          <a:xfrm>
            <a:off x="8166935" y="5933306"/>
            <a:ext cx="1185202" cy="253916"/>
          </a:xfrm>
          <a:prstGeom prst="rect">
            <a:avLst/>
          </a:prstGeom>
          <a:noFill/>
        </p:spPr>
        <p:txBody>
          <a:bodyPr wrap="square" rtlCol="0">
            <a:spAutoFit/>
          </a:bodyPr>
          <a:lstStyle/>
          <a:p>
            <a:r>
              <a:rPr lang="ja-JP" altLang="en-US" sz="1050" dirty="0"/>
              <a:t>配位数</a:t>
            </a:r>
            <a:r>
              <a:rPr lang="en-US" altLang="ja-JP" sz="1050" dirty="0"/>
              <a:t>9</a:t>
            </a:r>
            <a:endParaRPr kumimoji="1" lang="ja-JP" altLang="en-US" sz="1050" dirty="0"/>
          </a:p>
        </p:txBody>
      </p:sp>
      <p:sp>
        <p:nvSpPr>
          <p:cNvPr id="20" name="正方形/長方形 19">
            <a:extLst>
              <a:ext uri="{FF2B5EF4-FFF2-40B4-BE49-F238E27FC236}">
                <a16:creationId xmlns:a16="http://schemas.microsoft.com/office/drawing/2014/main" id="{D7E5AEA0-B11E-7D2A-118F-30FA7381C59B}"/>
              </a:ext>
            </a:extLst>
          </p:cNvPr>
          <p:cNvSpPr/>
          <p:nvPr/>
        </p:nvSpPr>
        <p:spPr>
          <a:xfrm>
            <a:off x="365545" y="5333685"/>
            <a:ext cx="757403" cy="198368"/>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Tree>
    <p:extLst>
      <p:ext uri="{BB962C8B-B14F-4D97-AF65-F5344CB8AC3E}">
        <p14:creationId xmlns:p14="http://schemas.microsoft.com/office/powerpoint/2010/main" val="132901604"/>
      </p:ext>
    </p:extLst>
  </p:cSld>
  <p:clrMapOvr>
    <a:masterClrMapping/>
  </p:clrMapOvr>
  <mc:AlternateContent xmlns:mc="http://schemas.openxmlformats.org/markup-compatibility/2006" xmlns:p14="http://schemas.microsoft.com/office/powerpoint/2010/main">
    <mc:Choice Requires="p14">
      <p:transition spd="slow" p14:dur="2000" advTm="277"/>
    </mc:Choice>
    <mc:Fallback xmlns="">
      <p:transition spd="slow" advTm="277"/>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A2055DC-8569-5780-B6D2-FCAABEFB3783}"/>
              </a:ext>
            </a:extLst>
          </p:cNvPr>
          <p:cNvSpPr>
            <a:spLocks noGrp="1"/>
          </p:cNvSpPr>
          <p:nvPr>
            <p:ph type="title"/>
          </p:nvPr>
        </p:nvSpPr>
        <p:spPr>
          <a:xfrm>
            <a:off x="160660" y="0"/>
            <a:ext cx="1395424" cy="1062490"/>
          </a:xfrm>
        </p:spPr>
        <p:txBody>
          <a:bodyPr>
            <a:normAutofit/>
          </a:bodyPr>
          <a:lstStyle/>
          <a:p>
            <a:r>
              <a:rPr lang="ja-JP" altLang="en-US" sz="3600" b="1" dirty="0"/>
              <a:t>結言</a:t>
            </a:r>
            <a:endParaRPr kumimoji="1" lang="ja-JP" altLang="en-US" sz="3600" b="1" dirty="0"/>
          </a:p>
        </p:txBody>
      </p:sp>
      <mc:AlternateContent xmlns:mc="http://schemas.openxmlformats.org/markup-compatibility/2006" xmlns:a14="http://schemas.microsoft.com/office/drawing/2010/main">
        <mc:Choice Requires="a14">
          <p:sp>
            <p:nvSpPr>
              <p:cNvPr id="3" name="コンテンツ プレースホルダー 2">
                <a:extLst>
                  <a:ext uri="{FF2B5EF4-FFF2-40B4-BE49-F238E27FC236}">
                    <a16:creationId xmlns:a16="http://schemas.microsoft.com/office/drawing/2014/main" id="{E4D28902-E304-FB33-ED07-38568BBA0CA1}"/>
                  </a:ext>
                </a:extLst>
              </p:cNvPr>
              <p:cNvSpPr>
                <a:spLocks noGrp="1"/>
              </p:cNvSpPr>
              <p:nvPr>
                <p:ph idx="1"/>
              </p:nvPr>
            </p:nvSpPr>
            <p:spPr>
              <a:xfrm>
                <a:off x="160660" y="958645"/>
                <a:ext cx="11870679" cy="5733100"/>
              </a:xfrm>
              <a:solidFill>
                <a:srgbClr val="DAE3F3"/>
              </a:solidFill>
              <a:ln w="28575">
                <a:noFill/>
              </a:ln>
            </p:spPr>
            <p:txBody>
              <a:bodyPr anchor="ctr">
                <a:normAutofit fontScale="32500" lnSpcReduction="20000"/>
              </a:bodyPr>
              <a:lstStyle/>
              <a:p>
                <a:pPr marL="0" indent="0">
                  <a:lnSpc>
                    <a:spcPct val="170000"/>
                  </a:lnSpc>
                  <a:buNone/>
                </a:pPr>
                <a:r>
                  <a:rPr kumimoji="1" lang="ja-JP" altLang="en-US" sz="7400" dirty="0">
                    <a:latin typeface="+mj-lt"/>
                  </a:rPr>
                  <a:t>本研究で得られた結果</a:t>
                </a:r>
                <a:endParaRPr kumimoji="1" lang="en-US" altLang="ja-JP" sz="7400" dirty="0">
                  <a:latin typeface="+mj-lt"/>
                </a:endParaRPr>
              </a:p>
              <a:p>
                <a:pPr marL="0" indent="0">
                  <a:lnSpc>
                    <a:spcPct val="170000"/>
                  </a:lnSpc>
                  <a:buNone/>
                </a:pPr>
                <a:r>
                  <a:rPr kumimoji="1" lang="ja-JP" altLang="en-US" sz="5500" dirty="0">
                    <a:latin typeface="+mn-ea"/>
                  </a:rPr>
                  <a:t>・</a:t>
                </a:r>
                <a:r>
                  <a:rPr lang="en-US" altLang="ja-JP" sz="5500" dirty="0">
                    <a:latin typeface="+mn-ea"/>
                  </a:rPr>
                  <a:t>MD</a:t>
                </a:r>
                <a:r>
                  <a:rPr lang="ja-JP" altLang="ja-JP" sz="5500" dirty="0">
                    <a:latin typeface="+mn-ea"/>
                  </a:rPr>
                  <a:t>シミュレーションにおいて単純な</a:t>
                </a:r>
                <a:r>
                  <a:rPr lang="en-US" altLang="ja-JP" sz="5500" dirty="0">
                    <a:latin typeface="+mn-ea"/>
                  </a:rPr>
                  <a:t>Lennard-Jones</a:t>
                </a:r>
                <a:r>
                  <a:rPr lang="ja-JP" altLang="ja-JP" sz="5500" dirty="0">
                    <a:latin typeface="+mn-ea"/>
                  </a:rPr>
                  <a:t>ポテンシャルを用い、</a:t>
                </a:r>
                <a:r>
                  <a:rPr lang="en-US" altLang="ja-JP" sz="5500" dirty="0">
                    <a:latin typeface="+mn-ea"/>
                  </a:rPr>
                  <a:t>3</a:t>
                </a:r>
                <a:r>
                  <a:rPr lang="ja-JP" altLang="ja-JP" sz="5500" dirty="0">
                    <a:latin typeface="+mn-ea"/>
                  </a:rPr>
                  <a:t>元系</a:t>
                </a:r>
                <a14:m>
                  <m:oMath xmlns:m="http://schemas.openxmlformats.org/officeDocument/2006/math">
                    <m:sSub>
                      <m:sSubPr>
                        <m:ctrlPr>
                          <a:rPr lang="ja-JP" altLang="ja-JP" sz="5500" i="1">
                            <a:latin typeface="Cambria Math" panose="02040503050406030204" pitchFamily="18" charset="0"/>
                          </a:rPr>
                        </m:ctrlPr>
                      </m:sSubPr>
                      <m:e>
                        <m:r>
                          <a:rPr lang="en-US" altLang="ja-JP" sz="5500" i="1">
                            <a:latin typeface="Cambria Math" panose="02040503050406030204" pitchFamily="18" charset="0"/>
                          </a:rPr>
                          <m:t>𝑍𝑟</m:t>
                        </m:r>
                      </m:e>
                      <m:sub>
                        <m:r>
                          <a:rPr lang="en-US" altLang="ja-JP" sz="5500" i="1">
                            <a:latin typeface="Cambria Math" panose="02040503050406030204" pitchFamily="18" charset="0"/>
                          </a:rPr>
                          <m:t>30</m:t>
                        </m:r>
                      </m:sub>
                    </m:sSub>
                    <m:sSub>
                      <m:sSubPr>
                        <m:ctrlPr>
                          <a:rPr lang="ja-JP" altLang="ja-JP" sz="5500" i="1">
                            <a:latin typeface="Cambria Math" panose="02040503050406030204" pitchFamily="18" charset="0"/>
                          </a:rPr>
                        </m:ctrlPr>
                      </m:sSubPr>
                      <m:e>
                        <m:r>
                          <a:rPr lang="en-US" altLang="ja-JP" sz="5500" i="1">
                            <a:latin typeface="Cambria Math" panose="02040503050406030204" pitchFamily="18" charset="0"/>
                          </a:rPr>
                          <m:t>𝑇𝑖</m:t>
                        </m:r>
                      </m:e>
                      <m:sub>
                        <m:r>
                          <a:rPr lang="en-US" altLang="ja-JP" sz="5500" i="1">
                            <a:latin typeface="Cambria Math" panose="02040503050406030204" pitchFamily="18" charset="0"/>
                          </a:rPr>
                          <m:t>25</m:t>
                        </m:r>
                      </m:sub>
                    </m:sSub>
                    <m:sSub>
                      <m:sSubPr>
                        <m:ctrlPr>
                          <a:rPr lang="ja-JP" altLang="ja-JP" sz="5500" i="1">
                            <a:latin typeface="Cambria Math" panose="02040503050406030204" pitchFamily="18" charset="0"/>
                          </a:rPr>
                        </m:ctrlPr>
                      </m:sSubPr>
                      <m:e>
                        <m:r>
                          <a:rPr lang="en-US" altLang="ja-JP" sz="5500" i="1">
                            <a:latin typeface="Cambria Math" panose="02040503050406030204" pitchFamily="18" charset="0"/>
                          </a:rPr>
                          <m:t>𝐵𝑒</m:t>
                        </m:r>
                      </m:e>
                      <m:sub>
                        <m:r>
                          <a:rPr lang="en-US" altLang="ja-JP" sz="5500" i="1">
                            <a:latin typeface="Cambria Math" panose="02040503050406030204" pitchFamily="18" charset="0"/>
                          </a:rPr>
                          <m:t>45</m:t>
                        </m:r>
                      </m:sub>
                    </m:sSub>
                  </m:oMath>
                </a14:m>
                <a:r>
                  <a:rPr lang="ja-JP" altLang="ja-JP" sz="5500" dirty="0">
                    <a:latin typeface="+mn-ea"/>
                  </a:rPr>
                  <a:t>および</a:t>
                </a:r>
                <a:r>
                  <a:rPr lang="en-US" altLang="ja-JP" sz="5500" dirty="0">
                    <a:latin typeface="+mn-ea"/>
                  </a:rPr>
                  <a:t>4</a:t>
                </a:r>
                <a:r>
                  <a:rPr lang="ja-JP" altLang="ja-JP" sz="5500" dirty="0">
                    <a:latin typeface="+mn-ea"/>
                  </a:rPr>
                  <a:t>元系</a:t>
                </a:r>
                <a14:m>
                  <m:oMath xmlns:m="http://schemas.openxmlformats.org/officeDocument/2006/math">
                    <m:sSub>
                      <m:sSubPr>
                        <m:ctrlPr>
                          <a:rPr lang="ja-JP" altLang="ja-JP" sz="5500" i="1">
                            <a:latin typeface="Cambria Math" panose="02040503050406030204" pitchFamily="18" charset="0"/>
                          </a:rPr>
                        </m:ctrlPr>
                      </m:sSubPr>
                      <m:e>
                        <m:r>
                          <a:rPr lang="en-US" altLang="ja-JP" sz="5500" i="1">
                            <a:latin typeface="Cambria Math" panose="02040503050406030204" pitchFamily="18" charset="0"/>
                          </a:rPr>
                          <m:t>𝑍𝑟</m:t>
                        </m:r>
                      </m:e>
                      <m:sub>
                        <m:r>
                          <a:rPr lang="en-US" altLang="ja-JP" sz="5500" i="1">
                            <a:latin typeface="Cambria Math" panose="02040503050406030204" pitchFamily="18" charset="0"/>
                          </a:rPr>
                          <m:t>41.2</m:t>
                        </m:r>
                      </m:sub>
                    </m:sSub>
                    <m:sSub>
                      <m:sSubPr>
                        <m:ctrlPr>
                          <a:rPr lang="ja-JP" altLang="ja-JP" sz="5500" i="1">
                            <a:latin typeface="Cambria Math" panose="02040503050406030204" pitchFamily="18" charset="0"/>
                          </a:rPr>
                        </m:ctrlPr>
                      </m:sSubPr>
                      <m:e>
                        <m:r>
                          <a:rPr lang="en-US" altLang="ja-JP" sz="5500" i="1">
                            <a:latin typeface="Cambria Math" panose="02040503050406030204" pitchFamily="18" charset="0"/>
                          </a:rPr>
                          <m:t>𝑇𝑖</m:t>
                        </m:r>
                      </m:e>
                      <m:sub>
                        <m:r>
                          <a:rPr lang="en-US" altLang="ja-JP" sz="5500" i="1">
                            <a:latin typeface="Cambria Math" panose="02040503050406030204" pitchFamily="18" charset="0"/>
                          </a:rPr>
                          <m:t>13.8</m:t>
                        </m:r>
                      </m:sub>
                    </m:sSub>
                    <m:sSub>
                      <m:sSubPr>
                        <m:ctrlPr>
                          <a:rPr lang="ja-JP" altLang="ja-JP" sz="5500" i="1">
                            <a:latin typeface="Cambria Math" panose="02040503050406030204" pitchFamily="18" charset="0"/>
                          </a:rPr>
                        </m:ctrlPr>
                      </m:sSubPr>
                      <m:e>
                        <m:r>
                          <a:rPr lang="en-US" altLang="ja-JP" sz="5500" i="1">
                            <a:latin typeface="Cambria Math" panose="02040503050406030204" pitchFamily="18" charset="0"/>
                          </a:rPr>
                          <m:t>𝐶𝑢</m:t>
                        </m:r>
                      </m:e>
                      <m:sub>
                        <m:r>
                          <a:rPr lang="en-US" altLang="ja-JP" sz="5500" i="1">
                            <a:latin typeface="Cambria Math" panose="02040503050406030204" pitchFamily="18" charset="0"/>
                          </a:rPr>
                          <m:t>22.5</m:t>
                        </m:r>
                      </m:sub>
                    </m:sSub>
                    <m:sSub>
                      <m:sSubPr>
                        <m:ctrlPr>
                          <a:rPr lang="ja-JP" altLang="ja-JP" sz="5500" i="1">
                            <a:latin typeface="Cambria Math" panose="02040503050406030204" pitchFamily="18" charset="0"/>
                          </a:rPr>
                        </m:ctrlPr>
                      </m:sSubPr>
                      <m:e>
                        <m:r>
                          <a:rPr lang="en-US" altLang="ja-JP" sz="5500" i="1">
                            <a:latin typeface="Cambria Math" panose="02040503050406030204" pitchFamily="18" charset="0"/>
                          </a:rPr>
                          <m:t>𝐵𝑒</m:t>
                        </m:r>
                      </m:e>
                      <m:sub>
                        <m:r>
                          <a:rPr lang="en-US" altLang="ja-JP" sz="5500" i="1">
                            <a:latin typeface="Cambria Math" panose="02040503050406030204" pitchFamily="18" charset="0"/>
                          </a:rPr>
                          <m:t>22.5</m:t>
                        </m:r>
                      </m:sub>
                    </m:sSub>
                  </m:oMath>
                </a14:m>
                <a:r>
                  <a:rPr lang="ja-JP" altLang="ja-JP" sz="5500" dirty="0">
                    <a:latin typeface="+mn-ea"/>
                  </a:rPr>
                  <a:t>の構造因子、部分２体分布関数および、ボロノイ多面体を調べ、従来報告されている</a:t>
                </a:r>
                <a14:m>
                  <m:oMath xmlns:m="http://schemas.openxmlformats.org/officeDocument/2006/math">
                    <m:sSub>
                      <m:sSubPr>
                        <m:ctrlPr>
                          <a:rPr lang="ja-JP" altLang="ja-JP" sz="5500" i="1">
                            <a:latin typeface="Cambria Math" panose="02040503050406030204" pitchFamily="18" charset="0"/>
                          </a:rPr>
                        </m:ctrlPr>
                      </m:sSubPr>
                      <m:e>
                        <m:r>
                          <a:rPr lang="en-US" altLang="ja-JP" sz="5500" i="1">
                            <a:latin typeface="Cambria Math" panose="02040503050406030204" pitchFamily="18" charset="0"/>
                          </a:rPr>
                          <m:t>𝑍𝑟</m:t>
                        </m:r>
                      </m:e>
                      <m:sub>
                        <m:r>
                          <a:rPr lang="en-US" altLang="ja-JP" sz="5500" i="1">
                            <a:latin typeface="Cambria Math" panose="02040503050406030204" pitchFamily="18" charset="0"/>
                          </a:rPr>
                          <m:t>41.2</m:t>
                        </m:r>
                      </m:sub>
                    </m:sSub>
                    <m:sSub>
                      <m:sSubPr>
                        <m:ctrlPr>
                          <a:rPr lang="ja-JP" altLang="ja-JP" sz="5500" i="1">
                            <a:latin typeface="Cambria Math" panose="02040503050406030204" pitchFamily="18" charset="0"/>
                          </a:rPr>
                        </m:ctrlPr>
                      </m:sSubPr>
                      <m:e>
                        <m:r>
                          <a:rPr lang="en-US" altLang="ja-JP" sz="5500" i="1">
                            <a:latin typeface="Cambria Math" panose="02040503050406030204" pitchFamily="18" charset="0"/>
                          </a:rPr>
                          <m:t>𝑇𝑖</m:t>
                        </m:r>
                      </m:e>
                      <m:sub>
                        <m:r>
                          <a:rPr lang="en-US" altLang="ja-JP" sz="5500" i="1">
                            <a:latin typeface="Cambria Math" panose="02040503050406030204" pitchFamily="18" charset="0"/>
                          </a:rPr>
                          <m:t>13.8</m:t>
                        </m:r>
                      </m:sub>
                    </m:sSub>
                    <m:sSub>
                      <m:sSubPr>
                        <m:ctrlPr>
                          <a:rPr lang="ja-JP" altLang="ja-JP" sz="5500" i="1">
                            <a:latin typeface="Cambria Math" panose="02040503050406030204" pitchFamily="18" charset="0"/>
                          </a:rPr>
                        </m:ctrlPr>
                      </m:sSubPr>
                      <m:e>
                        <m:sSub>
                          <m:sSubPr>
                            <m:ctrlPr>
                              <a:rPr lang="ja-JP" altLang="ja-JP" sz="5500" i="1">
                                <a:latin typeface="Cambria Math" panose="02040503050406030204" pitchFamily="18" charset="0"/>
                              </a:rPr>
                            </m:ctrlPr>
                          </m:sSubPr>
                          <m:e>
                            <m:r>
                              <a:rPr lang="en-US" altLang="ja-JP" sz="5500" i="1">
                                <a:latin typeface="Cambria Math" panose="02040503050406030204" pitchFamily="18" charset="0"/>
                              </a:rPr>
                              <m:t>𝐶𝑢</m:t>
                            </m:r>
                          </m:e>
                          <m:sub>
                            <m:r>
                              <a:rPr lang="en-US" altLang="ja-JP" sz="5500" i="1">
                                <a:latin typeface="Cambria Math" panose="02040503050406030204" pitchFamily="18" charset="0"/>
                              </a:rPr>
                              <m:t>12.5</m:t>
                            </m:r>
                          </m:sub>
                        </m:sSub>
                        <m:sSub>
                          <m:sSubPr>
                            <m:ctrlPr>
                              <a:rPr lang="ja-JP" altLang="ja-JP" sz="5500" i="1">
                                <a:latin typeface="Cambria Math" panose="02040503050406030204" pitchFamily="18" charset="0"/>
                              </a:rPr>
                            </m:ctrlPr>
                          </m:sSubPr>
                          <m:e>
                            <m:r>
                              <a:rPr lang="en-US" altLang="ja-JP" sz="5500" i="1">
                                <a:latin typeface="Cambria Math" panose="02040503050406030204" pitchFamily="18" charset="0"/>
                              </a:rPr>
                              <m:t>𝑁𝑖</m:t>
                            </m:r>
                          </m:e>
                          <m:sub>
                            <m:r>
                              <a:rPr lang="en-US" altLang="ja-JP" sz="5500" i="1">
                                <a:latin typeface="Cambria Math" panose="02040503050406030204" pitchFamily="18" charset="0"/>
                              </a:rPr>
                              <m:t>10</m:t>
                            </m:r>
                          </m:sub>
                        </m:sSub>
                        <m:r>
                          <a:rPr lang="en-US" altLang="ja-JP" sz="5500" i="1">
                            <a:latin typeface="Cambria Math" panose="02040503050406030204" pitchFamily="18" charset="0"/>
                          </a:rPr>
                          <m:t>𝐵𝑒</m:t>
                        </m:r>
                      </m:e>
                      <m:sub>
                        <m:r>
                          <a:rPr lang="en-US" altLang="ja-JP" sz="5500" i="1">
                            <a:latin typeface="Cambria Math" panose="02040503050406030204" pitchFamily="18" charset="0"/>
                          </a:rPr>
                          <m:t>22.5</m:t>
                        </m:r>
                      </m:sub>
                    </m:sSub>
                  </m:oMath>
                </a14:m>
                <a:r>
                  <a:rPr lang="ja-JP" altLang="ja-JP" sz="5500" dirty="0">
                    <a:latin typeface="+mn-ea"/>
                  </a:rPr>
                  <a:t>の</a:t>
                </a:r>
                <a:r>
                  <a:rPr lang="en-US" altLang="ja-JP" sz="5500" dirty="0">
                    <a:latin typeface="+mn-ea"/>
                  </a:rPr>
                  <a:t>X</a:t>
                </a:r>
                <a:r>
                  <a:rPr lang="ja-JP" altLang="ja-JP" sz="5500" dirty="0">
                    <a:latin typeface="+mn-ea"/>
                  </a:rPr>
                  <a:t>線回折実験との比較を行った。</a:t>
                </a:r>
                <a:endParaRPr lang="en-US" altLang="ja-JP" sz="5500" dirty="0">
                  <a:latin typeface="+mn-ea"/>
                </a:endParaRPr>
              </a:p>
              <a:p>
                <a:pPr marL="0" indent="0">
                  <a:lnSpc>
                    <a:spcPct val="170000"/>
                  </a:lnSpc>
                  <a:buNone/>
                </a:pPr>
                <a:r>
                  <a:rPr lang="ja-JP" altLang="en-US" sz="5500" dirty="0">
                    <a:latin typeface="+mn-ea"/>
                  </a:rPr>
                  <a:t>→</a:t>
                </a:r>
                <a:r>
                  <a:rPr lang="ja-JP" altLang="ja-JP" sz="5500" dirty="0">
                    <a:effectLst/>
                    <a:latin typeface="+mn-ea"/>
                  </a:rPr>
                  <a:t> </a:t>
                </a:r>
                <a14:m>
                  <m:oMath xmlns:m="http://schemas.openxmlformats.org/officeDocument/2006/math">
                    <m:sSub>
                      <m:sSubPr>
                        <m:ctrlPr>
                          <a:rPr lang="ja-JP" altLang="ja-JP" sz="5500" i="1" smtClean="0">
                            <a:effectLst/>
                            <a:latin typeface="Cambria Math" panose="02040503050406030204" pitchFamily="18" charset="0"/>
                          </a:rPr>
                        </m:ctrlPr>
                      </m:sSubPr>
                      <m:e>
                        <m:r>
                          <a:rPr lang="en-US" altLang="ja-JP" sz="5500" i="1">
                            <a:effectLst/>
                            <a:latin typeface="Cambria Math" panose="02040503050406030204" pitchFamily="18" charset="0"/>
                            <a:cs typeface="Times New Roman" panose="02020603050405020304" pitchFamily="18" charset="0"/>
                          </a:rPr>
                          <m:t>𝑍𝑟</m:t>
                        </m:r>
                      </m:e>
                      <m:sub>
                        <m:r>
                          <a:rPr lang="en-US" altLang="ja-JP" sz="5500" i="1">
                            <a:effectLst/>
                            <a:latin typeface="Cambria Math" panose="02040503050406030204" pitchFamily="18" charset="0"/>
                            <a:cs typeface="Times New Roman" panose="02020603050405020304" pitchFamily="18" charset="0"/>
                          </a:rPr>
                          <m:t>30</m:t>
                        </m:r>
                      </m:sub>
                    </m:sSub>
                    <m:sSub>
                      <m:sSubPr>
                        <m:ctrlPr>
                          <a:rPr lang="ja-JP" altLang="ja-JP" sz="5500" i="1">
                            <a:effectLst/>
                            <a:latin typeface="Cambria Math" panose="02040503050406030204" pitchFamily="18" charset="0"/>
                          </a:rPr>
                        </m:ctrlPr>
                      </m:sSubPr>
                      <m:e>
                        <m:r>
                          <a:rPr lang="en-US" altLang="ja-JP" sz="5500" i="1">
                            <a:effectLst/>
                            <a:latin typeface="Cambria Math" panose="02040503050406030204" pitchFamily="18" charset="0"/>
                            <a:cs typeface="Times New Roman" panose="02020603050405020304" pitchFamily="18" charset="0"/>
                          </a:rPr>
                          <m:t>𝑇𝑖</m:t>
                        </m:r>
                      </m:e>
                      <m:sub>
                        <m:r>
                          <a:rPr lang="en-US" altLang="ja-JP" sz="5500" i="1">
                            <a:effectLst/>
                            <a:latin typeface="Cambria Math" panose="02040503050406030204" pitchFamily="18" charset="0"/>
                            <a:cs typeface="Times New Roman" panose="02020603050405020304" pitchFamily="18" charset="0"/>
                          </a:rPr>
                          <m:t>25</m:t>
                        </m:r>
                      </m:sub>
                    </m:sSub>
                    <m:sSub>
                      <m:sSubPr>
                        <m:ctrlPr>
                          <a:rPr lang="ja-JP" altLang="ja-JP" sz="5500" i="1">
                            <a:effectLst/>
                            <a:latin typeface="Cambria Math" panose="02040503050406030204" pitchFamily="18" charset="0"/>
                          </a:rPr>
                        </m:ctrlPr>
                      </m:sSubPr>
                      <m:e>
                        <m:r>
                          <a:rPr lang="en-US" altLang="ja-JP" sz="5500" i="1">
                            <a:effectLst/>
                            <a:latin typeface="Cambria Math" panose="02040503050406030204" pitchFamily="18" charset="0"/>
                            <a:cs typeface="Times New Roman" panose="02020603050405020304" pitchFamily="18" charset="0"/>
                          </a:rPr>
                          <m:t>𝐵𝑒</m:t>
                        </m:r>
                      </m:e>
                      <m:sub>
                        <m:r>
                          <a:rPr lang="en-US" altLang="ja-JP" sz="5500" i="1">
                            <a:effectLst/>
                            <a:latin typeface="Cambria Math" panose="02040503050406030204" pitchFamily="18" charset="0"/>
                            <a:cs typeface="Times New Roman" panose="02020603050405020304" pitchFamily="18" charset="0"/>
                          </a:rPr>
                          <m:t>45</m:t>
                        </m:r>
                      </m:sub>
                    </m:sSub>
                  </m:oMath>
                </a14:m>
                <a:r>
                  <a:rPr lang="ja-JP" altLang="en-US" sz="5500" dirty="0">
                    <a:latin typeface="+mn-ea"/>
                  </a:rPr>
                  <a:t>は</a:t>
                </a:r>
                <a14:m>
                  <m:oMath xmlns:m="http://schemas.openxmlformats.org/officeDocument/2006/math">
                    <m:sSub>
                      <m:sSubPr>
                        <m:ctrlPr>
                          <a:rPr lang="ja-JP" altLang="ja-JP" sz="5500" i="1">
                            <a:latin typeface="Cambria Math" panose="02040503050406030204" pitchFamily="18" charset="0"/>
                          </a:rPr>
                        </m:ctrlPr>
                      </m:sSubPr>
                      <m:e>
                        <m:r>
                          <a:rPr lang="en-US" altLang="ja-JP" sz="5500" i="1">
                            <a:latin typeface="Cambria Math" panose="02040503050406030204" pitchFamily="18" charset="0"/>
                          </a:rPr>
                          <m:t>𝑍𝑟</m:t>
                        </m:r>
                      </m:e>
                      <m:sub>
                        <m:r>
                          <a:rPr lang="en-US" altLang="ja-JP" sz="5500" i="1">
                            <a:latin typeface="Cambria Math" panose="02040503050406030204" pitchFamily="18" charset="0"/>
                          </a:rPr>
                          <m:t>41.2</m:t>
                        </m:r>
                      </m:sub>
                    </m:sSub>
                    <m:sSub>
                      <m:sSubPr>
                        <m:ctrlPr>
                          <a:rPr lang="ja-JP" altLang="ja-JP" sz="5500" i="1">
                            <a:latin typeface="Cambria Math" panose="02040503050406030204" pitchFamily="18" charset="0"/>
                          </a:rPr>
                        </m:ctrlPr>
                      </m:sSubPr>
                      <m:e>
                        <m:r>
                          <a:rPr lang="en-US" altLang="ja-JP" sz="5500" i="1">
                            <a:latin typeface="Cambria Math" panose="02040503050406030204" pitchFamily="18" charset="0"/>
                          </a:rPr>
                          <m:t>𝑇𝑖</m:t>
                        </m:r>
                      </m:e>
                      <m:sub>
                        <m:r>
                          <a:rPr lang="en-US" altLang="ja-JP" sz="5500" i="1">
                            <a:latin typeface="Cambria Math" panose="02040503050406030204" pitchFamily="18" charset="0"/>
                          </a:rPr>
                          <m:t>13.8</m:t>
                        </m:r>
                      </m:sub>
                    </m:sSub>
                    <m:sSub>
                      <m:sSubPr>
                        <m:ctrlPr>
                          <a:rPr lang="ja-JP" altLang="ja-JP" sz="5500" i="1">
                            <a:latin typeface="Cambria Math" panose="02040503050406030204" pitchFamily="18" charset="0"/>
                          </a:rPr>
                        </m:ctrlPr>
                      </m:sSubPr>
                      <m:e>
                        <m:sSub>
                          <m:sSubPr>
                            <m:ctrlPr>
                              <a:rPr lang="ja-JP" altLang="ja-JP" sz="5500" i="1">
                                <a:latin typeface="Cambria Math" panose="02040503050406030204" pitchFamily="18" charset="0"/>
                              </a:rPr>
                            </m:ctrlPr>
                          </m:sSubPr>
                          <m:e>
                            <m:r>
                              <a:rPr lang="en-US" altLang="ja-JP" sz="5500" i="1">
                                <a:latin typeface="Cambria Math" panose="02040503050406030204" pitchFamily="18" charset="0"/>
                              </a:rPr>
                              <m:t>𝐶𝑢</m:t>
                            </m:r>
                          </m:e>
                          <m:sub>
                            <m:r>
                              <a:rPr lang="en-US" altLang="ja-JP" sz="5500" i="1">
                                <a:latin typeface="Cambria Math" panose="02040503050406030204" pitchFamily="18" charset="0"/>
                              </a:rPr>
                              <m:t>12.5</m:t>
                            </m:r>
                          </m:sub>
                        </m:sSub>
                        <m:sSub>
                          <m:sSubPr>
                            <m:ctrlPr>
                              <a:rPr lang="ja-JP" altLang="ja-JP" sz="5500" i="1">
                                <a:latin typeface="Cambria Math" panose="02040503050406030204" pitchFamily="18" charset="0"/>
                              </a:rPr>
                            </m:ctrlPr>
                          </m:sSubPr>
                          <m:e>
                            <m:r>
                              <a:rPr lang="en-US" altLang="ja-JP" sz="5500" i="1">
                                <a:latin typeface="Cambria Math" panose="02040503050406030204" pitchFamily="18" charset="0"/>
                              </a:rPr>
                              <m:t>𝑁𝑖</m:t>
                            </m:r>
                          </m:e>
                          <m:sub>
                            <m:r>
                              <a:rPr lang="en-US" altLang="ja-JP" sz="5500" i="1">
                                <a:latin typeface="Cambria Math" panose="02040503050406030204" pitchFamily="18" charset="0"/>
                              </a:rPr>
                              <m:t>10</m:t>
                            </m:r>
                          </m:sub>
                        </m:sSub>
                        <m:r>
                          <a:rPr lang="en-US" altLang="ja-JP" sz="5500" i="1">
                            <a:latin typeface="Cambria Math" panose="02040503050406030204" pitchFamily="18" charset="0"/>
                          </a:rPr>
                          <m:t>𝐵𝑒</m:t>
                        </m:r>
                      </m:e>
                      <m:sub>
                        <m:r>
                          <a:rPr lang="en-US" altLang="ja-JP" sz="5500" i="1">
                            <a:latin typeface="Cambria Math" panose="02040503050406030204" pitchFamily="18" charset="0"/>
                          </a:rPr>
                          <m:t>22.5</m:t>
                        </m:r>
                      </m:sub>
                    </m:sSub>
                  </m:oMath>
                </a14:m>
                <a:r>
                  <a:rPr lang="ja-JP" altLang="en-US" sz="5500" dirty="0">
                    <a:latin typeface="+mn-ea"/>
                  </a:rPr>
                  <a:t>とある程度一致しているが、</a:t>
                </a:r>
                <a:r>
                  <a:rPr lang="en-US" altLang="ja-JP" sz="5500" dirty="0" err="1">
                    <a:latin typeface="+mn-ea"/>
                  </a:rPr>
                  <a:t>Cu,Ni</a:t>
                </a:r>
                <a:r>
                  <a:rPr lang="ja-JP" altLang="en-US" sz="5500" dirty="0">
                    <a:latin typeface="+mn-ea"/>
                  </a:rPr>
                  <a:t>が入っていないため</a:t>
                </a:r>
                <a:endParaRPr lang="en-US" altLang="ja-JP" sz="5500" dirty="0">
                  <a:latin typeface="+mn-ea"/>
                </a:endParaRPr>
              </a:p>
              <a:p>
                <a:pPr marL="0" indent="0">
                  <a:lnSpc>
                    <a:spcPct val="170000"/>
                  </a:lnSpc>
                  <a:buNone/>
                </a:pPr>
                <a:r>
                  <a:rPr lang="ja-JP" altLang="en-US" sz="5500" dirty="0">
                    <a:latin typeface="+mn-ea"/>
                  </a:rPr>
                  <a:t>　異なる部分もある。</a:t>
                </a:r>
                <a:endParaRPr lang="en-US" altLang="ja-JP" sz="5500" dirty="0">
                  <a:latin typeface="+mn-ea"/>
                </a:endParaRPr>
              </a:p>
              <a:p>
                <a:pPr marL="0" indent="0">
                  <a:lnSpc>
                    <a:spcPct val="170000"/>
                  </a:lnSpc>
                  <a:buNone/>
                </a:pPr>
                <a:endParaRPr kumimoji="1" lang="en-US" altLang="ja-JP" sz="2500" dirty="0">
                  <a:latin typeface="+mn-ea"/>
                </a:endParaRPr>
              </a:p>
              <a:p>
                <a:pPr marL="0" indent="0">
                  <a:lnSpc>
                    <a:spcPct val="170000"/>
                  </a:lnSpc>
                  <a:buNone/>
                </a:pPr>
                <a:r>
                  <a:rPr lang="ja-JP" altLang="en-US" sz="5500" dirty="0">
                    <a:latin typeface="+mn-ea"/>
                  </a:rPr>
                  <a:t>・</a:t>
                </a:r>
                <a:r>
                  <a:rPr lang="en-US" altLang="ja-JP" sz="5500" dirty="0">
                    <a:effectLst/>
                    <a:latin typeface="+mn-ea"/>
                    <a:cs typeface="Times New Roman" panose="02020603050405020304" pitchFamily="18" charset="0"/>
                  </a:rPr>
                  <a:t>Zr</a:t>
                </a:r>
                <a:r>
                  <a:rPr lang="ja-JP" altLang="ja-JP" sz="5500" dirty="0">
                    <a:effectLst/>
                    <a:latin typeface="+mn-ea"/>
                    <a:cs typeface="Times New Roman" panose="02020603050405020304" pitchFamily="18" charset="0"/>
                  </a:rPr>
                  <a:t>および</a:t>
                </a:r>
                <a:r>
                  <a:rPr lang="en-US" altLang="ja-JP" sz="5500" dirty="0">
                    <a:effectLst/>
                    <a:latin typeface="+mn-ea"/>
                    <a:cs typeface="Times New Roman" panose="02020603050405020304" pitchFamily="18" charset="0"/>
                  </a:rPr>
                  <a:t>Ti</a:t>
                </a:r>
                <a:r>
                  <a:rPr lang="ja-JP" altLang="ja-JP" sz="5500" dirty="0">
                    <a:effectLst/>
                    <a:latin typeface="+mn-ea"/>
                    <a:cs typeface="Times New Roman" panose="02020603050405020304" pitchFamily="18" charset="0"/>
                  </a:rPr>
                  <a:t>の原子サイズを変化させ</a:t>
                </a:r>
                <a:r>
                  <a:rPr lang="ja-JP" altLang="en-US" sz="5500" dirty="0">
                    <a:effectLst/>
                    <a:latin typeface="+mn-ea"/>
                    <a:cs typeface="Times New Roman" panose="02020603050405020304" pitchFamily="18" charset="0"/>
                  </a:rPr>
                  <a:t>、</a:t>
                </a:r>
                <a:r>
                  <a:rPr lang="ja-JP" altLang="ja-JP" sz="5500" dirty="0">
                    <a:latin typeface="+mn-ea"/>
                  </a:rPr>
                  <a:t>構造因子、部分２体分布関数および、ボロノイ多面体</a:t>
                </a:r>
                <a:r>
                  <a:rPr lang="ja-JP" altLang="en-US" sz="5500" dirty="0">
                    <a:latin typeface="+mn-ea"/>
                  </a:rPr>
                  <a:t>を比較した。</a:t>
                </a:r>
                <a:endParaRPr lang="en-US" altLang="ja-JP" sz="5500" dirty="0">
                  <a:latin typeface="+mn-ea"/>
                </a:endParaRPr>
              </a:p>
              <a:p>
                <a:pPr marL="0" indent="0">
                  <a:lnSpc>
                    <a:spcPct val="170000"/>
                  </a:lnSpc>
                  <a:buNone/>
                </a:pPr>
                <a:r>
                  <a:rPr lang="ja-JP" altLang="en-US" sz="5500" dirty="0">
                    <a:latin typeface="+mn-ea"/>
                  </a:rPr>
                  <a:t>→構造因子は</a:t>
                </a:r>
                <a:r>
                  <a:rPr lang="en-US" altLang="ja-JP" sz="5500" dirty="0">
                    <a:effectLst/>
                    <a:latin typeface="+mn-ea"/>
                    <a:cs typeface="Times New Roman" panose="02020603050405020304" pitchFamily="18" charset="0"/>
                  </a:rPr>
                  <a:t> Zr</a:t>
                </a:r>
                <a:r>
                  <a:rPr lang="ja-JP" altLang="ja-JP" sz="5500" dirty="0">
                    <a:effectLst/>
                    <a:latin typeface="+mn-ea"/>
                    <a:cs typeface="Times New Roman" panose="02020603050405020304" pitchFamily="18" charset="0"/>
                  </a:rPr>
                  <a:t>および</a:t>
                </a:r>
                <a:r>
                  <a:rPr lang="en-US" altLang="ja-JP" sz="5500" dirty="0">
                    <a:effectLst/>
                    <a:latin typeface="+mn-ea"/>
                    <a:cs typeface="Times New Roman" panose="02020603050405020304" pitchFamily="18" charset="0"/>
                  </a:rPr>
                  <a:t>Ti</a:t>
                </a:r>
                <a:r>
                  <a:rPr lang="ja-JP" altLang="ja-JP" sz="5500" dirty="0">
                    <a:effectLst/>
                    <a:latin typeface="+mn-ea"/>
                    <a:cs typeface="Times New Roman" panose="02020603050405020304" pitchFamily="18" charset="0"/>
                  </a:rPr>
                  <a:t>の原子サイズを</a:t>
                </a:r>
                <a:r>
                  <a:rPr lang="en-US" altLang="ja-JP" sz="5500" dirty="0">
                    <a:effectLst/>
                    <a:latin typeface="+mn-ea"/>
                    <a:cs typeface="Times New Roman" panose="02020603050405020304" pitchFamily="18" charset="0"/>
                  </a:rPr>
                  <a:t>1.1</a:t>
                </a:r>
                <a:r>
                  <a:rPr lang="ja-JP" altLang="ja-JP" sz="5500" dirty="0">
                    <a:effectLst/>
                    <a:latin typeface="+mn-ea"/>
                    <a:cs typeface="Times New Roman" panose="02020603050405020304" pitchFamily="18" charset="0"/>
                  </a:rPr>
                  <a:t>倍にしたものが最も実験値を再現した</a:t>
                </a:r>
                <a:r>
                  <a:rPr lang="ja-JP" altLang="en-US" sz="5500" dirty="0">
                    <a:effectLst/>
                    <a:latin typeface="+mn-ea"/>
                    <a:cs typeface="Times New Roman" panose="02020603050405020304" pitchFamily="18" charset="0"/>
                  </a:rPr>
                  <a:t>。</a:t>
                </a:r>
                <a:endParaRPr lang="en-US" altLang="ja-JP" sz="5500" dirty="0">
                  <a:effectLst/>
                  <a:latin typeface="+mn-ea"/>
                  <a:cs typeface="Times New Roman" panose="02020603050405020304" pitchFamily="18" charset="0"/>
                </a:endParaRPr>
              </a:p>
              <a:p>
                <a:pPr marL="0" indent="0">
                  <a:lnSpc>
                    <a:spcPct val="170000"/>
                  </a:lnSpc>
                  <a:buNone/>
                </a:pPr>
                <a:r>
                  <a:rPr lang="ja-JP" altLang="en-US" sz="5500" dirty="0">
                    <a:latin typeface="+mn-ea"/>
                  </a:rPr>
                  <a:t>→</a:t>
                </a:r>
                <a:r>
                  <a:rPr lang="ja-JP" altLang="ja-JP" sz="5500" kern="100" dirty="0">
                    <a:effectLst/>
                    <a:latin typeface="+mn-ea"/>
                    <a:cs typeface="Times New Roman" panose="02020603050405020304" pitchFamily="18" charset="0"/>
                  </a:rPr>
                  <a:t>ボロノイ多面体解析</a:t>
                </a:r>
                <a:r>
                  <a:rPr lang="ja-JP" altLang="en-US" sz="5500" kern="100" dirty="0">
                    <a:effectLst/>
                    <a:latin typeface="+mn-ea"/>
                    <a:cs typeface="Times New Roman" panose="02020603050405020304" pitchFamily="18" charset="0"/>
                  </a:rPr>
                  <a:t>では</a:t>
                </a:r>
                <a:r>
                  <a:rPr lang="en-US" altLang="ja-JP" sz="5500" kern="100" dirty="0">
                    <a:effectLst/>
                    <a:latin typeface="+mn-ea"/>
                    <a:cs typeface="Times New Roman" panose="02020603050405020304" pitchFamily="18" charset="0"/>
                  </a:rPr>
                  <a:t>Zr, Ti, Cu, Be</a:t>
                </a:r>
                <a:r>
                  <a:rPr lang="ja-JP" altLang="ja-JP" sz="5500" kern="100" dirty="0">
                    <a:effectLst/>
                    <a:latin typeface="+mn-ea"/>
                    <a:cs typeface="Times New Roman" panose="02020603050405020304" pitchFamily="18" charset="0"/>
                  </a:rPr>
                  <a:t>原子がそれぞれ異なる配位数の原子クラスターを形成して</a:t>
                </a:r>
                <a:r>
                  <a:rPr lang="ja-JP" altLang="en-US" sz="5500" kern="100" dirty="0">
                    <a:effectLst/>
                    <a:latin typeface="+mn-ea"/>
                    <a:cs typeface="Times New Roman" panose="02020603050405020304" pitchFamily="18" charset="0"/>
                  </a:rPr>
                  <a:t>いること</a:t>
                </a:r>
                <a:r>
                  <a:rPr lang="ja-JP" altLang="ja-JP" sz="5500" kern="100" dirty="0">
                    <a:effectLst/>
                    <a:latin typeface="+mn-ea"/>
                    <a:cs typeface="Times New Roman" panose="02020603050405020304" pitchFamily="18" charset="0"/>
                  </a:rPr>
                  <a:t>、さら</a:t>
                </a:r>
                <a:endParaRPr lang="en-US" altLang="ja-JP" sz="5500" kern="100" dirty="0">
                  <a:effectLst/>
                  <a:latin typeface="+mn-ea"/>
                  <a:cs typeface="Times New Roman" panose="02020603050405020304" pitchFamily="18" charset="0"/>
                </a:endParaRPr>
              </a:p>
              <a:p>
                <a:pPr marL="0" indent="0">
                  <a:lnSpc>
                    <a:spcPct val="170000"/>
                  </a:lnSpc>
                  <a:buNone/>
                </a:pPr>
                <a:r>
                  <a:rPr lang="ja-JP" altLang="en-US" sz="5500" kern="100" dirty="0">
                    <a:latin typeface="+mn-ea"/>
                    <a:cs typeface="Times New Roman" panose="02020603050405020304" pitchFamily="18" charset="0"/>
                  </a:rPr>
                  <a:t>　</a:t>
                </a:r>
                <a:r>
                  <a:rPr lang="ja-JP" altLang="ja-JP" sz="5500" kern="100" dirty="0">
                    <a:effectLst/>
                    <a:latin typeface="+mn-ea"/>
                    <a:cs typeface="Times New Roman" panose="02020603050405020304" pitchFamily="18" charset="0"/>
                  </a:rPr>
                  <a:t>に対応するボロノイ多面体には多くの</a:t>
                </a:r>
                <a:r>
                  <a:rPr lang="en-US" altLang="ja-JP" sz="5500" kern="100" dirty="0">
                    <a:effectLst/>
                    <a:latin typeface="+mn-ea"/>
                    <a:cs typeface="Times New Roman" panose="02020603050405020304" pitchFamily="18" charset="0"/>
                  </a:rPr>
                  <a:t>5</a:t>
                </a:r>
                <a:r>
                  <a:rPr lang="ja-JP" altLang="ja-JP" sz="5500" kern="100" dirty="0">
                    <a:effectLst/>
                    <a:latin typeface="+mn-ea"/>
                    <a:cs typeface="Times New Roman" panose="02020603050405020304" pitchFamily="18" charset="0"/>
                  </a:rPr>
                  <a:t>角形を含むことが示された</a:t>
                </a:r>
                <a:r>
                  <a:rPr lang="ja-JP" altLang="ja-JP" sz="5500" kern="100" dirty="0">
                    <a:effectLst/>
                    <a:ea typeface="游明朝" panose="02020400000000000000" pitchFamily="18" charset="-128"/>
                    <a:cs typeface="Times New Roman" panose="02020603050405020304" pitchFamily="18" charset="0"/>
                  </a:rPr>
                  <a:t>。</a:t>
                </a:r>
              </a:p>
              <a:p>
                <a:pPr marL="0" indent="0">
                  <a:buNone/>
                </a:pPr>
                <a:endParaRPr lang="en-US" altLang="ja-JP" sz="2400" dirty="0"/>
              </a:p>
            </p:txBody>
          </p:sp>
        </mc:Choice>
        <mc:Fallback xmlns="">
          <p:sp>
            <p:nvSpPr>
              <p:cNvPr id="3" name="コンテンツ プレースホルダー 2">
                <a:extLst>
                  <a:ext uri="{FF2B5EF4-FFF2-40B4-BE49-F238E27FC236}">
                    <a16:creationId xmlns:a16="http://schemas.microsoft.com/office/drawing/2014/main" id="{E4D28902-E304-FB33-ED07-38568BBA0CA1}"/>
                  </a:ext>
                </a:extLst>
              </p:cNvPr>
              <p:cNvSpPr>
                <a:spLocks noGrp="1" noRot="1" noChangeAspect="1" noMove="1" noResize="1" noEditPoints="1" noAdjustHandles="1" noChangeArrowheads="1" noChangeShapeType="1" noTextEdit="1"/>
              </p:cNvSpPr>
              <p:nvPr>
                <p:ph idx="1"/>
              </p:nvPr>
            </p:nvSpPr>
            <p:spPr>
              <a:xfrm>
                <a:off x="160660" y="958645"/>
                <a:ext cx="11870679" cy="5733100"/>
              </a:xfrm>
              <a:blipFill>
                <a:blip r:embed="rId3"/>
                <a:stretch>
                  <a:fillRect l="-770" r="-359"/>
                </a:stretch>
              </a:blipFill>
              <a:ln w="28575">
                <a:noFill/>
              </a:ln>
            </p:spPr>
            <p:txBody>
              <a:bodyPr/>
              <a:lstStyle/>
              <a:p>
                <a:r>
                  <a:rPr lang="ja-JP" altLang="en-US">
                    <a:noFill/>
                  </a:rPr>
                  <a:t> </a:t>
                </a:r>
              </a:p>
            </p:txBody>
          </p:sp>
        </mc:Fallback>
      </mc:AlternateContent>
    </p:spTree>
    <p:extLst>
      <p:ext uri="{BB962C8B-B14F-4D97-AF65-F5344CB8AC3E}">
        <p14:creationId xmlns:p14="http://schemas.microsoft.com/office/powerpoint/2010/main" val="3503687148"/>
      </p:ext>
    </p:extLst>
  </p:cSld>
  <p:clrMapOvr>
    <a:masterClrMapping/>
  </p:clrMapOvr>
  <mc:AlternateContent xmlns:mc="http://schemas.openxmlformats.org/markup-compatibility/2006" xmlns:p14="http://schemas.microsoft.com/office/powerpoint/2010/main">
    <mc:Choice Requires="p14">
      <p:transition spd="slow" p14:dur="2000" advTm="17"/>
    </mc:Choice>
    <mc:Fallback xmlns="">
      <p:transition spd="slow" advTm="17"/>
    </mc:Fallback>
  </mc:AlternateContent>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2.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3.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4.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5.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6.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7.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8.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9.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10.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1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12.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13.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14.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docProps/app.xml><?xml version="1.0" encoding="utf-8"?>
<Properties xmlns="http://schemas.openxmlformats.org/officeDocument/2006/extended-properties" xmlns:vt="http://schemas.openxmlformats.org/officeDocument/2006/docPropsVTypes">
  <TotalTime>1556</TotalTime>
  <Words>1579</Words>
  <Application>Microsoft Office PowerPoint</Application>
  <PresentationFormat>ワイド画面</PresentationFormat>
  <Paragraphs>184</Paragraphs>
  <Slides>11</Slides>
  <Notes>3</Notes>
  <HiddenSlides>0</HiddenSlides>
  <MMClips>0</MMClips>
  <ScaleCrop>false</ScaleCrop>
  <HeadingPairs>
    <vt:vector size="6" baseType="variant">
      <vt:variant>
        <vt:lpstr>使用されているフォント</vt:lpstr>
      </vt:variant>
      <vt:variant>
        <vt:i4>6</vt:i4>
      </vt:variant>
      <vt:variant>
        <vt:lpstr>テーマ</vt:lpstr>
      </vt:variant>
      <vt:variant>
        <vt:i4>1</vt:i4>
      </vt:variant>
      <vt:variant>
        <vt:lpstr>スライド タイトル</vt:lpstr>
      </vt:variant>
      <vt:variant>
        <vt:i4>11</vt:i4>
      </vt:variant>
    </vt:vector>
  </HeadingPairs>
  <TitlesOfParts>
    <vt:vector size="18" baseType="lpstr">
      <vt:lpstr>Yu Gothic UI</vt:lpstr>
      <vt:lpstr>游ゴシック</vt:lpstr>
      <vt:lpstr>游ゴシック Light</vt:lpstr>
      <vt:lpstr>游明朝</vt:lpstr>
      <vt:lpstr>Arial</vt:lpstr>
      <vt:lpstr>Cambria Math</vt:lpstr>
      <vt:lpstr>Office テーマ</vt:lpstr>
      <vt:lpstr>多元系Zr基バルク金属ガラスの原子配列モデリング</vt:lpstr>
      <vt:lpstr>概要</vt:lpstr>
      <vt:lpstr>背景</vt:lpstr>
      <vt:lpstr>計算方法</vt:lpstr>
      <vt:lpstr>計算方法</vt:lpstr>
      <vt:lpstr>計算結果　〖Zr〗_30 〖Ti〗_25 〖Be〗_45 (二体分布関数, 構造因子)</vt:lpstr>
      <vt:lpstr>計算結果 〖Zr〗_30 〖Ti〗_25 〖Be〗_45 (Voronoi多面体解析)</vt:lpstr>
      <vt:lpstr>PowerPoint プレゼンテーション</vt:lpstr>
      <vt:lpstr>計算結果　〖Zr〗_41.2 〖Ti〗_13.8 〖Cu〗_22.5 〖Be〗_22.5 (構造因子)</vt:lpstr>
      <vt:lpstr>計算結果 ZrTiCuBe (Voronoi多面体解析)</vt:lpstr>
      <vt:lpstr>結言</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亮太 渡部</dc:creator>
  <cp:lastModifiedBy>亮太 渡部</cp:lastModifiedBy>
  <cp:revision>6</cp:revision>
  <cp:lastPrinted>2025-02-06T15:18:20Z</cp:lastPrinted>
  <dcterms:created xsi:type="dcterms:W3CDTF">2024-12-15T06:31:12Z</dcterms:created>
  <dcterms:modified xsi:type="dcterms:W3CDTF">2025-02-07T00:19:57Z</dcterms:modified>
</cp:coreProperties>
</file>